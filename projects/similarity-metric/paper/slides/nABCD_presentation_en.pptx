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8975520" y="5629320"/>
            <a:ext cx="268956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15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Tak Nagakubo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71320" y="668880"/>
            <a:ext cx="6375240" cy="12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Quantifying Effect</a:t>
            </a:r>
            <a:endParaRPr lang="en-US" sz="64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71320" y="1735920"/>
            <a:ext cx="7672320" cy="12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Modifier Similarity for</a:t>
            </a:r>
            <a:endParaRPr lang="en-US" sz="64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71320" y="2802600"/>
            <a:ext cx="9178920" cy="12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Regional Pooling in Multi-</a:t>
            </a:r>
            <a:endParaRPr lang="en-US" sz="64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71320" y="3869280"/>
            <a:ext cx="8102880" cy="12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Regional Clinical Trials</a:t>
            </a:r>
            <a:endParaRPr lang="en-US" sz="64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864360" y="2809800"/>
            <a:ext cx="221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1.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085760" y="2776320"/>
            <a:ext cx="11502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Introduction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389320" y="2809800"/>
            <a:ext cx="50835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Regional pooling, methodological gap, and our aim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864360" y="3152880"/>
            <a:ext cx="221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2.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085760" y="3119400"/>
            <a:ext cx="7999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Methods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974960" y="3152880"/>
            <a:ext cx="638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nABCD definition, theoretical foundation, and clinical calibration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864360" y="3505320"/>
            <a:ext cx="221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3.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085760" y="3471840"/>
            <a:ext cx="10062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Simulation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2217960" y="3505320"/>
            <a:ext cx="42825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Estimation performance across 7 scenarios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64360" y="3848040"/>
            <a:ext cx="221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4.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085760" y="3814560"/>
            <a:ext cx="10522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Application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262600" y="3848040"/>
            <a:ext cx="47422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Hypothetical thrombolytic MRCT using GUSTO-I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864360" y="4191120"/>
            <a:ext cx="221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5.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085760" y="4157640"/>
            <a:ext cx="9838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Discussion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183760" y="4191120"/>
            <a:ext cx="44568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Key findings and practical recommendations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71320" y="151920"/>
            <a:ext cx="140148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Agenda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" name=""/>
          <p:cNvSpPr/>
          <p:nvPr/>
        </p:nvSpPr>
        <p:spPr>
          <a:xfrm>
            <a:off x="571320" y="3962160"/>
            <a:ext cx="4267440" cy="38520"/>
          </a:xfrm>
          <a:custGeom>
            <a:avLst/>
            <a:gdLst/>
            <a:ahLst/>
            <a:rect l="0" t="0" r="r" b="b"/>
            <a:pathLst>
              <a:path w="11854" h="107">
                <a:moveTo>
                  <a:pt x="0" y="0"/>
                </a:moveTo>
                <a:lnTo>
                  <a:pt x="11854" y="0"/>
                </a:lnTo>
                <a:lnTo>
                  <a:pt x="1185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71320" y="2833560"/>
            <a:ext cx="3776040" cy="101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Introduction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3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" name=""/>
          <p:cNvSpPr/>
          <p:nvPr/>
        </p:nvSpPr>
        <p:spPr>
          <a:xfrm>
            <a:off x="576000" y="5119560"/>
            <a:ext cx="11039760" cy="829080"/>
          </a:xfrm>
          <a:custGeom>
            <a:avLst/>
            <a:gdLst/>
            <a:ahLst/>
            <a:rect l="0" t="0" r="r" b="b"/>
            <a:pathLst>
              <a:path w="30666" h="2303">
                <a:moveTo>
                  <a:pt x="0" y="215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2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2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2157"/>
                </a:lnTo>
                <a:cubicBezTo>
                  <a:pt x="30666" y="2167"/>
                  <a:pt x="30665" y="2176"/>
                  <a:pt x="30664" y="2186"/>
                </a:cubicBezTo>
                <a:cubicBezTo>
                  <a:pt x="30662" y="2195"/>
                  <a:pt x="30659" y="2204"/>
                  <a:pt x="30655" y="2213"/>
                </a:cubicBezTo>
                <a:cubicBezTo>
                  <a:pt x="30652" y="2222"/>
                  <a:pt x="30647" y="2230"/>
                  <a:pt x="30642" y="2238"/>
                </a:cubicBezTo>
                <a:cubicBezTo>
                  <a:pt x="30637" y="2246"/>
                  <a:pt x="30631" y="2253"/>
                  <a:pt x="30624" y="2260"/>
                </a:cubicBezTo>
                <a:cubicBezTo>
                  <a:pt x="30617" y="2267"/>
                  <a:pt x="30610" y="2273"/>
                  <a:pt x="30602" y="2278"/>
                </a:cubicBezTo>
                <a:cubicBezTo>
                  <a:pt x="30594" y="2284"/>
                  <a:pt x="30585" y="2288"/>
                  <a:pt x="30577" y="2292"/>
                </a:cubicBezTo>
                <a:cubicBezTo>
                  <a:pt x="30568" y="2295"/>
                  <a:pt x="30559" y="2298"/>
                  <a:pt x="30549" y="2300"/>
                </a:cubicBezTo>
                <a:cubicBezTo>
                  <a:pt x="30540" y="2302"/>
                  <a:pt x="30530" y="2303"/>
                  <a:pt x="30521" y="2303"/>
                </a:cubicBezTo>
                <a:lnTo>
                  <a:pt x="146" y="2303"/>
                </a:lnTo>
                <a:cubicBezTo>
                  <a:pt x="136" y="2303"/>
                  <a:pt x="127" y="2302"/>
                  <a:pt x="117" y="2300"/>
                </a:cubicBezTo>
                <a:cubicBezTo>
                  <a:pt x="108" y="2298"/>
                  <a:pt x="99" y="2295"/>
                  <a:pt x="90" y="2292"/>
                </a:cubicBezTo>
                <a:cubicBezTo>
                  <a:pt x="81" y="2288"/>
                  <a:pt x="73" y="2284"/>
                  <a:pt x="65" y="2278"/>
                </a:cubicBezTo>
                <a:cubicBezTo>
                  <a:pt x="57" y="2273"/>
                  <a:pt x="50" y="2267"/>
                  <a:pt x="43" y="2260"/>
                </a:cubicBezTo>
                <a:cubicBezTo>
                  <a:pt x="36" y="2253"/>
                  <a:pt x="30" y="2246"/>
                  <a:pt x="25" y="2238"/>
                </a:cubicBezTo>
                <a:cubicBezTo>
                  <a:pt x="19" y="2230"/>
                  <a:pt x="15" y="2222"/>
                  <a:pt x="11" y="2213"/>
                </a:cubicBezTo>
                <a:cubicBezTo>
                  <a:pt x="8" y="2204"/>
                  <a:pt x="5" y="2195"/>
                  <a:pt x="3" y="2186"/>
                </a:cubicBezTo>
                <a:cubicBezTo>
                  <a:pt x="1" y="2176"/>
                  <a:pt x="0" y="2167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E0E0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2" name=""/>
          <p:cNvSpPr/>
          <p:nvPr/>
        </p:nvSpPr>
        <p:spPr>
          <a:xfrm>
            <a:off x="580680" y="5124240"/>
            <a:ext cx="11030400" cy="390960"/>
          </a:xfrm>
          <a:custGeom>
            <a:avLst/>
            <a:gdLst/>
            <a:ahLst/>
            <a:rect l="0" t="0" r="r" b="b"/>
            <a:pathLst>
              <a:path w="30640" h="1086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30508" y="0"/>
                </a:lnTo>
                <a:cubicBezTo>
                  <a:pt x="30544" y="0"/>
                  <a:pt x="30576" y="13"/>
                  <a:pt x="30601" y="39"/>
                </a:cubicBezTo>
                <a:cubicBezTo>
                  <a:pt x="30627" y="65"/>
                  <a:pt x="30640" y="96"/>
                  <a:pt x="30640" y="132"/>
                </a:cubicBezTo>
                <a:lnTo>
                  <a:pt x="30640" y="1086"/>
                </a:lnTo>
                <a:lnTo>
                  <a:pt x="0" y="1086"/>
                </a:ln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" name=""/>
          <p:cNvSpPr/>
          <p:nvPr/>
        </p:nvSpPr>
        <p:spPr>
          <a:xfrm>
            <a:off x="580680" y="5514840"/>
            <a:ext cx="11030400" cy="428760"/>
          </a:xfrm>
          <a:custGeom>
            <a:avLst/>
            <a:gdLst/>
            <a:ahLst/>
            <a:rect l="0" t="0" r="r" b="b"/>
            <a:pathLst>
              <a:path w="30640" h="1191">
                <a:moveTo>
                  <a:pt x="30640" y="1059"/>
                </a:moveTo>
                <a:cubicBezTo>
                  <a:pt x="30640" y="1096"/>
                  <a:pt x="30627" y="1127"/>
                  <a:pt x="30601" y="1153"/>
                </a:cubicBezTo>
                <a:cubicBezTo>
                  <a:pt x="30576" y="1179"/>
                  <a:pt x="30544" y="1191"/>
                  <a:pt x="30508" y="1191"/>
                </a:cubicBezTo>
                <a:lnTo>
                  <a:pt x="133" y="1191"/>
                </a:lnTo>
                <a:cubicBezTo>
                  <a:pt x="96" y="1191"/>
                  <a:pt x="65" y="1179"/>
                  <a:pt x="39" y="1153"/>
                </a:cubicBezTo>
                <a:cubicBezTo>
                  <a:pt x="13" y="1127"/>
                  <a:pt x="0" y="1096"/>
                  <a:pt x="0" y="1059"/>
                </a:cubicBezTo>
                <a:lnTo>
                  <a:pt x="0" y="0"/>
                </a:lnTo>
                <a:lnTo>
                  <a:pt x="30640" y="0"/>
                </a:lnTo>
                <a:lnTo>
                  <a:pt x="30640" y="1059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4" name=""/>
          <p:cNvSpPr/>
          <p:nvPr/>
        </p:nvSpPr>
        <p:spPr>
          <a:xfrm>
            <a:off x="857160" y="2152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71320" y="1519560"/>
            <a:ext cx="26564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Why pooling is needed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6" name=""/>
          <p:cNvSpPr/>
          <p:nvPr/>
        </p:nvSpPr>
        <p:spPr>
          <a:xfrm>
            <a:off x="857160" y="2504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085760" y="2066760"/>
            <a:ext cx="56016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MRCTs assess treatment effect consistency across regions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8" name=""/>
          <p:cNvSpPr/>
          <p:nvPr/>
        </p:nvSpPr>
        <p:spPr>
          <a:xfrm>
            <a:off x="857160" y="2847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8"/>
                  <a:pt x="23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8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085760" y="2419200"/>
            <a:ext cx="5568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Individual regional sample sizes are often too small alone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085760" y="2762280"/>
            <a:ext cx="4142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ICH E17 strategy: pool regions with similar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217840" y="2728800"/>
            <a:ext cx="13352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effect modifier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735960" y="2762280"/>
            <a:ext cx="12927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distributions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" name=""/>
          <p:cNvSpPr/>
          <p:nvPr/>
        </p:nvSpPr>
        <p:spPr>
          <a:xfrm>
            <a:off x="857160" y="3485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085760" y="3057480"/>
            <a:ext cx="9114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(effect modifier = baseline characteristic for which treatment benefit differs across subgroups)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085760" y="3400560"/>
            <a:ext cx="21603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This paper focuses on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246480" y="3366720"/>
            <a:ext cx="25167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continuous effect modifiers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069600" y="3400560"/>
            <a:ext cx="4532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(e.g., age, baseline severity, laboratory values)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" name=""/>
          <p:cNvSpPr/>
          <p:nvPr/>
        </p:nvSpPr>
        <p:spPr>
          <a:xfrm>
            <a:off x="857160" y="44956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71320" y="3862440"/>
            <a:ext cx="31539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The challenge for sponsors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085760" y="4410000"/>
            <a:ext cx="6210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At the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704600" y="4376520"/>
            <a:ext cx="13554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planning stage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214080" y="4410000"/>
            <a:ext cx="80283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, sponsors must select pooling partners with evidence that two regions are "similar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085760" y="4705200"/>
            <a:ext cx="8406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enough"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14240" y="5167080"/>
            <a:ext cx="55490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Cautionary example: Secukinumab MRCT (Matsushima 2024)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14240" y="5610240"/>
            <a:ext cx="10364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Unassessed regional imbalance in CRP+/MRI- status → apparent treatment effect inconsistency at analysis.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71320" y="151920"/>
            <a:ext cx="718380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Regional Pooling: A Practical Challenge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4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" name=""/>
          <p:cNvSpPr/>
          <p:nvPr/>
        </p:nvSpPr>
        <p:spPr>
          <a:xfrm>
            <a:off x="857160" y="27716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71320" y="2138400"/>
            <a:ext cx="9489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The gap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" name=""/>
          <p:cNvSpPr/>
          <p:nvPr/>
        </p:nvSpPr>
        <p:spPr>
          <a:xfrm>
            <a:off x="857160" y="3124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085760" y="2685960"/>
            <a:ext cx="78426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ICH E17 provides no specific metric, threshold, or procedure for "similar enough"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085760" y="3038400"/>
            <a:ext cx="21006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The standard tool for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173040" y="3004920"/>
            <a:ext cx="20300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continuous covariates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429520" y="3038400"/>
            <a:ext cx="5109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is the Standardized Mean Difference (SMD), which is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0523520" y="3004920"/>
            <a:ext cx="4741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blind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1057400" y="3038400"/>
            <a:ext cx="252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to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" name=""/>
          <p:cNvSpPr/>
          <p:nvPr/>
        </p:nvSpPr>
        <p:spPr>
          <a:xfrm>
            <a:off x="857160" y="3762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3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085760" y="3324240"/>
            <a:ext cx="3246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differences in variance and shape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085760" y="3676680"/>
            <a:ext cx="5235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→ No quantitative evidence base for partner selection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" name=""/>
          <p:cNvSpPr/>
          <p:nvPr/>
        </p:nvSpPr>
        <p:spPr>
          <a:xfrm>
            <a:off x="857160" y="4771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3" y="193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71320" y="4138920"/>
            <a:ext cx="12232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Objectives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" name=""/>
          <p:cNvSpPr/>
          <p:nvPr/>
        </p:nvSpPr>
        <p:spPr>
          <a:xfrm>
            <a:off x="857160" y="5114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4" y="179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085760" y="4686120"/>
            <a:ext cx="7942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Develop a quantitative index that captures distributional similarity beyond means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085760" y="5029200"/>
            <a:ext cx="3891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Deliver a practitioner-facing tool for the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962960" y="4995720"/>
            <a:ext cx="13554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planning stage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472440" y="5029200"/>
            <a:ext cx="1140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of an MRCT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71320" y="151920"/>
            <a:ext cx="832536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Methodological Gap and Research Objectives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" name=""/>
          <p:cNvSpPr/>
          <p:nvPr/>
        </p:nvSpPr>
        <p:spPr>
          <a:xfrm>
            <a:off x="571320" y="3962160"/>
            <a:ext cx="2905560" cy="38520"/>
          </a:xfrm>
          <a:custGeom>
            <a:avLst/>
            <a:gdLst/>
            <a:ahLst/>
            <a:rect l="0" t="0" r="r" b="b"/>
            <a:pathLst>
              <a:path w="8071" h="107">
                <a:moveTo>
                  <a:pt x="0" y="0"/>
                </a:moveTo>
                <a:lnTo>
                  <a:pt x="8071" y="0"/>
                </a:lnTo>
                <a:lnTo>
                  <a:pt x="80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71320" y="2833560"/>
            <a:ext cx="2625840" cy="101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Methods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" name=""/>
          <p:cNvSpPr/>
          <p:nvPr/>
        </p:nvSpPr>
        <p:spPr>
          <a:xfrm>
            <a:off x="576000" y="1547640"/>
            <a:ext cx="11039760" cy="838440"/>
          </a:xfrm>
          <a:custGeom>
            <a:avLst/>
            <a:gdLst/>
            <a:ahLst/>
            <a:rect l="0" t="0" r="r" b="b"/>
            <a:pathLst>
              <a:path w="30666" h="2329">
                <a:moveTo>
                  <a:pt x="0" y="218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2184"/>
                </a:lnTo>
                <a:cubicBezTo>
                  <a:pt x="30666" y="2193"/>
                  <a:pt x="30665" y="2203"/>
                  <a:pt x="30664" y="2212"/>
                </a:cubicBezTo>
                <a:cubicBezTo>
                  <a:pt x="30662" y="2222"/>
                  <a:pt x="30659" y="2231"/>
                  <a:pt x="30655" y="2239"/>
                </a:cubicBezTo>
                <a:cubicBezTo>
                  <a:pt x="30652" y="2248"/>
                  <a:pt x="30647" y="2257"/>
                  <a:pt x="30642" y="2265"/>
                </a:cubicBezTo>
                <a:cubicBezTo>
                  <a:pt x="30637" y="2273"/>
                  <a:pt x="30631" y="2280"/>
                  <a:pt x="30624" y="2287"/>
                </a:cubicBezTo>
                <a:cubicBezTo>
                  <a:pt x="30617" y="2293"/>
                  <a:pt x="30610" y="2299"/>
                  <a:pt x="30602" y="2305"/>
                </a:cubicBezTo>
                <a:cubicBezTo>
                  <a:pt x="30594" y="2310"/>
                  <a:pt x="30585" y="2315"/>
                  <a:pt x="30577" y="2318"/>
                </a:cubicBezTo>
                <a:cubicBezTo>
                  <a:pt x="30568" y="2322"/>
                  <a:pt x="30559" y="2325"/>
                  <a:pt x="30549" y="2327"/>
                </a:cubicBezTo>
                <a:cubicBezTo>
                  <a:pt x="30540" y="2328"/>
                  <a:pt x="30530" y="2329"/>
                  <a:pt x="30521" y="2329"/>
                </a:cubicBezTo>
                <a:lnTo>
                  <a:pt x="146" y="2329"/>
                </a:lnTo>
                <a:cubicBezTo>
                  <a:pt x="136" y="2329"/>
                  <a:pt x="127" y="2328"/>
                  <a:pt x="117" y="2327"/>
                </a:cubicBezTo>
                <a:cubicBezTo>
                  <a:pt x="108" y="2325"/>
                  <a:pt x="99" y="2322"/>
                  <a:pt x="90" y="2318"/>
                </a:cubicBezTo>
                <a:cubicBezTo>
                  <a:pt x="81" y="2315"/>
                  <a:pt x="73" y="2310"/>
                  <a:pt x="65" y="2305"/>
                </a:cubicBezTo>
                <a:cubicBezTo>
                  <a:pt x="57" y="2299"/>
                  <a:pt x="50" y="2293"/>
                  <a:pt x="43" y="2287"/>
                </a:cubicBezTo>
                <a:cubicBezTo>
                  <a:pt x="36" y="2280"/>
                  <a:pt x="30" y="2273"/>
                  <a:pt x="25" y="2265"/>
                </a:cubicBezTo>
                <a:cubicBezTo>
                  <a:pt x="19" y="2257"/>
                  <a:pt x="15" y="2248"/>
                  <a:pt x="11" y="2239"/>
                </a:cubicBezTo>
                <a:cubicBezTo>
                  <a:pt x="8" y="2231"/>
                  <a:pt x="5" y="2222"/>
                  <a:pt x="3" y="2212"/>
                </a:cubicBezTo>
                <a:cubicBezTo>
                  <a:pt x="1" y="2203"/>
                  <a:pt x="0" y="2193"/>
                  <a:pt x="0" y="2184"/>
                </a:cubicBezTo>
                <a:close/>
              </a:path>
            </a:pathLst>
          </a:custGeom>
          <a:noFill/>
          <a:ln w="9360">
            <a:solidFill>
              <a:srgbClr val="E0E0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" name=""/>
          <p:cNvSpPr/>
          <p:nvPr/>
        </p:nvSpPr>
        <p:spPr>
          <a:xfrm>
            <a:off x="580680" y="1552320"/>
            <a:ext cx="11030400" cy="390960"/>
          </a:xfrm>
          <a:custGeom>
            <a:avLst/>
            <a:gdLst/>
            <a:ahLst/>
            <a:rect l="0" t="0" r="r" b="b"/>
            <a:pathLst>
              <a:path w="30640" h="1086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30508" y="0"/>
                </a:lnTo>
                <a:cubicBezTo>
                  <a:pt x="30544" y="0"/>
                  <a:pt x="30576" y="13"/>
                  <a:pt x="30601" y="39"/>
                </a:cubicBezTo>
                <a:cubicBezTo>
                  <a:pt x="30627" y="65"/>
                  <a:pt x="30640" y="96"/>
                  <a:pt x="30640" y="132"/>
                </a:cubicBezTo>
                <a:lnTo>
                  <a:pt x="30640" y="1086"/>
                </a:lnTo>
                <a:lnTo>
                  <a:pt x="0" y="1086"/>
                </a:ln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" name=""/>
          <p:cNvSpPr/>
          <p:nvPr/>
        </p:nvSpPr>
        <p:spPr>
          <a:xfrm>
            <a:off x="580680" y="1942920"/>
            <a:ext cx="11030400" cy="438480"/>
          </a:xfrm>
          <a:custGeom>
            <a:avLst/>
            <a:gdLst/>
            <a:ahLst/>
            <a:rect l="0" t="0" r="r" b="b"/>
            <a:pathLst>
              <a:path w="30640" h="1218">
                <a:moveTo>
                  <a:pt x="30640" y="1086"/>
                </a:moveTo>
                <a:cubicBezTo>
                  <a:pt x="30640" y="1122"/>
                  <a:pt x="30627" y="1154"/>
                  <a:pt x="30601" y="1179"/>
                </a:cubicBezTo>
                <a:cubicBezTo>
                  <a:pt x="30576" y="1205"/>
                  <a:pt x="30544" y="1218"/>
                  <a:pt x="30508" y="1218"/>
                </a:cubicBezTo>
                <a:lnTo>
                  <a:pt x="133" y="1218"/>
                </a:lnTo>
                <a:cubicBezTo>
                  <a:pt x="96" y="1218"/>
                  <a:pt x="65" y="1205"/>
                  <a:pt x="39" y="1179"/>
                </a:cubicBezTo>
                <a:cubicBezTo>
                  <a:pt x="13" y="1154"/>
                  <a:pt x="0" y="1122"/>
                  <a:pt x="0" y="1086"/>
                </a:cubicBezTo>
                <a:lnTo>
                  <a:pt x="0" y="0"/>
                </a:lnTo>
                <a:lnTo>
                  <a:pt x="30640" y="0"/>
                </a:lnTo>
                <a:lnTo>
                  <a:pt x="30640" y="1086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" name=""/>
          <p:cNvSpPr/>
          <p:nvPr/>
        </p:nvSpPr>
        <p:spPr>
          <a:xfrm>
            <a:off x="576000" y="2395440"/>
            <a:ext cx="11039760" cy="848160"/>
          </a:xfrm>
          <a:custGeom>
            <a:avLst/>
            <a:gdLst/>
            <a:ahLst/>
            <a:rect l="0" t="0" r="r" b="b"/>
            <a:pathLst>
              <a:path w="30666" h="2356">
                <a:moveTo>
                  <a:pt x="0" y="221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4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2"/>
                </a:cubicBezTo>
                <a:cubicBezTo>
                  <a:pt x="30631" y="49"/>
                  <a:pt x="30637" y="56"/>
                  <a:pt x="30642" y="64"/>
                </a:cubicBezTo>
                <a:cubicBezTo>
                  <a:pt x="30647" y="72"/>
                  <a:pt x="30652" y="81"/>
                  <a:pt x="30655" y="90"/>
                </a:cubicBezTo>
                <a:cubicBezTo>
                  <a:pt x="30659" y="98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2210"/>
                </a:lnTo>
                <a:cubicBezTo>
                  <a:pt x="30666" y="2220"/>
                  <a:pt x="30665" y="2229"/>
                  <a:pt x="30664" y="2238"/>
                </a:cubicBezTo>
                <a:cubicBezTo>
                  <a:pt x="30662" y="2248"/>
                  <a:pt x="30659" y="2257"/>
                  <a:pt x="30655" y="2266"/>
                </a:cubicBezTo>
                <a:cubicBezTo>
                  <a:pt x="30652" y="2275"/>
                  <a:pt x="30647" y="2283"/>
                  <a:pt x="30642" y="2291"/>
                </a:cubicBezTo>
                <a:cubicBezTo>
                  <a:pt x="30637" y="2299"/>
                  <a:pt x="30631" y="2306"/>
                  <a:pt x="30624" y="2313"/>
                </a:cubicBezTo>
                <a:cubicBezTo>
                  <a:pt x="30617" y="2320"/>
                  <a:pt x="30610" y="2326"/>
                  <a:pt x="30602" y="2331"/>
                </a:cubicBezTo>
                <a:cubicBezTo>
                  <a:pt x="30594" y="2336"/>
                  <a:pt x="30585" y="2341"/>
                  <a:pt x="30577" y="2344"/>
                </a:cubicBezTo>
                <a:cubicBezTo>
                  <a:pt x="30568" y="2348"/>
                  <a:pt x="30559" y="2351"/>
                  <a:pt x="30549" y="2353"/>
                </a:cubicBezTo>
                <a:cubicBezTo>
                  <a:pt x="30540" y="2355"/>
                  <a:pt x="30530" y="2356"/>
                  <a:pt x="30521" y="2356"/>
                </a:cubicBezTo>
                <a:lnTo>
                  <a:pt x="146" y="2356"/>
                </a:lnTo>
                <a:cubicBezTo>
                  <a:pt x="136" y="2356"/>
                  <a:pt x="127" y="2355"/>
                  <a:pt x="117" y="2353"/>
                </a:cubicBezTo>
                <a:cubicBezTo>
                  <a:pt x="108" y="2351"/>
                  <a:pt x="99" y="2348"/>
                  <a:pt x="90" y="2344"/>
                </a:cubicBezTo>
                <a:cubicBezTo>
                  <a:pt x="81" y="2341"/>
                  <a:pt x="73" y="2336"/>
                  <a:pt x="65" y="2331"/>
                </a:cubicBezTo>
                <a:cubicBezTo>
                  <a:pt x="57" y="2326"/>
                  <a:pt x="50" y="2320"/>
                  <a:pt x="43" y="2313"/>
                </a:cubicBezTo>
                <a:cubicBezTo>
                  <a:pt x="36" y="2306"/>
                  <a:pt x="30" y="2299"/>
                  <a:pt x="25" y="2291"/>
                </a:cubicBezTo>
                <a:cubicBezTo>
                  <a:pt x="19" y="2283"/>
                  <a:pt x="15" y="2275"/>
                  <a:pt x="11" y="2266"/>
                </a:cubicBezTo>
                <a:cubicBezTo>
                  <a:pt x="8" y="2257"/>
                  <a:pt x="5" y="2248"/>
                  <a:pt x="3" y="2238"/>
                </a:cubicBezTo>
                <a:cubicBezTo>
                  <a:pt x="1" y="2229"/>
                  <a:pt x="0" y="2220"/>
                  <a:pt x="0" y="2210"/>
                </a:cubicBezTo>
                <a:close/>
              </a:path>
            </a:pathLst>
          </a:custGeom>
          <a:noFill/>
          <a:ln w="9360">
            <a:solidFill>
              <a:srgbClr val="E0E0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" name=""/>
          <p:cNvSpPr/>
          <p:nvPr/>
        </p:nvSpPr>
        <p:spPr>
          <a:xfrm>
            <a:off x="580680" y="2400120"/>
            <a:ext cx="11030400" cy="390960"/>
          </a:xfrm>
          <a:custGeom>
            <a:avLst/>
            <a:gdLst/>
            <a:ahLst/>
            <a:rect l="0" t="0" r="r" b="b"/>
            <a:pathLst>
              <a:path w="30640" h="1086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30508" y="0"/>
                </a:lnTo>
                <a:cubicBezTo>
                  <a:pt x="30544" y="0"/>
                  <a:pt x="30576" y="13"/>
                  <a:pt x="30601" y="39"/>
                </a:cubicBezTo>
                <a:cubicBezTo>
                  <a:pt x="30627" y="65"/>
                  <a:pt x="30640" y="96"/>
                  <a:pt x="30640" y="132"/>
                </a:cubicBezTo>
                <a:lnTo>
                  <a:pt x="30640" y="1086"/>
                </a:lnTo>
                <a:lnTo>
                  <a:pt x="0" y="1086"/>
                </a:ln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" name=""/>
          <p:cNvSpPr/>
          <p:nvPr/>
        </p:nvSpPr>
        <p:spPr>
          <a:xfrm>
            <a:off x="580680" y="2790720"/>
            <a:ext cx="11030400" cy="447840"/>
          </a:xfrm>
          <a:custGeom>
            <a:avLst/>
            <a:gdLst/>
            <a:ahLst/>
            <a:rect l="0" t="0" r="r" b="b"/>
            <a:pathLst>
              <a:path w="30640" h="1244">
                <a:moveTo>
                  <a:pt x="30640" y="1112"/>
                </a:moveTo>
                <a:cubicBezTo>
                  <a:pt x="30640" y="1149"/>
                  <a:pt x="30627" y="1180"/>
                  <a:pt x="30601" y="1206"/>
                </a:cubicBezTo>
                <a:cubicBezTo>
                  <a:pt x="30576" y="1231"/>
                  <a:pt x="30544" y="1244"/>
                  <a:pt x="30508" y="1244"/>
                </a:cubicBezTo>
                <a:lnTo>
                  <a:pt x="133" y="1244"/>
                </a:lnTo>
                <a:cubicBezTo>
                  <a:pt x="96" y="1244"/>
                  <a:pt x="65" y="1231"/>
                  <a:pt x="39" y="1206"/>
                </a:cubicBezTo>
                <a:cubicBezTo>
                  <a:pt x="13" y="1180"/>
                  <a:pt x="0" y="1149"/>
                  <a:pt x="0" y="1112"/>
                </a:cubicBezTo>
                <a:lnTo>
                  <a:pt x="0" y="0"/>
                </a:lnTo>
                <a:lnTo>
                  <a:pt x="30640" y="0"/>
                </a:lnTo>
                <a:lnTo>
                  <a:pt x="30640" y="1112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" name=""/>
          <p:cNvSpPr/>
          <p:nvPr/>
        </p:nvSpPr>
        <p:spPr>
          <a:xfrm>
            <a:off x="576000" y="3252600"/>
            <a:ext cx="11039760" cy="857520"/>
          </a:xfrm>
          <a:custGeom>
            <a:avLst/>
            <a:gdLst/>
            <a:ahLst/>
            <a:rect l="0" t="0" r="r" b="b"/>
            <a:pathLst>
              <a:path w="30666" h="2382">
                <a:moveTo>
                  <a:pt x="0" y="223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2237"/>
                </a:lnTo>
                <a:cubicBezTo>
                  <a:pt x="30666" y="2246"/>
                  <a:pt x="30665" y="2256"/>
                  <a:pt x="30664" y="2265"/>
                </a:cubicBezTo>
                <a:cubicBezTo>
                  <a:pt x="30662" y="2275"/>
                  <a:pt x="30659" y="2284"/>
                  <a:pt x="30655" y="2292"/>
                </a:cubicBezTo>
                <a:cubicBezTo>
                  <a:pt x="30652" y="2301"/>
                  <a:pt x="30647" y="2310"/>
                  <a:pt x="30642" y="2318"/>
                </a:cubicBezTo>
                <a:cubicBezTo>
                  <a:pt x="30637" y="2326"/>
                  <a:pt x="30631" y="2333"/>
                  <a:pt x="30624" y="2340"/>
                </a:cubicBezTo>
                <a:cubicBezTo>
                  <a:pt x="30617" y="2346"/>
                  <a:pt x="30610" y="2352"/>
                  <a:pt x="30602" y="2358"/>
                </a:cubicBezTo>
                <a:cubicBezTo>
                  <a:pt x="30594" y="2363"/>
                  <a:pt x="30585" y="2368"/>
                  <a:pt x="30577" y="2371"/>
                </a:cubicBezTo>
                <a:cubicBezTo>
                  <a:pt x="30568" y="2375"/>
                  <a:pt x="30559" y="2378"/>
                  <a:pt x="30549" y="2379"/>
                </a:cubicBezTo>
                <a:cubicBezTo>
                  <a:pt x="30540" y="2381"/>
                  <a:pt x="30530" y="2382"/>
                  <a:pt x="30521" y="2382"/>
                </a:cubicBezTo>
                <a:lnTo>
                  <a:pt x="146" y="2382"/>
                </a:lnTo>
                <a:cubicBezTo>
                  <a:pt x="136" y="2382"/>
                  <a:pt x="127" y="2381"/>
                  <a:pt x="117" y="2379"/>
                </a:cubicBezTo>
                <a:cubicBezTo>
                  <a:pt x="108" y="2378"/>
                  <a:pt x="99" y="2375"/>
                  <a:pt x="90" y="2371"/>
                </a:cubicBezTo>
                <a:cubicBezTo>
                  <a:pt x="81" y="2368"/>
                  <a:pt x="73" y="2363"/>
                  <a:pt x="65" y="2358"/>
                </a:cubicBezTo>
                <a:cubicBezTo>
                  <a:pt x="57" y="2352"/>
                  <a:pt x="50" y="2346"/>
                  <a:pt x="43" y="2340"/>
                </a:cubicBezTo>
                <a:cubicBezTo>
                  <a:pt x="36" y="2333"/>
                  <a:pt x="30" y="2326"/>
                  <a:pt x="25" y="2318"/>
                </a:cubicBezTo>
                <a:cubicBezTo>
                  <a:pt x="19" y="2310"/>
                  <a:pt x="15" y="2301"/>
                  <a:pt x="11" y="2292"/>
                </a:cubicBezTo>
                <a:cubicBezTo>
                  <a:pt x="8" y="2284"/>
                  <a:pt x="5" y="2275"/>
                  <a:pt x="3" y="2265"/>
                </a:cubicBezTo>
                <a:cubicBezTo>
                  <a:pt x="1" y="2256"/>
                  <a:pt x="0" y="2246"/>
                  <a:pt x="0" y="2237"/>
                </a:cubicBezTo>
                <a:close/>
              </a:path>
            </a:pathLst>
          </a:custGeom>
          <a:noFill/>
          <a:ln w="9360">
            <a:solidFill>
              <a:srgbClr val="E0E0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" name=""/>
          <p:cNvSpPr/>
          <p:nvPr/>
        </p:nvSpPr>
        <p:spPr>
          <a:xfrm>
            <a:off x="580680" y="3257280"/>
            <a:ext cx="11030400" cy="381600"/>
          </a:xfrm>
          <a:custGeom>
            <a:avLst/>
            <a:gdLst/>
            <a:ahLst/>
            <a:rect l="0" t="0" r="r" b="b"/>
            <a:pathLst>
              <a:path w="30640" h="1060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30508" y="0"/>
                </a:lnTo>
                <a:cubicBezTo>
                  <a:pt x="30544" y="0"/>
                  <a:pt x="30576" y="13"/>
                  <a:pt x="30601" y="39"/>
                </a:cubicBezTo>
                <a:cubicBezTo>
                  <a:pt x="30627" y="65"/>
                  <a:pt x="30640" y="96"/>
                  <a:pt x="30640" y="133"/>
                </a:cubicBezTo>
                <a:lnTo>
                  <a:pt x="30640" y="1060"/>
                </a:lnTo>
                <a:lnTo>
                  <a:pt x="0" y="1060"/>
                </a:lnTo>
                <a:lnTo>
                  <a:pt x="0" y="133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" name=""/>
          <p:cNvSpPr/>
          <p:nvPr/>
        </p:nvSpPr>
        <p:spPr>
          <a:xfrm>
            <a:off x="580680" y="3638520"/>
            <a:ext cx="11030400" cy="466920"/>
          </a:xfrm>
          <a:custGeom>
            <a:avLst/>
            <a:gdLst/>
            <a:ahLst/>
            <a:rect l="0" t="0" r="r" b="b"/>
            <a:pathLst>
              <a:path w="30640" h="1297">
                <a:moveTo>
                  <a:pt x="30640" y="1165"/>
                </a:moveTo>
                <a:cubicBezTo>
                  <a:pt x="30640" y="1201"/>
                  <a:pt x="30627" y="1232"/>
                  <a:pt x="30601" y="1258"/>
                </a:cubicBezTo>
                <a:cubicBezTo>
                  <a:pt x="30576" y="1284"/>
                  <a:pt x="30544" y="1297"/>
                  <a:pt x="30508" y="1297"/>
                </a:cubicBezTo>
                <a:lnTo>
                  <a:pt x="133" y="1297"/>
                </a:lnTo>
                <a:cubicBezTo>
                  <a:pt x="96" y="1297"/>
                  <a:pt x="65" y="1284"/>
                  <a:pt x="39" y="1258"/>
                </a:cubicBezTo>
                <a:cubicBezTo>
                  <a:pt x="13" y="1232"/>
                  <a:pt x="0" y="1201"/>
                  <a:pt x="0" y="1165"/>
                </a:cubicBezTo>
                <a:lnTo>
                  <a:pt x="0" y="0"/>
                </a:lnTo>
                <a:lnTo>
                  <a:pt x="30640" y="0"/>
                </a:lnTo>
                <a:lnTo>
                  <a:pt x="30640" y="1165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14240" y="1595160"/>
            <a:ext cx="32356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SMD — blind to variance and shape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" name=""/>
          <p:cNvSpPr/>
          <p:nvPr/>
        </p:nvSpPr>
        <p:spPr>
          <a:xfrm>
            <a:off x="3560760" y="2067480"/>
            <a:ext cx="221040" cy="176040"/>
          </a:xfrm>
          <a:custGeom>
            <a:avLst/>
            <a:gdLst/>
            <a:ahLst/>
            <a:rect l="0" t="0" r="r" b="b"/>
            <a:pathLst>
              <a:path w="614" h="489">
                <a:moveTo>
                  <a:pt x="145" y="33"/>
                </a:moveTo>
                <a:cubicBezTo>
                  <a:pt x="144" y="33"/>
                  <a:pt x="142" y="33"/>
                  <a:pt x="140" y="33"/>
                </a:cubicBezTo>
                <a:cubicBezTo>
                  <a:pt x="128" y="33"/>
                  <a:pt x="120" y="33"/>
                  <a:pt x="118" y="32"/>
                </a:cubicBezTo>
                <a:cubicBezTo>
                  <a:pt x="116" y="32"/>
                  <a:pt x="115" y="29"/>
                  <a:pt x="115" y="24"/>
                </a:cubicBezTo>
                <a:cubicBezTo>
                  <a:pt x="115" y="11"/>
                  <a:pt x="117" y="4"/>
                  <a:pt x="122" y="1"/>
                </a:cubicBezTo>
                <a:cubicBezTo>
                  <a:pt x="123" y="0"/>
                  <a:pt x="146" y="0"/>
                  <a:pt x="192" y="0"/>
                </a:cubicBezTo>
                <a:cubicBezTo>
                  <a:pt x="229" y="0"/>
                  <a:pt x="250" y="0"/>
                  <a:pt x="256" y="0"/>
                </a:cubicBezTo>
                <a:cubicBezTo>
                  <a:pt x="261" y="0"/>
                  <a:pt x="264" y="1"/>
                  <a:pt x="266" y="4"/>
                </a:cubicBezTo>
                <a:cubicBezTo>
                  <a:pt x="366" y="241"/>
                  <a:pt x="417" y="363"/>
                  <a:pt x="419" y="369"/>
                </a:cubicBezTo>
                <a:lnTo>
                  <a:pt x="458" y="216"/>
                </a:lnTo>
                <a:cubicBezTo>
                  <a:pt x="483" y="115"/>
                  <a:pt x="496" y="62"/>
                  <a:pt x="496" y="55"/>
                </a:cubicBezTo>
                <a:cubicBezTo>
                  <a:pt x="496" y="42"/>
                  <a:pt x="481" y="35"/>
                  <a:pt x="450" y="33"/>
                </a:cubicBezTo>
                <a:cubicBezTo>
                  <a:pt x="439" y="33"/>
                  <a:pt x="433" y="30"/>
                  <a:pt x="433" y="25"/>
                </a:cubicBezTo>
                <a:cubicBezTo>
                  <a:pt x="433" y="24"/>
                  <a:pt x="433" y="21"/>
                  <a:pt x="434" y="16"/>
                </a:cubicBezTo>
                <a:cubicBezTo>
                  <a:pt x="436" y="9"/>
                  <a:pt x="438" y="4"/>
                  <a:pt x="439" y="3"/>
                </a:cubicBezTo>
                <a:cubicBezTo>
                  <a:pt x="440" y="1"/>
                  <a:pt x="442" y="0"/>
                  <a:pt x="446" y="0"/>
                </a:cubicBezTo>
                <a:cubicBezTo>
                  <a:pt x="447" y="0"/>
                  <a:pt x="455" y="0"/>
                  <a:pt x="468" y="1"/>
                </a:cubicBezTo>
                <a:cubicBezTo>
                  <a:pt x="481" y="1"/>
                  <a:pt x="501" y="2"/>
                  <a:pt x="527" y="2"/>
                </a:cubicBezTo>
                <a:cubicBezTo>
                  <a:pt x="551" y="2"/>
                  <a:pt x="569" y="2"/>
                  <a:pt x="582" y="1"/>
                </a:cubicBezTo>
                <a:cubicBezTo>
                  <a:pt x="594" y="1"/>
                  <a:pt x="601" y="1"/>
                  <a:pt x="603" y="1"/>
                </a:cubicBezTo>
                <a:cubicBezTo>
                  <a:pt x="610" y="1"/>
                  <a:pt x="614" y="3"/>
                  <a:pt x="614" y="8"/>
                </a:cubicBezTo>
                <a:cubicBezTo>
                  <a:pt x="614" y="18"/>
                  <a:pt x="612" y="25"/>
                  <a:pt x="608" y="29"/>
                </a:cubicBezTo>
                <a:cubicBezTo>
                  <a:pt x="607" y="32"/>
                  <a:pt x="602" y="33"/>
                  <a:pt x="592" y="33"/>
                </a:cubicBezTo>
                <a:cubicBezTo>
                  <a:pt x="558" y="35"/>
                  <a:pt x="537" y="44"/>
                  <a:pt x="529" y="61"/>
                </a:cubicBezTo>
                <a:lnTo>
                  <a:pt x="422" y="484"/>
                </a:lnTo>
                <a:cubicBezTo>
                  <a:pt x="421" y="487"/>
                  <a:pt x="416" y="489"/>
                  <a:pt x="407" y="489"/>
                </a:cubicBezTo>
                <a:cubicBezTo>
                  <a:pt x="400" y="489"/>
                  <a:pt x="396" y="489"/>
                  <a:pt x="395" y="488"/>
                </a:cubicBezTo>
                <a:cubicBezTo>
                  <a:pt x="394" y="486"/>
                  <a:pt x="363" y="414"/>
                  <a:pt x="303" y="270"/>
                </a:cubicBezTo>
                <a:lnTo>
                  <a:pt x="212" y="56"/>
                </a:lnTo>
                <a:lnTo>
                  <a:pt x="165" y="242"/>
                </a:lnTo>
                <a:cubicBezTo>
                  <a:pt x="134" y="365"/>
                  <a:pt x="118" y="428"/>
                  <a:pt x="118" y="433"/>
                </a:cubicBezTo>
                <a:cubicBezTo>
                  <a:pt x="120" y="448"/>
                  <a:pt x="138" y="456"/>
                  <a:pt x="170" y="456"/>
                </a:cubicBezTo>
                <a:lnTo>
                  <a:pt x="177" y="456"/>
                </a:lnTo>
                <a:cubicBezTo>
                  <a:pt x="180" y="459"/>
                  <a:pt x="181" y="461"/>
                  <a:pt x="181" y="462"/>
                </a:cubicBezTo>
                <a:cubicBezTo>
                  <a:pt x="181" y="463"/>
                  <a:pt x="181" y="468"/>
                  <a:pt x="180" y="476"/>
                </a:cubicBezTo>
                <a:cubicBezTo>
                  <a:pt x="178" y="482"/>
                  <a:pt x="175" y="486"/>
                  <a:pt x="172" y="489"/>
                </a:cubicBezTo>
                <a:lnTo>
                  <a:pt x="163" y="489"/>
                </a:lnTo>
                <a:cubicBezTo>
                  <a:pt x="148" y="488"/>
                  <a:pt x="123" y="488"/>
                  <a:pt x="86" y="488"/>
                </a:cubicBezTo>
                <a:cubicBezTo>
                  <a:pt x="73" y="488"/>
                  <a:pt x="60" y="488"/>
                  <a:pt x="49" y="488"/>
                </a:cubicBezTo>
                <a:cubicBezTo>
                  <a:pt x="39" y="488"/>
                  <a:pt x="30" y="488"/>
                  <a:pt x="23" y="488"/>
                </a:cubicBezTo>
                <a:cubicBezTo>
                  <a:pt x="16" y="488"/>
                  <a:pt x="12" y="488"/>
                  <a:pt x="11" y="488"/>
                </a:cubicBezTo>
                <a:cubicBezTo>
                  <a:pt x="4" y="488"/>
                  <a:pt x="0" y="486"/>
                  <a:pt x="0" y="482"/>
                </a:cubicBezTo>
                <a:cubicBezTo>
                  <a:pt x="0" y="480"/>
                  <a:pt x="1" y="476"/>
                  <a:pt x="2" y="471"/>
                </a:cubicBezTo>
                <a:cubicBezTo>
                  <a:pt x="4" y="465"/>
                  <a:pt x="5" y="462"/>
                  <a:pt x="6" y="461"/>
                </a:cubicBezTo>
                <a:cubicBezTo>
                  <a:pt x="7" y="458"/>
                  <a:pt x="12" y="456"/>
                  <a:pt x="22" y="456"/>
                </a:cubicBezTo>
                <a:cubicBezTo>
                  <a:pt x="55" y="455"/>
                  <a:pt x="76" y="446"/>
                  <a:pt x="85" y="428"/>
                </a:cubicBezTo>
                <a:cubicBezTo>
                  <a:pt x="87" y="426"/>
                  <a:pt x="104" y="360"/>
                  <a:pt x="136" y="229"/>
                </a:cubicBezTo>
                <a:lnTo>
                  <a:pt x="185" y="35"/>
                </a:lnTo>
                <a:cubicBezTo>
                  <a:pt x="184" y="35"/>
                  <a:pt x="171" y="34"/>
                  <a:pt x="145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" name=""/>
          <p:cNvSpPr/>
          <p:nvPr/>
        </p:nvSpPr>
        <p:spPr>
          <a:xfrm>
            <a:off x="3805560" y="205020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7"/>
                </a:moveTo>
                <a:cubicBezTo>
                  <a:pt x="0" y="325"/>
                  <a:pt x="2" y="293"/>
                  <a:pt x="7" y="264"/>
                </a:cubicBezTo>
                <a:cubicBezTo>
                  <a:pt x="12" y="234"/>
                  <a:pt x="17" y="209"/>
                  <a:pt x="23" y="187"/>
                </a:cubicBezTo>
                <a:cubicBezTo>
                  <a:pt x="30" y="166"/>
                  <a:pt x="38" y="145"/>
                  <a:pt x="50" y="124"/>
                </a:cubicBezTo>
                <a:cubicBezTo>
                  <a:pt x="62" y="104"/>
                  <a:pt x="71" y="88"/>
                  <a:pt x="78" y="77"/>
                </a:cubicBezTo>
                <a:cubicBezTo>
                  <a:pt x="85" y="65"/>
                  <a:pt x="95" y="53"/>
                  <a:pt x="108" y="39"/>
                </a:cubicBezTo>
                <a:cubicBezTo>
                  <a:pt x="121" y="26"/>
                  <a:pt x="129" y="18"/>
                  <a:pt x="132" y="15"/>
                </a:cubicBezTo>
                <a:cubicBezTo>
                  <a:pt x="134" y="12"/>
                  <a:pt x="140" y="7"/>
                  <a:pt x="150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8" y="0"/>
                  <a:pt x="172" y="2"/>
                  <a:pt x="172" y="7"/>
                </a:cubicBezTo>
                <a:cubicBezTo>
                  <a:pt x="172" y="8"/>
                  <a:pt x="168" y="13"/>
                  <a:pt x="160" y="22"/>
                </a:cubicBezTo>
                <a:cubicBezTo>
                  <a:pt x="151" y="30"/>
                  <a:pt x="142" y="43"/>
                  <a:pt x="130" y="59"/>
                </a:cubicBezTo>
                <a:cubicBezTo>
                  <a:pt x="119" y="76"/>
                  <a:pt x="107" y="97"/>
                  <a:pt x="95" y="121"/>
                </a:cubicBezTo>
                <a:cubicBezTo>
                  <a:pt x="83" y="145"/>
                  <a:pt x="73" y="178"/>
                  <a:pt x="65" y="220"/>
                </a:cubicBezTo>
                <a:cubicBezTo>
                  <a:pt x="57" y="261"/>
                  <a:pt x="52" y="307"/>
                  <a:pt x="52" y="357"/>
                </a:cubicBezTo>
                <a:cubicBezTo>
                  <a:pt x="52" y="409"/>
                  <a:pt x="57" y="455"/>
                  <a:pt x="65" y="496"/>
                </a:cubicBezTo>
                <a:cubicBezTo>
                  <a:pt x="73" y="537"/>
                  <a:pt x="83" y="570"/>
                  <a:pt x="95" y="595"/>
                </a:cubicBezTo>
                <a:cubicBezTo>
                  <a:pt x="106" y="620"/>
                  <a:pt x="118" y="641"/>
                  <a:pt x="130" y="657"/>
                </a:cubicBezTo>
                <a:cubicBezTo>
                  <a:pt x="141" y="672"/>
                  <a:pt x="151" y="685"/>
                  <a:pt x="160" y="694"/>
                </a:cubicBezTo>
                <a:cubicBezTo>
                  <a:pt x="168" y="704"/>
                  <a:pt x="172" y="709"/>
                  <a:pt x="172" y="709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50" y="716"/>
                </a:lnTo>
                <a:lnTo>
                  <a:pt x="130" y="699"/>
                </a:lnTo>
                <a:cubicBezTo>
                  <a:pt x="85" y="658"/>
                  <a:pt x="51" y="608"/>
                  <a:pt x="31" y="547"/>
                </a:cubicBezTo>
                <a:cubicBezTo>
                  <a:pt x="10" y="487"/>
                  <a:pt x="0" y="424"/>
                  <a:pt x="0" y="35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" name=""/>
          <p:cNvSpPr/>
          <p:nvPr/>
        </p:nvSpPr>
        <p:spPr>
          <a:xfrm>
            <a:off x="3894120" y="2071800"/>
            <a:ext cx="103320" cy="177480"/>
          </a:xfrm>
          <a:custGeom>
            <a:avLst/>
            <a:gdLst/>
            <a:ahLst/>
            <a:rect l="0" t="0" r="r" b="b"/>
            <a:pathLst>
              <a:path w="287" h="493">
                <a:moveTo>
                  <a:pt x="82" y="364"/>
                </a:moveTo>
                <a:cubicBezTo>
                  <a:pt x="82" y="375"/>
                  <a:pt x="78" y="386"/>
                  <a:pt x="71" y="394"/>
                </a:cubicBezTo>
                <a:cubicBezTo>
                  <a:pt x="63" y="401"/>
                  <a:pt x="54" y="405"/>
                  <a:pt x="43" y="405"/>
                </a:cubicBezTo>
                <a:lnTo>
                  <a:pt x="38" y="405"/>
                </a:lnTo>
                <a:cubicBezTo>
                  <a:pt x="60" y="443"/>
                  <a:pt x="89" y="461"/>
                  <a:pt x="125" y="461"/>
                </a:cubicBezTo>
                <a:cubicBezTo>
                  <a:pt x="159" y="461"/>
                  <a:pt x="184" y="447"/>
                  <a:pt x="199" y="419"/>
                </a:cubicBezTo>
                <a:cubicBezTo>
                  <a:pt x="208" y="403"/>
                  <a:pt x="212" y="371"/>
                  <a:pt x="212" y="326"/>
                </a:cubicBezTo>
                <a:cubicBezTo>
                  <a:pt x="212" y="277"/>
                  <a:pt x="206" y="244"/>
                  <a:pt x="193" y="227"/>
                </a:cubicBezTo>
                <a:cubicBezTo>
                  <a:pt x="181" y="211"/>
                  <a:pt x="167" y="203"/>
                  <a:pt x="151" y="203"/>
                </a:cubicBezTo>
                <a:lnTo>
                  <a:pt x="146" y="203"/>
                </a:lnTo>
                <a:cubicBezTo>
                  <a:pt x="109" y="203"/>
                  <a:pt x="81" y="219"/>
                  <a:pt x="62" y="252"/>
                </a:cubicBezTo>
                <a:cubicBezTo>
                  <a:pt x="60" y="255"/>
                  <a:pt x="58" y="257"/>
                  <a:pt x="57" y="257"/>
                </a:cubicBezTo>
                <a:cubicBezTo>
                  <a:pt x="56" y="258"/>
                  <a:pt x="52" y="258"/>
                  <a:pt x="46" y="259"/>
                </a:cubicBezTo>
                <a:cubicBezTo>
                  <a:pt x="38" y="259"/>
                  <a:pt x="34" y="257"/>
                  <a:pt x="33" y="255"/>
                </a:cubicBezTo>
                <a:cubicBezTo>
                  <a:pt x="32" y="253"/>
                  <a:pt x="31" y="211"/>
                  <a:pt x="31" y="130"/>
                </a:cubicBezTo>
                <a:lnTo>
                  <a:pt x="31" y="37"/>
                </a:lnTo>
                <a:cubicBezTo>
                  <a:pt x="31" y="13"/>
                  <a:pt x="32" y="2"/>
                  <a:pt x="35" y="2"/>
                </a:cubicBezTo>
                <a:cubicBezTo>
                  <a:pt x="36" y="1"/>
                  <a:pt x="37" y="0"/>
                  <a:pt x="38" y="0"/>
                </a:cubicBezTo>
                <a:cubicBezTo>
                  <a:pt x="38" y="0"/>
                  <a:pt x="43" y="2"/>
                  <a:pt x="53" y="6"/>
                </a:cubicBezTo>
                <a:cubicBezTo>
                  <a:pt x="62" y="10"/>
                  <a:pt x="75" y="13"/>
                  <a:pt x="92" y="17"/>
                </a:cubicBezTo>
                <a:cubicBezTo>
                  <a:pt x="109" y="21"/>
                  <a:pt x="127" y="23"/>
                  <a:pt x="146" y="23"/>
                </a:cubicBezTo>
                <a:cubicBezTo>
                  <a:pt x="180" y="23"/>
                  <a:pt x="213" y="16"/>
                  <a:pt x="244" y="3"/>
                </a:cubicBezTo>
                <a:cubicBezTo>
                  <a:pt x="248" y="1"/>
                  <a:pt x="251" y="0"/>
                  <a:pt x="253" y="0"/>
                </a:cubicBezTo>
                <a:cubicBezTo>
                  <a:pt x="257" y="0"/>
                  <a:pt x="259" y="4"/>
                  <a:pt x="259" y="13"/>
                </a:cubicBezTo>
                <a:lnTo>
                  <a:pt x="259" y="22"/>
                </a:lnTo>
                <a:cubicBezTo>
                  <a:pt x="220" y="69"/>
                  <a:pt x="171" y="92"/>
                  <a:pt x="111" y="92"/>
                </a:cubicBezTo>
                <a:cubicBezTo>
                  <a:pt x="97" y="92"/>
                  <a:pt x="83" y="90"/>
                  <a:pt x="71" y="87"/>
                </a:cubicBezTo>
                <a:lnTo>
                  <a:pt x="64" y="86"/>
                </a:lnTo>
                <a:lnTo>
                  <a:pt x="64" y="209"/>
                </a:lnTo>
                <a:cubicBezTo>
                  <a:pt x="73" y="202"/>
                  <a:pt x="80" y="197"/>
                  <a:pt x="86" y="193"/>
                </a:cubicBezTo>
                <a:cubicBezTo>
                  <a:pt x="91" y="189"/>
                  <a:pt x="99" y="185"/>
                  <a:pt x="111" y="182"/>
                </a:cubicBezTo>
                <a:cubicBezTo>
                  <a:pt x="123" y="178"/>
                  <a:pt x="135" y="176"/>
                  <a:pt x="148" y="176"/>
                </a:cubicBezTo>
                <a:cubicBezTo>
                  <a:pt x="187" y="176"/>
                  <a:pt x="220" y="191"/>
                  <a:pt x="247" y="222"/>
                </a:cubicBezTo>
                <a:cubicBezTo>
                  <a:pt x="273" y="253"/>
                  <a:pt x="287" y="290"/>
                  <a:pt x="287" y="332"/>
                </a:cubicBezTo>
                <a:cubicBezTo>
                  <a:pt x="287" y="376"/>
                  <a:pt x="271" y="415"/>
                  <a:pt x="241" y="446"/>
                </a:cubicBezTo>
                <a:cubicBezTo>
                  <a:pt x="210" y="477"/>
                  <a:pt x="173" y="492"/>
                  <a:pt x="128" y="493"/>
                </a:cubicBezTo>
                <a:cubicBezTo>
                  <a:pt x="90" y="493"/>
                  <a:pt x="59" y="480"/>
                  <a:pt x="36" y="454"/>
                </a:cubicBezTo>
                <a:cubicBezTo>
                  <a:pt x="12" y="429"/>
                  <a:pt x="0" y="399"/>
                  <a:pt x="0" y="366"/>
                </a:cubicBezTo>
                <a:cubicBezTo>
                  <a:pt x="0" y="355"/>
                  <a:pt x="3" y="346"/>
                  <a:pt x="8" y="339"/>
                </a:cubicBezTo>
                <a:cubicBezTo>
                  <a:pt x="14" y="332"/>
                  <a:pt x="19" y="328"/>
                  <a:pt x="25" y="326"/>
                </a:cubicBezTo>
                <a:cubicBezTo>
                  <a:pt x="31" y="324"/>
                  <a:pt x="36" y="323"/>
                  <a:pt x="41" y="323"/>
                </a:cubicBezTo>
                <a:cubicBezTo>
                  <a:pt x="53" y="323"/>
                  <a:pt x="63" y="327"/>
                  <a:pt x="71" y="335"/>
                </a:cubicBezTo>
                <a:cubicBezTo>
                  <a:pt x="78" y="343"/>
                  <a:pt x="82" y="353"/>
                  <a:pt x="82" y="3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" name=""/>
          <p:cNvSpPr/>
          <p:nvPr/>
        </p:nvSpPr>
        <p:spPr>
          <a:xfrm>
            <a:off x="4020120" y="207180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7" y="19"/>
                  <a:pt x="105" y="0"/>
                  <a:pt x="151" y="0"/>
                </a:cubicBezTo>
                <a:cubicBezTo>
                  <a:pt x="174" y="0"/>
                  <a:pt x="197" y="6"/>
                  <a:pt x="220" y="19"/>
                </a:cubicBezTo>
                <a:cubicBezTo>
                  <a:pt x="243" y="31"/>
                  <a:pt x="261" y="53"/>
                  <a:pt x="275" y="84"/>
                </a:cubicBezTo>
                <a:cubicBezTo>
                  <a:pt x="293" y="124"/>
                  <a:pt x="302" y="178"/>
                  <a:pt x="302" y="247"/>
                </a:cubicBezTo>
                <a:cubicBezTo>
                  <a:pt x="302" y="321"/>
                  <a:pt x="292" y="378"/>
                  <a:pt x="271" y="418"/>
                </a:cubicBezTo>
                <a:cubicBezTo>
                  <a:pt x="262" y="438"/>
                  <a:pt x="249" y="454"/>
                  <a:pt x="232" y="466"/>
                </a:cubicBezTo>
                <a:cubicBezTo>
                  <a:pt x="215" y="478"/>
                  <a:pt x="201" y="485"/>
                  <a:pt x="188" y="488"/>
                </a:cubicBezTo>
                <a:cubicBezTo>
                  <a:pt x="176" y="491"/>
                  <a:pt x="164" y="492"/>
                  <a:pt x="152" y="493"/>
                </a:cubicBezTo>
                <a:cubicBezTo>
                  <a:pt x="139" y="493"/>
                  <a:pt x="127" y="491"/>
                  <a:pt x="115" y="489"/>
                </a:cubicBezTo>
                <a:cubicBezTo>
                  <a:pt x="102" y="486"/>
                  <a:pt x="88" y="478"/>
                  <a:pt x="70" y="466"/>
                </a:cubicBezTo>
                <a:cubicBezTo>
                  <a:pt x="53" y="453"/>
                  <a:pt x="40" y="437"/>
                  <a:pt x="31" y="418"/>
                </a:cubicBezTo>
                <a:cubicBezTo>
                  <a:pt x="10" y="378"/>
                  <a:pt x="0" y="321"/>
                  <a:pt x="0" y="247"/>
                </a:cubicBezTo>
                <a:cubicBezTo>
                  <a:pt x="0" y="165"/>
                  <a:pt x="14" y="101"/>
                  <a:pt x="41" y="58"/>
                </a:cubicBezTo>
                <a:moveTo>
                  <a:pt x="203" y="49"/>
                </a:moveTo>
                <a:cubicBezTo>
                  <a:pt x="188" y="34"/>
                  <a:pt x="171" y="27"/>
                  <a:pt x="152" y="27"/>
                </a:cubicBezTo>
                <a:cubicBezTo>
                  <a:pt x="132" y="27"/>
                  <a:pt x="115" y="34"/>
                  <a:pt x="100" y="49"/>
                </a:cubicBezTo>
                <a:cubicBezTo>
                  <a:pt x="88" y="62"/>
                  <a:pt x="80" y="79"/>
                  <a:pt x="76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3"/>
                  <a:pt x="72" y="363"/>
                  <a:pt x="76" y="388"/>
                </a:cubicBezTo>
                <a:cubicBezTo>
                  <a:pt x="80" y="412"/>
                  <a:pt x="89" y="430"/>
                  <a:pt x="103" y="444"/>
                </a:cubicBezTo>
                <a:cubicBezTo>
                  <a:pt x="116" y="459"/>
                  <a:pt x="132" y="466"/>
                  <a:pt x="152" y="466"/>
                </a:cubicBezTo>
                <a:cubicBezTo>
                  <a:pt x="171" y="466"/>
                  <a:pt x="187" y="459"/>
                  <a:pt x="200" y="444"/>
                </a:cubicBezTo>
                <a:cubicBezTo>
                  <a:pt x="214" y="430"/>
                  <a:pt x="223" y="410"/>
                  <a:pt x="226" y="384"/>
                </a:cubicBezTo>
                <a:cubicBezTo>
                  <a:pt x="229" y="358"/>
                  <a:pt x="231" y="309"/>
                  <a:pt x="232" y="238"/>
                </a:cubicBezTo>
                <a:cubicBezTo>
                  <a:pt x="232" y="169"/>
                  <a:pt x="230" y="124"/>
                  <a:pt x="226" y="102"/>
                </a:cubicBezTo>
                <a:cubicBezTo>
                  <a:pt x="222" y="80"/>
                  <a:pt x="214" y="62"/>
                  <a:pt x="203" y="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" name=""/>
          <p:cNvSpPr/>
          <p:nvPr/>
        </p:nvSpPr>
        <p:spPr>
          <a:xfrm>
            <a:off x="4158720" y="2212200"/>
            <a:ext cx="34560" cy="81360"/>
          </a:xfrm>
          <a:custGeom>
            <a:avLst/>
            <a:gdLst/>
            <a:ahLst/>
            <a:rect l="0" t="0" r="r" b="b"/>
            <a:pathLst>
              <a:path w="96" h="226">
                <a:moveTo>
                  <a:pt x="0" y="62"/>
                </a:moveTo>
                <a:cubicBezTo>
                  <a:pt x="0" y="62"/>
                  <a:pt x="0" y="56"/>
                  <a:pt x="0" y="44"/>
                </a:cubicBezTo>
                <a:cubicBezTo>
                  <a:pt x="0" y="31"/>
                  <a:pt x="4" y="21"/>
                  <a:pt x="12" y="13"/>
                </a:cubicBezTo>
                <a:cubicBezTo>
                  <a:pt x="19" y="4"/>
                  <a:pt x="30" y="0"/>
                  <a:pt x="42" y="0"/>
                </a:cubicBezTo>
                <a:cubicBezTo>
                  <a:pt x="56" y="0"/>
                  <a:pt x="69" y="6"/>
                  <a:pt x="79" y="18"/>
                </a:cubicBezTo>
                <a:cubicBezTo>
                  <a:pt x="90" y="29"/>
                  <a:pt x="95" y="51"/>
                  <a:pt x="96" y="81"/>
                </a:cubicBezTo>
                <a:cubicBezTo>
                  <a:pt x="96" y="98"/>
                  <a:pt x="93" y="114"/>
                  <a:pt x="89" y="130"/>
                </a:cubicBezTo>
                <a:cubicBezTo>
                  <a:pt x="85" y="146"/>
                  <a:pt x="80" y="159"/>
                  <a:pt x="74" y="171"/>
                </a:cubicBezTo>
                <a:cubicBezTo>
                  <a:pt x="68" y="182"/>
                  <a:pt x="62" y="192"/>
                  <a:pt x="55" y="200"/>
                </a:cubicBezTo>
                <a:cubicBezTo>
                  <a:pt x="48" y="208"/>
                  <a:pt x="42" y="215"/>
                  <a:pt x="37" y="219"/>
                </a:cubicBezTo>
                <a:cubicBezTo>
                  <a:pt x="33" y="224"/>
                  <a:pt x="30" y="226"/>
                  <a:pt x="28" y="226"/>
                </a:cubicBezTo>
                <a:cubicBezTo>
                  <a:pt x="26" y="226"/>
                  <a:pt x="23" y="224"/>
                  <a:pt x="19" y="219"/>
                </a:cubicBezTo>
                <a:cubicBezTo>
                  <a:pt x="15" y="215"/>
                  <a:pt x="12" y="212"/>
                  <a:pt x="12" y="210"/>
                </a:cubicBezTo>
                <a:cubicBezTo>
                  <a:pt x="12" y="208"/>
                  <a:pt x="15" y="204"/>
                  <a:pt x="20" y="199"/>
                </a:cubicBezTo>
                <a:cubicBezTo>
                  <a:pt x="26" y="193"/>
                  <a:pt x="31" y="186"/>
                  <a:pt x="38" y="177"/>
                </a:cubicBezTo>
                <a:cubicBezTo>
                  <a:pt x="45" y="169"/>
                  <a:pt x="51" y="157"/>
                  <a:pt x="58" y="141"/>
                </a:cubicBezTo>
                <a:cubicBezTo>
                  <a:pt x="63" y="126"/>
                  <a:pt x="67" y="109"/>
                  <a:pt x="69" y="89"/>
                </a:cubicBezTo>
                <a:lnTo>
                  <a:pt x="69" y="81"/>
                </a:lnTo>
                <a:lnTo>
                  <a:pt x="68" y="81"/>
                </a:lnTo>
                <a:cubicBezTo>
                  <a:pt x="68" y="82"/>
                  <a:pt x="66" y="82"/>
                  <a:pt x="65" y="83"/>
                </a:cubicBezTo>
                <a:cubicBezTo>
                  <a:pt x="63" y="83"/>
                  <a:pt x="62" y="84"/>
                  <a:pt x="61" y="85"/>
                </a:cubicBezTo>
                <a:cubicBezTo>
                  <a:pt x="59" y="86"/>
                  <a:pt x="56" y="86"/>
                  <a:pt x="53" y="86"/>
                </a:cubicBezTo>
                <a:cubicBezTo>
                  <a:pt x="50" y="86"/>
                  <a:pt x="47" y="87"/>
                  <a:pt x="45" y="87"/>
                </a:cubicBezTo>
                <a:cubicBezTo>
                  <a:pt x="32" y="87"/>
                  <a:pt x="21" y="83"/>
                  <a:pt x="13" y="75"/>
                </a:cubicBezTo>
                <a:lnTo>
                  <a:pt x="0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" name=""/>
          <p:cNvSpPr/>
          <p:nvPr/>
        </p:nvSpPr>
        <p:spPr>
          <a:xfrm>
            <a:off x="4266000" y="2071800"/>
            <a:ext cx="102960" cy="177480"/>
          </a:xfrm>
          <a:custGeom>
            <a:avLst/>
            <a:gdLst/>
            <a:ahLst/>
            <a:rect l="0" t="0" r="r" b="b"/>
            <a:pathLst>
              <a:path w="286" h="493">
                <a:moveTo>
                  <a:pt x="82" y="364"/>
                </a:moveTo>
                <a:cubicBezTo>
                  <a:pt x="82" y="375"/>
                  <a:pt x="78" y="386"/>
                  <a:pt x="70" y="394"/>
                </a:cubicBezTo>
                <a:cubicBezTo>
                  <a:pt x="63" y="401"/>
                  <a:pt x="53" y="405"/>
                  <a:pt x="42" y="405"/>
                </a:cubicBezTo>
                <a:lnTo>
                  <a:pt x="37" y="405"/>
                </a:lnTo>
                <a:cubicBezTo>
                  <a:pt x="59" y="443"/>
                  <a:pt x="88" y="461"/>
                  <a:pt x="124" y="461"/>
                </a:cubicBezTo>
                <a:cubicBezTo>
                  <a:pt x="158" y="461"/>
                  <a:pt x="182" y="447"/>
                  <a:pt x="197" y="419"/>
                </a:cubicBezTo>
                <a:cubicBezTo>
                  <a:pt x="206" y="403"/>
                  <a:pt x="211" y="371"/>
                  <a:pt x="211" y="326"/>
                </a:cubicBezTo>
                <a:cubicBezTo>
                  <a:pt x="211" y="277"/>
                  <a:pt x="205" y="244"/>
                  <a:pt x="192" y="227"/>
                </a:cubicBezTo>
                <a:cubicBezTo>
                  <a:pt x="179" y="211"/>
                  <a:pt x="165" y="203"/>
                  <a:pt x="150" y="203"/>
                </a:cubicBezTo>
                <a:lnTo>
                  <a:pt x="146" y="203"/>
                </a:lnTo>
                <a:cubicBezTo>
                  <a:pt x="109" y="203"/>
                  <a:pt x="81" y="219"/>
                  <a:pt x="62" y="252"/>
                </a:cubicBezTo>
                <a:cubicBezTo>
                  <a:pt x="60" y="255"/>
                  <a:pt x="58" y="257"/>
                  <a:pt x="57" y="257"/>
                </a:cubicBezTo>
                <a:cubicBezTo>
                  <a:pt x="55" y="258"/>
                  <a:pt x="52" y="258"/>
                  <a:pt x="46" y="259"/>
                </a:cubicBezTo>
                <a:cubicBezTo>
                  <a:pt x="38" y="259"/>
                  <a:pt x="33" y="257"/>
                  <a:pt x="32" y="255"/>
                </a:cubicBezTo>
                <a:cubicBezTo>
                  <a:pt x="31" y="253"/>
                  <a:pt x="31" y="211"/>
                  <a:pt x="31" y="130"/>
                </a:cubicBezTo>
                <a:lnTo>
                  <a:pt x="31" y="37"/>
                </a:lnTo>
                <a:cubicBezTo>
                  <a:pt x="31" y="13"/>
                  <a:pt x="32" y="2"/>
                  <a:pt x="34" y="2"/>
                </a:cubicBezTo>
                <a:cubicBezTo>
                  <a:pt x="35" y="1"/>
                  <a:pt x="36" y="0"/>
                  <a:pt x="37" y="0"/>
                </a:cubicBezTo>
                <a:cubicBezTo>
                  <a:pt x="38" y="0"/>
                  <a:pt x="43" y="2"/>
                  <a:pt x="52" y="6"/>
                </a:cubicBezTo>
                <a:cubicBezTo>
                  <a:pt x="62" y="10"/>
                  <a:pt x="75" y="13"/>
                  <a:pt x="92" y="17"/>
                </a:cubicBezTo>
                <a:cubicBezTo>
                  <a:pt x="108" y="21"/>
                  <a:pt x="126" y="23"/>
                  <a:pt x="145" y="23"/>
                </a:cubicBezTo>
                <a:cubicBezTo>
                  <a:pt x="179" y="23"/>
                  <a:pt x="211" y="16"/>
                  <a:pt x="242" y="3"/>
                </a:cubicBezTo>
                <a:cubicBezTo>
                  <a:pt x="246" y="1"/>
                  <a:pt x="249" y="0"/>
                  <a:pt x="252" y="0"/>
                </a:cubicBezTo>
                <a:cubicBezTo>
                  <a:pt x="256" y="0"/>
                  <a:pt x="257" y="4"/>
                  <a:pt x="257" y="13"/>
                </a:cubicBezTo>
                <a:lnTo>
                  <a:pt x="257" y="22"/>
                </a:lnTo>
                <a:cubicBezTo>
                  <a:pt x="218" y="69"/>
                  <a:pt x="170" y="92"/>
                  <a:pt x="111" y="92"/>
                </a:cubicBezTo>
                <a:cubicBezTo>
                  <a:pt x="96" y="92"/>
                  <a:pt x="83" y="90"/>
                  <a:pt x="71" y="87"/>
                </a:cubicBezTo>
                <a:lnTo>
                  <a:pt x="64" y="86"/>
                </a:lnTo>
                <a:lnTo>
                  <a:pt x="64" y="209"/>
                </a:lnTo>
                <a:cubicBezTo>
                  <a:pt x="73" y="202"/>
                  <a:pt x="80" y="197"/>
                  <a:pt x="85" y="193"/>
                </a:cubicBezTo>
                <a:cubicBezTo>
                  <a:pt x="90" y="189"/>
                  <a:pt x="99" y="185"/>
                  <a:pt x="111" y="182"/>
                </a:cubicBezTo>
                <a:cubicBezTo>
                  <a:pt x="123" y="178"/>
                  <a:pt x="135" y="176"/>
                  <a:pt x="147" y="176"/>
                </a:cubicBezTo>
                <a:cubicBezTo>
                  <a:pt x="186" y="176"/>
                  <a:pt x="219" y="191"/>
                  <a:pt x="245" y="222"/>
                </a:cubicBezTo>
                <a:cubicBezTo>
                  <a:pt x="273" y="253"/>
                  <a:pt x="286" y="290"/>
                  <a:pt x="286" y="332"/>
                </a:cubicBezTo>
                <a:cubicBezTo>
                  <a:pt x="286" y="376"/>
                  <a:pt x="271" y="415"/>
                  <a:pt x="240" y="446"/>
                </a:cubicBezTo>
                <a:cubicBezTo>
                  <a:pt x="209" y="477"/>
                  <a:pt x="172" y="492"/>
                  <a:pt x="128" y="493"/>
                </a:cubicBezTo>
                <a:cubicBezTo>
                  <a:pt x="89" y="493"/>
                  <a:pt x="58" y="480"/>
                  <a:pt x="35" y="454"/>
                </a:cubicBezTo>
                <a:cubicBezTo>
                  <a:pt x="12" y="429"/>
                  <a:pt x="0" y="399"/>
                  <a:pt x="0" y="366"/>
                </a:cubicBezTo>
                <a:cubicBezTo>
                  <a:pt x="0" y="355"/>
                  <a:pt x="3" y="346"/>
                  <a:pt x="8" y="339"/>
                </a:cubicBezTo>
                <a:cubicBezTo>
                  <a:pt x="13" y="332"/>
                  <a:pt x="19" y="328"/>
                  <a:pt x="24" y="326"/>
                </a:cubicBezTo>
                <a:cubicBezTo>
                  <a:pt x="30" y="324"/>
                  <a:pt x="36" y="323"/>
                  <a:pt x="41" y="323"/>
                </a:cubicBezTo>
                <a:cubicBezTo>
                  <a:pt x="53" y="323"/>
                  <a:pt x="63" y="327"/>
                  <a:pt x="70" y="335"/>
                </a:cubicBezTo>
                <a:cubicBezTo>
                  <a:pt x="78" y="343"/>
                  <a:pt x="82" y="353"/>
                  <a:pt x="82" y="3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" name=""/>
          <p:cNvSpPr/>
          <p:nvPr/>
        </p:nvSpPr>
        <p:spPr>
          <a:xfrm>
            <a:off x="4399560" y="2028600"/>
            <a:ext cx="72720" cy="121680"/>
          </a:xfrm>
          <a:custGeom>
            <a:avLst/>
            <a:gdLst/>
            <a:ahLst/>
            <a:rect l="0" t="0" r="r" b="b"/>
            <a:pathLst>
              <a:path w="202" h="338">
                <a:moveTo>
                  <a:pt x="29" y="120"/>
                </a:moveTo>
                <a:cubicBezTo>
                  <a:pt x="20" y="120"/>
                  <a:pt x="13" y="117"/>
                  <a:pt x="8" y="111"/>
                </a:cubicBezTo>
                <a:cubicBezTo>
                  <a:pt x="2" y="105"/>
                  <a:pt x="0" y="97"/>
                  <a:pt x="0" y="89"/>
                </a:cubicBezTo>
                <a:cubicBezTo>
                  <a:pt x="0" y="65"/>
                  <a:pt x="9" y="44"/>
                  <a:pt x="26" y="26"/>
                </a:cubicBezTo>
                <a:cubicBezTo>
                  <a:pt x="44" y="9"/>
                  <a:pt x="66" y="0"/>
                  <a:pt x="93" y="0"/>
                </a:cubicBezTo>
                <a:cubicBezTo>
                  <a:pt x="124" y="0"/>
                  <a:pt x="150" y="10"/>
                  <a:pt x="171" y="28"/>
                </a:cubicBezTo>
                <a:cubicBezTo>
                  <a:pt x="191" y="47"/>
                  <a:pt x="202" y="72"/>
                  <a:pt x="202" y="102"/>
                </a:cubicBezTo>
                <a:cubicBezTo>
                  <a:pt x="202" y="116"/>
                  <a:pt x="199" y="130"/>
                  <a:pt x="192" y="143"/>
                </a:cubicBezTo>
                <a:cubicBezTo>
                  <a:pt x="185" y="156"/>
                  <a:pt x="177" y="168"/>
                  <a:pt x="168" y="178"/>
                </a:cubicBezTo>
                <a:cubicBezTo>
                  <a:pt x="158" y="187"/>
                  <a:pt x="145" y="200"/>
                  <a:pt x="126" y="215"/>
                </a:cubicBezTo>
                <a:cubicBezTo>
                  <a:pt x="114" y="225"/>
                  <a:pt x="97" y="241"/>
                  <a:pt x="76" y="262"/>
                </a:cubicBezTo>
                <a:lnTo>
                  <a:pt x="46" y="291"/>
                </a:lnTo>
                <a:lnTo>
                  <a:pt x="85" y="291"/>
                </a:lnTo>
                <a:cubicBezTo>
                  <a:pt x="137" y="291"/>
                  <a:pt x="167" y="290"/>
                  <a:pt x="170" y="289"/>
                </a:cubicBezTo>
                <a:cubicBezTo>
                  <a:pt x="172" y="288"/>
                  <a:pt x="176" y="273"/>
                  <a:pt x="182" y="243"/>
                </a:cubicBezTo>
                <a:lnTo>
                  <a:pt x="182" y="241"/>
                </a:lnTo>
                <a:lnTo>
                  <a:pt x="202" y="241"/>
                </a:lnTo>
                <a:lnTo>
                  <a:pt x="202" y="243"/>
                </a:lnTo>
                <a:cubicBezTo>
                  <a:pt x="202" y="244"/>
                  <a:pt x="200" y="260"/>
                  <a:pt x="196" y="290"/>
                </a:cubicBezTo>
                <a:cubicBezTo>
                  <a:pt x="192" y="319"/>
                  <a:pt x="189" y="335"/>
                  <a:pt x="188" y="336"/>
                </a:cubicBezTo>
                <a:lnTo>
                  <a:pt x="188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4"/>
                </a:cubicBezTo>
                <a:cubicBezTo>
                  <a:pt x="5" y="312"/>
                  <a:pt x="10" y="306"/>
                  <a:pt x="18" y="297"/>
                </a:cubicBezTo>
                <a:cubicBezTo>
                  <a:pt x="28" y="286"/>
                  <a:pt x="36" y="277"/>
                  <a:pt x="43" y="268"/>
                </a:cubicBezTo>
                <a:cubicBezTo>
                  <a:pt x="46" y="265"/>
                  <a:pt x="52" y="259"/>
                  <a:pt x="60" y="250"/>
                </a:cubicBezTo>
                <a:cubicBezTo>
                  <a:pt x="69" y="240"/>
                  <a:pt x="74" y="233"/>
                  <a:pt x="77" y="230"/>
                </a:cubicBezTo>
                <a:cubicBezTo>
                  <a:pt x="80" y="227"/>
                  <a:pt x="85" y="221"/>
                  <a:pt x="92" y="213"/>
                </a:cubicBezTo>
                <a:cubicBezTo>
                  <a:pt x="99" y="206"/>
                  <a:pt x="104" y="200"/>
                  <a:pt x="106" y="196"/>
                </a:cubicBezTo>
                <a:cubicBezTo>
                  <a:pt x="109" y="193"/>
                  <a:pt x="113" y="187"/>
                  <a:pt x="118" y="181"/>
                </a:cubicBezTo>
                <a:cubicBezTo>
                  <a:pt x="123" y="175"/>
                  <a:pt x="126" y="169"/>
                  <a:pt x="128" y="165"/>
                </a:cubicBezTo>
                <a:cubicBezTo>
                  <a:pt x="130" y="161"/>
                  <a:pt x="133" y="156"/>
                  <a:pt x="136" y="150"/>
                </a:cubicBezTo>
                <a:cubicBezTo>
                  <a:pt x="139" y="145"/>
                  <a:pt x="142" y="139"/>
                  <a:pt x="144" y="134"/>
                </a:cubicBezTo>
                <a:cubicBezTo>
                  <a:pt x="145" y="129"/>
                  <a:pt x="146" y="124"/>
                  <a:pt x="147" y="119"/>
                </a:cubicBezTo>
                <a:cubicBezTo>
                  <a:pt x="148" y="114"/>
                  <a:pt x="149" y="109"/>
                  <a:pt x="149" y="102"/>
                </a:cubicBezTo>
                <a:cubicBezTo>
                  <a:pt x="149" y="81"/>
                  <a:pt x="143" y="63"/>
                  <a:pt x="130" y="47"/>
                </a:cubicBezTo>
                <a:cubicBezTo>
                  <a:pt x="119" y="32"/>
                  <a:pt x="103" y="24"/>
                  <a:pt x="81" y="24"/>
                </a:cubicBezTo>
                <a:cubicBezTo>
                  <a:pt x="70" y="24"/>
                  <a:pt x="61" y="27"/>
                  <a:pt x="52" y="32"/>
                </a:cubicBezTo>
                <a:cubicBezTo>
                  <a:pt x="44" y="38"/>
                  <a:pt x="38" y="44"/>
                  <a:pt x="34" y="49"/>
                </a:cubicBezTo>
                <a:cubicBezTo>
                  <a:pt x="31" y="55"/>
                  <a:pt x="29" y="58"/>
                  <a:pt x="29" y="59"/>
                </a:cubicBezTo>
                <a:cubicBezTo>
                  <a:pt x="29" y="59"/>
                  <a:pt x="30" y="59"/>
                  <a:pt x="32" y="59"/>
                </a:cubicBezTo>
                <a:cubicBezTo>
                  <a:pt x="38" y="59"/>
                  <a:pt x="44" y="62"/>
                  <a:pt x="51" y="66"/>
                </a:cubicBezTo>
                <a:cubicBezTo>
                  <a:pt x="57" y="71"/>
                  <a:pt x="60" y="79"/>
                  <a:pt x="60" y="90"/>
                </a:cubicBezTo>
                <a:cubicBezTo>
                  <a:pt x="60" y="98"/>
                  <a:pt x="58" y="105"/>
                  <a:pt x="52" y="111"/>
                </a:cubicBezTo>
                <a:cubicBezTo>
                  <a:pt x="47" y="117"/>
                  <a:pt x="39" y="120"/>
                  <a:pt x="29" y="1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" name=""/>
          <p:cNvSpPr/>
          <p:nvPr/>
        </p:nvSpPr>
        <p:spPr>
          <a:xfrm>
            <a:off x="4508280" y="205020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4" y="1"/>
                </a:moveTo>
                <a:lnTo>
                  <a:pt x="6" y="0"/>
                </a:lnTo>
                <a:cubicBezTo>
                  <a:pt x="9" y="0"/>
                  <a:pt x="11" y="0"/>
                  <a:pt x="14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7" y="58"/>
                  <a:pt x="120" y="108"/>
                  <a:pt x="140" y="169"/>
                </a:cubicBezTo>
                <a:cubicBezTo>
                  <a:pt x="162" y="229"/>
                  <a:pt x="172" y="292"/>
                  <a:pt x="172" y="357"/>
                </a:cubicBezTo>
                <a:cubicBezTo>
                  <a:pt x="172" y="391"/>
                  <a:pt x="170" y="422"/>
                  <a:pt x="165" y="452"/>
                </a:cubicBezTo>
                <a:cubicBezTo>
                  <a:pt x="160" y="482"/>
                  <a:pt x="155" y="508"/>
                  <a:pt x="148" y="529"/>
                </a:cubicBezTo>
                <a:cubicBezTo>
                  <a:pt x="141" y="550"/>
                  <a:pt x="132" y="571"/>
                  <a:pt x="121" y="591"/>
                </a:cubicBezTo>
                <a:cubicBezTo>
                  <a:pt x="109" y="612"/>
                  <a:pt x="100" y="628"/>
                  <a:pt x="94" y="639"/>
                </a:cubicBezTo>
                <a:cubicBezTo>
                  <a:pt x="87" y="650"/>
                  <a:pt x="77" y="662"/>
                  <a:pt x="64" y="676"/>
                </a:cubicBezTo>
                <a:cubicBezTo>
                  <a:pt x="52" y="689"/>
                  <a:pt x="44" y="697"/>
                  <a:pt x="42" y="699"/>
                </a:cubicBezTo>
                <a:cubicBezTo>
                  <a:pt x="39" y="702"/>
                  <a:pt x="34" y="706"/>
                  <a:pt x="25" y="713"/>
                </a:cubicBezTo>
                <a:cubicBezTo>
                  <a:pt x="24" y="714"/>
                  <a:pt x="23" y="715"/>
                  <a:pt x="22" y="716"/>
                </a:cubicBezTo>
                <a:lnTo>
                  <a:pt x="14" y="716"/>
                </a:lnTo>
                <a:cubicBezTo>
                  <a:pt x="10" y="716"/>
                  <a:pt x="7" y="716"/>
                  <a:pt x="6" y="716"/>
                </a:cubicBezTo>
                <a:cubicBezTo>
                  <a:pt x="4" y="716"/>
                  <a:pt x="3" y="715"/>
                  <a:pt x="2" y="714"/>
                </a:cubicBezTo>
                <a:cubicBezTo>
                  <a:pt x="1" y="712"/>
                  <a:pt x="1" y="710"/>
                  <a:pt x="0" y="707"/>
                </a:cubicBezTo>
                <a:cubicBezTo>
                  <a:pt x="1" y="707"/>
                  <a:pt x="3" y="704"/>
                  <a:pt x="8" y="698"/>
                </a:cubicBezTo>
                <a:cubicBezTo>
                  <a:pt x="82" y="621"/>
                  <a:pt x="119" y="508"/>
                  <a:pt x="119" y="357"/>
                </a:cubicBezTo>
                <a:cubicBezTo>
                  <a:pt x="119" y="208"/>
                  <a:pt x="82" y="95"/>
                  <a:pt x="8" y="18"/>
                </a:cubicBezTo>
                <a:cubicBezTo>
                  <a:pt x="3" y="12"/>
                  <a:pt x="1" y="9"/>
                  <a:pt x="0" y="9"/>
                </a:cubicBezTo>
                <a:cubicBezTo>
                  <a:pt x="0" y="5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14240" y="2038320"/>
            <a:ext cx="28425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Mean difference / pooled SD.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" name=""/>
          <p:cNvSpPr/>
          <p:nvPr/>
        </p:nvSpPr>
        <p:spPr>
          <a:xfrm>
            <a:off x="4903920" y="2065680"/>
            <a:ext cx="220680" cy="176040"/>
          </a:xfrm>
          <a:custGeom>
            <a:avLst/>
            <a:gdLst/>
            <a:ahLst/>
            <a:rect l="0" t="0" r="r" b="b"/>
            <a:pathLst>
              <a:path w="613" h="489">
                <a:moveTo>
                  <a:pt x="145" y="33"/>
                </a:moveTo>
                <a:cubicBezTo>
                  <a:pt x="144" y="33"/>
                  <a:pt x="142" y="33"/>
                  <a:pt x="139" y="33"/>
                </a:cubicBezTo>
                <a:cubicBezTo>
                  <a:pt x="127" y="33"/>
                  <a:pt x="120" y="33"/>
                  <a:pt x="118" y="32"/>
                </a:cubicBezTo>
                <a:cubicBezTo>
                  <a:pt x="115" y="32"/>
                  <a:pt x="114" y="29"/>
                  <a:pt x="114" y="24"/>
                </a:cubicBezTo>
                <a:cubicBezTo>
                  <a:pt x="114" y="11"/>
                  <a:pt x="117" y="4"/>
                  <a:pt x="122" y="1"/>
                </a:cubicBezTo>
                <a:cubicBezTo>
                  <a:pt x="123" y="0"/>
                  <a:pt x="146" y="0"/>
                  <a:pt x="192" y="0"/>
                </a:cubicBezTo>
                <a:cubicBezTo>
                  <a:pt x="229" y="0"/>
                  <a:pt x="250" y="0"/>
                  <a:pt x="255" y="0"/>
                </a:cubicBezTo>
                <a:cubicBezTo>
                  <a:pt x="261" y="0"/>
                  <a:pt x="264" y="1"/>
                  <a:pt x="265" y="4"/>
                </a:cubicBezTo>
                <a:cubicBezTo>
                  <a:pt x="366" y="241"/>
                  <a:pt x="417" y="363"/>
                  <a:pt x="419" y="369"/>
                </a:cubicBezTo>
                <a:lnTo>
                  <a:pt x="458" y="216"/>
                </a:lnTo>
                <a:cubicBezTo>
                  <a:pt x="483" y="115"/>
                  <a:pt x="496" y="62"/>
                  <a:pt x="496" y="55"/>
                </a:cubicBezTo>
                <a:cubicBezTo>
                  <a:pt x="496" y="42"/>
                  <a:pt x="480" y="35"/>
                  <a:pt x="450" y="33"/>
                </a:cubicBezTo>
                <a:cubicBezTo>
                  <a:pt x="438" y="33"/>
                  <a:pt x="433" y="30"/>
                  <a:pt x="433" y="25"/>
                </a:cubicBezTo>
                <a:cubicBezTo>
                  <a:pt x="433" y="24"/>
                  <a:pt x="433" y="21"/>
                  <a:pt x="434" y="16"/>
                </a:cubicBezTo>
                <a:cubicBezTo>
                  <a:pt x="436" y="9"/>
                  <a:pt x="437" y="4"/>
                  <a:pt x="438" y="3"/>
                </a:cubicBezTo>
                <a:cubicBezTo>
                  <a:pt x="439" y="1"/>
                  <a:pt x="442" y="1"/>
                  <a:pt x="446" y="0"/>
                </a:cubicBezTo>
                <a:cubicBezTo>
                  <a:pt x="447" y="0"/>
                  <a:pt x="454" y="0"/>
                  <a:pt x="468" y="1"/>
                </a:cubicBezTo>
                <a:cubicBezTo>
                  <a:pt x="481" y="1"/>
                  <a:pt x="501" y="2"/>
                  <a:pt x="527" y="2"/>
                </a:cubicBezTo>
                <a:cubicBezTo>
                  <a:pt x="551" y="2"/>
                  <a:pt x="569" y="2"/>
                  <a:pt x="581" y="1"/>
                </a:cubicBezTo>
                <a:cubicBezTo>
                  <a:pt x="594" y="1"/>
                  <a:pt x="601" y="1"/>
                  <a:pt x="603" y="1"/>
                </a:cubicBezTo>
                <a:cubicBezTo>
                  <a:pt x="610" y="1"/>
                  <a:pt x="613" y="3"/>
                  <a:pt x="613" y="8"/>
                </a:cubicBezTo>
                <a:cubicBezTo>
                  <a:pt x="613" y="18"/>
                  <a:pt x="612" y="26"/>
                  <a:pt x="608" y="29"/>
                </a:cubicBezTo>
                <a:cubicBezTo>
                  <a:pt x="607" y="32"/>
                  <a:pt x="602" y="33"/>
                  <a:pt x="592" y="33"/>
                </a:cubicBezTo>
                <a:cubicBezTo>
                  <a:pt x="558" y="35"/>
                  <a:pt x="537" y="44"/>
                  <a:pt x="528" y="62"/>
                </a:cubicBezTo>
                <a:lnTo>
                  <a:pt x="422" y="484"/>
                </a:lnTo>
                <a:cubicBezTo>
                  <a:pt x="421" y="488"/>
                  <a:pt x="416" y="489"/>
                  <a:pt x="407" y="489"/>
                </a:cubicBezTo>
                <a:cubicBezTo>
                  <a:pt x="400" y="489"/>
                  <a:pt x="396" y="489"/>
                  <a:pt x="395" y="488"/>
                </a:cubicBezTo>
                <a:cubicBezTo>
                  <a:pt x="393" y="486"/>
                  <a:pt x="363" y="414"/>
                  <a:pt x="303" y="270"/>
                </a:cubicBezTo>
                <a:lnTo>
                  <a:pt x="212" y="57"/>
                </a:lnTo>
                <a:lnTo>
                  <a:pt x="165" y="242"/>
                </a:lnTo>
                <a:cubicBezTo>
                  <a:pt x="133" y="365"/>
                  <a:pt x="118" y="428"/>
                  <a:pt x="118" y="433"/>
                </a:cubicBezTo>
                <a:cubicBezTo>
                  <a:pt x="120" y="448"/>
                  <a:pt x="137" y="456"/>
                  <a:pt x="170" y="456"/>
                </a:cubicBezTo>
                <a:lnTo>
                  <a:pt x="177" y="456"/>
                </a:lnTo>
                <a:cubicBezTo>
                  <a:pt x="180" y="459"/>
                  <a:pt x="182" y="461"/>
                  <a:pt x="182" y="462"/>
                </a:cubicBezTo>
                <a:cubicBezTo>
                  <a:pt x="182" y="463"/>
                  <a:pt x="181" y="468"/>
                  <a:pt x="180" y="476"/>
                </a:cubicBezTo>
                <a:cubicBezTo>
                  <a:pt x="178" y="482"/>
                  <a:pt x="176" y="486"/>
                  <a:pt x="173" y="489"/>
                </a:cubicBezTo>
                <a:lnTo>
                  <a:pt x="164" y="489"/>
                </a:lnTo>
                <a:cubicBezTo>
                  <a:pt x="149" y="488"/>
                  <a:pt x="122" y="488"/>
                  <a:pt x="86" y="488"/>
                </a:cubicBezTo>
                <a:cubicBezTo>
                  <a:pt x="72" y="488"/>
                  <a:pt x="60" y="488"/>
                  <a:pt x="49" y="488"/>
                </a:cubicBezTo>
                <a:cubicBezTo>
                  <a:pt x="38" y="488"/>
                  <a:pt x="29" y="488"/>
                  <a:pt x="23" y="488"/>
                </a:cubicBezTo>
                <a:cubicBezTo>
                  <a:pt x="16" y="488"/>
                  <a:pt x="12" y="488"/>
                  <a:pt x="11" y="488"/>
                </a:cubicBezTo>
                <a:cubicBezTo>
                  <a:pt x="3" y="488"/>
                  <a:pt x="0" y="486"/>
                  <a:pt x="0" y="482"/>
                </a:cubicBezTo>
                <a:cubicBezTo>
                  <a:pt x="0" y="480"/>
                  <a:pt x="1" y="476"/>
                  <a:pt x="2" y="471"/>
                </a:cubicBezTo>
                <a:cubicBezTo>
                  <a:pt x="3" y="465"/>
                  <a:pt x="5" y="462"/>
                  <a:pt x="6" y="461"/>
                </a:cubicBezTo>
                <a:cubicBezTo>
                  <a:pt x="7" y="458"/>
                  <a:pt x="12" y="456"/>
                  <a:pt x="22" y="456"/>
                </a:cubicBezTo>
                <a:cubicBezTo>
                  <a:pt x="54" y="455"/>
                  <a:pt x="75" y="446"/>
                  <a:pt x="85" y="428"/>
                </a:cubicBezTo>
                <a:cubicBezTo>
                  <a:pt x="87" y="426"/>
                  <a:pt x="104" y="359"/>
                  <a:pt x="136" y="229"/>
                </a:cubicBezTo>
                <a:lnTo>
                  <a:pt x="185" y="35"/>
                </a:lnTo>
                <a:cubicBezTo>
                  <a:pt x="184" y="35"/>
                  <a:pt x="171" y="34"/>
                  <a:pt x="145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" name=""/>
          <p:cNvSpPr/>
          <p:nvPr/>
        </p:nvSpPr>
        <p:spPr>
          <a:xfrm>
            <a:off x="5148720" y="2048400"/>
            <a:ext cx="61560" cy="257760"/>
          </a:xfrm>
          <a:custGeom>
            <a:avLst/>
            <a:gdLst/>
            <a:ahLst/>
            <a:rect l="0" t="0" r="r" b="b"/>
            <a:pathLst>
              <a:path w="171" h="716">
                <a:moveTo>
                  <a:pt x="0" y="358"/>
                </a:moveTo>
                <a:cubicBezTo>
                  <a:pt x="0" y="325"/>
                  <a:pt x="2" y="293"/>
                  <a:pt x="7" y="264"/>
                </a:cubicBezTo>
                <a:cubicBezTo>
                  <a:pt x="12" y="234"/>
                  <a:pt x="17" y="209"/>
                  <a:pt x="23" y="187"/>
                </a:cubicBezTo>
                <a:cubicBezTo>
                  <a:pt x="29" y="166"/>
                  <a:pt x="38" y="145"/>
                  <a:pt x="50" y="125"/>
                </a:cubicBezTo>
                <a:cubicBezTo>
                  <a:pt x="61" y="104"/>
                  <a:pt x="71" y="88"/>
                  <a:pt x="78" y="77"/>
                </a:cubicBezTo>
                <a:cubicBezTo>
                  <a:pt x="85" y="65"/>
                  <a:pt x="95" y="53"/>
                  <a:pt x="108" y="39"/>
                </a:cubicBezTo>
                <a:cubicBezTo>
                  <a:pt x="121" y="26"/>
                  <a:pt x="129" y="18"/>
                  <a:pt x="131" y="15"/>
                </a:cubicBezTo>
                <a:cubicBezTo>
                  <a:pt x="134" y="12"/>
                  <a:pt x="140" y="7"/>
                  <a:pt x="149" y="0"/>
                </a:cubicBezTo>
                <a:lnTo>
                  <a:pt x="159" y="0"/>
                </a:lnTo>
                <a:lnTo>
                  <a:pt x="161" y="0"/>
                </a:lnTo>
                <a:cubicBezTo>
                  <a:pt x="168" y="0"/>
                  <a:pt x="171" y="2"/>
                  <a:pt x="171" y="7"/>
                </a:cubicBezTo>
                <a:cubicBezTo>
                  <a:pt x="171" y="8"/>
                  <a:pt x="167" y="13"/>
                  <a:pt x="159" y="22"/>
                </a:cubicBezTo>
                <a:cubicBezTo>
                  <a:pt x="151" y="30"/>
                  <a:pt x="141" y="43"/>
                  <a:pt x="130" y="59"/>
                </a:cubicBezTo>
                <a:cubicBezTo>
                  <a:pt x="119" y="76"/>
                  <a:pt x="107" y="97"/>
                  <a:pt x="95" y="121"/>
                </a:cubicBezTo>
                <a:cubicBezTo>
                  <a:pt x="83" y="145"/>
                  <a:pt x="73" y="178"/>
                  <a:pt x="65" y="220"/>
                </a:cubicBezTo>
                <a:cubicBezTo>
                  <a:pt x="56" y="261"/>
                  <a:pt x="52" y="307"/>
                  <a:pt x="52" y="358"/>
                </a:cubicBezTo>
                <a:cubicBezTo>
                  <a:pt x="52" y="409"/>
                  <a:pt x="56" y="455"/>
                  <a:pt x="65" y="496"/>
                </a:cubicBezTo>
                <a:cubicBezTo>
                  <a:pt x="73" y="537"/>
                  <a:pt x="83" y="570"/>
                  <a:pt x="94" y="595"/>
                </a:cubicBezTo>
                <a:cubicBezTo>
                  <a:pt x="106" y="620"/>
                  <a:pt x="117" y="641"/>
                  <a:pt x="129" y="657"/>
                </a:cubicBezTo>
                <a:cubicBezTo>
                  <a:pt x="141" y="672"/>
                  <a:pt x="151" y="685"/>
                  <a:pt x="159" y="694"/>
                </a:cubicBezTo>
                <a:cubicBezTo>
                  <a:pt x="167" y="704"/>
                  <a:pt x="171" y="709"/>
                  <a:pt x="171" y="709"/>
                </a:cubicBezTo>
                <a:cubicBezTo>
                  <a:pt x="171" y="714"/>
                  <a:pt x="168" y="716"/>
                  <a:pt x="161" y="716"/>
                </a:cubicBezTo>
                <a:lnTo>
                  <a:pt x="159" y="716"/>
                </a:lnTo>
                <a:lnTo>
                  <a:pt x="149" y="716"/>
                </a:lnTo>
                <a:lnTo>
                  <a:pt x="129" y="699"/>
                </a:lnTo>
                <a:cubicBezTo>
                  <a:pt x="85" y="658"/>
                  <a:pt x="51" y="608"/>
                  <a:pt x="30" y="547"/>
                </a:cubicBezTo>
                <a:cubicBezTo>
                  <a:pt x="10" y="487"/>
                  <a:pt x="0" y="424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" name=""/>
          <p:cNvSpPr/>
          <p:nvPr/>
        </p:nvSpPr>
        <p:spPr>
          <a:xfrm>
            <a:off x="5237280" y="2070000"/>
            <a:ext cx="102960" cy="177480"/>
          </a:xfrm>
          <a:custGeom>
            <a:avLst/>
            <a:gdLst/>
            <a:ahLst/>
            <a:rect l="0" t="0" r="r" b="b"/>
            <a:pathLst>
              <a:path w="286" h="493">
                <a:moveTo>
                  <a:pt x="82" y="364"/>
                </a:moveTo>
                <a:cubicBezTo>
                  <a:pt x="82" y="375"/>
                  <a:pt x="78" y="385"/>
                  <a:pt x="70" y="394"/>
                </a:cubicBezTo>
                <a:cubicBezTo>
                  <a:pt x="63" y="401"/>
                  <a:pt x="53" y="405"/>
                  <a:pt x="42" y="405"/>
                </a:cubicBezTo>
                <a:lnTo>
                  <a:pt x="37" y="405"/>
                </a:lnTo>
                <a:cubicBezTo>
                  <a:pt x="59" y="443"/>
                  <a:pt x="88" y="461"/>
                  <a:pt x="125" y="461"/>
                </a:cubicBezTo>
                <a:cubicBezTo>
                  <a:pt x="159" y="461"/>
                  <a:pt x="183" y="447"/>
                  <a:pt x="199" y="419"/>
                </a:cubicBezTo>
                <a:cubicBezTo>
                  <a:pt x="208" y="403"/>
                  <a:pt x="212" y="371"/>
                  <a:pt x="212" y="326"/>
                </a:cubicBezTo>
                <a:cubicBezTo>
                  <a:pt x="212" y="277"/>
                  <a:pt x="206" y="244"/>
                  <a:pt x="193" y="227"/>
                </a:cubicBezTo>
                <a:cubicBezTo>
                  <a:pt x="180" y="211"/>
                  <a:pt x="167" y="203"/>
                  <a:pt x="151" y="203"/>
                </a:cubicBezTo>
                <a:lnTo>
                  <a:pt x="147" y="203"/>
                </a:lnTo>
                <a:cubicBezTo>
                  <a:pt x="109" y="203"/>
                  <a:pt x="81" y="219"/>
                  <a:pt x="62" y="252"/>
                </a:cubicBezTo>
                <a:cubicBezTo>
                  <a:pt x="60" y="255"/>
                  <a:pt x="58" y="257"/>
                  <a:pt x="57" y="257"/>
                </a:cubicBezTo>
                <a:cubicBezTo>
                  <a:pt x="55" y="258"/>
                  <a:pt x="52" y="258"/>
                  <a:pt x="46" y="259"/>
                </a:cubicBezTo>
                <a:cubicBezTo>
                  <a:pt x="38" y="259"/>
                  <a:pt x="33" y="257"/>
                  <a:pt x="32" y="255"/>
                </a:cubicBezTo>
                <a:cubicBezTo>
                  <a:pt x="31" y="253"/>
                  <a:pt x="31" y="211"/>
                  <a:pt x="31" y="130"/>
                </a:cubicBezTo>
                <a:lnTo>
                  <a:pt x="31" y="37"/>
                </a:lnTo>
                <a:cubicBezTo>
                  <a:pt x="31" y="14"/>
                  <a:pt x="32" y="2"/>
                  <a:pt x="35" y="2"/>
                </a:cubicBezTo>
                <a:cubicBezTo>
                  <a:pt x="36" y="1"/>
                  <a:pt x="36" y="0"/>
                  <a:pt x="37" y="0"/>
                </a:cubicBezTo>
                <a:cubicBezTo>
                  <a:pt x="38" y="0"/>
                  <a:pt x="43" y="2"/>
                  <a:pt x="52" y="6"/>
                </a:cubicBezTo>
                <a:cubicBezTo>
                  <a:pt x="62" y="10"/>
                  <a:pt x="75" y="14"/>
                  <a:pt x="92" y="17"/>
                </a:cubicBezTo>
                <a:cubicBezTo>
                  <a:pt x="108" y="21"/>
                  <a:pt x="126" y="23"/>
                  <a:pt x="146" y="23"/>
                </a:cubicBezTo>
                <a:cubicBezTo>
                  <a:pt x="180" y="23"/>
                  <a:pt x="213" y="16"/>
                  <a:pt x="244" y="3"/>
                </a:cubicBezTo>
                <a:cubicBezTo>
                  <a:pt x="247" y="1"/>
                  <a:pt x="250" y="0"/>
                  <a:pt x="253" y="0"/>
                </a:cubicBezTo>
                <a:cubicBezTo>
                  <a:pt x="257" y="0"/>
                  <a:pt x="259" y="4"/>
                  <a:pt x="259" y="13"/>
                </a:cubicBezTo>
                <a:lnTo>
                  <a:pt x="259" y="22"/>
                </a:lnTo>
                <a:cubicBezTo>
                  <a:pt x="219" y="69"/>
                  <a:pt x="171" y="92"/>
                  <a:pt x="111" y="92"/>
                </a:cubicBezTo>
                <a:cubicBezTo>
                  <a:pt x="96" y="92"/>
                  <a:pt x="83" y="90"/>
                  <a:pt x="71" y="87"/>
                </a:cubicBezTo>
                <a:lnTo>
                  <a:pt x="64" y="86"/>
                </a:lnTo>
                <a:lnTo>
                  <a:pt x="64" y="209"/>
                </a:lnTo>
                <a:cubicBezTo>
                  <a:pt x="73" y="202"/>
                  <a:pt x="80" y="197"/>
                  <a:pt x="85" y="193"/>
                </a:cubicBezTo>
                <a:cubicBezTo>
                  <a:pt x="91" y="189"/>
                  <a:pt x="99" y="186"/>
                  <a:pt x="111" y="182"/>
                </a:cubicBezTo>
                <a:cubicBezTo>
                  <a:pt x="123" y="178"/>
                  <a:pt x="136" y="176"/>
                  <a:pt x="148" y="176"/>
                </a:cubicBezTo>
                <a:cubicBezTo>
                  <a:pt x="187" y="176"/>
                  <a:pt x="220" y="192"/>
                  <a:pt x="246" y="222"/>
                </a:cubicBezTo>
                <a:cubicBezTo>
                  <a:pt x="273" y="253"/>
                  <a:pt x="286" y="290"/>
                  <a:pt x="286" y="333"/>
                </a:cubicBezTo>
                <a:cubicBezTo>
                  <a:pt x="286" y="376"/>
                  <a:pt x="271" y="415"/>
                  <a:pt x="241" y="446"/>
                </a:cubicBezTo>
                <a:cubicBezTo>
                  <a:pt x="210" y="477"/>
                  <a:pt x="173" y="492"/>
                  <a:pt x="128" y="493"/>
                </a:cubicBezTo>
                <a:cubicBezTo>
                  <a:pt x="90" y="493"/>
                  <a:pt x="59" y="480"/>
                  <a:pt x="35" y="454"/>
                </a:cubicBezTo>
                <a:cubicBezTo>
                  <a:pt x="12" y="429"/>
                  <a:pt x="0" y="400"/>
                  <a:pt x="0" y="366"/>
                </a:cubicBezTo>
                <a:cubicBezTo>
                  <a:pt x="0" y="355"/>
                  <a:pt x="3" y="346"/>
                  <a:pt x="8" y="339"/>
                </a:cubicBezTo>
                <a:cubicBezTo>
                  <a:pt x="13" y="332"/>
                  <a:pt x="19" y="328"/>
                  <a:pt x="25" y="326"/>
                </a:cubicBezTo>
                <a:cubicBezTo>
                  <a:pt x="30" y="324"/>
                  <a:pt x="36" y="323"/>
                  <a:pt x="41" y="323"/>
                </a:cubicBezTo>
                <a:cubicBezTo>
                  <a:pt x="53" y="323"/>
                  <a:pt x="63" y="327"/>
                  <a:pt x="70" y="335"/>
                </a:cubicBezTo>
                <a:cubicBezTo>
                  <a:pt x="78" y="344"/>
                  <a:pt x="82" y="353"/>
                  <a:pt x="82" y="3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" name=""/>
          <p:cNvSpPr/>
          <p:nvPr/>
        </p:nvSpPr>
        <p:spPr>
          <a:xfrm>
            <a:off x="5363280" y="207000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0" y="58"/>
                </a:moveTo>
                <a:cubicBezTo>
                  <a:pt x="67" y="19"/>
                  <a:pt x="104" y="0"/>
                  <a:pt x="150" y="0"/>
                </a:cubicBezTo>
                <a:cubicBezTo>
                  <a:pt x="173" y="0"/>
                  <a:pt x="196" y="6"/>
                  <a:pt x="218" y="19"/>
                </a:cubicBezTo>
                <a:cubicBezTo>
                  <a:pt x="241" y="31"/>
                  <a:pt x="261" y="53"/>
                  <a:pt x="275" y="85"/>
                </a:cubicBezTo>
                <a:cubicBezTo>
                  <a:pt x="293" y="124"/>
                  <a:pt x="302" y="178"/>
                  <a:pt x="302" y="247"/>
                </a:cubicBezTo>
                <a:cubicBezTo>
                  <a:pt x="302" y="321"/>
                  <a:pt x="291" y="378"/>
                  <a:pt x="271" y="418"/>
                </a:cubicBezTo>
                <a:cubicBezTo>
                  <a:pt x="261" y="438"/>
                  <a:pt x="247" y="454"/>
                  <a:pt x="231" y="466"/>
                </a:cubicBezTo>
                <a:cubicBezTo>
                  <a:pt x="214" y="478"/>
                  <a:pt x="199" y="485"/>
                  <a:pt x="187" y="488"/>
                </a:cubicBezTo>
                <a:cubicBezTo>
                  <a:pt x="175" y="491"/>
                  <a:pt x="162" y="492"/>
                  <a:pt x="151" y="493"/>
                </a:cubicBezTo>
                <a:cubicBezTo>
                  <a:pt x="138" y="493"/>
                  <a:pt x="126" y="492"/>
                  <a:pt x="113" y="489"/>
                </a:cubicBezTo>
                <a:cubicBezTo>
                  <a:pt x="101" y="486"/>
                  <a:pt x="86" y="478"/>
                  <a:pt x="70" y="466"/>
                </a:cubicBezTo>
                <a:cubicBezTo>
                  <a:pt x="53" y="453"/>
                  <a:pt x="40" y="437"/>
                  <a:pt x="30" y="418"/>
                </a:cubicBezTo>
                <a:cubicBezTo>
                  <a:pt x="10" y="378"/>
                  <a:pt x="0" y="321"/>
                  <a:pt x="0" y="247"/>
                </a:cubicBezTo>
                <a:cubicBezTo>
                  <a:pt x="0" y="165"/>
                  <a:pt x="13" y="101"/>
                  <a:pt x="40" y="58"/>
                </a:cubicBezTo>
                <a:moveTo>
                  <a:pt x="201" y="50"/>
                </a:moveTo>
                <a:cubicBezTo>
                  <a:pt x="187" y="34"/>
                  <a:pt x="170" y="27"/>
                  <a:pt x="151" y="27"/>
                </a:cubicBezTo>
                <a:cubicBezTo>
                  <a:pt x="131" y="27"/>
                  <a:pt x="113" y="34"/>
                  <a:pt x="99" y="50"/>
                </a:cubicBezTo>
                <a:cubicBezTo>
                  <a:pt x="87" y="62"/>
                  <a:pt x="79" y="79"/>
                  <a:pt x="76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3"/>
                  <a:pt x="72" y="363"/>
                  <a:pt x="76" y="387"/>
                </a:cubicBezTo>
                <a:cubicBezTo>
                  <a:pt x="79" y="412"/>
                  <a:pt x="88" y="431"/>
                  <a:pt x="101" y="444"/>
                </a:cubicBezTo>
                <a:cubicBezTo>
                  <a:pt x="115" y="459"/>
                  <a:pt x="131" y="466"/>
                  <a:pt x="151" y="466"/>
                </a:cubicBezTo>
                <a:cubicBezTo>
                  <a:pt x="170" y="466"/>
                  <a:pt x="186" y="459"/>
                  <a:pt x="199" y="444"/>
                </a:cubicBezTo>
                <a:cubicBezTo>
                  <a:pt x="213" y="430"/>
                  <a:pt x="222" y="410"/>
                  <a:pt x="225" y="383"/>
                </a:cubicBezTo>
                <a:cubicBezTo>
                  <a:pt x="228" y="358"/>
                  <a:pt x="230" y="309"/>
                  <a:pt x="231" y="238"/>
                </a:cubicBezTo>
                <a:cubicBezTo>
                  <a:pt x="231" y="169"/>
                  <a:pt x="229" y="124"/>
                  <a:pt x="225" y="102"/>
                </a:cubicBezTo>
                <a:cubicBezTo>
                  <a:pt x="221" y="80"/>
                  <a:pt x="213" y="62"/>
                  <a:pt x="201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" name=""/>
          <p:cNvSpPr/>
          <p:nvPr/>
        </p:nvSpPr>
        <p:spPr>
          <a:xfrm>
            <a:off x="5501880" y="2210400"/>
            <a:ext cx="34200" cy="81360"/>
          </a:xfrm>
          <a:custGeom>
            <a:avLst/>
            <a:gdLst/>
            <a:ahLst/>
            <a:rect l="0" t="0" r="r" b="b"/>
            <a:pathLst>
              <a:path w="95" h="226">
                <a:moveTo>
                  <a:pt x="0" y="62"/>
                </a:moveTo>
                <a:cubicBezTo>
                  <a:pt x="0" y="62"/>
                  <a:pt x="0" y="56"/>
                  <a:pt x="0" y="43"/>
                </a:cubicBezTo>
                <a:cubicBezTo>
                  <a:pt x="0" y="31"/>
                  <a:pt x="4" y="21"/>
                  <a:pt x="11" y="13"/>
                </a:cubicBezTo>
                <a:cubicBezTo>
                  <a:pt x="19" y="4"/>
                  <a:pt x="29" y="0"/>
                  <a:pt x="42" y="0"/>
                </a:cubicBezTo>
                <a:cubicBezTo>
                  <a:pt x="56" y="0"/>
                  <a:pt x="67" y="6"/>
                  <a:pt x="78" y="18"/>
                </a:cubicBezTo>
                <a:cubicBezTo>
                  <a:pt x="89" y="30"/>
                  <a:pt x="95" y="51"/>
                  <a:pt x="95" y="81"/>
                </a:cubicBezTo>
                <a:cubicBezTo>
                  <a:pt x="95" y="98"/>
                  <a:pt x="93" y="114"/>
                  <a:pt x="89" y="130"/>
                </a:cubicBezTo>
                <a:cubicBezTo>
                  <a:pt x="84" y="146"/>
                  <a:pt x="79" y="159"/>
                  <a:pt x="73" y="171"/>
                </a:cubicBezTo>
                <a:cubicBezTo>
                  <a:pt x="67" y="182"/>
                  <a:pt x="61" y="192"/>
                  <a:pt x="54" y="200"/>
                </a:cubicBezTo>
                <a:cubicBezTo>
                  <a:pt x="48" y="208"/>
                  <a:pt x="42" y="215"/>
                  <a:pt x="37" y="219"/>
                </a:cubicBezTo>
                <a:cubicBezTo>
                  <a:pt x="32" y="224"/>
                  <a:pt x="29" y="226"/>
                  <a:pt x="28" y="226"/>
                </a:cubicBezTo>
                <a:cubicBezTo>
                  <a:pt x="26" y="226"/>
                  <a:pt x="23" y="224"/>
                  <a:pt x="19" y="219"/>
                </a:cubicBezTo>
                <a:cubicBezTo>
                  <a:pt x="14" y="215"/>
                  <a:pt x="12" y="212"/>
                  <a:pt x="12" y="210"/>
                </a:cubicBezTo>
                <a:cubicBezTo>
                  <a:pt x="12" y="208"/>
                  <a:pt x="15" y="204"/>
                  <a:pt x="20" y="199"/>
                </a:cubicBezTo>
                <a:cubicBezTo>
                  <a:pt x="25" y="193"/>
                  <a:pt x="31" y="186"/>
                  <a:pt x="38" y="177"/>
                </a:cubicBezTo>
                <a:cubicBezTo>
                  <a:pt x="45" y="169"/>
                  <a:pt x="51" y="157"/>
                  <a:pt x="56" y="142"/>
                </a:cubicBezTo>
                <a:cubicBezTo>
                  <a:pt x="62" y="126"/>
                  <a:pt x="66" y="109"/>
                  <a:pt x="68" y="89"/>
                </a:cubicBezTo>
                <a:lnTo>
                  <a:pt x="68" y="81"/>
                </a:lnTo>
                <a:lnTo>
                  <a:pt x="67" y="81"/>
                </a:lnTo>
                <a:cubicBezTo>
                  <a:pt x="66" y="82"/>
                  <a:pt x="65" y="82"/>
                  <a:pt x="64" y="83"/>
                </a:cubicBezTo>
                <a:cubicBezTo>
                  <a:pt x="62" y="83"/>
                  <a:pt x="61" y="84"/>
                  <a:pt x="59" y="85"/>
                </a:cubicBezTo>
                <a:cubicBezTo>
                  <a:pt x="58" y="86"/>
                  <a:pt x="56" y="86"/>
                  <a:pt x="53" y="86"/>
                </a:cubicBezTo>
                <a:cubicBezTo>
                  <a:pt x="50" y="86"/>
                  <a:pt x="47" y="87"/>
                  <a:pt x="44" y="87"/>
                </a:cubicBezTo>
                <a:cubicBezTo>
                  <a:pt x="31" y="87"/>
                  <a:pt x="21" y="83"/>
                  <a:pt x="13" y="75"/>
                </a:cubicBezTo>
                <a:lnTo>
                  <a:pt x="0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" name=""/>
          <p:cNvSpPr/>
          <p:nvPr/>
        </p:nvSpPr>
        <p:spPr>
          <a:xfrm>
            <a:off x="5617440" y="2070000"/>
            <a:ext cx="88920" cy="171720"/>
          </a:xfrm>
          <a:custGeom>
            <a:avLst/>
            <a:gdLst/>
            <a:ahLst/>
            <a:rect l="0" t="0" r="r" b="b"/>
            <a:pathLst>
              <a:path w="247" h="477">
                <a:moveTo>
                  <a:pt x="93" y="63"/>
                </a:moveTo>
                <a:lnTo>
                  <a:pt x="84" y="67"/>
                </a:lnTo>
                <a:cubicBezTo>
                  <a:pt x="77" y="69"/>
                  <a:pt x="68" y="71"/>
                  <a:pt x="55" y="74"/>
                </a:cubicBezTo>
                <a:cubicBezTo>
                  <a:pt x="43" y="76"/>
                  <a:pt x="29" y="78"/>
                  <a:pt x="14" y="79"/>
                </a:cubicBezTo>
                <a:lnTo>
                  <a:pt x="0" y="79"/>
                </a:lnTo>
                <a:lnTo>
                  <a:pt x="0" y="46"/>
                </a:lnTo>
                <a:lnTo>
                  <a:pt x="14" y="46"/>
                </a:lnTo>
                <a:cubicBezTo>
                  <a:pt x="36" y="45"/>
                  <a:pt x="57" y="41"/>
                  <a:pt x="76" y="35"/>
                </a:cubicBezTo>
                <a:cubicBezTo>
                  <a:pt x="95" y="29"/>
                  <a:pt x="109" y="23"/>
                  <a:pt x="116" y="18"/>
                </a:cubicBezTo>
                <a:cubicBezTo>
                  <a:pt x="124" y="13"/>
                  <a:pt x="131" y="8"/>
                  <a:pt x="136" y="2"/>
                </a:cubicBezTo>
                <a:cubicBezTo>
                  <a:pt x="137" y="1"/>
                  <a:pt x="140" y="0"/>
                  <a:pt x="145" y="0"/>
                </a:cubicBezTo>
                <a:cubicBezTo>
                  <a:pt x="149" y="0"/>
                  <a:pt x="153" y="2"/>
                  <a:pt x="157" y="4"/>
                </a:cubicBezTo>
                <a:lnTo>
                  <a:pt x="157" y="219"/>
                </a:lnTo>
                <a:lnTo>
                  <a:pt x="158" y="434"/>
                </a:lnTo>
                <a:cubicBezTo>
                  <a:pt x="161" y="437"/>
                  <a:pt x="164" y="439"/>
                  <a:pt x="166" y="440"/>
                </a:cubicBezTo>
                <a:cubicBezTo>
                  <a:pt x="169" y="441"/>
                  <a:pt x="174" y="442"/>
                  <a:pt x="183" y="443"/>
                </a:cubicBezTo>
                <a:cubicBezTo>
                  <a:pt x="192" y="444"/>
                  <a:pt x="208" y="444"/>
                  <a:pt x="229" y="444"/>
                </a:cubicBezTo>
                <a:lnTo>
                  <a:pt x="247" y="444"/>
                </a:lnTo>
                <a:lnTo>
                  <a:pt x="247" y="477"/>
                </a:lnTo>
                <a:lnTo>
                  <a:pt x="239" y="477"/>
                </a:lnTo>
                <a:cubicBezTo>
                  <a:pt x="229" y="476"/>
                  <a:pt x="191" y="475"/>
                  <a:pt x="125" y="475"/>
                </a:cubicBezTo>
                <a:cubicBezTo>
                  <a:pt x="60" y="475"/>
                  <a:pt x="23" y="476"/>
                  <a:pt x="13" y="477"/>
                </a:cubicBezTo>
                <a:lnTo>
                  <a:pt x="4" y="477"/>
                </a:lnTo>
                <a:lnTo>
                  <a:pt x="4" y="444"/>
                </a:lnTo>
                <a:lnTo>
                  <a:pt x="23" y="444"/>
                </a:lnTo>
                <a:cubicBezTo>
                  <a:pt x="33" y="444"/>
                  <a:pt x="42" y="444"/>
                  <a:pt x="50" y="444"/>
                </a:cubicBezTo>
                <a:cubicBezTo>
                  <a:pt x="57" y="444"/>
                  <a:pt x="63" y="444"/>
                  <a:pt x="68" y="444"/>
                </a:cubicBezTo>
                <a:cubicBezTo>
                  <a:pt x="72" y="443"/>
                  <a:pt x="76" y="442"/>
                  <a:pt x="79" y="441"/>
                </a:cubicBezTo>
                <a:cubicBezTo>
                  <a:pt x="82" y="441"/>
                  <a:pt x="84" y="440"/>
                  <a:pt x="85" y="440"/>
                </a:cubicBezTo>
                <a:cubicBezTo>
                  <a:pt x="85" y="440"/>
                  <a:pt x="87" y="439"/>
                  <a:pt x="89" y="436"/>
                </a:cubicBezTo>
                <a:cubicBezTo>
                  <a:pt x="91" y="434"/>
                  <a:pt x="93" y="433"/>
                  <a:pt x="93" y="434"/>
                </a:cubicBezTo>
                <a:lnTo>
                  <a:pt x="93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" name=""/>
          <p:cNvSpPr/>
          <p:nvPr/>
        </p:nvSpPr>
        <p:spPr>
          <a:xfrm>
            <a:off x="5737680" y="2070000"/>
            <a:ext cx="102960" cy="177480"/>
          </a:xfrm>
          <a:custGeom>
            <a:avLst/>
            <a:gdLst/>
            <a:ahLst/>
            <a:rect l="0" t="0" r="r" b="b"/>
            <a:pathLst>
              <a:path w="286" h="493">
                <a:moveTo>
                  <a:pt x="82" y="364"/>
                </a:moveTo>
                <a:cubicBezTo>
                  <a:pt x="82" y="375"/>
                  <a:pt x="78" y="385"/>
                  <a:pt x="70" y="394"/>
                </a:cubicBezTo>
                <a:cubicBezTo>
                  <a:pt x="63" y="401"/>
                  <a:pt x="53" y="405"/>
                  <a:pt x="42" y="405"/>
                </a:cubicBezTo>
                <a:lnTo>
                  <a:pt x="37" y="405"/>
                </a:lnTo>
                <a:cubicBezTo>
                  <a:pt x="59" y="443"/>
                  <a:pt x="88" y="461"/>
                  <a:pt x="125" y="461"/>
                </a:cubicBezTo>
                <a:cubicBezTo>
                  <a:pt x="158" y="461"/>
                  <a:pt x="183" y="447"/>
                  <a:pt x="198" y="419"/>
                </a:cubicBezTo>
                <a:cubicBezTo>
                  <a:pt x="208" y="403"/>
                  <a:pt x="212" y="371"/>
                  <a:pt x="212" y="326"/>
                </a:cubicBezTo>
                <a:cubicBezTo>
                  <a:pt x="212" y="277"/>
                  <a:pt x="206" y="244"/>
                  <a:pt x="193" y="227"/>
                </a:cubicBezTo>
                <a:cubicBezTo>
                  <a:pt x="180" y="211"/>
                  <a:pt x="167" y="203"/>
                  <a:pt x="150" y="203"/>
                </a:cubicBezTo>
                <a:lnTo>
                  <a:pt x="146" y="203"/>
                </a:lnTo>
                <a:cubicBezTo>
                  <a:pt x="109" y="203"/>
                  <a:pt x="81" y="219"/>
                  <a:pt x="62" y="252"/>
                </a:cubicBezTo>
                <a:cubicBezTo>
                  <a:pt x="60" y="255"/>
                  <a:pt x="58" y="257"/>
                  <a:pt x="57" y="257"/>
                </a:cubicBezTo>
                <a:cubicBezTo>
                  <a:pt x="55" y="258"/>
                  <a:pt x="52" y="258"/>
                  <a:pt x="46" y="259"/>
                </a:cubicBezTo>
                <a:cubicBezTo>
                  <a:pt x="38" y="259"/>
                  <a:pt x="33" y="257"/>
                  <a:pt x="32" y="255"/>
                </a:cubicBezTo>
                <a:cubicBezTo>
                  <a:pt x="31" y="253"/>
                  <a:pt x="31" y="211"/>
                  <a:pt x="31" y="130"/>
                </a:cubicBezTo>
                <a:lnTo>
                  <a:pt x="31" y="37"/>
                </a:lnTo>
                <a:cubicBezTo>
                  <a:pt x="31" y="14"/>
                  <a:pt x="32" y="2"/>
                  <a:pt x="35" y="2"/>
                </a:cubicBezTo>
                <a:cubicBezTo>
                  <a:pt x="35" y="1"/>
                  <a:pt x="36" y="0"/>
                  <a:pt x="37" y="0"/>
                </a:cubicBezTo>
                <a:cubicBezTo>
                  <a:pt x="38" y="0"/>
                  <a:pt x="43" y="2"/>
                  <a:pt x="52" y="6"/>
                </a:cubicBezTo>
                <a:cubicBezTo>
                  <a:pt x="62" y="10"/>
                  <a:pt x="75" y="14"/>
                  <a:pt x="92" y="17"/>
                </a:cubicBezTo>
                <a:cubicBezTo>
                  <a:pt x="108" y="21"/>
                  <a:pt x="126" y="23"/>
                  <a:pt x="145" y="23"/>
                </a:cubicBezTo>
                <a:cubicBezTo>
                  <a:pt x="180" y="23"/>
                  <a:pt x="213" y="16"/>
                  <a:pt x="244" y="3"/>
                </a:cubicBezTo>
                <a:cubicBezTo>
                  <a:pt x="247" y="1"/>
                  <a:pt x="250" y="0"/>
                  <a:pt x="253" y="0"/>
                </a:cubicBezTo>
                <a:cubicBezTo>
                  <a:pt x="257" y="0"/>
                  <a:pt x="259" y="4"/>
                  <a:pt x="259" y="13"/>
                </a:cubicBezTo>
                <a:lnTo>
                  <a:pt x="259" y="22"/>
                </a:lnTo>
                <a:cubicBezTo>
                  <a:pt x="219" y="69"/>
                  <a:pt x="171" y="92"/>
                  <a:pt x="111" y="92"/>
                </a:cubicBezTo>
                <a:cubicBezTo>
                  <a:pt x="96" y="92"/>
                  <a:pt x="83" y="90"/>
                  <a:pt x="71" y="87"/>
                </a:cubicBezTo>
                <a:lnTo>
                  <a:pt x="64" y="86"/>
                </a:lnTo>
                <a:lnTo>
                  <a:pt x="64" y="209"/>
                </a:lnTo>
                <a:cubicBezTo>
                  <a:pt x="73" y="202"/>
                  <a:pt x="80" y="197"/>
                  <a:pt x="85" y="193"/>
                </a:cubicBezTo>
                <a:cubicBezTo>
                  <a:pt x="91" y="189"/>
                  <a:pt x="99" y="186"/>
                  <a:pt x="111" y="182"/>
                </a:cubicBezTo>
                <a:cubicBezTo>
                  <a:pt x="123" y="178"/>
                  <a:pt x="135" y="176"/>
                  <a:pt x="147" y="176"/>
                </a:cubicBezTo>
                <a:cubicBezTo>
                  <a:pt x="187" y="176"/>
                  <a:pt x="220" y="192"/>
                  <a:pt x="246" y="222"/>
                </a:cubicBezTo>
                <a:cubicBezTo>
                  <a:pt x="273" y="253"/>
                  <a:pt x="286" y="290"/>
                  <a:pt x="286" y="333"/>
                </a:cubicBezTo>
                <a:cubicBezTo>
                  <a:pt x="286" y="376"/>
                  <a:pt x="271" y="415"/>
                  <a:pt x="241" y="446"/>
                </a:cubicBezTo>
                <a:cubicBezTo>
                  <a:pt x="210" y="477"/>
                  <a:pt x="173" y="492"/>
                  <a:pt x="128" y="493"/>
                </a:cubicBezTo>
                <a:cubicBezTo>
                  <a:pt x="90" y="493"/>
                  <a:pt x="59" y="480"/>
                  <a:pt x="35" y="454"/>
                </a:cubicBezTo>
                <a:cubicBezTo>
                  <a:pt x="12" y="429"/>
                  <a:pt x="0" y="400"/>
                  <a:pt x="0" y="366"/>
                </a:cubicBezTo>
                <a:cubicBezTo>
                  <a:pt x="0" y="355"/>
                  <a:pt x="3" y="346"/>
                  <a:pt x="8" y="339"/>
                </a:cubicBezTo>
                <a:cubicBezTo>
                  <a:pt x="13" y="332"/>
                  <a:pt x="19" y="328"/>
                  <a:pt x="25" y="326"/>
                </a:cubicBezTo>
                <a:cubicBezTo>
                  <a:pt x="30" y="324"/>
                  <a:pt x="36" y="323"/>
                  <a:pt x="41" y="323"/>
                </a:cubicBezTo>
                <a:cubicBezTo>
                  <a:pt x="53" y="323"/>
                  <a:pt x="63" y="327"/>
                  <a:pt x="70" y="335"/>
                </a:cubicBezTo>
                <a:cubicBezTo>
                  <a:pt x="78" y="344"/>
                  <a:pt x="82" y="353"/>
                  <a:pt x="82" y="3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" name=""/>
          <p:cNvSpPr/>
          <p:nvPr/>
        </p:nvSpPr>
        <p:spPr>
          <a:xfrm>
            <a:off x="5871240" y="2019240"/>
            <a:ext cx="72720" cy="121320"/>
          </a:xfrm>
          <a:custGeom>
            <a:avLst/>
            <a:gdLst/>
            <a:ahLst/>
            <a:rect l="0" t="0" r="r" b="b"/>
            <a:pathLst>
              <a:path w="202" h="337">
                <a:moveTo>
                  <a:pt x="30" y="119"/>
                </a:moveTo>
                <a:cubicBezTo>
                  <a:pt x="20" y="119"/>
                  <a:pt x="13" y="116"/>
                  <a:pt x="8" y="110"/>
                </a:cubicBezTo>
                <a:cubicBezTo>
                  <a:pt x="2" y="104"/>
                  <a:pt x="0" y="97"/>
                  <a:pt x="0" y="88"/>
                </a:cubicBezTo>
                <a:cubicBezTo>
                  <a:pt x="0" y="64"/>
                  <a:pt x="9" y="43"/>
                  <a:pt x="26" y="26"/>
                </a:cubicBezTo>
                <a:cubicBezTo>
                  <a:pt x="44" y="8"/>
                  <a:pt x="67" y="0"/>
                  <a:pt x="94" y="0"/>
                </a:cubicBezTo>
                <a:cubicBezTo>
                  <a:pt x="125" y="0"/>
                  <a:pt x="150" y="9"/>
                  <a:pt x="171" y="28"/>
                </a:cubicBezTo>
                <a:cubicBezTo>
                  <a:pt x="192" y="47"/>
                  <a:pt x="202" y="71"/>
                  <a:pt x="202" y="101"/>
                </a:cubicBezTo>
                <a:cubicBezTo>
                  <a:pt x="202" y="116"/>
                  <a:pt x="199" y="130"/>
                  <a:pt x="192" y="143"/>
                </a:cubicBezTo>
                <a:cubicBezTo>
                  <a:pt x="185" y="156"/>
                  <a:pt x="177" y="167"/>
                  <a:pt x="168" y="177"/>
                </a:cubicBezTo>
                <a:cubicBezTo>
                  <a:pt x="159" y="187"/>
                  <a:pt x="145" y="199"/>
                  <a:pt x="128" y="214"/>
                </a:cubicBezTo>
                <a:cubicBezTo>
                  <a:pt x="115" y="225"/>
                  <a:pt x="99" y="240"/>
                  <a:pt x="77" y="261"/>
                </a:cubicBezTo>
                <a:lnTo>
                  <a:pt x="46" y="290"/>
                </a:lnTo>
                <a:lnTo>
                  <a:pt x="86" y="291"/>
                </a:lnTo>
                <a:cubicBezTo>
                  <a:pt x="138" y="291"/>
                  <a:pt x="167" y="290"/>
                  <a:pt x="170" y="288"/>
                </a:cubicBezTo>
                <a:cubicBezTo>
                  <a:pt x="172" y="288"/>
                  <a:pt x="176" y="273"/>
                  <a:pt x="182" y="242"/>
                </a:cubicBezTo>
                <a:lnTo>
                  <a:pt x="182" y="241"/>
                </a:lnTo>
                <a:lnTo>
                  <a:pt x="202" y="241"/>
                </a:lnTo>
                <a:lnTo>
                  <a:pt x="202" y="242"/>
                </a:lnTo>
                <a:cubicBezTo>
                  <a:pt x="202" y="243"/>
                  <a:pt x="200" y="259"/>
                  <a:pt x="196" y="289"/>
                </a:cubicBezTo>
                <a:cubicBezTo>
                  <a:pt x="192" y="319"/>
                  <a:pt x="189" y="334"/>
                  <a:pt x="188" y="336"/>
                </a:cubicBezTo>
                <a:lnTo>
                  <a:pt x="188" y="337"/>
                </a:lnTo>
                <a:lnTo>
                  <a:pt x="0" y="337"/>
                </a:lnTo>
                <a:lnTo>
                  <a:pt x="0" y="328"/>
                </a:lnTo>
                <a:lnTo>
                  <a:pt x="0" y="322"/>
                </a:lnTo>
                <a:cubicBezTo>
                  <a:pt x="0" y="319"/>
                  <a:pt x="1" y="317"/>
                  <a:pt x="3" y="314"/>
                </a:cubicBezTo>
                <a:cubicBezTo>
                  <a:pt x="5" y="311"/>
                  <a:pt x="10" y="305"/>
                  <a:pt x="18" y="296"/>
                </a:cubicBezTo>
                <a:cubicBezTo>
                  <a:pt x="28" y="286"/>
                  <a:pt x="36" y="276"/>
                  <a:pt x="43" y="267"/>
                </a:cubicBezTo>
                <a:cubicBezTo>
                  <a:pt x="46" y="264"/>
                  <a:pt x="52" y="257"/>
                  <a:pt x="60" y="248"/>
                </a:cubicBezTo>
                <a:cubicBezTo>
                  <a:pt x="69" y="239"/>
                  <a:pt x="75" y="233"/>
                  <a:pt x="79" y="230"/>
                </a:cubicBezTo>
                <a:cubicBezTo>
                  <a:pt x="82" y="226"/>
                  <a:pt x="86" y="221"/>
                  <a:pt x="93" y="213"/>
                </a:cubicBezTo>
                <a:cubicBezTo>
                  <a:pt x="100" y="205"/>
                  <a:pt x="105" y="199"/>
                  <a:pt x="107" y="196"/>
                </a:cubicBezTo>
                <a:cubicBezTo>
                  <a:pt x="110" y="192"/>
                  <a:pt x="114" y="187"/>
                  <a:pt x="119" y="181"/>
                </a:cubicBezTo>
                <a:cubicBezTo>
                  <a:pt x="124" y="174"/>
                  <a:pt x="128" y="169"/>
                  <a:pt x="130" y="164"/>
                </a:cubicBezTo>
                <a:cubicBezTo>
                  <a:pt x="132" y="160"/>
                  <a:pt x="134" y="155"/>
                  <a:pt x="137" y="150"/>
                </a:cubicBezTo>
                <a:cubicBezTo>
                  <a:pt x="140" y="144"/>
                  <a:pt x="142" y="139"/>
                  <a:pt x="144" y="134"/>
                </a:cubicBezTo>
                <a:cubicBezTo>
                  <a:pt x="145" y="128"/>
                  <a:pt x="146" y="123"/>
                  <a:pt x="147" y="118"/>
                </a:cubicBezTo>
                <a:cubicBezTo>
                  <a:pt x="148" y="114"/>
                  <a:pt x="149" y="108"/>
                  <a:pt x="149" y="102"/>
                </a:cubicBezTo>
                <a:cubicBezTo>
                  <a:pt x="149" y="81"/>
                  <a:pt x="143" y="62"/>
                  <a:pt x="132" y="47"/>
                </a:cubicBezTo>
                <a:cubicBezTo>
                  <a:pt x="120" y="31"/>
                  <a:pt x="104" y="23"/>
                  <a:pt x="83" y="23"/>
                </a:cubicBezTo>
                <a:cubicBezTo>
                  <a:pt x="70" y="23"/>
                  <a:pt x="61" y="26"/>
                  <a:pt x="52" y="32"/>
                </a:cubicBezTo>
                <a:cubicBezTo>
                  <a:pt x="44" y="38"/>
                  <a:pt x="38" y="43"/>
                  <a:pt x="35" y="49"/>
                </a:cubicBezTo>
                <a:cubicBezTo>
                  <a:pt x="31" y="54"/>
                  <a:pt x="30" y="57"/>
                  <a:pt x="30" y="58"/>
                </a:cubicBezTo>
                <a:cubicBezTo>
                  <a:pt x="30" y="59"/>
                  <a:pt x="30" y="59"/>
                  <a:pt x="32" y="59"/>
                </a:cubicBezTo>
                <a:cubicBezTo>
                  <a:pt x="38" y="59"/>
                  <a:pt x="44" y="61"/>
                  <a:pt x="51" y="66"/>
                </a:cubicBezTo>
                <a:cubicBezTo>
                  <a:pt x="57" y="71"/>
                  <a:pt x="60" y="78"/>
                  <a:pt x="60" y="89"/>
                </a:cubicBezTo>
                <a:cubicBezTo>
                  <a:pt x="60" y="98"/>
                  <a:pt x="58" y="105"/>
                  <a:pt x="52" y="110"/>
                </a:cubicBezTo>
                <a:cubicBezTo>
                  <a:pt x="47" y="116"/>
                  <a:pt x="39" y="119"/>
                  <a:pt x="30" y="1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" name=""/>
          <p:cNvSpPr/>
          <p:nvPr/>
        </p:nvSpPr>
        <p:spPr>
          <a:xfrm>
            <a:off x="5979960" y="204840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1" y="0"/>
                  <a:pt x="14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7" y="58"/>
                  <a:pt x="120" y="108"/>
                  <a:pt x="141" y="169"/>
                </a:cubicBezTo>
                <a:cubicBezTo>
                  <a:pt x="162" y="229"/>
                  <a:pt x="172" y="292"/>
                  <a:pt x="172" y="358"/>
                </a:cubicBezTo>
                <a:cubicBezTo>
                  <a:pt x="172" y="391"/>
                  <a:pt x="170" y="422"/>
                  <a:pt x="165" y="452"/>
                </a:cubicBezTo>
                <a:cubicBezTo>
                  <a:pt x="160" y="482"/>
                  <a:pt x="155" y="508"/>
                  <a:pt x="148" y="529"/>
                </a:cubicBezTo>
                <a:cubicBezTo>
                  <a:pt x="142" y="550"/>
                  <a:pt x="132" y="571"/>
                  <a:pt x="121" y="592"/>
                </a:cubicBezTo>
                <a:cubicBezTo>
                  <a:pt x="110" y="612"/>
                  <a:pt x="100" y="628"/>
                  <a:pt x="94" y="639"/>
                </a:cubicBezTo>
                <a:cubicBezTo>
                  <a:pt x="87" y="650"/>
                  <a:pt x="77" y="663"/>
                  <a:pt x="64" y="676"/>
                </a:cubicBezTo>
                <a:cubicBezTo>
                  <a:pt x="52" y="689"/>
                  <a:pt x="44" y="697"/>
                  <a:pt x="42" y="699"/>
                </a:cubicBezTo>
                <a:cubicBezTo>
                  <a:pt x="39" y="702"/>
                  <a:pt x="34" y="706"/>
                  <a:pt x="25" y="713"/>
                </a:cubicBezTo>
                <a:cubicBezTo>
                  <a:pt x="24" y="714"/>
                  <a:pt x="23" y="715"/>
                  <a:pt x="22" y="716"/>
                </a:cubicBezTo>
                <a:lnTo>
                  <a:pt x="14" y="716"/>
                </a:lnTo>
                <a:cubicBezTo>
                  <a:pt x="10" y="716"/>
                  <a:pt x="7" y="716"/>
                  <a:pt x="6" y="716"/>
                </a:cubicBezTo>
                <a:cubicBezTo>
                  <a:pt x="4" y="716"/>
                  <a:pt x="3" y="715"/>
                  <a:pt x="2" y="714"/>
                </a:cubicBezTo>
                <a:cubicBezTo>
                  <a:pt x="1" y="712"/>
                  <a:pt x="1" y="710"/>
                  <a:pt x="0" y="707"/>
                </a:cubicBezTo>
                <a:cubicBezTo>
                  <a:pt x="1" y="707"/>
                  <a:pt x="3" y="704"/>
                  <a:pt x="8" y="698"/>
                </a:cubicBezTo>
                <a:cubicBezTo>
                  <a:pt x="82" y="621"/>
                  <a:pt x="119" y="508"/>
                  <a:pt x="119" y="358"/>
                </a:cubicBezTo>
                <a:cubicBezTo>
                  <a:pt x="119" y="208"/>
                  <a:pt x="82" y="95"/>
                  <a:pt x="8" y="18"/>
                </a:cubicBezTo>
                <a:cubicBezTo>
                  <a:pt x="3" y="12"/>
                  <a:pt x="1" y="9"/>
                  <a:pt x="0" y="9"/>
                </a:cubicBezTo>
                <a:cubicBezTo>
                  <a:pt x="0" y="5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592880" y="2038320"/>
            <a:ext cx="3006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vs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064920" y="2038320"/>
            <a:ext cx="4409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→ SMD = 0 despite a 3× difference in spread.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" name=""/>
          <p:cNvSpPr/>
          <p:nvPr/>
        </p:nvSpPr>
        <p:spPr>
          <a:xfrm>
            <a:off x="723240" y="2982600"/>
            <a:ext cx="84240" cy="118440"/>
          </a:xfrm>
          <a:custGeom>
            <a:avLst/>
            <a:gdLst/>
            <a:ahLst/>
            <a:rect l="0" t="0" r="r" b="b"/>
            <a:pathLst>
              <a:path w="234" h="329">
                <a:moveTo>
                  <a:pt x="187" y="96"/>
                </a:moveTo>
                <a:cubicBezTo>
                  <a:pt x="187" y="75"/>
                  <a:pt x="180" y="59"/>
                  <a:pt x="168" y="45"/>
                </a:cubicBezTo>
                <a:cubicBezTo>
                  <a:pt x="155" y="31"/>
                  <a:pt x="136" y="24"/>
                  <a:pt x="112" y="24"/>
                </a:cubicBezTo>
                <a:cubicBezTo>
                  <a:pt x="95" y="24"/>
                  <a:pt x="80" y="28"/>
                  <a:pt x="68" y="34"/>
                </a:cubicBezTo>
                <a:cubicBezTo>
                  <a:pt x="53" y="43"/>
                  <a:pt x="46" y="55"/>
                  <a:pt x="46" y="71"/>
                </a:cubicBezTo>
                <a:cubicBezTo>
                  <a:pt x="46" y="73"/>
                  <a:pt x="46" y="76"/>
                  <a:pt x="46" y="81"/>
                </a:cubicBezTo>
                <a:cubicBezTo>
                  <a:pt x="47" y="85"/>
                  <a:pt x="50" y="91"/>
                  <a:pt x="58" y="98"/>
                </a:cubicBezTo>
                <a:cubicBezTo>
                  <a:pt x="65" y="106"/>
                  <a:pt x="75" y="112"/>
                  <a:pt x="88" y="116"/>
                </a:cubicBezTo>
                <a:cubicBezTo>
                  <a:pt x="97" y="119"/>
                  <a:pt x="107" y="121"/>
                  <a:pt x="120" y="123"/>
                </a:cubicBezTo>
                <a:cubicBezTo>
                  <a:pt x="132" y="125"/>
                  <a:pt x="143" y="127"/>
                  <a:pt x="151" y="129"/>
                </a:cubicBezTo>
                <a:cubicBezTo>
                  <a:pt x="160" y="131"/>
                  <a:pt x="167" y="135"/>
                  <a:pt x="174" y="138"/>
                </a:cubicBezTo>
                <a:cubicBezTo>
                  <a:pt x="182" y="142"/>
                  <a:pt x="190" y="147"/>
                  <a:pt x="198" y="153"/>
                </a:cubicBezTo>
                <a:cubicBezTo>
                  <a:pt x="206" y="158"/>
                  <a:pt x="214" y="168"/>
                  <a:pt x="222" y="182"/>
                </a:cubicBezTo>
                <a:cubicBezTo>
                  <a:pt x="229" y="196"/>
                  <a:pt x="233" y="211"/>
                  <a:pt x="234" y="226"/>
                </a:cubicBezTo>
                <a:cubicBezTo>
                  <a:pt x="234" y="256"/>
                  <a:pt x="225" y="280"/>
                  <a:pt x="207" y="299"/>
                </a:cubicBezTo>
                <a:cubicBezTo>
                  <a:pt x="187" y="318"/>
                  <a:pt x="158" y="328"/>
                  <a:pt x="118" y="329"/>
                </a:cubicBezTo>
                <a:lnTo>
                  <a:pt x="112" y="329"/>
                </a:lnTo>
                <a:cubicBezTo>
                  <a:pt x="87" y="329"/>
                  <a:pt x="64" y="320"/>
                  <a:pt x="43" y="303"/>
                </a:cubicBezTo>
                <a:lnTo>
                  <a:pt x="38" y="308"/>
                </a:lnTo>
                <a:lnTo>
                  <a:pt x="31" y="314"/>
                </a:lnTo>
                <a:cubicBezTo>
                  <a:pt x="28" y="317"/>
                  <a:pt x="25" y="320"/>
                  <a:pt x="23" y="322"/>
                </a:cubicBezTo>
                <a:lnTo>
                  <a:pt x="15" y="329"/>
                </a:lnTo>
                <a:lnTo>
                  <a:pt x="9" y="329"/>
                </a:lnTo>
                <a:lnTo>
                  <a:pt x="6" y="329"/>
                </a:lnTo>
                <a:cubicBezTo>
                  <a:pt x="5" y="329"/>
                  <a:pt x="3" y="328"/>
                  <a:pt x="0" y="325"/>
                </a:cubicBezTo>
                <a:lnTo>
                  <a:pt x="0" y="268"/>
                </a:lnTo>
                <a:lnTo>
                  <a:pt x="0" y="227"/>
                </a:lnTo>
                <a:cubicBezTo>
                  <a:pt x="0" y="217"/>
                  <a:pt x="0" y="211"/>
                  <a:pt x="1" y="209"/>
                </a:cubicBezTo>
                <a:cubicBezTo>
                  <a:pt x="2" y="207"/>
                  <a:pt x="4" y="206"/>
                  <a:pt x="8" y="206"/>
                </a:cubicBezTo>
                <a:lnTo>
                  <a:pt x="15" y="206"/>
                </a:lnTo>
                <a:cubicBezTo>
                  <a:pt x="20" y="206"/>
                  <a:pt x="24" y="207"/>
                  <a:pt x="26" y="208"/>
                </a:cubicBezTo>
                <a:cubicBezTo>
                  <a:pt x="28" y="210"/>
                  <a:pt x="29" y="213"/>
                  <a:pt x="30" y="217"/>
                </a:cubicBezTo>
                <a:cubicBezTo>
                  <a:pt x="30" y="221"/>
                  <a:pt x="32" y="227"/>
                  <a:pt x="35" y="236"/>
                </a:cubicBezTo>
                <a:cubicBezTo>
                  <a:pt x="38" y="245"/>
                  <a:pt x="42" y="255"/>
                  <a:pt x="48" y="266"/>
                </a:cubicBezTo>
                <a:cubicBezTo>
                  <a:pt x="65" y="291"/>
                  <a:pt x="88" y="303"/>
                  <a:pt x="118" y="303"/>
                </a:cubicBezTo>
                <a:cubicBezTo>
                  <a:pt x="164" y="303"/>
                  <a:pt x="187" y="284"/>
                  <a:pt x="187" y="247"/>
                </a:cubicBezTo>
                <a:cubicBezTo>
                  <a:pt x="187" y="233"/>
                  <a:pt x="183" y="222"/>
                  <a:pt x="174" y="213"/>
                </a:cubicBezTo>
                <a:cubicBezTo>
                  <a:pt x="165" y="202"/>
                  <a:pt x="145" y="193"/>
                  <a:pt x="115" y="188"/>
                </a:cubicBezTo>
                <a:cubicBezTo>
                  <a:pt x="85" y="182"/>
                  <a:pt x="65" y="177"/>
                  <a:pt x="55" y="171"/>
                </a:cubicBezTo>
                <a:cubicBezTo>
                  <a:pt x="38" y="163"/>
                  <a:pt x="25" y="152"/>
                  <a:pt x="15" y="138"/>
                </a:cubicBezTo>
                <a:cubicBezTo>
                  <a:pt x="5" y="125"/>
                  <a:pt x="0" y="110"/>
                  <a:pt x="0" y="94"/>
                </a:cubicBezTo>
                <a:cubicBezTo>
                  <a:pt x="0" y="74"/>
                  <a:pt x="4" y="59"/>
                  <a:pt x="12" y="46"/>
                </a:cubicBezTo>
                <a:cubicBezTo>
                  <a:pt x="20" y="33"/>
                  <a:pt x="30" y="24"/>
                  <a:pt x="43" y="17"/>
                </a:cubicBezTo>
                <a:cubicBezTo>
                  <a:pt x="55" y="11"/>
                  <a:pt x="67" y="7"/>
                  <a:pt x="78" y="4"/>
                </a:cubicBezTo>
                <a:cubicBezTo>
                  <a:pt x="90" y="2"/>
                  <a:pt x="100" y="1"/>
                  <a:pt x="110" y="1"/>
                </a:cubicBezTo>
                <a:lnTo>
                  <a:pt x="118" y="1"/>
                </a:lnTo>
                <a:cubicBezTo>
                  <a:pt x="137" y="1"/>
                  <a:pt x="153" y="4"/>
                  <a:pt x="168" y="12"/>
                </a:cubicBezTo>
                <a:lnTo>
                  <a:pt x="178" y="17"/>
                </a:lnTo>
                <a:lnTo>
                  <a:pt x="185" y="12"/>
                </a:lnTo>
                <a:cubicBezTo>
                  <a:pt x="190" y="8"/>
                  <a:pt x="195" y="4"/>
                  <a:pt x="201" y="0"/>
                </a:cubicBezTo>
                <a:lnTo>
                  <a:pt x="207" y="0"/>
                </a:lnTo>
                <a:lnTo>
                  <a:pt x="210" y="0"/>
                </a:lnTo>
                <a:cubicBezTo>
                  <a:pt x="212" y="0"/>
                  <a:pt x="214" y="2"/>
                  <a:pt x="217" y="4"/>
                </a:cubicBezTo>
                <a:lnTo>
                  <a:pt x="217" y="100"/>
                </a:lnTo>
                <a:lnTo>
                  <a:pt x="212" y="104"/>
                </a:lnTo>
                <a:lnTo>
                  <a:pt x="191" y="104"/>
                </a:lnTo>
                <a:cubicBezTo>
                  <a:pt x="188" y="101"/>
                  <a:pt x="187" y="98"/>
                  <a:pt x="187" y="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" name=""/>
          <p:cNvSpPr/>
          <p:nvPr/>
        </p:nvSpPr>
        <p:spPr>
          <a:xfrm>
            <a:off x="822600" y="2984040"/>
            <a:ext cx="133200" cy="117000"/>
          </a:xfrm>
          <a:custGeom>
            <a:avLst/>
            <a:gdLst/>
            <a:ahLst/>
            <a:rect l="0" t="0" r="r" b="b"/>
            <a:pathLst>
              <a:path w="370" h="325">
                <a:moveTo>
                  <a:pt x="256" y="275"/>
                </a:moveTo>
                <a:cubicBezTo>
                  <a:pt x="230" y="308"/>
                  <a:pt x="200" y="325"/>
                  <a:pt x="166" y="325"/>
                </a:cubicBezTo>
                <a:lnTo>
                  <a:pt x="161" y="325"/>
                </a:lnTo>
                <a:cubicBezTo>
                  <a:pt x="100" y="325"/>
                  <a:pt x="66" y="301"/>
                  <a:pt x="57" y="253"/>
                </a:cubicBezTo>
                <a:cubicBezTo>
                  <a:pt x="56" y="249"/>
                  <a:pt x="56" y="217"/>
                  <a:pt x="55" y="155"/>
                </a:cubicBezTo>
                <a:cubicBezTo>
                  <a:pt x="55" y="103"/>
                  <a:pt x="55" y="74"/>
                  <a:pt x="55" y="68"/>
                </a:cubicBezTo>
                <a:cubicBezTo>
                  <a:pt x="55" y="61"/>
                  <a:pt x="53" y="56"/>
                  <a:pt x="50" y="53"/>
                </a:cubicBezTo>
                <a:cubicBezTo>
                  <a:pt x="46" y="45"/>
                  <a:pt x="31" y="41"/>
                  <a:pt x="7" y="41"/>
                </a:cubicBezTo>
                <a:lnTo>
                  <a:pt x="0" y="41"/>
                </a:lnTo>
                <a:lnTo>
                  <a:pt x="0" y="25"/>
                </a:lnTo>
                <a:cubicBezTo>
                  <a:pt x="0" y="14"/>
                  <a:pt x="0" y="8"/>
                  <a:pt x="1" y="8"/>
                </a:cubicBezTo>
                <a:lnTo>
                  <a:pt x="9" y="8"/>
                </a:lnTo>
                <a:cubicBezTo>
                  <a:pt x="14" y="7"/>
                  <a:pt x="21" y="7"/>
                  <a:pt x="30" y="6"/>
                </a:cubicBezTo>
                <a:cubicBezTo>
                  <a:pt x="39" y="6"/>
                  <a:pt x="48" y="5"/>
                  <a:pt x="57" y="5"/>
                </a:cubicBezTo>
                <a:cubicBezTo>
                  <a:pt x="65" y="4"/>
                  <a:pt x="74" y="4"/>
                  <a:pt x="83" y="3"/>
                </a:cubicBezTo>
                <a:cubicBezTo>
                  <a:pt x="93" y="3"/>
                  <a:pt x="100" y="2"/>
                  <a:pt x="105" y="1"/>
                </a:cubicBezTo>
                <a:cubicBezTo>
                  <a:pt x="109" y="0"/>
                  <a:pt x="112" y="0"/>
                  <a:pt x="113" y="0"/>
                </a:cubicBezTo>
                <a:lnTo>
                  <a:pt x="116" y="0"/>
                </a:lnTo>
                <a:lnTo>
                  <a:pt x="116" y="130"/>
                </a:lnTo>
                <a:cubicBezTo>
                  <a:pt x="117" y="218"/>
                  <a:pt x="118" y="264"/>
                  <a:pt x="119" y="271"/>
                </a:cubicBezTo>
                <a:cubicBezTo>
                  <a:pt x="120" y="278"/>
                  <a:pt x="123" y="284"/>
                  <a:pt x="129" y="288"/>
                </a:cubicBezTo>
                <a:cubicBezTo>
                  <a:pt x="138" y="294"/>
                  <a:pt x="152" y="299"/>
                  <a:pt x="171" y="299"/>
                </a:cubicBezTo>
                <a:cubicBezTo>
                  <a:pt x="184" y="299"/>
                  <a:pt x="195" y="296"/>
                  <a:pt x="205" y="291"/>
                </a:cubicBezTo>
                <a:cubicBezTo>
                  <a:pt x="215" y="287"/>
                  <a:pt x="223" y="282"/>
                  <a:pt x="228" y="275"/>
                </a:cubicBezTo>
                <a:cubicBezTo>
                  <a:pt x="233" y="268"/>
                  <a:pt x="238" y="261"/>
                  <a:pt x="242" y="252"/>
                </a:cubicBezTo>
                <a:cubicBezTo>
                  <a:pt x="246" y="243"/>
                  <a:pt x="249" y="236"/>
                  <a:pt x="251" y="231"/>
                </a:cubicBezTo>
                <a:cubicBezTo>
                  <a:pt x="252" y="225"/>
                  <a:pt x="253" y="219"/>
                  <a:pt x="254" y="213"/>
                </a:cubicBezTo>
                <a:cubicBezTo>
                  <a:pt x="254" y="213"/>
                  <a:pt x="254" y="209"/>
                  <a:pt x="254" y="201"/>
                </a:cubicBezTo>
                <a:cubicBezTo>
                  <a:pt x="254" y="194"/>
                  <a:pt x="254" y="184"/>
                  <a:pt x="254" y="173"/>
                </a:cubicBezTo>
                <a:cubicBezTo>
                  <a:pt x="255" y="161"/>
                  <a:pt x="255" y="150"/>
                  <a:pt x="254" y="139"/>
                </a:cubicBezTo>
                <a:lnTo>
                  <a:pt x="254" y="91"/>
                </a:lnTo>
                <a:cubicBezTo>
                  <a:pt x="254" y="69"/>
                  <a:pt x="252" y="56"/>
                  <a:pt x="247" y="50"/>
                </a:cubicBezTo>
                <a:cubicBezTo>
                  <a:pt x="242" y="45"/>
                  <a:pt x="230" y="42"/>
                  <a:pt x="211" y="41"/>
                </a:cubicBezTo>
                <a:lnTo>
                  <a:pt x="199" y="41"/>
                </a:lnTo>
                <a:lnTo>
                  <a:pt x="199" y="8"/>
                </a:lnTo>
                <a:cubicBezTo>
                  <a:pt x="200" y="8"/>
                  <a:pt x="218" y="7"/>
                  <a:pt x="253" y="5"/>
                </a:cubicBezTo>
                <a:cubicBezTo>
                  <a:pt x="288" y="2"/>
                  <a:pt x="307" y="1"/>
                  <a:pt x="309" y="0"/>
                </a:cubicBezTo>
                <a:lnTo>
                  <a:pt x="314" y="0"/>
                </a:lnTo>
                <a:lnTo>
                  <a:pt x="314" y="128"/>
                </a:lnTo>
                <a:cubicBezTo>
                  <a:pt x="314" y="213"/>
                  <a:pt x="315" y="257"/>
                  <a:pt x="315" y="258"/>
                </a:cubicBezTo>
                <a:cubicBezTo>
                  <a:pt x="317" y="268"/>
                  <a:pt x="320" y="274"/>
                  <a:pt x="325" y="277"/>
                </a:cubicBezTo>
                <a:cubicBezTo>
                  <a:pt x="330" y="280"/>
                  <a:pt x="341" y="282"/>
                  <a:pt x="357" y="284"/>
                </a:cubicBezTo>
                <a:lnTo>
                  <a:pt x="370" y="284"/>
                </a:lnTo>
                <a:lnTo>
                  <a:pt x="370" y="317"/>
                </a:lnTo>
                <a:cubicBezTo>
                  <a:pt x="369" y="317"/>
                  <a:pt x="351" y="319"/>
                  <a:pt x="317" y="321"/>
                </a:cubicBezTo>
                <a:cubicBezTo>
                  <a:pt x="282" y="323"/>
                  <a:pt x="263" y="325"/>
                  <a:pt x="261" y="325"/>
                </a:cubicBezTo>
                <a:lnTo>
                  <a:pt x="256" y="325"/>
                </a:lnTo>
                <a:lnTo>
                  <a:pt x="256" y="2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" name=""/>
          <p:cNvSpPr/>
          <p:nvPr/>
        </p:nvSpPr>
        <p:spPr>
          <a:xfrm>
            <a:off x="964080" y="2984040"/>
            <a:ext cx="129600" cy="164160"/>
          </a:xfrm>
          <a:custGeom>
            <a:avLst/>
            <a:gdLst/>
            <a:ahLst/>
            <a:rect l="0" t="0" r="r" b="b"/>
            <a:pathLst>
              <a:path w="360" h="456">
                <a:moveTo>
                  <a:pt x="13" y="423"/>
                </a:moveTo>
                <a:lnTo>
                  <a:pt x="23" y="423"/>
                </a:lnTo>
                <a:cubicBezTo>
                  <a:pt x="41" y="423"/>
                  <a:pt x="53" y="420"/>
                  <a:pt x="56" y="413"/>
                </a:cubicBezTo>
                <a:lnTo>
                  <a:pt x="56" y="407"/>
                </a:lnTo>
                <a:cubicBezTo>
                  <a:pt x="56" y="404"/>
                  <a:pt x="56" y="400"/>
                  <a:pt x="56" y="394"/>
                </a:cubicBezTo>
                <a:cubicBezTo>
                  <a:pt x="56" y="388"/>
                  <a:pt x="56" y="381"/>
                  <a:pt x="56" y="372"/>
                </a:cubicBezTo>
                <a:cubicBezTo>
                  <a:pt x="56" y="364"/>
                  <a:pt x="57" y="355"/>
                  <a:pt x="57" y="345"/>
                </a:cubicBezTo>
                <a:cubicBezTo>
                  <a:pt x="58" y="335"/>
                  <a:pt x="58" y="324"/>
                  <a:pt x="57" y="313"/>
                </a:cubicBezTo>
                <a:cubicBezTo>
                  <a:pt x="57" y="302"/>
                  <a:pt x="57" y="290"/>
                  <a:pt x="57" y="278"/>
                </a:cubicBezTo>
                <a:cubicBezTo>
                  <a:pt x="58" y="266"/>
                  <a:pt x="58" y="254"/>
                  <a:pt x="57" y="242"/>
                </a:cubicBezTo>
                <a:cubicBezTo>
                  <a:pt x="57" y="225"/>
                  <a:pt x="57" y="208"/>
                  <a:pt x="57" y="191"/>
                </a:cubicBezTo>
                <a:cubicBezTo>
                  <a:pt x="57" y="173"/>
                  <a:pt x="57" y="158"/>
                  <a:pt x="57" y="144"/>
                </a:cubicBezTo>
                <a:cubicBezTo>
                  <a:pt x="57" y="130"/>
                  <a:pt x="57" y="117"/>
                  <a:pt x="57" y="105"/>
                </a:cubicBezTo>
                <a:cubicBezTo>
                  <a:pt x="57" y="93"/>
                  <a:pt x="57" y="84"/>
                  <a:pt x="56" y="77"/>
                </a:cubicBezTo>
                <a:cubicBezTo>
                  <a:pt x="56" y="70"/>
                  <a:pt x="56" y="66"/>
                  <a:pt x="56" y="65"/>
                </a:cubicBezTo>
                <a:cubicBezTo>
                  <a:pt x="55" y="56"/>
                  <a:pt x="52" y="50"/>
                  <a:pt x="46" y="48"/>
                </a:cubicBezTo>
                <a:cubicBezTo>
                  <a:pt x="41" y="45"/>
                  <a:pt x="30" y="43"/>
                  <a:pt x="14" y="41"/>
                </a:cubicBezTo>
                <a:lnTo>
                  <a:pt x="0" y="41"/>
                </a:lnTo>
                <a:lnTo>
                  <a:pt x="0" y="25"/>
                </a:lnTo>
                <a:cubicBezTo>
                  <a:pt x="0" y="14"/>
                  <a:pt x="1" y="8"/>
                  <a:pt x="2" y="8"/>
                </a:cubicBezTo>
                <a:lnTo>
                  <a:pt x="10" y="8"/>
                </a:lnTo>
                <a:cubicBezTo>
                  <a:pt x="15" y="7"/>
                  <a:pt x="22" y="7"/>
                  <a:pt x="31" y="6"/>
                </a:cubicBezTo>
                <a:cubicBezTo>
                  <a:pt x="40" y="6"/>
                  <a:pt x="49" y="5"/>
                  <a:pt x="57" y="5"/>
                </a:cubicBezTo>
                <a:cubicBezTo>
                  <a:pt x="65" y="4"/>
                  <a:pt x="74" y="4"/>
                  <a:pt x="84" y="3"/>
                </a:cubicBezTo>
                <a:cubicBezTo>
                  <a:pt x="93" y="3"/>
                  <a:pt x="100" y="2"/>
                  <a:pt x="105" y="1"/>
                </a:cubicBezTo>
                <a:cubicBezTo>
                  <a:pt x="110" y="0"/>
                  <a:pt x="112" y="0"/>
                  <a:pt x="113" y="0"/>
                </a:cubicBezTo>
                <a:lnTo>
                  <a:pt x="115" y="0"/>
                </a:lnTo>
                <a:lnTo>
                  <a:pt x="115" y="19"/>
                </a:lnTo>
                <a:lnTo>
                  <a:pt x="116" y="38"/>
                </a:lnTo>
                <a:lnTo>
                  <a:pt x="121" y="33"/>
                </a:lnTo>
                <a:cubicBezTo>
                  <a:pt x="150" y="12"/>
                  <a:pt x="182" y="1"/>
                  <a:pt x="220" y="1"/>
                </a:cubicBezTo>
                <a:cubicBezTo>
                  <a:pt x="259" y="1"/>
                  <a:pt x="292" y="16"/>
                  <a:pt x="319" y="47"/>
                </a:cubicBezTo>
                <a:cubicBezTo>
                  <a:pt x="346" y="77"/>
                  <a:pt x="360" y="117"/>
                  <a:pt x="360" y="163"/>
                </a:cubicBezTo>
                <a:cubicBezTo>
                  <a:pt x="360" y="211"/>
                  <a:pt x="345" y="250"/>
                  <a:pt x="314" y="280"/>
                </a:cubicBezTo>
                <a:cubicBezTo>
                  <a:pt x="283" y="310"/>
                  <a:pt x="248" y="325"/>
                  <a:pt x="209" y="325"/>
                </a:cubicBezTo>
                <a:cubicBezTo>
                  <a:pt x="176" y="325"/>
                  <a:pt x="148" y="315"/>
                  <a:pt x="123" y="294"/>
                </a:cubicBezTo>
                <a:lnTo>
                  <a:pt x="117" y="289"/>
                </a:lnTo>
                <a:lnTo>
                  <a:pt x="117" y="350"/>
                </a:lnTo>
                <a:lnTo>
                  <a:pt x="117" y="390"/>
                </a:lnTo>
                <a:cubicBezTo>
                  <a:pt x="117" y="402"/>
                  <a:pt x="118" y="410"/>
                  <a:pt x="119" y="413"/>
                </a:cubicBezTo>
                <a:cubicBezTo>
                  <a:pt x="120" y="416"/>
                  <a:pt x="122" y="419"/>
                  <a:pt x="127" y="421"/>
                </a:cubicBezTo>
                <a:cubicBezTo>
                  <a:pt x="137" y="422"/>
                  <a:pt x="148" y="423"/>
                  <a:pt x="162" y="423"/>
                </a:cubicBezTo>
                <a:lnTo>
                  <a:pt x="173" y="423"/>
                </a:lnTo>
                <a:lnTo>
                  <a:pt x="173" y="456"/>
                </a:lnTo>
                <a:lnTo>
                  <a:pt x="167" y="456"/>
                </a:lnTo>
                <a:lnTo>
                  <a:pt x="150" y="455"/>
                </a:lnTo>
                <a:cubicBezTo>
                  <a:pt x="139" y="455"/>
                  <a:pt x="127" y="455"/>
                  <a:pt x="114" y="455"/>
                </a:cubicBezTo>
                <a:cubicBezTo>
                  <a:pt x="101" y="455"/>
                  <a:pt x="92" y="454"/>
                  <a:pt x="87" y="454"/>
                </a:cubicBezTo>
                <a:cubicBezTo>
                  <a:pt x="38" y="454"/>
                  <a:pt x="11" y="455"/>
                  <a:pt x="6" y="456"/>
                </a:cubicBezTo>
                <a:lnTo>
                  <a:pt x="0" y="456"/>
                </a:lnTo>
                <a:lnTo>
                  <a:pt x="0" y="423"/>
                </a:lnTo>
                <a:lnTo>
                  <a:pt x="13" y="423"/>
                </a:lnTo>
                <a:moveTo>
                  <a:pt x="290" y="162"/>
                </a:moveTo>
                <a:cubicBezTo>
                  <a:pt x="290" y="126"/>
                  <a:pt x="282" y="95"/>
                  <a:pt x="266" y="68"/>
                </a:cubicBezTo>
                <a:cubicBezTo>
                  <a:pt x="250" y="42"/>
                  <a:pt x="229" y="29"/>
                  <a:pt x="205" y="29"/>
                </a:cubicBezTo>
                <a:cubicBezTo>
                  <a:pt x="171" y="29"/>
                  <a:pt x="142" y="45"/>
                  <a:pt x="117" y="75"/>
                </a:cubicBezTo>
                <a:lnTo>
                  <a:pt x="117" y="247"/>
                </a:lnTo>
                <a:cubicBezTo>
                  <a:pt x="136" y="282"/>
                  <a:pt x="163" y="299"/>
                  <a:pt x="197" y="299"/>
                </a:cubicBezTo>
                <a:cubicBezTo>
                  <a:pt x="222" y="299"/>
                  <a:pt x="243" y="286"/>
                  <a:pt x="262" y="260"/>
                </a:cubicBezTo>
                <a:cubicBezTo>
                  <a:pt x="280" y="234"/>
                  <a:pt x="290" y="202"/>
                  <a:pt x="290" y="16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" name=""/>
          <p:cNvSpPr/>
          <p:nvPr/>
        </p:nvSpPr>
        <p:spPr>
          <a:xfrm>
            <a:off x="1117080" y="3076560"/>
            <a:ext cx="88920" cy="82800"/>
          </a:xfrm>
          <a:custGeom>
            <a:avLst/>
            <a:gdLst/>
            <a:ahLst/>
            <a:rect l="0" t="0" r="r" b="b"/>
            <a:pathLst>
              <a:path w="247" h="230">
                <a:moveTo>
                  <a:pt x="8" y="78"/>
                </a:moveTo>
                <a:cubicBezTo>
                  <a:pt x="11" y="64"/>
                  <a:pt x="20" y="48"/>
                  <a:pt x="36" y="29"/>
                </a:cubicBezTo>
                <a:cubicBezTo>
                  <a:pt x="52" y="11"/>
                  <a:pt x="71" y="0"/>
                  <a:pt x="94" y="0"/>
                </a:cubicBezTo>
                <a:cubicBezTo>
                  <a:pt x="106" y="0"/>
                  <a:pt x="117" y="3"/>
                  <a:pt x="127" y="10"/>
                </a:cubicBezTo>
                <a:cubicBezTo>
                  <a:pt x="136" y="16"/>
                  <a:pt x="144" y="24"/>
                  <a:pt x="148" y="33"/>
                </a:cubicBezTo>
                <a:cubicBezTo>
                  <a:pt x="163" y="12"/>
                  <a:pt x="180" y="0"/>
                  <a:pt x="199" y="0"/>
                </a:cubicBezTo>
                <a:cubicBezTo>
                  <a:pt x="212" y="0"/>
                  <a:pt x="224" y="5"/>
                  <a:pt x="233" y="12"/>
                </a:cubicBezTo>
                <a:cubicBezTo>
                  <a:pt x="242" y="20"/>
                  <a:pt x="247" y="29"/>
                  <a:pt x="247" y="42"/>
                </a:cubicBezTo>
                <a:cubicBezTo>
                  <a:pt x="247" y="52"/>
                  <a:pt x="245" y="60"/>
                  <a:pt x="240" y="66"/>
                </a:cubicBezTo>
                <a:cubicBezTo>
                  <a:pt x="235" y="72"/>
                  <a:pt x="231" y="75"/>
                  <a:pt x="226" y="77"/>
                </a:cubicBezTo>
                <a:cubicBezTo>
                  <a:pt x="222" y="78"/>
                  <a:pt x="217" y="79"/>
                  <a:pt x="214" y="79"/>
                </a:cubicBezTo>
                <a:cubicBezTo>
                  <a:pt x="207" y="79"/>
                  <a:pt x="202" y="77"/>
                  <a:pt x="198" y="73"/>
                </a:cubicBezTo>
                <a:cubicBezTo>
                  <a:pt x="194" y="70"/>
                  <a:pt x="192" y="65"/>
                  <a:pt x="192" y="59"/>
                </a:cubicBezTo>
                <a:cubicBezTo>
                  <a:pt x="192" y="43"/>
                  <a:pt x="200" y="32"/>
                  <a:pt x="217" y="27"/>
                </a:cubicBezTo>
                <a:cubicBezTo>
                  <a:pt x="213" y="22"/>
                  <a:pt x="207" y="20"/>
                  <a:pt x="197" y="20"/>
                </a:cubicBezTo>
                <a:cubicBezTo>
                  <a:pt x="193" y="20"/>
                  <a:pt x="189" y="21"/>
                  <a:pt x="187" y="21"/>
                </a:cubicBezTo>
                <a:cubicBezTo>
                  <a:pt x="175" y="27"/>
                  <a:pt x="165" y="38"/>
                  <a:pt x="159" y="55"/>
                </a:cubicBezTo>
                <a:cubicBezTo>
                  <a:pt x="139" y="129"/>
                  <a:pt x="129" y="172"/>
                  <a:pt x="129" y="185"/>
                </a:cubicBezTo>
                <a:cubicBezTo>
                  <a:pt x="129" y="194"/>
                  <a:pt x="131" y="201"/>
                  <a:pt x="137" y="205"/>
                </a:cubicBezTo>
                <a:cubicBezTo>
                  <a:pt x="142" y="209"/>
                  <a:pt x="148" y="211"/>
                  <a:pt x="154" y="211"/>
                </a:cubicBezTo>
                <a:cubicBezTo>
                  <a:pt x="167" y="211"/>
                  <a:pt x="179" y="206"/>
                  <a:pt x="191" y="195"/>
                </a:cubicBezTo>
                <a:cubicBezTo>
                  <a:pt x="203" y="183"/>
                  <a:pt x="212" y="170"/>
                  <a:pt x="216" y="154"/>
                </a:cubicBezTo>
                <a:cubicBezTo>
                  <a:pt x="217" y="150"/>
                  <a:pt x="219" y="148"/>
                  <a:pt x="220" y="148"/>
                </a:cubicBezTo>
                <a:cubicBezTo>
                  <a:pt x="221" y="148"/>
                  <a:pt x="224" y="147"/>
                  <a:pt x="228" y="147"/>
                </a:cubicBezTo>
                <a:lnTo>
                  <a:pt x="230" y="147"/>
                </a:lnTo>
                <a:cubicBezTo>
                  <a:pt x="235" y="147"/>
                  <a:pt x="238" y="148"/>
                  <a:pt x="238" y="151"/>
                </a:cubicBezTo>
                <a:cubicBezTo>
                  <a:pt x="238" y="151"/>
                  <a:pt x="237" y="153"/>
                  <a:pt x="237" y="157"/>
                </a:cubicBezTo>
                <a:cubicBezTo>
                  <a:pt x="231" y="176"/>
                  <a:pt x="221" y="193"/>
                  <a:pt x="204" y="208"/>
                </a:cubicBezTo>
                <a:cubicBezTo>
                  <a:pt x="189" y="223"/>
                  <a:pt x="171" y="230"/>
                  <a:pt x="150" y="230"/>
                </a:cubicBezTo>
                <a:cubicBezTo>
                  <a:pt x="127" y="230"/>
                  <a:pt x="109" y="219"/>
                  <a:pt x="97" y="198"/>
                </a:cubicBezTo>
                <a:cubicBezTo>
                  <a:pt x="83" y="219"/>
                  <a:pt x="67" y="229"/>
                  <a:pt x="49" y="229"/>
                </a:cubicBezTo>
                <a:lnTo>
                  <a:pt x="46" y="229"/>
                </a:lnTo>
                <a:cubicBezTo>
                  <a:pt x="30" y="229"/>
                  <a:pt x="18" y="225"/>
                  <a:pt x="11" y="216"/>
                </a:cubicBezTo>
                <a:cubicBezTo>
                  <a:pt x="4" y="208"/>
                  <a:pt x="0" y="198"/>
                  <a:pt x="0" y="188"/>
                </a:cubicBezTo>
                <a:cubicBezTo>
                  <a:pt x="0" y="178"/>
                  <a:pt x="3" y="169"/>
                  <a:pt x="9" y="162"/>
                </a:cubicBezTo>
                <a:cubicBezTo>
                  <a:pt x="16" y="155"/>
                  <a:pt x="23" y="152"/>
                  <a:pt x="32" y="152"/>
                </a:cubicBezTo>
                <a:cubicBezTo>
                  <a:pt x="47" y="152"/>
                  <a:pt x="54" y="159"/>
                  <a:pt x="54" y="173"/>
                </a:cubicBezTo>
                <a:cubicBezTo>
                  <a:pt x="54" y="180"/>
                  <a:pt x="52" y="186"/>
                  <a:pt x="48" y="191"/>
                </a:cubicBezTo>
                <a:cubicBezTo>
                  <a:pt x="44" y="196"/>
                  <a:pt x="40" y="199"/>
                  <a:pt x="36" y="201"/>
                </a:cubicBezTo>
                <a:cubicBezTo>
                  <a:pt x="32" y="203"/>
                  <a:pt x="30" y="204"/>
                  <a:pt x="30" y="204"/>
                </a:cubicBezTo>
                <a:lnTo>
                  <a:pt x="28" y="204"/>
                </a:lnTo>
                <a:cubicBezTo>
                  <a:pt x="28" y="204"/>
                  <a:pt x="29" y="205"/>
                  <a:pt x="31" y="206"/>
                </a:cubicBezTo>
                <a:cubicBezTo>
                  <a:pt x="33" y="207"/>
                  <a:pt x="36" y="208"/>
                  <a:pt x="39" y="210"/>
                </a:cubicBezTo>
                <a:cubicBezTo>
                  <a:pt x="43" y="211"/>
                  <a:pt x="46" y="212"/>
                  <a:pt x="49" y="211"/>
                </a:cubicBezTo>
                <a:cubicBezTo>
                  <a:pt x="61" y="211"/>
                  <a:pt x="71" y="204"/>
                  <a:pt x="80" y="188"/>
                </a:cubicBezTo>
                <a:cubicBezTo>
                  <a:pt x="83" y="183"/>
                  <a:pt x="87" y="172"/>
                  <a:pt x="92" y="154"/>
                </a:cubicBezTo>
                <a:cubicBezTo>
                  <a:pt x="97" y="137"/>
                  <a:pt x="101" y="118"/>
                  <a:pt x="106" y="100"/>
                </a:cubicBezTo>
                <a:cubicBezTo>
                  <a:pt x="111" y="81"/>
                  <a:pt x="113" y="70"/>
                  <a:pt x="114" y="66"/>
                </a:cubicBezTo>
                <a:cubicBezTo>
                  <a:pt x="116" y="57"/>
                  <a:pt x="117" y="51"/>
                  <a:pt x="117" y="46"/>
                </a:cubicBezTo>
                <a:cubicBezTo>
                  <a:pt x="117" y="37"/>
                  <a:pt x="114" y="30"/>
                  <a:pt x="109" y="26"/>
                </a:cubicBezTo>
                <a:cubicBezTo>
                  <a:pt x="104" y="22"/>
                  <a:pt x="98" y="20"/>
                  <a:pt x="92" y="20"/>
                </a:cubicBezTo>
                <a:cubicBezTo>
                  <a:pt x="78" y="20"/>
                  <a:pt x="66" y="26"/>
                  <a:pt x="54" y="36"/>
                </a:cubicBezTo>
                <a:cubicBezTo>
                  <a:pt x="42" y="47"/>
                  <a:pt x="34" y="61"/>
                  <a:pt x="29" y="78"/>
                </a:cubicBezTo>
                <a:cubicBezTo>
                  <a:pt x="28" y="81"/>
                  <a:pt x="28" y="83"/>
                  <a:pt x="27" y="83"/>
                </a:cubicBezTo>
                <a:cubicBezTo>
                  <a:pt x="26" y="83"/>
                  <a:pt x="23" y="84"/>
                  <a:pt x="19" y="84"/>
                </a:cubicBezTo>
                <a:lnTo>
                  <a:pt x="11" y="84"/>
                </a:lnTo>
                <a:cubicBezTo>
                  <a:pt x="9" y="82"/>
                  <a:pt x="8" y="80"/>
                  <a:pt x="8" y="7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" name=""/>
          <p:cNvSpPr/>
          <p:nvPr/>
        </p:nvSpPr>
        <p:spPr>
          <a:xfrm>
            <a:off x="1301040" y="2905200"/>
            <a:ext cx="10800" cy="257400"/>
          </a:xfrm>
          <a:custGeom>
            <a:avLst/>
            <a:gdLst/>
            <a:ahLst/>
            <a:rect l="0" t="0" r="r" b="b"/>
            <a:pathLst>
              <a:path w="30" h="715">
                <a:moveTo>
                  <a:pt x="15" y="715"/>
                </a:moveTo>
                <a:lnTo>
                  <a:pt x="14" y="715"/>
                </a:lnTo>
                <a:cubicBezTo>
                  <a:pt x="7" y="715"/>
                  <a:pt x="3" y="711"/>
                  <a:pt x="0" y="705"/>
                </a:cubicBezTo>
                <a:lnTo>
                  <a:pt x="0" y="357"/>
                </a:lnTo>
                <a:lnTo>
                  <a:pt x="1" y="9"/>
                </a:lnTo>
                <a:cubicBezTo>
                  <a:pt x="6" y="3"/>
                  <a:pt x="10" y="0"/>
                  <a:pt x="15" y="0"/>
                </a:cubicBezTo>
                <a:cubicBezTo>
                  <a:pt x="22" y="0"/>
                  <a:pt x="26" y="3"/>
                  <a:pt x="30" y="10"/>
                </a:cubicBezTo>
                <a:lnTo>
                  <a:pt x="30" y="705"/>
                </a:lnTo>
                <a:cubicBezTo>
                  <a:pt x="26" y="711"/>
                  <a:pt x="22" y="715"/>
                  <a:pt x="17" y="715"/>
                </a:cubicBezTo>
                <a:lnTo>
                  <a:pt x="15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" name=""/>
          <p:cNvSpPr/>
          <p:nvPr/>
        </p:nvSpPr>
        <p:spPr>
          <a:xfrm>
            <a:off x="1350000" y="292284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7"/>
                </a:moveTo>
                <a:cubicBezTo>
                  <a:pt x="4" y="487"/>
                  <a:pt x="0" y="484"/>
                  <a:pt x="0" y="480"/>
                </a:cubicBezTo>
                <a:cubicBezTo>
                  <a:pt x="0" y="479"/>
                  <a:pt x="1" y="475"/>
                  <a:pt x="2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5" y="455"/>
                  <a:pt x="24" y="455"/>
                </a:cubicBezTo>
                <a:cubicBezTo>
                  <a:pt x="37" y="455"/>
                  <a:pt x="51" y="454"/>
                  <a:pt x="67" y="452"/>
                </a:cubicBezTo>
                <a:cubicBezTo>
                  <a:pt x="74" y="451"/>
                  <a:pt x="78" y="448"/>
                  <a:pt x="81" y="444"/>
                </a:cubicBezTo>
                <a:cubicBezTo>
                  <a:pt x="82" y="441"/>
                  <a:pt x="100" y="373"/>
                  <a:pt x="132" y="242"/>
                </a:cubicBezTo>
                <a:cubicBezTo>
                  <a:pt x="165" y="110"/>
                  <a:pt x="182" y="44"/>
                  <a:pt x="183" y="42"/>
                </a:cubicBezTo>
                <a:cubicBezTo>
                  <a:pt x="183" y="38"/>
                  <a:pt x="182" y="37"/>
                  <a:pt x="180" y="37"/>
                </a:cubicBezTo>
                <a:cubicBezTo>
                  <a:pt x="176" y="35"/>
                  <a:pt x="163" y="34"/>
                  <a:pt x="142" y="33"/>
                </a:cubicBezTo>
                <a:lnTo>
                  <a:pt x="120" y="33"/>
                </a:lnTo>
                <a:cubicBezTo>
                  <a:pt x="117" y="30"/>
                  <a:pt x="115" y="28"/>
                  <a:pt x="115" y="27"/>
                </a:cubicBezTo>
                <a:cubicBezTo>
                  <a:pt x="115" y="27"/>
                  <a:pt x="116" y="22"/>
                  <a:pt x="117" y="15"/>
                </a:cubicBezTo>
                <a:cubicBezTo>
                  <a:pt x="119" y="7"/>
                  <a:pt x="121" y="2"/>
                  <a:pt x="124" y="0"/>
                </a:cubicBezTo>
                <a:lnTo>
                  <a:pt x="509" y="0"/>
                </a:lnTo>
                <a:cubicBezTo>
                  <a:pt x="513" y="2"/>
                  <a:pt x="514" y="5"/>
                  <a:pt x="514" y="8"/>
                </a:cubicBezTo>
                <a:cubicBezTo>
                  <a:pt x="514" y="11"/>
                  <a:pt x="511" y="37"/>
                  <a:pt x="505" y="88"/>
                </a:cubicBezTo>
                <a:cubicBezTo>
                  <a:pt x="499" y="139"/>
                  <a:pt x="495" y="165"/>
                  <a:pt x="495" y="167"/>
                </a:cubicBezTo>
                <a:cubicBezTo>
                  <a:pt x="494" y="170"/>
                  <a:pt x="489" y="172"/>
                  <a:pt x="481" y="172"/>
                </a:cubicBezTo>
                <a:lnTo>
                  <a:pt x="472" y="172"/>
                </a:lnTo>
                <a:cubicBezTo>
                  <a:pt x="469" y="169"/>
                  <a:pt x="467" y="166"/>
                  <a:pt x="467" y="163"/>
                </a:cubicBezTo>
                <a:cubicBezTo>
                  <a:pt x="467" y="162"/>
                  <a:pt x="468" y="156"/>
                  <a:pt x="469" y="145"/>
                </a:cubicBezTo>
                <a:cubicBezTo>
                  <a:pt x="471" y="134"/>
                  <a:pt x="471" y="122"/>
                  <a:pt x="471" y="108"/>
                </a:cubicBezTo>
                <a:cubicBezTo>
                  <a:pt x="471" y="93"/>
                  <a:pt x="470" y="82"/>
                  <a:pt x="466" y="73"/>
                </a:cubicBezTo>
                <a:cubicBezTo>
                  <a:pt x="463" y="63"/>
                  <a:pt x="458" y="56"/>
                  <a:pt x="453" y="50"/>
                </a:cubicBezTo>
                <a:cubicBezTo>
                  <a:pt x="447" y="45"/>
                  <a:pt x="438" y="41"/>
                  <a:pt x="426" y="39"/>
                </a:cubicBezTo>
                <a:cubicBezTo>
                  <a:pt x="414" y="37"/>
                  <a:pt x="402" y="35"/>
                  <a:pt x="390" y="34"/>
                </a:cubicBezTo>
                <a:cubicBezTo>
                  <a:pt x="377" y="32"/>
                  <a:pt x="360" y="32"/>
                  <a:pt x="338" y="33"/>
                </a:cubicBezTo>
                <a:lnTo>
                  <a:pt x="322" y="33"/>
                </a:lnTo>
                <a:cubicBezTo>
                  <a:pt x="283" y="34"/>
                  <a:pt x="262" y="34"/>
                  <a:pt x="260" y="35"/>
                </a:cubicBezTo>
                <a:cubicBezTo>
                  <a:pt x="257" y="36"/>
                  <a:pt x="256" y="38"/>
                  <a:pt x="255" y="41"/>
                </a:cubicBezTo>
                <a:cubicBezTo>
                  <a:pt x="254" y="42"/>
                  <a:pt x="246" y="73"/>
                  <a:pt x="230" y="135"/>
                </a:cubicBezTo>
                <a:lnTo>
                  <a:pt x="208" y="227"/>
                </a:lnTo>
                <a:lnTo>
                  <a:pt x="247" y="227"/>
                </a:lnTo>
                <a:cubicBezTo>
                  <a:pt x="248" y="227"/>
                  <a:pt x="254" y="227"/>
                  <a:pt x="263" y="227"/>
                </a:cubicBezTo>
                <a:cubicBezTo>
                  <a:pt x="273" y="227"/>
                  <a:pt x="279" y="227"/>
                  <a:pt x="283" y="226"/>
                </a:cubicBezTo>
                <a:cubicBezTo>
                  <a:pt x="287" y="226"/>
                  <a:pt x="292" y="225"/>
                  <a:pt x="299" y="224"/>
                </a:cubicBezTo>
                <a:cubicBezTo>
                  <a:pt x="306" y="223"/>
                  <a:pt x="311" y="221"/>
                  <a:pt x="316" y="219"/>
                </a:cubicBezTo>
                <a:cubicBezTo>
                  <a:pt x="321" y="217"/>
                  <a:pt x="325" y="214"/>
                  <a:pt x="328" y="210"/>
                </a:cubicBezTo>
                <a:cubicBezTo>
                  <a:pt x="335" y="205"/>
                  <a:pt x="340" y="197"/>
                  <a:pt x="344" y="187"/>
                </a:cubicBezTo>
                <a:cubicBezTo>
                  <a:pt x="348" y="177"/>
                  <a:pt x="351" y="168"/>
                  <a:pt x="353" y="160"/>
                </a:cubicBezTo>
                <a:cubicBezTo>
                  <a:pt x="355" y="152"/>
                  <a:pt x="356" y="147"/>
                  <a:pt x="357" y="147"/>
                </a:cubicBezTo>
                <a:cubicBezTo>
                  <a:pt x="358" y="144"/>
                  <a:pt x="363" y="143"/>
                  <a:pt x="370" y="143"/>
                </a:cubicBezTo>
                <a:lnTo>
                  <a:pt x="379" y="143"/>
                </a:lnTo>
                <a:cubicBezTo>
                  <a:pt x="382" y="146"/>
                  <a:pt x="384" y="148"/>
                  <a:pt x="384" y="150"/>
                </a:cubicBezTo>
                <a:cubicBezTo>
                  <a:pt x="384" y="152"/>
                  <a:pt x="377" y="183"/>
                  <a:pt x="362" y="244"/>
                </a:cubicBezTo>
                <a:cubicBezTo>
                  <a:pt x="347" y="305"/>
                  <a:pt x="339" y="337"/>
                  <a:pt x="338" y="338"/>
                </a:cubicBezTo>
                <a:cubicBezTo>
                  <a:pt x="337" y="342"/>
                  <a:pt x="332" y="343"/>
                  <a:pt x="323" y="343"/>
                </a:cubicBezTo>
                <a:lnTo>
                  <a:pt x="315" y="343"/>
                </a:lnTo>
                <a:cubicBezTo>
                  <a:pt x="311" y="341"/>
                  <a:pt x="310" y="338"/>
                  <a:pt x="310" y="335"/>
                </a:cubicBezTo>
                <a:cubicBezTo>
                  <a:pt x="310" y="333"/>
                  <a:pt x="311" y="328"/>
                  <a:pt x="313" y="319"/>
                </a:cubicBezTo>
                <a:cubicBezTo>
                  <a:pt x="316" y="310"/>
                  <a:pt x="317" y="301"/>
                  <a:pt x="317" y="291"/>
                </a:cubicBezTo>
                <a:cubicBezTo>
                  <a:pt x="317" y="277"/>
                  <a:pt x="312" y="268"/>
                  <a:pt x="303" y="265"/>
                </a:cubicBezTo>
                <a:cubicBezTo>
                  <a:pt x="293" y="261"/>
                  <a:pt x="272" y="260"/>
                  <a:pt x="239" y="260"/>
                </a:cubicBezTo>
                <a:lnTo>
                  <a:pt x="200" y="260"/>
                </a:lnTo>
                <a:lnTo>
                  <a:pt x="177" y="351"/>
                </a:lnTo>
                <a:cubicBezTo>
                  <a:pt x="162" y="411"/>
                  <a:pt x="154" y="442"/>
                  <a:pt x="154" y="444"/>
                </a:cubicBezTo>
                <a:cubicBezTo>
                  <a:pt x="154" y="451"/>
                  <a:pt x="175" y="455"/>
                  <a:pt x="218" y="455"/>
                </a:cubicBezTo>
                <a:lnTo>
                  <a:pt x="235" y="455"/>
                </a:lnTo>
                <a:cubicBezTo>
                  <a:pt x="238" y="457"/>
                  <a:pt x="240" y="459"/>
                  <a:pt x="240" y="460"/>
                </a:cubicBezTo>
                <a:cubicBezTo>
                  <a:pt x="240" y="460"/>
                  <a:pt x="239" y="465"/>
                  <a:pt x="238" y="474"/>
                </a:cubicBezTo>
                <a:cubicBezTo>
                  <a:pt x="236" y="480"/>
                  <a:pt x="234" y="485"/>
                  <a:pt x="231" y="487"/>
                </a:cubicBezTo>
                <a:lnTo>
                  <a:pt x="219" y="487"/>
                </a:lnTo>
                <a:cubicBezTo>
                  <a:pt x="199" y="486"/>
                  <a:pt x="163" y="486"/>
                  <a:pt x="111" y="486"/>
                </a:cubicBezTo>
                <a:cubicBezTo>
                  <a:pt x="79" y="486"/>
                  <a:pt x="55" y="486"/>
                  <a:pt x="39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" name=""/>
          <p:cNvSpPr/>
          <p:nvPr/>
        </p:nvSpPr>
        <p:spPr>
          <a:xfrm>
            <a:off x="1531080" y="301536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6" y="45"/>
                </a:moveTo>
                <a:lnTo>
                  <a:pt x="59" y="47"/>
                </a:lnTo>
                <a:cubicBezTo>
                  <a:pt x="54" y="49"/>
                  <a:pt x="48" y="50"/>
                  <a:pt x="39" y="52"/>
                </a:cubicBezTo>
                <a:cubicBezTo>
                  <a:pt x="30" y="54"/>
                  <a:pt x="20" y="55"/>
                  <a:pt x="10" y="56"/>
                </a:cubicBezTo>
                <a:lnTo>
                  <a:pt x="0" y="56"/>
                </a:lnTo>
                <a:lnTo>
                  <a:pt x="0" y="32"/>
                </a:lnTo>
                <a:lnTo>
                  <a:pt x="10" y="32"/>
                </a:lnTo>
                <a:cubicBezTo>
                  <a:pt x="25" y="32"/>
                  <a:pt x="40" y="29"/>
                  <a:pt x="54" y="25"/>
                </a:cubicBezTo>
                <a:cubicBezTo>
                  <a:pt x="67" y="20"/>
                  <a:pt x="76" y="16"/>
                  <a:pt x="82" y="13"/>
                </a:cubicBezTo>
                <a:cubicBezTo>
                  <a:pt x="87" y="9"/>
                  <a:pt x="92" y="5"/>
                  <a:pt x="96" y="2"/>
                </a:cubicBezTo>
                <a:cubicBezTo>
                  <a:pt x="97" y="1"/>
                  <a:pt x="99" y="0"/>
                  <a:pt x="102" y="0"/>
                </a:cubicBezTo>
                <a:cubicBezTo>
                  <a:pt x="105" y="0"/>
                  <a:pt x="108" y="1"/>
                  <a:pt x="111" y="3"/>
                </a:cubicBezTo>
                <a:lnTo>
                  <a:pt x="111" y="154"/>
                </a:lnTo>
                <a:lnTo>
                  <a:pt x="111" y="307"/>
                </a:lnTo>
                <a:cubicBezTo>
                  <a:pt x="113" y="309"/>
                  <a:pt x="115" y="311"/>
                  <a:pt x="117" y="311"/>
                </a:cubicBezTo>
                <a:cubicBezTo>
                  <a:pt x="119" y="312"/>
                  <a:pt x="123" y="313"/>
                  <a:pt x="129" y="313"/>
                </a:cubicBezTo>
                <a:cubicBezTo>
                  <a:pt x="136" y="314"/>
                  <a:pt x="146" y="314"/>
                  <a:pt x="162" y="314"/>
                </a:cubicBezTo>
                <a:lnTo>
                  <a:pt x="175" y="314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4" y="336"/>
                  <a:pt x="88" y="336"/>
                </a:cubicBezTo>
                <a:cubicBezTo>
                  <a:pt x="42" y="336"/>
                  <a:pt x="16" y="337"/>
                  <a:pt x="9" y="338"/>
                </a:cubicBezTo>
                <a:lnTo>
                  <a:pt x="2" y="338"/>
                </a:lnTo>
                <a:lnTo>
                  <a:pt x="2" y="314"/>
                </a:lnTo>
                <a:lnTo>
                  <a:pt x="16" y="314"/>
                </a:lnTo>
                <a:cubicBezTo>
                  <a:pt x="23" y="314"/>
                  <a:pt x="29" y="314"/>
                  <a:pt x="35" y="314"/>
                </a:cubicBezTo>
                <a:cubicBezTo>
                  <a:pt x="40" y="314"/>
                  <a:pt x="44" y="314"/>
                  <a:pt x="47" y="314"/>
                </a:cubicBezTo>
                <a:cubicBezTo>
                  <a:pt x="50" y="314"/>
                  <a:pt x="53" y="313"/>
                  <a:pt x="56" y="312"/>
                </a:cubicBezTo>
                <a:cubicBezTo>
                  <a:pt x="58" y="312"/>
                  <a:pt x="59" y="311"/>
                  <a:pt x="60" y="311"/>
                </a:cubicBezTo>
                <a:cubicBezTo>
                  <a:pt x="60" y="311"/>
                  <a:pt x="61" y="310"/>
                  <a:pt x="63" y="309"/>
                </a:cubicBezTo>
                <a:cubicBezTo>
                  <a:pt x="64" y="307"/>
                  <a:pt x="65" y="306"/>
                  <a:pt x="66" y="307"/>
                </a:cubicBezTo>
                <a:lnTo>
                  <a:pt x="66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" name=""/>
          <p:cNvSpPr/>
          <p:nvPr/>
        </p:nvSpPr>
        <p:spPr>
          <a:xfrm>
            <a:off x="1644120" y="29048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9"/>
                </a:moveTo>
                <a:cubicBezTo>
                  <a:pt x="0" y="326"/>
                  <a:pt x="2" y="295"/>
                  <a:pt x="7" y="265"/>
                </a:cubicBezTo>
                <a:cubicBezTo>
                  <a:pt x="12" y="236"/>
                  <a:pt x="17" y="210"/>
                  <a:pt x="23" y="189"/>
                </a:cubicBezTo>
                <a:cubicBezTo>
                  <a:pt x="29" y="167"/>
                  <a:pt x="38" y="146"/>
                  <a:pt x="50" y="125"/>
                </a:cubicBezTo>
                <a:cubicBezTo>
                  <a:pt x="61" y="104"/>
                  <a:pt x="70" y="88"/>
                  <a:pt x="77" y="77"/>
                </a:cubicBezTo>
                <a:cubicBezTo>
                  <a:pt x="84" y="65"/>
                  <a:pt x="94" y="53"/>
                  <a:pt x="107" y="40"/>
                </a:cubicBezTo>
                <a:cubicBezTo>
                  <a:pt x="121" y="26"/>
                  <a:pt x="129" y="18"/>
                  <a:pt x="131" y="15"/>
                </a:cubicBezTo>
                <a:cubicBezTo>
                  <a:pt x="134" y="12"/>
                  <a:pt x="140" y="7"/>
                  <a:pt x="149" y="0"/>
                </a:cubicBezTo>
                <a:lnTo>
                  <a:pt x="159" y="0"/>
                </a:lnTo>
                <a:lnTo>
                  <a:pt x="161" y="0"/>
                </a:lnTo>
                <a:cubicBezTo>
                  <a:pt x="168" y="0"/>
                  <a:pt x="172" y="2"/>
                  <a:pt x="172" y="7"/>
                </a:cubicBezTo>
                <a:cubicBezTo>
                  <a:pt x="172" y="8"/>
                  <a:pt x="167" y="13"/>
                  <a:pt x="159" y="22"/>
                </a:cubicBezTo>
                <a:cubicBezTo>
                  <a:pt x="151" y="30"/>
                  <a:pt x="141" y="43"/>
                  <a:pt x="130" y="60"/>
                </a:cubicBezTo>
                <a:cubicBezTo>
                  <a:pt x="119" y="76"/>
                  <a:pt x="106" y="97"/>
                  <a:pt x="94" y="121"/>
                </a:cubicBezTo>
                <a:cubicBezTo>
                  <a:pt x="82" y="146"/>
                  <a:pt x="72" y="179"/>
                  <a:pt x="64" y="221"/>
                </a:cubicBezTo>
                <a:cubicBezTo>
                  <a:pt x="56" y="262"/>
                  <a:pt x="52" y="308"/>
                  <a:pt x="52" y="359"/>
                </a:cubicBezTo>
                <a:cubicBezTo>
                  <a:pt x="52" y="409"/>
                  <a:pt x="56" y="455"/>
                  <a:pt x="64" y="496"/>
                </a:cubicBezTo>
                <a:cubicBezTo>
                  <a:pt x="72" y="537"/>
                  <a:pt x="82" y="570"/>
                  <a:pt x="93" y="595"/>
                </a:cubicBezTo>
                <a:cubicBezTo>
                  <a:pt x="105" y="621"/>
                  <a:pt x="117" y="641"/>
                  <a:pt x="129" y="657"/>
                </a:cubicBezTo>
                <a:cubicBezTo>
                  <a:pt x="141" y="672"/>
                  <a:pt x="151" y="685"/>
                  <a:pt x="159" y="695"/>
                </a:cubicBezTo>
                <a:cubicBezTo>
                  <a:pt x="167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49" y="716"/>
                </a:lnTo>
                <a:lnTo>
                  <a:pt x="129" y="699"/>
                </a:lnTo>
                <a:cubicBezTo>
                  <a:pt x="84" y="658"/>
                  <a:pt x="51" y="608"/>
                  <a:pt x="30" y="547"/>
                </a:cubicBezTo>
                <a:cubicBezTo>
                  <a:pt x="10" y="487"/>
                  <a:pt x="0" y="424"/>
                  <a:pt x="0" y="3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" name=""/>
          <p:cNvSpPr/>
          <p:nvPr/>
        </p:nvSpPr>
        <p:spPr>
          <a:xfrm>
            <a:off x="1729080" y="298404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2" y="110"/>
                </a:moveTo>
                <a:cubicBezTo>
                  <a:pt x="15" y="90"/>
                  <a:pt x="28" y="67"/>
                  <a:pt x="50" y="40"/>
                </a:cubicBezTo>
                <a:cubicBezTo>
                  <a:pt x="73" y="14"/>
                  <a:pt x="100" y="1"/>
                  <a:pt x="133" y="0"/>
                </a:cubicBezTo>
                <a:cubicBezTo>
                  <a:pt x="150" y="0"/>
                  <a:pt x="165" y="5"/>
                  <a:pt x="179" y="13"/>
                </a:cubicBezTo>
                <a:cubicBezTo>
                  <a:pt x="193" y="22"/>
                  <a:pt x="203" y="33"/>
                  <a:pt x="210" y="45"/>
                </a:cubicBezTo>
                <a:cubicBezTo>
                  <a:pt x="230" y="15"/>
                  <a:pt x="255" y="0"/>
                  <a:pt x="283" y="0"/>
                </a:cubicBezTo>
                <a:cubicBezTo>
                  <a:pt x="301" y="0"/>
                  <a:pt x="316" y="6"/>
                  <a:pt x="329" y="16"/>
                </a:cubicBezTo>
                <a:cubicBezTo>
                  <a:pt x="342" y="27"/>
                  <a:pt x="348" y="41"/>
                  <a:pt x="349" y="58"/>
                </a:cubicBezTo>
                <a:cubicBezTo>
                  <a:pt x="349" y="72"/>
                  <a:pt x="345" y="83"/>
                  <a:pt x="339" y="92"/>
                </a:cubicBezTo>
                <a:cubicBezTo>
                  <a:pt x="332" y="101"/>
                  <a:pt x="326" y="106"/>
                  <a:pt x="319" y="108"/>
                </a:cubicBezTo>
                <a:cubicBezTo>
                  <a:pt x="313" y="110"/>
                  <a:pt x="308" y="111"/>
                  <a:pt x="303" y="111"/>
                </a:cubicBezTo>
                <a:cubicBezTo>
                  <a:pt x="294" y="111"/>
                  <a:pt x="286" y="108"/>
                  <a:pt x="281" y="103"/>
                </a:cubicBezTo>
                <a:cubicBezTo>
                  <a:pt x="275" y="97"/>
                  <a:pt x="272" y="91"/>
                  <a:pt x="272" y="82"/>
                </a:cubicBezTo>
                <a:cubicBezTo>
                  <a:pt x="272" y="60"/>
                  <a:pt x="284" y="45"/>
                  <a:pt x="308" y="37"/>
                </a:cubicBezTo>
                <a:cubicBezTo>
                  <a:pt x="303" y="31"/>
                  <a:pt x="293" y="28"/>
                  <a:pt x="279" y="28"/>
                </a:cubicBezTo>
                <a:cubicBezTo>
                  <a:pt x="273" y="28"/>
                  <a:pt x="269" y="28"/>
                  <a:pt x="266" y="29"/>
                </a:cubicBezTo>
                <a:cubicBezTo>
                  <a:pt x="248" y="37"/>
                  <a:pt x="233" y="52"/>
                  <a:pt x="225" y="76"/>
                </a:cubicBezTo>
                <a:cubicBezTo>
                  <a:pt x="196" y="182"/>
                  <a:pt x="182" y="243"/>
                  <a:pt x="182" y="261"/>
                </a:cubicBezTo>
                <a:cubicBezTo>
                  <a:pt x="182" y="275"/>
                  <a:pt x="186" y="285"/>
                  <a:pt x="193" y="290"/>
                </a:cubicBezTo>
                <a:cubicBezTo>
                  <a:pt x="201" y="296"/>
                  <a:pt x="209" y="299"/>
                  <a:pt x="218" y="299"/>
                </a:cubicBezTo>
                <a:cubicBezTo>
                  <a:pt x="236" y="299"/>
                  <a:pt x="254" y="291"/>
                  <a:pt x="271" y="275"/>
                </a:cubicBezTo>
                <a:cubicBezTo>
                  <a:pt x="289" y="258"/>
                  <a:pt x="300" y="239"/>
                  <a:pt x="306" y="216"/>
                </a:cubicBezTo>
                <a:cubicBezTo>
                  <a:pt x="308" y="212"/>
                  <a:pt x="309" y="209"/>
                  <a:pt x="311" y="208"/>
                </a:cubicBezTo>
                <a:cubicBezTo>
                  <a:pt x="312" y="208"/>
                  <a:pt x="316" y="207"/>
                  <a:pt x="322" y="207"/>
                </a:cubicBezTo>
                <a:lnTo>
                  <a:pt x="325" y="207"/>
                </a:lnTo>
                <a:cubicBezTo>
                  <a:pt x="332" y="207"/>
                  <a:pt x="336" y="209"/>
                  <a:pt x="336" y="213"/>
                </a:cubicBezTo>
                <a:cubicBezTo>
                  <a:pt x="336" y="213"/>
                  <a:pt x="335" y="216"/>
                  <a:pt x="334" y="221"/>
                </a:cubicBezTo>
                <a:cubicBezTo>
                  <a:pt x="327" y="248"/>
                  <a:pt x="312" y="273"/>
                  <a:pt x="290" y="294"/>
                </a:cubicBezTo>
                <a:cubicBezTo>
                  <a:pt x="268" y="315"/>
                  <a:pt x="242" y="325"/>
                  <a:pt x="213" y="325"/>
                </a:cubicBezTo>
                <a:cubicBezTo>
                  <a:pt x="179" y="325"/>
                  <a:pt x="154" y="310"/>
                  <a:pt x="137" y="280"/>
                </a:cubicBezTo>
                <a:cubicBezTo>
                  <a:pt x="117" y="310"/>
                  <a:pt x="95" y="325"/>
                  <a:pt x="70" y="325"/>
                </a:cubicBezTo>
                <a:lnTo>
                  <a:pt x="65" y="325"/>
                </a:lnTo>
                <a:cubicBezTo>
                  <a:pt x="42" y="325"/>
                  <a:pt x="25" y="318"/>
                  <a:pt x="15" y="306"/>
                </a:cubicBezTo>
                <a:cubicBezTo>
                  <a:pt x="5" y="294"/>
                  <a:pt x="0" y="280"/>
                  <a:pt x="0" y="266"/>
                </a:cubicBezTo>
                <a:cubicBezTo>
                  <a:pt x="0" y="250"/>
                  <a:pt x="4" y="238"/>
                  <a:pt x="13" y="228"/>
                </a:cubicBezTo>
                <a:cubicBezTo>
                  <a:pt x="22" y="219"/>
                  <a:pt x="33" y="214"/>
                  <a:pt x="45" y="214"/>
                </a:cubicBezTo>
                <a:cubicBezTo>
                  <a:pt x="66" y="214"/>
                  <a:pt x="76" y="224"/>
                  <a:pt x="76" y="244"/>
                </a:cubicBezTo>
                <a:cubicBezTo>
                  <a:pt x="76" y="254"/>
                  <a:pt x="73" y="262"/>
                  <a:pt x="67" y="269"/>
                </a:cubicBezTo>
                <a:cubicBezTo>
                  <a:pt x="62" y="277"/>
                  <a:pt x="56" y="282"/>
                  <a:pt x="51" y="285"/>
                </a:cubicBezTo>
                <a:cubicBezTo>
                  <a:pt x="46" y="287"/>
                  <a:pt x="43" y="288"/>
                  <a:pt x="42" y="288"/>
                </a:cubicBezTo>
                <a:lnTo>
                  <a:pt x="40" y="289"/>
                </a:lnTo>
                <a:cubicBezTo>
                  <a:pt x="40" y="289"/>
                  <a:pt x="41" y="290"/>
                  <a:pt x="44" y="292"/>
                </a:cubicBezTo>
                <a:cubicBezTo>
                  <a:pt x="47" y="293"/>
                  <a:pt x="51" y="295"/>
                  <a:pt x="55" y="297"/>
                </a:cubicBezTo>
                <a:cubicBezTo>
                  <a:pt x="60" y="299"/>
                  <a:pt x="65" y="299"/>
                  <a:pt x="69" y="299"/>
                </a:cubicBezTo>
                <a:cubicBezTo>
                  <a:pt x="86" y="299"/>
                  <a:pt x="101" y="288"/>
                  <a:pt x="113" y="266"/>
                </a:cubicBezTo>
                <a:cubicBezTo>
                  <a:pt x="117" y="258"/>
                  <a:pt x="123" y="242"/>
                  <a:pt x="130" y="217"/>
                </a:cubicBezTo>
                <a:cubicBezTo>
                  <a:pt x="136" y="192"/>
                  <a:pt x="143" y="167"/>
                  <a:pt x="150" y="140"/>
                </a:cubicBezTo>
                <a:cubicBezTo>
                  <a:pt x="156" y="113"/>
                  <a:pt x="160" y="97"/>
                  <a:pt x="161" y="93"/>
                </a:cubicBezTo>
                <a:cubicBezTo>
                  <a:pt x="163" y="80"/>
                  <a:pt x="165" y="70"/>
                  <a:pt x="165" y="65"/>
                </a:cubicBezTo>
                <a:cubicBezTo>
                  <a:pt x="165" y="51"/>
                  <a:pt x="161" y="42"/>
                  <a:pt x="154" y="36"/>
                </a:cubicBezTo>
                <a:cubicBezTo>
                  <a:pt x="147" y="30"/>
                  <a:pt x="139" y="28"/>
                  <a:pt x="130" y="28"/>
                </a:cubicBezTo>
                <a:cubicBezTo>
                  <a:pt x="111" y="28"/>
                  <a:pt x="93" y="35"/>
                  <a:pt x="76" y="50"/>
                </a:cubicBezTo>
                <a:cubicBezTo>
                  <a:pt x="59" y="66"/>
                  <a:pt x="48" y="85"/>
                  <a:pt x="41" y="109"/>
                </a:cubicBezTo>
                <a:cubicBezTo>
                  <a:pt x="40" y="113"/>
                  <a:pt x="39" y="116"/>
                  <a:pt x="37" y="116"/>
                </a:cubicBezTo>
                <a:cubicBezTo>
                  <a:pt x="36" y="117"/>
                  <a:pt x="32" y="117"/>
                  <a:pt x="26" y="118"/>
                </a:cubicBezTo>
                <a:lnTo>
                  <a:pt x="16" y="118"/>
                </a:lnTo>
                <a:cubicBezTo>
                  <a:pt x="13" y="115"/>
                  <a:pt x="12" y="112"/>
                  <a:pt x="12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" name=""/>
          <p:cNvSpPr/>
          <p:nvPr/>
        </p:nvSpPr>
        <p:spPr>
          <a:xfrm>
            <a:off x="1881360" y="29048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3" y="1"/>
                </a:moveTo>
                <a:lnTo>
                  <a:pt x="6" y="0"/>
                </a:lnTo>
                <a:cubicBezTo>
                  <a:pt x="9" y="0"/>
                  <a:pt x="11" y="0"/>
                  <a:pt x="13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7" y="58"/>
                  <a:pt x="119" y="108"/>
                  <a:pt x="141" y="170"/>
                </a:cubicBezTo>
                <a:cubicBezTo>
                  <a:pt x="161" y="231"/>
                  <a:pt x="172" y="293"/>
                  <a:pt x="172" y="359"/>
                </a:cubicBezTo>
                <a:cubicBezTo>
                  <a:pt x="172" y="391"/>
                  <a:pt x="169" y="422"/>
                  <a:pt x="164" y="452"/>
                </a:cubicBezTo>
                <a:cubicBezTo>
                  <a:pt x="160" y="482"/>
                  <a:pt x="154" y="508"/>
                  <a:pt x="148" y="529"/>
                </a:cubicBezTo>
                <a:cubicBezTo>
                  <a:pt x="142" y="550"/>
                  <a:pt x="133" y="571"/>
                  <a:pt x="121" y="592"/>
                </a:cubicBezTo>
                <a:cubicBezTo>
                  <a:pt x="109" y="613"/>
                  <a:pt x="100" y="629"/>
                  <a:pt x="93" y="640"/>
                </a:cubicBezTo>
                <a:cubicBezTo>
                  <a:pt x="87" y="651"/>
                  <a:pt x="77" y="663"/>
                  <a:pt x="64" y="676"/>
                </a:cubicBezTo>
                <a:cubicBezTo>
                  <a:pt x="51" y="689"/>
                  <a:pt x="44" y="697"/>
                  <a:pt x="41" y="700"/>
                </a:cubicBezTo>
                <a:cubicBezTo>
                  <a:pt x="39" y="702"/>
                  <a:pt x="33" y="707"/>
                  <a:pt x="25" y="713"/>
                </a:cubicBezTo>
                <a:cubicBezTo>
                  <a:pt x="23" y="715"/>
                  <a:pt x="22" y="716"/>
                  <a:pt x="22" y="716"/>
                </a:cubicBezTo>
                <a:lnTo>
                  <a:pt x="13" y="716"/>
                </a:lnTo>
                <a:cubicBezTo>
                  <a:pt x="9" y="716"/>
                  <a:pt x="7" y="716"/>
                  <a:pt x="5" y="716"/>
                </a:cubicBezTo>
                <a:cubicBezTo>
                  <a:pt x="4" y="716"/>
                  <a:pt x="3" y="715"/>
                  <a:pt x="2" y="714"/>
                </a:cubicBezTo>
                <a:cubicBezTo>
                  <a:pt x="1" y="713"/>
                  <a:pt x="0" y="710"/>
                  <a:pt x="0" y="708"/>
                </a:cubicBezTo>
                <a:cubicBezTo>
                  <a:pt x="0" y="707"/>
                  <a:pt x="3" y="704"/>
                  <a:pt x="8" y="698"/>
                </a:cubicBezTo>
                <a:cubicBezTo>
                  <a:pt x="81" y="621"/>
                  <a:pt x="118" y="508"/>
                  <a:pt x="118" y="359"/>
                </a:cubicBezTo>
                <a:cubicBezTo>
                  <a:pt x="118" y="209"/>
                  <a:pt x="81" y="95"/>
                  <a:pt x="8" y="18"/>
                </a:cubicBezTo>
                <a:cubicBezTo>
                  <a:pt x="3" y="12"/>
                  <a:pt x="0" y="9"/>
                  <a:pt x="0" y="9"/>
                </a:cubicBezTo>
                <a:cubicBezTo>
                  <a:pt x="0" y="5"/>
                  <a:pt x="1" y="2"/>
                  <a:pt x="3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" name=""/>
          <p:cNvSpPr/>
          <p:nvPr/>
        </p:nvSpPr>
        <p:spPr>
          <a:xfrm>
            <a:off x="2045880" y="3028320"/>
            <a:ext cx="157320" cy="10800"/>
          </a:xfrm>
          <a:custGeom>
            <a:avLst/>
            <a:gdLst/>
            <a:ahLst/>
            <a:rect l="0" t="0" r="r" b="b"/>
            <a:pathLst>
              <a:path w="437" h="30">
                <a:moveTo>
                  <a:pt x="10" y="0"/>
                </a:moveTo>
                <a:lnTo>
                  <a:pt x="427" y="0"/>
                </a:lnTo>
                <a:cubicBezTo>
                  <a:pt x="434" y="5"/>
                  <a:pt x="437" y="10"/>
                  <a:pt x="437" y="16"/>
                </a:cubicBezTo>
                <a:cubicBezTo>
                  <a:pt x="437" y="21"/>
                  <a:pt x="434" y="26"/>
                  <a:pt x="427" y="30"/>
                </a:cubicBezTo>
                <a:lnTo>
                  <a:pt x="10" y="30"/>
                </a:lnTo>
                <a:cubicBezTo>
                  <a:pt x="4" y="27"/>
                  <a:pt x="0" y="22"/>
                  <a:pt x="0" y="16"/>
                </a:cubicBezTo>
                <a:cubicBezTo>
                  <a:pt x="0" y="9"/>
                  <a:pt x="4" y="5"/>
                  <a:pt x="1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" name=""/>
          <p:cNvSpPr/>
          <p:nvPr/>
        </p:nvSpPr>
        <p:spPr>
          <a:xfrm>
            <a:off x="2289600" y="2922840"/>
            <a:ext cx="185400" cy="175320"/>
          </a:xfrm>
          <a:custGeom>
            <a:avLst/>
            <a:gdLst/>
            <a:ahLst/>
            <a:rect l="0" t="0" r="r" b="b"/>
            <a:pathLst>
              <a:path w="515" h="487">
                <a:moveTo>
                  <a:pt x="13" y="487"/>
                </a:moveTo>
                <a:cubicBezTo>
                  <a:pt x="4" y="487"/>
                  <a:pt x="0" y="484"/>
                  <a:pt x="0" y="480"/>
                </a:cubicBezTo>
                <a:cubicBezTo>
                  <a:pt x="0" y="479"/>
                  <a:pt x="1" y="475"/>
                  <a:pt x="3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6" y="455"/>
                  <a:pt x="25" y="455"/>
                </a:cubicBezTo>
                <a:cubicBezTo>
                  <a:pt x="38" y="455"/>
                  <a:pt x="52" y="454"/>
                  <a:pt x="69" y="452"/>
                </a:cubicBezTo>
                <a:cubicBezTo>
                  <a:pt x="75" y="451"/>
                  <a:pt x="80" y="448"/>
                  <a:pt x="82" y="444"/>
                </a:cubicBezTo>
                <a:cubicBezTo>
                  <a:pt x="83" y="441"/>
                  <a:pt x="100" y="373"/>
                  <a:pt x="133" y="242"/>
                </a:cubicBezTo>
                <a:cubicBezTo>
                  <a:pt x="166" y="110"/>
                  <a:pt x="182" y="44"/>
                  <a:pt x="183" y="42"/>
                </a:cubicBezTo>
                <a:cubicBezTo>
                  <a:pt x="183" y="38"/>
                  <a:pt x="182" y="37"/>
                  <a:pt x="180" y="37"/>
                </a:cubicBezTo>
                <a:cubicBezTo>
                  <a:pt x="176" y="35"/>
                  <a:pt x="164" y="34"/>
                  <a:pt x="142" y="33"/>
                </a:cubicBezTo>
                <a:lnTo>
                  <a:pt x="120" y="33"/>
                </a:lnTo>
                <a:cubicBezTo>
                  <a:pt x="117" y="30"/>
                  <a:pt x="116" y="28"/>
                  <a:pt x="116" y="27"/>
                </a:cubicBezTo>
                <a:cubicBezTo>
                  <a:pt x="116" y="27"/>
                  <a:pt x="116" y="22"/>
                  <a:pt x="117" y="15"/>
                </a:cubicBezTo>
                <a:cubicBezTo>
                  <a:pt x="119" y="7"/>
                  <a:pt x="121" y="2"/>
                  <a:pt x="124" y="0"/>
                </a:cubicBezTo>
                <a:lnTo>
                  <a:pt x="510" y="0"/>
                </a:lnTo>
                <a:cubicBezTo>
                  <a:pt x="513" y="2"/>
                  <a:pt x="515" y="5"/>
                  <a:pt x="515" y="8"/>
                </a:cubicBezTo>
                <a:cubicBezTo>
                  <a:pt x="515" y="11"/>
                  <a:pt x="511" y="37"/>
                  <a:pt x="505" y="88"/>
                </a:cubicBezTo>
                <a:cubicBezTo>
                  <a:pt x="499" y="139"/>
                  <a:pt x="496" y="165"/>
                  <a:pt x="495" y="167"/>
                </a:cubicBezTo>
                <a:cubicBezTo>
                  <a:pt x="494" y="170"/>
                  <a:pt x="490" y="172"/>
                  <a:pt x="481" y="172"/>
                </a:cubicBezTo>
                <a:lnTo>
                  <a:pt x="472" y="172"/>
                </a:lnTo>
                <a:cubicBezTo>
                  <a:pt x="469" y="169"/>
                  <a:pt x="467" y="166"/>
                  <a:pt x="467" y="163"/>
                </a:cubicBezTo>
                <a:cubicBezTo>
                  <a:pt x="467" y="162"/>
                  <a:pt x="468" y="156"/>
                  <a:pt x="470" y="145"/>
                </a:cubicBezTo>
                <a:cubicBezTo>
                  <a:pt x="471" y="134"/>
                  <a:pt x="472" y="122"/>
                  <a:pt x="472" y="108"/>
                </a:cubicBezTo>
                <a:cubicBezTo>
                  <a:pt x="472" y="93"/>
                  <a:pt x="470" y="82"/>
                  <a:pt x="467" y="73"/>
                </a:cubicBezTo>
                <a:cubicBezTo>
                  <a:pt x="463" y="63"/>
                  <a:pt x="459" y="56"/>
                  <a:pt x="453" y="50"/>
                </a:cubicBezTo>
                <a:cubicBezTo>
                  <a:pt x="447" y="45"/>
                  <a:pt x="439" y="41"/>
                  <a:pt x="427" y="39"/>
                </a:cubicBezTo>
                <a:cubicBezTo>
                  <a:pt x="415" y="37"/>
                  <a:pt x="403" y="35"/>
                  <a:pt x="390" y="34"/>
                </a:cubicBezTo>
                <a:cubicBezTo>
                  <a:pt x="378" y="32"/>
                  <a:pt x="361" y="32"/>
                  <a:pt x="339" y="33"/>
                </a:cubicBezTo>
                <a:lnTo>
                  <a:pt x="322" y="33"/>
                </a:lnTo>
                <a:cubicBezTo>
                  <a:pt x="283" y="34"/>
                  <a:pt x="262" y="34"/>
                  <a:pt x="260" y="35"/>
                </a:cubicBezTo>
                <a:cubicBezTo>
                  <a:pt x="258" y="36"/>
                  <a:pt x="256" y="38"/>
                  <a:pt x="255" y="41"/>
                </a:cubicBezTo>
                <a:cubicBezTo>
                  <a:pt x="255" y="42"/>
                  <a:pt x="247" y="73"/>
                  <a:pt x="231" y="135"/>
                </a:cubicBezTo>
                <a:lnTo>
                  <a:pt x="208" y="227"/>
                </a:lnTo>
                <a:lnTo>
                  <a:pt x="247" y="227"/>
                </a:lnTo>
                <a:cubicBezTo>
                  <a:pt x="249" y="227"/>
                  <a:pt x="254" y="227"/>
                  <a:pt x="264" y="227"/>
                </a:cubicBezTo>
                <a:cubicBezTo>
                  <a:pt x="273" y="227"/>
                  <a:pt x="280" y="227"/>
                  <a:pt x="284" y="226"/>
                </a:cubicBezTo>
                <a:cubicBezTo>
                  <a:pt x="288" y="226"/>
                  <a:pt x="293" y="225"/>
                  <a:pt x="299" y="224"/>
                </a:cubicBezTo>
                <a:cubicBezTo>
                  <a:pt x="306" y="223"/>
                  <a:pt x="312" y="221"/>
                  <a:pt x="317" y="219"/>
                </a:cubicBezTo>
                <a:cubicBezTo>
                  <a:pt x="321" y="217"/>
                  <a:pt x="325" y="214"/>
                  <a:pt x="329" y="210"/>
                </a:cubicBezTo>
                <a:cubicBezTo>
                  <a:pt x="335" y="205"/>
                  <a:pt x="340" y="197"/>
                  <a:pt x="344" y="187"/>
                </a:cubicBezTo>
                <a:cubicBezTo>
                  <a:pt x="349" y="177"/>
                  <a:pt x="352" y="168"/>
                  <a:pt x="354" y="160"/>
                </a:cubicBezTo>
                <a:cubicBezTo>
                  <a:pt x="356" y="152"/>
                  <a:pt x="357" y="147"/>
                  <a:pt x="357" y="147"/>
                </a:cubicBezTo>
                <a:cubicBezTo>
                  <a:pt x="359" y="144"/>
                  <a:pt x="363" y="143"/>
                  <a:pt x="371" y="143"/>
                </a:cubicBezTo>
                <a:lnTo>
                  <a:pt x="379" y="143"/>
                </a:lnTo>
                <a:cubicBezTo>
                  <a:pt x="383" y="146"/>
                  <a:pt x="384" y="148"/>
                  <a:pt x="384" y="150"/>
                </a:cubicBezTo>
                <a:cubicBezTo>
                  <a:pt x="384" y="152"/>
                  <a:pt x="377" y="183"/>
                  <a:pt x="362" y="244"/>
                </a:cubicBezTo>
                <a:cubicBezTo>
                  <a:pt x="348" y="305"/>
                  <a:pt x="339" y="337"/>
                  <a:pt x="338" y="338"/>
                </a:cubicBezTo>
                <a:cubicBezTo>
                  <a:pt x="337" y="342"/>
                  <a:pt x="332" y="343"/>
                  <a:pt x="324" y="343"/>
                </a:cubicBezTo>
                <a:lnTo>
                  <a:pt x="315" y="343"/>
                </a:lnTo>
                <a:cubicBezTo>
                  <a:pt x="312" y="341"/>
                  <a:pt x="310" y="338"/>
                  <a:pt x="310" y="335"/>
                </a:cubicBezTo>
                <a:cubicBezTo>
                  <a:pt x="310" y="333"/>
                  <a:pt x="311" y="328"/>
                  <a:pt x="314" y="319"/>
                </a:cubicBezTo>
                <a:cubicBezTo>
                  <a:pt x="316" y="310"/>
                  <a:pt x="317" y="301"/>
                  <a:pt x="317" y="291"/>
                </a:cubicBezTo>
                <a:cubicBezTo>
                  <a:pt x="317" y="277"/>
                  <a:pt x="313" y="268"/>
                  <a:pt x="303" y="265"/>
                </a:cubicBezTo>
                <a:cubicBezTo>
                  <a:pt x="293" y="261"/>
                  <a:pt x="272" y="260"/>
                  <a:pt x="239" y="260"/>
                </a:cubicBezTo>
                <a:lnTo>
                  <a:pt x="200" y="260"/>
                </a:lnTo>
                <a:lnTo>
                  <a:pt x="177" y="351"/>
                </a:lnTo>
                <a:cubicBezTo>
                  <a:pt x="162" y="411"/>
                  <a:pt x="154" y="442"/>
                  <a:pt x="154" y="444"/>
                </a:cubicBezTo>
                <a:cubicBezTo>
                  <a:pt x="154" y="451"/>
                  <a:pt x="176" y="455"/>
                  <a:pt x="218" y="455"/>
                </a:cubicBezTo>
                <a:lnTo>
                  <a:pt x="236" y="455"/>
                </a:lnTo>
                <a:cubicBezTo>
                  <a:pt x="239" y="457"/>
                  <a:pt x="240" y="459"/>
                  <a:pt x="240" y="460"/>
                </a:cubicBezTo>
                <a:cubicBezTo>
                  <a:pt x="240" y="460"/>
                  <a:pt x="240" y="465"/>
                  <a:pt x="239" y="474"/>
                </a:cubicBezTo>
                <a:cubicBezTo>
                  <a:pt x="237" y="480"/>
                  <a:pt x="234" y="485"/>
                  <a:pt x="232" y="487"/>
                </a:cubicBezTo>
                <a:lnTo>
                  <a:pt x="219" y="487"/>
                </a:lnTo>
                <a:cubicBezTo>
                  <a:pt x="200" y="486"/>
                  <a:pt x="164" y="486"/>
                  <a:pt x="111" y="486"/>
                </a:cubicBezTo>
                <a:cubicBezTo>
                  <a:pt x="80" y="486"/>
                  <a:pt x="57" y="486"/>
                  <a:pt x="40" y="486"/>
                </a:cubicBezTo>
                <a:cubicBezTo>
                  <a:pt x="23" y="486"/>
                  <a:pt x="14" y="486"/>
                  <a:pt x="13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" name=""/>
          <p:cNvSpPr/>
          <p:nvPr/>
        </p:nvSpPr>
        <p:spPr>
          <a:xfrm>
            <a:off x="2464920" y="3015360"/>
            <a:ext cx="72720" cy="121680"/>
          </a:xfrm>
          <a:custGeom>
            <a:avLst/>
            <a:gdLst/>
            <a:ahLst/>
            <a:rect l="0" t="0" r="r" b="b"/>
            <a:pathLst>
              <a:path w="202" h="338">
                <a:moveTo>
                  <a:pt x="29" y="120"/>
                </a:moveTo>
                <a:cubicBezTo>
                  <a:pt x="20" y="120"/>
                  <a:pt x="13" y="117"/>
                  <a:pt x="8" y="111"/>
                </a:cubicBezTo>
                <a:cubicBezTo>
                  <a:pt x="2" y="105"/>
                  <a:pt x="0" y="97"/>
                  <a:pt x="0" y="88"/>
                </a:cubicBezTo>
                <a:cubicBezTo>
                  <a:pt x="0" y="65"/>
                  <a:pt x="9" y="44"/>
                  <a:pt x="26" y="26"/>
                </a:cubicBezTo>
                <a:cubicBezTo>
                  <a:pt x="44" y="9"/>
                  <a:pt x="67" y="0"/>
                  <a:pt x="94" y="0"/>
                </a:cubicBezTo>
                <a:cubicBezTo>
                  <a:pt x="125" y="0"/>
                  <a:pt x="150" y="9"/>
                  <a:pt x="171" y="28"/>
                </a:cubicBezTo>
                <a:cubicBezTo>
                  <a:pt x="192" y="47"/>
                  <a:pt x="202" y="72"/>
                  <a:pt x="202" y="102"/>
                </a:cubicBezTo>
                <a:cubicBezTo>
                  <a:pt x="202" y="116"/>
                  <a:pt x="199" y="130"/>
                  <a:pt x="192" y="143"/>
                </a:cubicBezTo>
                <a:cubicBezTo>
                  <a:pt x="185" y="156"/>
                  <a:pt x="177" y="168"/>
                  <a:pt x="168" y="177"/>
                </a:cubicBezTo>
                <a:cubicBezTo>
                  <a:pt x="159" y="187"/>
                  <a:pt x="145" y="201"/>
                  <a:pt x="128" y="216"/>
                </a:cubicBezTo>
                <a:cubicBezTo>
                  <a:pt x="115" y="226"/>
                  <a:pt x="99" y="242"/>
                  <a:pt x="76" y="262"/>
                </a:cubicBezTo>
                <a:lnTo>
                  <a:pt x="46" y="291"/>
                </a:lnTo>
                <a:lnTo>
                  <a:pt x="85" y="291"/>
                </a:lnTo>
                <a:cubicBezTo>
                  <a:pt x="138" y="291"/>
                  <a:pt x="167" y="290"/>
                  <a:pt x="170" y="289"/>
                </a:cubicBezTo>
                <a:cubicBezTo>
                  <a:pt x="172" y="288"/>
                  <a:pt x="176" y="273"/>
                  <a:pt x="182" y="244"/>
                </a:cubicBezTo>
                <a:lnTo>
                  <a:pt x="182" y="242"/>
                </a:lnTo>
                <a:lnTo>
                  <a:pt x="202" y="242"/>
                </a:lnTo>
                <a:lnTo>
                  <a:pt x="202" y="244"/>
                </a:lnTo>
                <a:cubicBezTo>
                  <a:pt x="202" y="245"/>
                  <a:pt x="200" y="260"/>
                  <a:pt x="196" y="290"/>
                </a:cubicBezTo>
                <a:cubicBezTo>
                  <a:pt x="192" y="319"/>
                  <a:pt x="189" y="335"/>
                  <a:pt x="188" y="336"/>
                </a:cubicBezTo>
                <a:lnTo>
                  <a:pt x="188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4"/>
                </a:cubicBezTo>
                <a:cubicBezTo>
                  <a:pt x="5" y="312"/>
                  <a:pt x="10" y="306"/>
                  <a:pt x="18" y="297"/>
                </a:cubicBezTo>
                <a:cubicBezTo>
                  <a:pt x="28" y="286"/>
                  <a:pt x="36" y="276"/>
                  <a:pt x="43" y="268"/>
                </a:cubicBezTo>
                <a:cubicBezTo>
                  <a:pt x="46" y="265"/>
                  <a:pt x="52" y="259"/>
                  <a:pt x="60" y="250"/>
                </a:cubicBezTo>
                <a:cubicBezTo>
                  <a:pt x="69" y="241"/>
                  <a:pt x="74" y="234"/>
                  <a:pt x="77" y="231"/>
                </a:cubicBezTo>
                <a:cubicBezTo>
                  <a:pt x="81" y="228"/>
                  <a:pt x="85" y="222"/>
                  <a:pt x="93" y="214"/>
                </a:cubicBezTo>
                <a:cubicBezTo>
                  <a:pt x="100" y="207"/>
                  <a:pt x="105" y="201"/>
                  <a:pt x="107" y="197"/>
                </a:cubicBezTo>
                <a:cubicBezTo>
                  <a:pt x="110" y="193"/>
                  <a:pt x="114" y="187"/>
                  <a:pt x="119" y="181"/>
                </a:cubicBezTo>
                <a:cubicBezTo>
                  <a:pt x="124" y="175"/>
                  <a:pt x="128" y="169"/>
                  <a:pt x="130" y="165"/>
                </a:cubicBezTo>
                <a:cubicBezTo>
                  <a:pt x="132" y="160"/>
                  <a:pt x="134" y="156"/>
                  <a:pt x="137" y="150"/>
                </a:cubicBezTo>
                <a:cubicBezTo>
                  <a:pt x="140" y="145"/>
                  <a:pt x="142" y="139"/>
                  <a:pt x="144" y="134"/>
                </a:cubicBezTo>
                <a:cubicBezTo>
                  <a:pt x="145" y="129"/>
                  <a:pt x="146" y="124"/>
                  <a:pt x="147" y="119"/>
                </a:cubicBezTo>
                <a:cubicBezTo>
                  <a:pt x="148" y="114"/>
                  <a:pt x="149" y="109"/>
                  <a:pt x="149" y="102"/>
                </a:cubicBezTo>
                <a:cubicBezTo>
                  <a:pt x="149" y="81"/>
                  <a:pt x="143" y="63"/>
                  <a:pt x="132" y="47"/>
                </a:cubicBezTo>
                <a:cubicBezTo>
                  <a:pt x="120" y="32"/>
                  <a:pt x="104" y="24"/>
                  <a:pt x="82" y="24"/>
                </a:cubicBezTo>
                <a:cubicBezTo>
                  <a:pt x="70" y="24"/>
                  <a:pt x="61" y="27"/>
                  <a:pt x="52" y="32"/>
                </a:cubicBezTo>
                <a:cubicBezTo>
                  <a:pt x="44" y="38"/>
                  <a:pt x="38" y="44"/>
                  <a:pt x="35" y="49"/>
                </a:cubicBezTo>
                <a:cubicBezTo>
                  <a:pt x="31" y="54"/>
                  <a:pt x="29" y="58"/>
                  <a:pt x="29" y="59"/>
                </a:cubicBezTo>
                <a:cubicBezTo>
                  <a:pt x="29" y="59"/>
                  <a:pt x="30" y="59"/>
                  <a:pt x="32" y="59"/>
                </a:cubicBezTo>
                <a:cubicBezTo>
                  <a:pt x="38" y="59"/>
                  <a:pt x="44" y="62"/>
                  <a:pt x="51" y="66"/>
                </a:cubicBezTo>
                <a:cubicBezTo>
                  <a:pt x="57" y="71"/>
                  <a:pt x="60" y="79"/>
                  <a:pt x="60" y="89"/>
                </a:cubicBezTo>
                <a:cubicBezTo>
                  <a:pt x="60" y="98"/>
                  <a:pt x="58" y="105"/>
                  <a:pt x="52" y="111"/>
                </a:cubicBezTo>
                <a:cubicBezTo>
                  <a:pt x="47" y="116"/>
                  <a:pt x="39" y="119"/>
                  <a:pt x="29" y="1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" name=""/>
          <p:cNvSpPr/>
          <p:nvPr/>
        </p:nvSpPr>
        <p:spPr>
          <a:xfrm>
            <a:off x="2583720" y="29048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9"/>
                </a:moveTo>
                <a:cubicBezTo>
                  <a:pt x="0" y="326"/>
                  <a:pt x="2" y="295"/>
                  <a:pt x="7" y="265"/>
                </a:cubicBezTo>
                <a:cubicBezTo>
                  <a:pt x="12" y="236"/>
                  <a:pt x="17" y="210"/>
                  <a:pt x="24" y="189"/>
                </a:cubicBezTo>
                <a:cubicBezTo>
                  <a:pt x="30" y="167"/>
                  <a:pt x="39" y="146"/>
                  <a:pt x="51" y="125"/>
                </a:cubicBezTo>
                <a:cubicBezTo>
                  <a:pt x="63" y="104"/>
                  <a:pt x="72" y="88"/>
                  <a:pt x="78" y="77"/>
                </a:cubicBezTo>
                <a:cubicBezTo>
                  <a:pt x="85" y="65"/>
                  <a:pt x="95" y="53"/>
                  <a:pt x="108" y="40"/>
                </a:cubicBezTo>
                <a:cubicBezTo>
                  <a:pt x="122" y="26"/>
                  <a:pt x="130" y="18"/>
                  <a:pt x="132" y="15"/>
                </a:cubicBezTo>
                <a:cubicBezTo>
                  <a:pt x="134" y="12"/>
                  <a:pt x="140" y="7"/>
                  <a:pt x="150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9" y="0"/>
                  <a:pt x="172" y="2"/>
                  <a:pt x="172" y="7"/>
                </a:cubicBezTo>
                <a:cubicBezTo>
                  <a:pt x="172" y="8"/>
                  <a:pt x="168" y="13"/>
                  <a:pt x="160" y="22"/>
                </a:cubicBezTo>
                <a:cubicBezTo>
                  <a:pt x="152" y="30"/>
                  <a:pt x="142" y="43"/>
                  <a:pt x="130" y="60"/>
                </a:cubicBezTo>
                <a:cubicBezTo>
                  <a:pt x="119" y="76"/>
                  <a:pt x="107" y="97"/>
                  <a:pt x="95" y="121"/>
                </a:cubicBezTo>
                <a:cubicBezTo>
                  <a:pt x="84" y="146"/>
                  <a:pt x="74" y="179"/>
                  <a:pt x="65" y="221"/>
                </a:cubicBezTo>
                <a:cubicBezTo>
                  <a:pt x="57" y="262"/>
                  <a:pt x="53" y="308"/>
                  <a:pt x="53" y="359"/>
                </a:cubicBezTo>
                <a:cubicBezTo>
                  <a:pt x="53" y="409"/>
                  <a:pt x="57" y="455"/>
                  <a:pt x="65" y="496"/>
                </a:cubicBezTo>
                <a:cubicBezTo>
                  <a:pt x="74" y="537"/>
                  <a:pt x="83" y="570"/>
                  <a:pt x="95" y="595"/>
                </a:cubicBezTo>
                <a:cubicBezTo>
                  <a:pt x="106" y="621"/>
                  <a:pt x="118" y="641"/>
                  <a:pt x="130" y="657"/>
                </a:cubicBezTo>
                <a:cubicBezTo>
                  <a:pt x="142" y="672"/>
                  <a:pt x="152" y="685"/>
                  <a:pt x="160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50" y="716"/>
                </a:lnTo>
                <a:lnTo>
                  <a:pt x="130" y="699"/>
                </a:lnTo>
                <a:cubicBezTo>
                  <a:pt x="85" y="658"/>
                  <a:pt x="52" y="608"/>
                  <a:pt x="31" y="547"/>
                </a:cubicBezTo>
                <a:cubicBezTo>
                  <a:pt x="10" y="487"/>
                  <a:pt x="0" y="424"/>
                  <a:pt x="0" y="3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" name=""/>
          <p:cNvSpPr/>
          <p:nvPr/>
        </p:nvSpPr>
        <p:spPr>
          <a:xfrm>
            <a:off x="2668680" y="298404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2" y="110"/>
                </a:moveTo>
                <a:cubicBezTo>
                  <a:pt x="15" y="90"/>
                  <a:pt x="28" y="67"/>
                  <a:pt x="51" y="40"/>
                </a:cubicBezTo>
                <a:cubicBezTo>
                  <a:pt x="74" y="14"/>
                  <a:pt x="102" y="1"/>
                  <a:pt x="135" y="0"/>
                </a:cubicBezTo>
                <a:cubicBezTo>
                  <a:pt x="151" y="0"/>
                  <a:pt x="167" y="5"/>
                  <a:pt x="180" y="13"/>
                </a:cubicBezTo>
                <a:cubicBezTo>
                  <a:pt x="194" y="22"/>
                  <a:pt x="204" y="33"/>
                  <a:pt x="211" y="45"/>
                </a:cubicBezTo>
                <a:cubicBezTo>
                  <a:pt x="231" y="15"/>
                  <a:pt x="255" y="0"/>
                  <a:pt x="283" y="0"/>
                </a:cubicBezTo>
                <a:cubicBezTo>
                  <a:pt x="301" y="0"/>
                  <a:pt x="316" y="6"/>
                  <a:pt x="329" y="16"/>
                </a:cubicBezTo>
                <a:cubicBezTo>
                  <a:pt x="342" y="27"/>
                  <a:pt x="349" y="41"/>
                  <a:pt x="349" y="58"/>
                </a:cubicBezTo>
                <a:cubicBezTo>
                  <a:pt x="349" y="72"/>
                  <a:pt x="346" y="83"/>
                  <a:pt x="339" y="92"/>
                </a:cubicBezTo>
                <a:cubicBezTo>
                  <a:pt x="332" y="101"/>
                  <a:pt x="326" y="106"/>
                  <a:pt x="320" y="108"/>
                </a:cubicBezTo>
                <a:cubicBezTo>
                  <a:pt x="314" y="110"/>
                  <a:pt x="308" y="111"/>
                  <a:pt x="303" y="111"/>
                </a:cubicBezTo>
                <a:cubicBezTo>
                  <a:pt x="294" y="111"/>
                  <a:pt x="287" y="108"/>
                  <a:pt x="281" y="103"/>
                </a:cubicBezTo>
                <a:cubicBezTo>
                  <a:pt x="275" y="97"/>
                  <a:pt x="273" y="91"/>
                  <a:pt x="273" y="82"/>
                </a:cubicBezTo>
                <a:cubicBezTo>
                  <a:pt x="273" y="60"/>
                  <a:pt x="284" y="45"/>
                  <a:pt x="308" y="37"/>
                </a:cubicBezTo>
                <a:cubicBezTo>
                  <a:pt x="303" y="31"/>
                  <a:pt x="294" y="28"/>
                  <a:pt x="280" y="28"/>
                </a:cubicBezTo>
                <a:cubicBezTo>
                  <a:pt x="274" y="28"/>
                  <a:pt x="269" y="28"/>
                  <a:pt x="266" y="29"/>
                </a:cubicBezTo>
                <a:cubicBezTo>
                  <a:pt x="248" y="37"/>
                  <a:pt x="235" y="52"/>
                  <a:pt x="226" y="76"/>
                </a:cubicBezTo>
                <a:cubicBezTo>
                  <a:pt x="198" y="182"/>
                  <a:pt x="183" y="243"/>
                  <a:pt x="183" y="261"/>
                </a:cubicBezTo>
                <a:cubicBezTo>
                  <a:pt x="183" y="275"/>
                  <a:pt x="187" y="285"/>
                  <a:pt x="195" y="290"/>
                </a:cubicBezTo>
                <a:cubicBezTo>
                  <a:pt x="202" y="296"/>
                  <a:pt x="211" y="299"/>
                  <a:pt x="220" y="299"/>
                </a:cubicBezTo>
                <a:cubicBezTo>
                  <a:pt x="237" y="299"/>
                  <a:pt x="255" y="291"/>
                  <a:pt x="272" y="275"/>
                </a:cubicBezTo>
                <a:cubicBezTo>
                  <a:pt x="289" y="258"/>
                  <a:pt x="301" y="239"/>
                  <a:pt x="307" y="216"/>
                </a:cubicBezTo>
                <a:cubicBezTo>
                  <a:pt x="308" y="212"/>
                  <a:pt x="310" y="209"/>
                  <a:pt x="311" y="208"/>
                </a:cubicBezTo>
                <a:cubicBezTo>
                  <a:pt x="313" y="208"/>
                  <a:pt x="316" y="207"/>
                  <a:pt x="323" y="207"/>
                </a:cubicBezTo>
                <a:lnTo>
                  <a:pt x="325" y="207"/>
                </a:lnTo>
                <a:cubicBezTo>
                  <a:pt x="333" y="207"/>
                  <a:pt x="336" y="209"/>
                  <a:pt x="336" y="213"/>
                </a:cubicBezTo>
                <a:cubicBezTo>
                  <a:pt x="336" y="213"/>
                  <a:pt x="336" y="216"/>
                  <a:pt x="335" y="221"/>
                </a:cubicBezTo>
                <a:cubicBezTo>
                  <a:pt x="327" y="248"/>
                  <a:pt x="312" y="273"/>
                  <a:pt x="290" y="294"/>
                </a:cubicBezTo>
                <a:cubicBezTo>
                  <a:pt x="269" y="315"/>
                  <a:pt x="243" y="325"/>
                  <a:pt x="214" y="325"/>
                </a:cubicBezTo>
                <a:cubicBezTo>
                  <a:pt x="181" y="325"/>
                  <a:pt x="155" y="310"/>
                  <a:pt x="138" y="280"/>
                </a:cubicBezTo>
                <a:cubicBezTo>
                  <a:pt x="119" y="310"/>
                  <a:pt x="96" y="325"/>
                  <a:pt x="71" y="325"/>
                </a:cubicBezTo>
                <a:lnTo>
                  <a:pt x="66" y="325"/>
                </a:lnTo>
                <a:cubicBezTo>
                  <a:pt x="42" y="325"/>
                  <a:pt x="26" y="318"/>
                  <a:pt x="16" y="306"/>
                </a:cubicBezTo>
                <a:cubicBezTo>
                  <a:pt x="6" y="294"/>
                  <a:pt x="0" y="280"/>
                  <a:pt x="0" y="266"/>
                </a:cubicBezTo>
                <a:cubicBezTo>
                  <a:pt x="0" y="250"/>
                  <a:pt x="4" y="238"/>
                  <a:pt x="14" y="228"/>
                </a:cubicBezTo>
                <a:cubicBezTo>
                  <a:pt x="23" y="219"/>
                  <a:pt x="33" y="214"/>
                  <a:pt x="46" y="214"/>
                </a:cubicBezTo>
                <a:cubicBezTo>
                  <a:pt x="66" y="214"/>
                  <a:pt x="77" y="224"/>
                  <a:pt x="77" y="244"/>
                </a:cubicBezTo>
                <a:cubicBezTo>
                  <a:pt x="77" y="254"/>
                  <a:pt x="75" y="262"/>
                  <a:pt x="68" y="269"/>
                </a:cubicBezTo>
                <a:cubicBezTo>
                  <a:pt x="62" y="277"/>
                  <a:pt x="57" y="282"/>
                  <a:pt x="51" y="285"/>
                </a:cubicBezTo>
                <a:cubicBezTo>
                  <a:pt x="46" y="287"/>
                  <a:pt x="43" y="288"/>
                  <a:pt x="42" y="288"/>
                </a:cubicBezTo>
                <a:lnTo>
                  <a:pt x="40" y="289"/>
                </a:lnTo>
                <a:cubicBezTo>
                  <a:pt x="40" y="289"/>
                  <a:pt x="41" y="290"/>
                  <a:pt x="44" y="292"/>
                </a:cubicBezTo>
                <a:cubicBezTo>
                  <a:pt x="47" y="293"/>
                  <a:pt x="51" y="295"/>
                  <a:pt x="56" y="297"/>
                </a:cubicBezTo>
                <a:cubicBezTo>
                  <a:pt x="60" y="299"/>
                  <a:pt x="65" y="299"/>
                  <a:pt x="69" y="299"/>
                </a:cubicBezTo>
                <a:cubicBezTo>
                  <a:pt x="87" y="299"/>
                  <a:pt x="102" y="288"/>
                  <a:pt x="115" y="266"/>
                </a:cubicBezTo>
                <a:cubicBezTo>
                  <a:pt x="119" y="258"/>
                  <a:pt x="124" y="242"/>
                  <a:pt x="131" y="217"/>
                </a:cubicBezTo>
                <a:cubicBezTo>
                  <a:pt x="138" y="192"/>
                  <a:pt x="144" y="167"/>
                  <a:pt x="151" y="140"/>
                </a:cubicBezTo>
                <a:cubicBezTo>
                  <a:pt x="158" y="113"/>
                  <a:pt x="162" y="97"/>
                  <a:pt x="162" y="93"/>
                </a:cubicBezTo>
                <a:cubicBezTo>
                  <a:pt x="165" y="80"/>
                  <a:pt x="166" y="70"/>
                  <a:pt x="166" y="65"/>
                </a:cubicBezTo>
                <a:cubicBezTo>
                  <a:pt x="166" y="51"/>
                  <a:pt x="162" y="42"/>
                  <a:pt x="155" y="36"/>
                </a:cubicBezTo>
                <a:cubicBezTo>
                  <a:pt x="148" y="30"/>
                  <a:pt x="140" y="28"/>
                  <a:pt x="131" y="28"/>
                </a:cubicBezTo>
                <a:cubicBezTo>
                  <a:pt x="112" y="28"/>
                  <a:pt x="94" y="35"/>
                  <a:pt x="77" y="50"/>
                </a:cubicBezTo>
                <a:cubicBezTo>
                  <a:pt x="60" y="66"/>
                  <a:pt x="48" y="85"/>
                  <a:pt x="41" y="109"/>
                </a:cubicBezTo>
                <a:cubicBezTo>
                  <a:pt x="40" y="113"/>
                  <a:pt x="39" y="116"/>
                  <a:pt x="38" y="116"/>
                </a:cubicBezTo>
                <a:cubicBezTo>
                  <a:pt x="36" y="117"/>
                  <a:pt x="33" y="117"/>
                  <a:pt x="26" y="118"/>
                </a:cubicBezTo>
                <a:lnTo>
                  <a:pt x="16" y="118"/>
                </a:lnTo>
                <a:cubicBezTo>
                  <a:pt x="14" y="115"/>
                  <a:pt x="12" y="112"/>
                  <a:pt x="12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" name=""/>
          <p:cNvSpPr/>
          <p:nvPr/>
        </p:nvSpPr>
        <p:spPr>
          <a:xfrm>
            <a:off x="2820960" y="29048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1" y="0"/>
                  <a:pt x="14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8" y="58"/>
                  <a:pt x="121" y="108"/>
                  <a:pt x="141" y="170"/>
                </a:cubicBezTo>
                <a:cubicBezTo>
                  <a:pt x="162" y="231"/>
                  <a:pt x="172" y="293"/>
                  <a:pt x="172" y="359"/>
                </a:cubicBezTo>
                <a:cubicBezTo>
                  <a:pt x="172" y="391"/>
                  <a:pt x="170" y="422"/>
                  <a:pt x="165" y="452"/>
                </a:cubicBezTo>
                <a:cubicBezTo>
                  <a:pt x="160" y="482"/>
                  <a:pt x="155" y="508"/>
                  <a:pt x="148" y="529"/>
                </a:cubicBezTo>
                <a:cubicBezTo>
                  <a:pt x="142" y="550"/>
                  <a:pt x="133" y="571"/>
                  <a:pt x="122" y="592"/>
                </a:cubicBezTo>
                <a:cubicBezTo>
                  <a:pt x="110" y="613"/>
                  <a:pt x="101" y="629"/>
                  <a:pt x="95" y="640"/>
                </a:cubicBezTo>
                <a:cubicBezTo>
                  <a:pt x="88" y="651"/>
                  <a:pt x="78" y="663"/>
                  <a:pt x="64" y="676"/>
                </a:cubicBezTo>
                <a:cubicBezTo>
                  <a:pt x="52" y="689"/>
                  <a:pt x="44" y="697"/>
                  <a:pt x="42" y="700"/>
                </a:cubicBezTo>
                <a:cubicBezTo>
                  <a:pt x="39" y="702"/>
                  <a:pt x="34" y="707"/>
                  <a:pt x="25" y="713"/>
                </a:cubicBezTo>
                <a:cubicBezTo>
                  <a:pt x="24" y="715"/>
                  <a:pt x="23" y="716"/>
                  <a:pt x="22" y="716"/>
                </a:cubicBezTo>
                <a:lnTo>
                  <a:pt x="14" y="716"/>
                </a:lnTo>
                <a:cubicBezTo>
                  <a:pt x="10" y="716"/>
                  <a:pt x="7" y="716"/>
                  <a:pt x="6" y="716"/>
                </a:cubicBezTo>
                <a:cubicBezTo>
                  <a:pt x="4" y="716"/>
                  <a:pt x="3" y="715"/>
                  <a:pt x="2" y="714"/>
                </a:cubicBezTo>
                <a:cubicBezTo>
                  <a:pt x="1" y="713"/>
                  <a:pt x="1" y="710"/>
                  <a:pt x="0" y="708"/>
                </a:cubicBezTo>
                <a:cubicBezTo>
                  <a:pt x="1" y="707"/>
                  <a:pt x="3" y="704"/>
                  <a:pt x="8" y="698"/>
                </a:cubicBezTo>
                <a:cubicBezTo>
                  <a:pt x="83" y="621"/>
                  <a:pt x="120" y="508"/>
                  <a:pt x="120" y="359"/>
                </a:cubicBezTo>
                <a:cubicBezTo>
                  <a:pt x="120" y="209"/>
                  <a:pt x="83" y="95"/>
                  <a:pt x="8" y="18"/>
                </a:cubicBezTo>
                <a:cubicBezTo>
                  <a:pt x="3" y="12"/>
                  <a:pt x="1" y="9"/>
                  <a:pt x="0" y="9"/>
                </a:cubicBezTo>
                <a:cubicBezTo>
                  <a:pt x="0" y="5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" name=""/>
          <p:cNvSpPr/>
          <p:nvPr/>
        </p:nvSpPr>
        <p:spPr>
          <a:xfrm>
            <a:off x="2937600" y="2905200"/>
            <a:ext cx="10800" cy="257400"/>
          </a:xfrm>
          <a:custGeom>
            <a:avLst/>
            <a:gdLst/>
            <a:ahLst/>
            <a:rect l="0" t="0" r="r" b="b"/>
            <a:pathLst>
              <a:path w="30" h="715">
                <a:moveTo>
                  <a:pt x="15" y="715"/>
                </a:moveTo>
                <a:lnTo>
                  <a:pt x="14" y="715"/>
                </a:lnTo>
                <a:cubicBezTo>
                  <a:pt x="8" y="715"/>
                  <a:pt x="4" y="711"/>
                  <a:pt x="0" y="705"/>
                </a:cubicBezTo>
                <a:lnTo>
                  <a:pt x="0" y="357"/>
                </a:lnTo>
                <a:lnTo>
                  <a:pt x="1" y="9"/>
                </a:lnTo>
                <a:cubicBezTo>
                  <a:pt x="6" y="3"/>
                  <a:pt x="11" y="0"/>
                  <a:pt x="15" y="0"/>
                </a:cubicBezTo>
                <a:cubicBezTo>
                  <a:pt x="21" y="0"/>
                  <a:pt x="26" y="3"/>
                  <a:pt x="30" y="10"/>
                </a:cubicBezTo>
                <a:lnTo>
                  <a:pt x="30" y="705"/>
                </a:lnTo>
                <a:cubicBezTo>
                  <a:pt x="26" y="711"/>
                  <a:pt x="21" y="715"/>
                  <a:pt x="17" y="715"/>
                </a:cubicBezTo>
                <a:lnTo>
                  <a:pt x="15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14240" y="2442960"/>
            <a:ext cx="47574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Kolmogorov–Smirnov — no link to treatment effects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2979000" y="2886120"/>
            <a:ext cx="60138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captures full shape, but no theoretical bridge to clinical scale.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" name=""/>
          <p:cNvSpPr/>
          <p:nvPr/>
        </p:nvSpPr>
        <p:spPr>
          <a:xfrm>
            <a:off x="728280" y="3743280"/>
            <a:ext cx="143280" cy="286200"/>
          </a:xfrm>
          <a:custGeom>
            <a:avLst/>
            <a:gdLst/>
            <a:ahLst/>
            <a:rect l="0" t="0" r="r" b="b"/>
            <a:pathLst>
              <a:path w="398" h="795">
                <a:moveTo>
                  <a:pt x="42" y="751"/>
                </a:moveTo>
                <a:cubicBezTo>
                  <a:pt x="42" y="752"/>
                  <a:pt x="43" y="753"/>
                  <a:pt x="46" y="756"/>
                </a:cubicBezTo>
                <a:cubicBezTo>
                  <a:pt x="49" y="758"/>
                  <a:pt x="54" y="761"/>
                  <a:pt x="60" y="764"/>
                </a:cubicBezTo>
                <a:cubicBezTo>
                  <a:pt x="67" y="768"/>
                  <a:pt x="74" y="769"/>
                  <a:pt x="80" y="769"/>
                </a:cubicBezTo>
                <a:cubicBezTo>
                  <a:pt x="89" y="769"/>
                  <a:pt x="97" y="767"/>
                  <a:pt x="103" y="762"/>
                </a:cubicBezTo>
                <a:cubicBezTo>
                  <a:pt x="113" y="756"/>
                  <a:pt x="121" y="746"/>
                  <a:pt x="127" y="732"/>
                </a:cubicBezTo>
                <a:cubicBezTo>
                  <a:pt x="132" y="718"/>
                  <a:pt x="137" y="698"/>
                  <a:pt x="140" y="671"/>
                </a:cubicBezTo>
                <a:cubicBezTo>
                  <a:pt x="144" y="645"/>
                  <a:pt x="146" y="617"/>
                  <a:pt x="148" y="587"/>
                </a:cubicBezTo>
                <a:cubicBezTo>
                  <a:pt x="150" y="557"/>
                  <a:pt x="153" y="517"/>
                  <a:pt x="159" y="465"/>
                </a:cubicBezTo>
                <a:cubicBezTo>
                  <a:pt x="164" y="414"/>
                  <a:pt x="169" y="363"/>
                  <a:pt x="174" y="313"/>
                </a:cubicBezTo>
                <a:cubicBezTo>
                  <a:pt x="176" y="302"/>
                  <a:pt x="178" y="285"/>
                  <a:pt x="180" y="262"/>
                </a:cubicBezTo>
                <a:cubicBezTo>
                  <a:pt x="182" y="239"/>
                  <a:pt x="184" y="222"/>
                  <a:pt x="186" y="209"/>
                </a:cubicBezTo>
                <a:cubicBezTo>
                  <a:pt x="188" y="197"/>
                  <a:pt x="191" y="181"/>
                  <a:pt x="194" y="161"/>
                </a:cubicBezTo>
                <a:cubicBezTo>
                  <a:pt x="198" y="141"/>
                  <a:pt x="201" y="125"/>
                  <a:pt x="205" y="113"/>
                </a:cubicBezTo>
                <a:cubicBezTo>
                  <a:pt x="209" y="101"/>
                  <a:pt x="214" y="87"/>
                  <a:pt x="220" y="73"/>
                </a:cubicBezTo>
                <a:cubicBezTo>
                  <a:pt x="226" y="58"/>
                  <a:pt x="233" y="46"/>
                  <a:pt x="241" y="38"/>
                </a:cubicBezTo>
                <a:cubicBezTo>
                  <a:pt x="248" y="30"/>
                  <a:pt x="257" y="22"/>
                  <a:pt x="268" y="15"/>
                </a:cubicBezTo>
                <a:cubicBezTo>
                  <a:pt x="278" y="7"/>
                  <a:pt x="291" y="2"/>
                  <a:pt x="304" y="0"/>
                </a:cubicBezTo>
                <a:cubicBezTo>
                  <a:pt x="305" y="0"/>
                  <a:pt x="307" y="0"/>
                  <a:pt x="311" y="0"/>
                </a:cubicBezTo>
                <a:cubicBezTo>
                  <a:pt x="314" y="0"/>
                  <a:pt x="317" y="0"/>
                  <a:pt x="320" y="0"/>
                </a:cubicBezTo>
                <a:cubicBezTo>
                  <a:pt x="344" y="1"/>
                  <a:pt x="364" y="10"/>
                  <a:pt x="377" y="25"/>
                </a:cubicBezTo>
                <a:cubicBezTo>
                  <a:pt x="391" y="41"/>
                  <a:pt x="398" y="59"/>
                  <a:pt x="398" y="78"/>
                </a:cubicBezTo>
                <a:cubicBezTo>
                  <a:pt x="398" y="91"/>
                  <a:pt x="394" y="100"/>
                  <a:pt x="387" y="106"/>
                </a:cubicBezTo>
                <a:cubicBezTo>
                  <a:pt x="379" y="111"/>
                  <a:pt x="371" y="114"/>
                  <a:pt x="363" y="114"/>
                </a:cubicBezTo>
                <a:cubicBezTo>
                  <a:pt x="354" y="114"/>
                  <a:pt x="346" y="111"/>
                  <a:pt x="339" y="105"/>
                </a:cubicBezTo>
                <a:cubicBezTo>
                  <a:pt x="332" y="99"/>
                  <a:pt x="328" y="90"/>
                  <a:pt x="328" y="79"/>
                </a:cubicBezTo>
                <a:cubicBezTo>
                  <a:pt x="328" y="74"/>
                  <a:pt x="329" y="69"/>
                  <a:pt x="331" y="65"/>
                </a:cubicBezTo>
                <a:cubicBezTo>
                  <a:pt x="333" y="60"/>
                  <a:pt x="335" y="57"/>
                  <a:pt x="338" y="54"/>
                </a:cubicBezTo>
                <a:cubicBezTo>
                  <a:pt x="341" y="51"/>
                  <a:pt x="344" y="49"/>
                  <a:pt x="347" y="48"/>
                </a:cubicBezTo>
                <a:cubicBezTo>
                  <a:pt x="349" y="47"/>
                  <a:pt x="352" y="46"/>
                  <a:pt x="354" y="45"/>
                </a:cubicBezTo>
                <a:lnTo>
                  <a:pt x="357" y="44"/>
                </a:lnTo>
                <a:cubicBezTo>
                  <a:pt x="357" y="43"/>
                  <a:pt x="355" y="41"/>
                  <a:pt x="352" y="38"/>
                </a:cubicBezTo>
                <a:cubicBezTo>
                  <a:pt x="348" y="35"/>
                  <a:pt x="343" y="33"/>
                  <a:pt x="337" y="30"/>
                </a:cubicBezTo>
                <a:cubicBezTo>
                  <a:pt x="331" y="28"/>
                  <a:pt x="325" y="27"/>
                  <a:pt x="318" y="26"/>
                </a:cubicBezTo>
                <a:cubicBezTo>
                  <a:pt x="307" y="26"/>
                  <a:pt x="298" y="29"/>
                  <a:pt x="291" y="35"/>
                </a:cubicBezTo>
                <a:cubicBezTo>
                  <a:pt x="284" y="40"/>
                  <a:pt x="277" y="50"/>
                  <a:pt x="272" y="63"/>
                </a:cubicBezTo>
                <a:cubicBezTo>
                  <a:pt x="267" y="77"/>
                  <a:pt x="263" y="92"/>
                  <a:pt x="261" y="109"/>
                </a:cubicBezTo>
                <a:cubicBezTo>
                  <a:pt x="258" y="126"/>
                  <a:pt x="256" y="148"/>
                  <a:pt x="253" y="176"/>
                </a:cubicBezTo>
                <a:cubicBezTo>
                  <a:pt x="250" y="203"/>
                  <a:pt x="248" y="230"/>
                  <a:pt x="246" y="258"/>
                </a:cubicBezTo>
                <a:cubicBezTo>
                  <a:pt x="245" y="285"/>
                  <a:pt x="242" y="320"/>
                  <a:pt x="239" y="362"/>
                </a:cubicBezTo>
                <a:cubicBezTo>
                  <a:pt x="235" y="403"/>
                  <a:pt x="231" y="443"/>
                  <a:pt x="226" y="481"/>
                </a:cubicBezTo>
                <a:cubicBezTo>
                  <a:pt x="216" y="563"/>
                  <a:pt x="209" y="619"/>
                  <a:pt x="203" y="649"/>
                </a:cubicBezTo>
                <a:cubicBezTo>
                  <a:pt x="197" y="680"/>
                  <a:pt x="189" y="705"/>
                  <a:pt x="179" y="724"/>
                </a:cubicBezTo>
                <a:cubicBezTo>
                  <a:pt x="156" y="772"/>
                  <a:pt x="123" y="795"/>
                  <a:pt x="82" y="795"/>
                </a:cubicBezTo>
                <a:cubicBezTo>
                  <a:pt x="58" y="795"/>
                  <a:pt x="38" y="787"/>
                  <a:pt x="23" y="771"/>
                </a:cubicBezTo>
                <a:cubicBezTo>
                  <a:pt x="8" y="755"/>
                  <a:pt x="0" y="736"/>
                  <a:pt x="0" y="716"/>
                </a:cubicBezTo>
                <a:cubicBezTo>
                  <a:pt x="0" y="704"/>
                  <a:pt x="4" y="695"/>
                  <a:pt x="12" y="689"/>
                </a:cubicBezTo>
                <a:cubicBezTo>
                  <a:pt x="19" y="684"/>
                  <a:pt x="27" y="681"/>
                  <a:pt x="35" y="681"/>
                </a:cubicBezTo>
                <a:cubicBezTo>
                  <a:pt x="44" y="681"/>
                  <a:pt x="52" y="684"/>
                  <a:pt x="60" y="690"/>
                </a:cubicBezTo>
                <a:cubicBezTo>
                  <a:pt x="67" y="696"/>
                  <a:pt x="70" y="705"/>
                  <a:pt x="70" y="716"/>
                </a:cubicBezTo>
                <a:cubicBezTo>
                  <a:pt x="70" y="721"/>
                  <a:pt x="69" y="726"/>
                  <a:pt x="67" y="730"/>
                </a:cubicBezTo>
                <a:cubicBezTo>
                  <a:pt x="66" y="734"/>
                  <a:pt x="63" y="738"/>
                  <a:pt x="60" y="741"/>
                </a:cubicBezTo>
                <a:cubicBezTo>
                  <a:pt x="57" y="744"/>
                  <a:pt x="55" y="746"/>
                  <a:pt x="52" y="747"/>
                </a:cubicBezTo>
                <a:cubicBezTo>
                  <a:pt x="49" y="747"/>
                  <a:pt x="46" y="748"/>
                  <a:pt x="45" y="749"/>
                </a:cubicBezTo>
                <a:lnTo>
                  <a:pt x="42" y="7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" name=""/>
          <p:cNvSpPr/>
          <p:nvPr/>
        </p:nvSpPr>
        <p:spPr>
          <a:xfrm>
            <a:off x="903960" y="3836520"/>
            <a:ext cx="138600" cy="163800"/>
          </a:xfrm>
          <a:custGeom>
            <a:avLst/>
            <a:gdLst/>
            <a:ahLst/>
            <a:rect l="0" t="0" r="r" b="b"/>
            <a:pathLst>
              <a:path w="385" h="455">
                <a:moveTo>
                  <a:pt x="45" y="111"/>
                </a:moveTo>
                <a:cubicBezTo>
                  <a:pt x="45" y="110"/>
                  <a:pt x="46" y="108"/>
                  <a:pt x="46" y="106"/>
                </a:cubicBezTo>
                <a:cubicBezTo>
                  <a:pt x="47" y="103"/>
                  <a:pt x="48" y="98"/>
                  <a:pt x="50" y="90"/>
                </a:cubicBezTo>
                <a:cubicBezTo>
                  <a:pt x="52" y="82"/>
                  <a:pt x="54" y="75"/>
                  <a:pt x="57" y="68"/>
                </a:cubicBezTo>
                <a:cubicBezTo>
                  <a:pt x="60" y="61"/>
                  <a:pt x="63" y="53"/>
                  <a:pt x="68" y="44"/>
                </a:cubicBezTo>
                <a:cubicBezTo>
                  <a:pt x="72" y="35"/>
                  <a:pt x="77" y="28"/>
                  <a:pt x="82" y="23"/>
                </a:cubicBezTo>
                <a:cubicBezTo>
                  <a:pt x="87" y="18"/>
                  <a:pt x="93" y="11"/>
                  <a:pt x="100" y="6"/>
                </a:cubicBezTo>
                <a:cubicBezTo>
                  <a:pt x="108" y="1"/>
                  <a:pt x="116" y="-1"/>
                  <a:pt x="124" y="0"/>
                </a:cubicBezTo>
                <a:cubicBezTo>
                  <a:pt x="160" y="0"/>
                  <a:pt x="183" y="16"/>
                  <a:pt x="193" y="46"/>
                </a:cubicBezTo>
                <a:lnTo>
                  <a:pt x="200" y="40"/>
                </a:lnTo>
                <a:cubicBezTo>
                  <a:pt x="229" y="14"/>
                  <a:pt x="258" y="0"/>
                  <a:pt x="284" y="0"/>
                </a:cubicBezTo>
                <a:cubicBezTo>
                  <a:pt x="315" y="0"/>
                  <a:pt x="340" y="11"/>
                  <a:pt x="357" y="34"/>
                </a:cubicBezTo>
                <a:cubicBezTo>
                  <a:pt x="376" y="57"/>
                  <a:pt x="385" y="84"/>
                  <a:pt x="385" y="116"/>
                </a:cubicBezTo>
                <a:cubicBezTo>
                  <a:pt x="385" y="167"/>
                  <a:pt x="367" y="215"/>
                  <a:pt x="329" y="258"/>
                </a:cubicBezTo>
                <a:cubicBezTo>
                  <a:pt x="293" y="301"/>
                  <a:pt x="252" y="323"/>
                  <a:pt x="206" y="324"/>
                </a:cubicBezTo>
                <a:cubicBezTo>
                  <a:pt x="196" y="324"/>
                  <a:pt x="187" y="322"/>
                  <a:pt x="178" y="320"/>
                </a:cubicBezTo>
                <a:cubicBezTo>
                  <a:pt x="173" y="317"/>
                  <a:pt x="168" y="314"/>
                  <a:pt x="162" y="309"/>
                </a:cubicBezTo>
                <a:cubicBezTo>
                  <a:pt x="156" y="304"/>
                  <a:pt x="152" y="300"/>
                  <a:pt x="148" y="297"/>
                </a:cubicBezTo>
                <a:lnTo>
                  <a:pt x="143" y="291"/>
                </a:lnTo>
                <a:cubicBezTo>
                  <a:pt x="143" y="291"/>
                  <a:pt x="138" y="312"/>
                  <a:pt x="128" y="353"/>
                </a:cubicBezTo>
                <a:cubicBezTo>
                  <a:pt x="118" y="394"/>
                  <a:pt x="113" y="415"/>
                  <a:pt x="113" y="415"/>
                </a:cubicBezTo>
                <a:cubicBezTo>
                  <a:pt x="113" y="418"/>
                  <a:pt x="115" y="420"/>
                  <a:pt x="118" y="420"/>
                </a:cubicBezTo>
                <a:cubicBezTo>
                  <a:pt x="122" y="421"/>
                  <a:pt x="131" y="422"/>
                  <a:pt x="145" y="423"/>
                </a:cubicBezTo>
                <a:lnTo>
                  <a:pt x="163" y="423"/>
                </a:lnTo>
                <a:cubicBezTo>
                  <a:pt x="166" y="426"/>
                  <a:pt x="167" y="428"/>
                  <a:pt x="167" y="429"/>
                </a:cubicBezTo>
                <a:cubicBezTo>
                  <a:pt x="167" y="430"/>
                  <a:pt x="166" y="434"/>
                  <a:pt x="165" y="442"/>
                </a:cubicBezTo>
                <a:cubicBezTo>
                  <a:pt x="163" y="448"/>
                  <a:pt x="162" y="451"/>
                  <a:pt x="161" y="453"/>
                </a:cubicBezTo>
                <a:cubicBezTo>
                  <a:pt x="159" y="454"/>
                  <a:pt x="156" y="455"/>
                  <a:pt x="151" y="455"/>
                </a:cubicBezTo>
                <a:cubicBezTo>
                  <a:pt x="150" y="455"/>
                  <a:pt x="148" y="455"/>
                  <a:pt x="143" y="455"/>
                </a:cubicBezTo>
                <a:cubicBezTo>
                  <a:pt x="139" y="455"/>
                  <a:pt x="131" y="455"/>
                  <a:pt x="119" y="455"/>
                </a:cubicBezTo>
                <a:cubicBezTo>
                  <a:pt x="107" y="454"/>
                  <a:pt x="92" y="454"/>
                  <a:pt x="75" y="454"/>
                </a:cubicBezTo>
                <a:cubicBezTo>
                  <a:pt x="41" y="454"/>
                  <a:pt x="20" y="454"/>
                  <a:pt x="11" y="455"/>
                </a:cubicBezTo>
                <a:lnTo>
                  <a:pt x="5" y="455"/>
                </a:lnTo>
                <a:cubicBezTo>
                  <a:pt x="2" y="452"/>
                  <a:pt x="0" y="449"/>
                  <a:pt x="0" y="448"/>
                </a:cubicBezTo>
                <a:cubicBezTo>
                  <a:pt x="1" y="435"/>
                  <a:pt x="4" y="426"/>
                  <a:pt x="10" y="423"/>
                </a:cubicBezTo>
                <a:lnTo>
                  <a:pt x="24" y="423"/>
                </a:lnTo>
                <a:cubicBezTo>
                  <a:pt x="40" y="422"/>
                  <a:pt x="49" y="419"/>
                  <a:pt x="52" y="414"/>
                </a:cubicBezTo>
                <a:cubicBezTo>
                  <a:pt x="53" y="411"/>
                  <a:pt x="68" y="354"/>
                  <a:pt x="95" y="243"/>
                </a:cubicBezTo>
                <a:cubicBezTo>
                  <a:pt x="123" y="132"/>
                  <a:pt x="138" y="73"/>
                  <a:pt x="139" y="66"/>
                </a:cubicBezTo>
                <a:cubicBezTo>
                  <a:pt x="140" y="64"/>
                  <a:pt x="140" y="61"/>
                  <a:pt x="140" y="56"/>
                </a:cubicBezTo>
                <a:cubicBezTo>
                  <a:pt x="140" y="37"/>
                  <a:pt x="134" y="27"/>
                  <a:pt x="122" y="27"/>
                </a:cubicBezTo>
                <a:cubicBezTo>
                  <a:pt x="111" y="27"/>
                  <a:pt x="103" y="34"/>
                  <a:pt x="95" y="47"/>
                </a:cubicBezTo>
                <a:cubicBezTo>
                  <a:pt x="88" y="60"/>
                  <a:pt x="83" y="75"/>
                  <a:pt x="79" y="91"/>
                </a:cubicBezTo>
                <a:cubicBezTo>
                  <a:pt x="75" y="106"/>
                  <a:pt x="72" y="115"/>
                  <a:pt x="70" y="116"/>
                </a:cubicBezTo>
                <a:cubicBezTo>
                  <a:pt x="70" y="117"/>
                  <a:pt x="66" y="118"/>
                  <a:pt x="59" y="118"/>
                </a:cubicBezTo>
                <a:lnTo>
                  <a:pt x="49" y="118"/>
                </a:lnTo>
                <a:cubicBezTo>
                  <a:pt x="46" y="115"/>
                  <a:pt x="45" y="113"/>
                  <a:pt x="45" y="111"/>
                </a:cubicBezTo>
                <a:moveTo>
                  <a:pt x="156" y="244"/>
                </a:moveTo>
                <a:cubicBezTo>
                  <a:pt x="166" y="280"/>
                  <a:pt x="184" y="298"/>
                  <a:pt x="208" y="298"/>
                </a:cubicBezTo>
                <a:cubicBezTo>
                  <a:pt x="223" y="298"/>
                  <a:pt x="237" y="293"/>
                  <a:pt x="250" y="282"/>
                </a:cubicBezTo>
                <a:cubicBezTo>
                  <a:pt x="263" y="271"/>
                  <a:pt x="274" y="257"/>
                  <a:pt x="283" y="240"/>
                </a:cubicBezTo>
                <a:cubicBezTo>
                  <a:pt x="291" y="224"/>
                  <a:pt x="300" y="198"/>
                  <a:pt x="309" y="163"/>
                </a:cubicBezTo>
                <a:cubicBezTo>
                  <a:pt x="317" y="128"/>
                  <a:pt x="322" y="101"/>
                  <a:pt x="322" y="84"/>
                </a:cubicBezTo>
                <a:lnTo>
                  <a:pt x="322" y="80"/>
                </a:lnTo>
                <a:cubicBezTo>
                  <a:pt x="322" y="45"/>
                  <a:pt x="308" y="27"/>
                  <a:pt x="279" y="27"/>
                </a:cubicBezTo>
                <a:cubicBezTo>
                  <a:pt x="273" y="27"/>
                  <a:pt x="268" y="28"/>
                  <a:pt x="263" y="29"/>
                </a:cubicBezTo>
                <a:cubicBezTo>
                  <a:pt x="258" y="31"/>
                  <a:pt x="252" y="33"/>
                  <a:pt x="247" y="36"/>
                </a:cubicBezTo>
                <a:cubicBezTo>
                  <a:pt x="242" y="39"/>
                  <a:pt x="237" y="42"/>
                  <a:pt x="233" y="45"/>
                </a:cubicBezTo>
                <a:cubicBezTo>
                  <a:pt x="228" y="48"/>
                  <a:pt x="224" y="52"/>
                  <a:pt x="221" y="56"/>
                </a:cubicBezTo>
                <a:cubicBezTo>
                  <a:pt x="217" y="59"/>
                  <a:pt x="213" y="63"/>
                  <a:pt x="210" y="66"/>
                </a:cubicBezTo>
                <a:cubicBezTo>
                  <a:pt x="207" y="70"/>
                  <a:pt x="204" y="73"/>
                  <a:pt x="202" y="76"/>
                </a:cubicBezTo>
                <a:cubicBezTo>
                  <a:pt x="200" y="80"/>
                  <a:pt x="198" y="82"/>
                  <a:pt x="196" y="84"/>
                </a:cubicBezTo>
                <a:lnTo>
                  <a:pt x="194" y="86"/>
                </a:lnTo>
                <a:cubicBezTo>
                  <a:pt x="194" y="87"/>
                  <a:pt x="193" y="90"/>
                  <a:pt x="192" y="96"/>
                </a:cubicBezTo>
                <a:cubicBezTo>
                  <a:pt x="191" y="103"/>
                  <a:pt x="188" y="113"/>
                  <a:pt x="184" y="128"/>
                </a:cubicBezTo>
                <a:cubicBezTo>
                  <a:pt x="180" y="143"/>
                  <a:pt x="177" y="155"/>
                  <a:pt x="174" y="165"/>
                </a:cubicBezTo>
                <a:cubicBezTo>
                  <a:pt x="162" y="216"/>
                  <a:pt x="156" y="242"/>
                  <a:pt x="156" y="2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" name=""/>
          <p:cNvSpPr/>
          <p:nvPr/>
        </p:nvSpPr>
        <p:spPr>
          <a:xfrm>
            <a:off x="1093320" y="3771720"/>
            <a:ext cx="61200" cy="179280"/>
          </a:xfrm>
          <a:custGeom>
            <a:avLst/>
            <a:gdLst/>
            <a:ahLst/>
            <a:rect l="0" t="0" r="r" b="b"/>
            <a:pathLst>
              <a:path w="170" h="498">
                <a:moveTo>
                  <a:pt x="11" y="465"/>
                </a:moveTo>
                <a:lnTo>
                  <a:pt x="21" y="465"/>
                </a:lnTo>
                <a:cubicBezTo>
                  <a:pt x="40" y="465"/>
                  <a:pt x="51" y="461"/>
                  <a:pt x="55" y="455"/>
                </a:cubicBezTo>
                <a:lnTo>
                  <a:pt x="55" y="449"/>
                </a:lnTo>
                <a:cubicBezTo>
                  <a:pt x="55" y="445"/>
                  <a:pt x="55" y="439"/>
                  <a:pt x="55" y="433"/>
                </a:cubicBezTo>
                <a:cubicBezTo>
                  <a:pt x="55" y="426"/>
                  <a:pt x="55" y="418"/>
                  <a:pt x="55" y="409"/>
                </a:cubicBezTo>
                <a:cubicBezTo>
                  <a:pt x="55" y="400"/>
                  <a:pt x="55" y="390"/>
                  <a:pt x="55" y="378"/>
                </a:cubicBezTo>
                <a:cubicBezTo>
                  <a:pt x="56" y="367"/>
                  <a:pt x="56" y="355"/>
                  <a:pt x="55" y="343"/>
                </a:cubicBezTo>
                <a:cubicBezTo>
                  <a:pt x="55" y="330"/>
                  <a:pt x="55" y="317"/>
                  <a:pt x="55" y="303"/>
                </a:cubicBezTo>
                <a:cubicBezTo>
                  <a:pt x="56" y="289"/>
                  <a:pt x="56" y="276"/>
                  <a:pt x="55" y="262"/>
                </a:cubicBezTo>
                <a:cubicBezTo>
                  <a:pt x="55" y="245"/>
                  <a:pt x="55" y="226"/>
                  <a:pt x="55" y="207"/>
                </a:cubicBezTo>
                <a:cubicBezTo>
                  <a:pt x="55" y="186"/>
                  <a:pt x="55" y="168"/>
                  <a:pt x="55" y="152"/>
                </a:cubicBezTo>
                <a:cubicBezTo>
                  <a:pt x="55" y="136"/>
                  <a:pt x="55" y="122"/>
                  <a:pt x="55" y="109"/>
                </a:cubicBezTo>
                <a:cubicBezTo>
                  <a:pt x="55" y="97"/>
                  <a:pt x="55" y="86"/>
                  <a:pt x="55" y="78"/>
                </a:cubicBezTo>
                <a:cubicBezTo>
                  <a:pt x="54" y="69"/>
                  <a:pt x="54" y="65"/>
                  <a:pt x="55" y="65"/>
                </a:cubicBezTo>
                <a:cubicBezTo>
                  <a:pt x="53" y="56"/>
                  <a:pt x="50" y="50"/>
                  <a:pt x="45" y="48"/>
                </a:cubicBezTo>
                <a:cubicBezTo>
                  <a:pt x="39" y="45"/>
                  <a:pt x="29" y="43"/>
                  <a:pt x="13" y="41"/>
                </a:cubicBezTo>
                <a:lnTo>
                  <a:pt x="0" y="41"/>
                </a:lnTo>
                <a:lnTo>
                  <a:pt x="0" y="25"/>
                </a:lnTo>
                <a:cubicBezTo>
                  <a:pt x="0" y="14"/>
                  <a:pt x="0" y="8"/>
                  <a:pt x="1" y="8"/>
                </a:cubicBezTo>
                <a:lnTo>
                  <a:pt x="8" y="8"/>
                </a:lnTo>
                <a:cubicBezTo>
                  <a:pt x="13" y="7"/>
                  <a:pt x="20" y="7"/>
                  <a:pt x="29" y="6"/>
                </a:cubicBezTo>
                <a:cubicBezTo>
                  <a:pt x="38" y="6"/>
                  <a:pt x="47" y="5"/>
                  <a:pt x="55" y="5"/>
                </a:cubicBezTo>
                <a:cubicBezTo>
                  <a:pt x="64" y="4"/>
                  <a:pt x="72" y="4"/>
                  <a:pt x="82" y="3"/>
                </a:cubicBezTo>
                <a:cubicBezTo>
                  <a:pt x="92" y="3"/>
                  <a:pt x="100" y="2"/>
                  <a:pt x="104" y="1"/>
                </a:cubicBezTo>
                <a:cubicBezTo>
                  <a:pt x="109" y="0"/>
                  <a:pt x="112" y="0"/>
                  <a:pt x="112" y="0"/>
                </a:cubicBezTo>
                <a:lnTo>
                  <a:pt x="114" y="0"/>
                </a:lnTo>
                <a:lnTo>
                  <a:pt x="114" y="227"/>
                </a:lnTo>
                <a:cubicBezTo>
                  <a:pt x="114" y="378"/>
                  <a:pt x="115" y="454"/>
                  <a:pt x="115" y="455"/>
                </a:cubicBezTo>
                <a:cubicBezTo>
                  <a:pt x="117" y="459"/>
                  <a:pt x="120" y="461"/>
                  <a:pt x="124" y="463"/>
                </a:cubicBezTo>
                <a:cubicBezTo>
                  <a:pt x="134" y="464"/>
                  <a:pt x="145" y="465"/>
                  <a:pt x="159" y="465"/>
                </a:cubicBezTo>
                <a:lnTo>
                  <a:pt x="170" y="465"/>
                </a:lnTo>
                <a:lnTo>
                  <a:pt x="170" y="498"/>
                </a:lnTo>
                <a:lnTo>
                  <a:pt x="164" y="498"/>
                </a:lnTo>
                <a:lnTo>
                  <a:pt x="148" y="497"/>
                </a:lnTo>
                <a:cubicBezTo>
                  <a:pt x="137" y="496"/>
                  <a:pt x="125" y="496"/>
                  <a:pt x="113" y="496"/>
                </a:cubicBezTo>
                <a:cubicBezTo>
                  <a:pt x="101" y="496"/>
                  <a:pt x="91" y="496"/>
                  <a:pt x="85" y="496"/>
                </a:cubicBezTo>
                <a:cubicBezTo>
                  <a:pt x="79" y="495"/>
                  <a:pt x="70" y="495"/>
                  <a:pt x="58" y="496"/>
                </a:cubicBezTo>
                <a:cubicBezTo>
                  <a:pt x="45" y="496"/>
                  <a:pt x="33" y="496"/>
                  <a:pt x="22" y="497"/>
                </a:cubicBezTo>
                <a:lnTo>
                  <a:pt x="5" y="498"/>
                </a:lnTo>
                <a:lnTo>
                  <a:pt x="0" y="498"/>
                </a:lnTo>
                <a:lnTo>
                  <a:pt x="0" y="465"/>
                </a:lnTo>
                <a:lnTo>
                  <a:pt x="11" y="46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" name=""/>
          <p:cNvSpPr/>
          <p:nvPr/>
        </p:nvSpPr>
        <p:spPr>
          <a:xfrm>
            <a:off x="1165320" y="3835080"/>
            <a:ext cx="114480" cy="118440"/>
          </a:xfrm>
          <a:custGeom>
            <a:avLst/>
            <a:gdLst/>
            <a:ahLst/>
            <a:rect l="0" t="0" r="r" b="b"/>
            <a:pathLst>
              <a:path w="318" h="329">
                <a:moveTo>
                  <a:pt x="0" y="168"/>
                </a:moveTo>
                <a:cubicBezTo>
                  <a:pt x="0" y="122"/>
                  <a:pt x="15" y="83"/>
                  <a:pt x="46" y="50"/>
                </a:cubicBezTo>
                <a:cubicBezTo>
                  <a:pt x="77" y="17"/>
                  <a:pt x="116" y="1"/>
                  <a:pt x="160" y="0"/>
                </a:cubicBezTo>
                <a:cubicBezTo>
                  <a:pt x="203" y="0"/>
                  <a:pt x="239" y="17"/>
                  <a:pt x="270" y="49"/>
                </a:cubicBezTo>
                <a:cubicBezTo>
                  <a:pt x="301" y="81"/>
                  <a:pt x="317" y="121"/>
                  <a:pt x="318" y="167"/>
                </a:cubicBezTo>
                <a:cubicBezTo>
                  <a:pt x="318" y="212"/>
                  <a:pt x="302" y="250"/>
                  <a:pt x="272" y="281"/>
                </a:cubicBezTo>
                <a:cubicBezTo>
                  <a:pt x="241" y="313"/>
                  <a:pt x="204" y="329"/>
                  <a:pt x="160" y="329"/>
                </a:cubicBezTo>
                <a:cubicBezTo>
                  <a:pt x="113" y="329"/>
                  <a:pt x="74" y="313"/>
                  <a:pt x="45" y="280"/>
                </a:cubicBezTo>
                <a:cubicBezTo>
                  <a:pt x="15" y="248"/>
                  <a:pt x="0" y="211"/>
                  <a:pt x="0" y="168"/>
                </a:cubicBezTo>
                <a:moveTo>
                  <a:pt x="160" y="299"/>
                </a:moveTo>
                <a:cubicBezTo>
                  <a:pt x="218" y="299"/>
                  <a:pt x="247" y="260"/>
                  <a:pt x="247" y="183"/>
                </a:cubicBezTo>
                <a:lnTo>
                  <a:pt x="247" y="160"/>
                </a:lnTo>
                <a:lnTo>
                  <a:pt x="247" y="142"/>
                </a:lnTo>
                <a:cubicBezTo>
                  <a:pt x="247" y="131"/>
                  <a:pt x="247" y="122"/>
                  <a:pt x="246" y="115"/>
                </a:cubicBezTo>
                <a:cubicBezTo>
                  <a:pt x="246" y="107"/>
                  <a:pt x="244" y="98"/>
                  <a:pt x="241" y="88"/>
                </a:cubicBezTo>
                <a:cubicBezTo>
                  <a:pt x="238" y="77"/>
                  <a:pt x="234" y="68"/>
                  <a:pt x="230" y="62"/>
                </a:cubicBezTo>
                <a:cubicBezTo>
                  <a:pt x="225" y="55"/>
                  <a:pt x="218" y="48"/>
                  <a:pt x="208" y="42"/>
                </a:cubicBezTo>
                <a:cubicBezTo>
                  <a:pt x="198" y="35"/>
                  <a:pt x="186" y="30"/>
                  <a:pt x="173" y="28"/>
                </a:cubicBezTo>
                <a:cubicBezTo>
                  <a:pt x="170" y="27"/>
                  <a:pt x="166" y="27"/>
                  <a:pt x="161" y="27"/>
                </a:cubicBezTo>
                <a:cubicBezTo>
                  <a:pt x="147" y="27"/>
                  <a:pt x="133" y="30"/>
                  <a:pt x="120" y="35"/>
                </a:cubicBezTo>
                <a:cubicBezTo>
                  <a:pt x="100" y="46"/>
                  <a:pt x="86" y="60"/>
                  <a:pt x="79" y="79"/>
                </a:cubicBezTo>
                <a:cubicBezTo>
                  <a:pt x="73" y="98"/>
                  <a:pt x="70" y="120"/>
                  <a:pt x="70" y="145"/>
                </a:cubicBezTo>
                <a:lnTo>
                  <a:pt x="70" y="159"/>
                </a:lnTo>
                <a:cubicBezTo>
                  <a:pt x="70" y="205"/>
                  <a:pt x="74" y="237"/>
                  <a:pt x="85" y="256"/>
                </a:cubicBezTo>
                <a:cubicBezTo>
                  <a:pt x="100" y="285"/>
                  <a:pt x="125" y="299"/>
                  <a:pt x="160" y="29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" name=""/>
          <p:cNvSpPr/>
          <p:nvPr/>
        </p:nvSpPr>
        <p:spPr>
          <a:xfrm>
            <a:off x="1294200" y="3834000"/>
            <a:ext cx="117720" cy="169920"/>
          </a:xfrm>
          <a:custGeom>
            <a:avLst/>
            <a:gdLst/>
            <a:ahLst/>
            <a:rect l="0" t="0" r="r" b="b"/>
            <a:pathLst>
              <a:path w="327" h="472">
                <a:moveTo>
                  <a:pt x="216" y="31"/>
                </a:moveTo>
                <a:cubicBezTo>
                  <a:pt x="237" y="10"/>
                  <a:pt x="260" y="0"/>
                  <a:pt x="287" y="0"/>
                </a:cubicBezTo>
                <a:cubicBezTo>
                  <a:pt x="301" y="0"/>
                  <a:pt x="312" y="4"/>
                  <a:pt x="318" y="13"/>
                </a:cubicBezTo>
                <a:cubicBezTo>
                  <a:pt x="324" y="22"/>
                  <a:pt x="327" y="31"/>
                  <a:pt x="327" y="41"/>
                </a:cubicBezTo>
                <a:cubicBezTo>
                  <a:pt x="327" y="47"/>
                  <a:pt x="325" y="53"/>
                  <a:pt x="321" y="58"/>
                </a:cubicBezTo>
                <a:cubicBezTo>
                  <a:pt x="316" y="64"/>
                  <a:pt x="310" y="66"/>
                  <a:pt x="301" y="66"/>
                </a:cubicBezTo>
                <a:cubicBezTo>
                  <a:pt x="286" y="66"/>
                  <a:pt x="277" y="59"/>
                  <a:pt x="275" y="45"/>
                </a:cubicBezTo>
                <a:cubicBezTo>
                  <a:pt x="274" y="38"/>
                  <a:pt x="275" y="33"/>
                  <a:pt x="277" y="30"/>
                </a:cubicBezTo>
                <a:cubicBezTo>
                  <a:pt x="277" y="29"/>
                  <a:pt x="277" y="29"/>
                  <a:pt x="278" y="28"/>
                </a:cubicBezTo>
                <a:lnTo>
                  <a:pt x="278" y="27"/>
                </a:lnTo>
                <a:cubicBezTo>
                  <a:pt x="265" y="28"/>
                  <a:pt x="252" y="34"/>
                  <a:pt x="240" y="43"/>
                </a:cubicBezTo>
                <a:cubicBezTo>
                  <a:pt x="236" y="45"/>
                  <a:pt x="234" y="47"/>
                  <a:pt x="234" y="48"/>
                </a:cubicBezTo>
                <a:cubicBezTo>
                  <a:pt x="234" y="48"/>
                  <a:pt x="235" y="49"/>
                  <a:pt x="237" y="51"/>
                </a:cubicBezTo>
                <a:cubicBezTo>
                  <a:pt x="239" y="53"/>
                  <a:pt x="241" y="56"/>
                  <a:pt x="244" y="60"/>
                </a:cubicBezTo>
                <a:cubicBezTo>
                  <a:pt x="246" y="64"/>
                  <a:pt x="249" y="68"/>
                  <a:pt x="251" y="73"/>
                </a:cubicBezTo>
                <a:cubicBezTo>
                  <a:pt x="254" y="77"/>
                  <a:pt x="256" y="84"/>
                  <a:pt x="258" y="91"/>
                </a:cubicBezTo>
                <a:cubicBezTo>
                  <a:pt x="259" y="99"/>
                  <a:pt x="260" y="107"/>
                  <a:pt x="261" y="115"/>
                </a:cubicBezTo>
                <a:cubicBezTo>
                  <a:pt x="261" y="144"/>
                  <a:pt x="249" y="169"/>
                  <a:pt x="226" y="190"/>
                </a:cubicBezTo>
                <a:cubicBezTo>
                  <a:pt x="202" y="210"/>
                  <a:pt x="173" y="221"/>
                  <a:pt x="138" y="221"/>
                </a:cubicBezTo>
                <a:cubicBezTo>
                  <a:pt x="114" y="221"/>
                  <a:pt x="91" y="215"/>
                  <a:pt x="67" y="201"/>
                </a:cubicBezTo>
                <a:cubicBezTo>
                  <a:pt x="62" y="210"/>
                  <a:pt x="59" y="219"/>
                  <a:pt x="59" y="229"/>
                </a:cubicBezTo>
                <a:cubicBezTo>
                  <a:pt x="59" y="245"/>
                  <a:pt x="66" y="258"/>
                  <a:pt x="78" y="266"/>
                </a:cubicBezTo>
                <a:cubicBezTo>
                  <a:pt x="82" y="269"/>
                  <a:pt x="86" y="270"/>
                  <a:pt x="90" y="270"/>
                </a:cubicBezTo>
                <a:cubicBezTo>
                  <a:pt x="94" y="270"/>
                  <a:pt x="111" y="271"/>
                  <a:pt x="142" y="271"/>
                </a:cubicBezTo>
                <a:cubicBezTo>
                  <a:pt x="183" y="272"/>
                  <a:pt x="209" y="273"/>
                  <a:pt x="220" y="276"/>
                </a:cubicBezTo>
                <a:cubicBezTo>
                  <a:pt x="249" y="280"/>
                  <a:pt x="272" y="290"/>
                  <a:pt x="289" y="305"/>
                </a:cubicBezTo>
                <a:cubicBezTo>
                  <a:pt x="307" y="324"/>
                  <a:pt x="316" y="347"/>
                  <a:pt x="316" y="375"/>
                </a:cubicBezTo>
                <a:cubicBezTo>
                  <a:pt x="316" y="407"/>
                  <a:pt x="298" y="433"/>
                  <a:pt x="261" y="450"/>
                </a:cubicBezTo>
                <a:cubicBezTo>
                  <a:pt x="232" y="465"/>
                  <a:pt x="198" y="472"/>
                  <a:pt x="159" y="472"/>
                </a:cubicBezTo>
                <a:cubicBezTo>
                  <a:pt x="119" y="472"/>
                  <a:pt x="85" y="465"/>
                  <a:pt x="56" y="450"/>
                </a:cubicBezTo>
                <a:cubicBezTo>
                  <a:pt x="19" y="433"/>
                  <a:pt x="0" y="408"/>
                  <a:pt x="0" y="377"/>
                </a:cubicBezTo>
                <a:cubicBezTo>
                  <a:pt x="0" y="360"/>
                  <a:pt x="5" y="346"/>
                  <a:pt x="15" y="334"/>
                </a:cubicBezTo>
                <a:cubicBezTo>
                  <a:pt x="25" y="323"/>
                  <a:pt x="35" y="315"/>
                  <a:pt x="45" y="311"/>
                </a:cubicBezTo>
                <a:lnTo>
                  <a:pt x="53" y="307"/>
                </a:lnTo>
                <a:cubicBezTo>
                  <a:pt x="36" y="292"/>
                  <a:pt x="27" y="272"/>
                  <a:pt x="27" y="246"/>
                </a:cubicBezTo>
                <a:cubicBezTo>
                  <a:pt x="27" y="224"/>
                  <a:pt x="34" y="204"/>
                  <a:pt x="48" y="186"/>
                </a:cubicBezTo>
                <a:cubicBezTo>
                  <a:pt x="27" y="165"/>
                  <a:pt x="17" y="141"/>
                  <a:pt x="17" y="115"/>
                </a:cubicBezTo>
                <a:cubicBezTo>
                  <a:pt x="17" y="85"/>
                  <a:pt x="28" y="60"/>
                  <a:pt x="52" y="39"/>
                </a:cubicBezTo>
                <a:cubicBezTo>
                  <a:pt x="76" y="19"/>
                  <a:pt x="105" y="8"/>
                  <a:pt x="139" y="8"/>
                </a:cubicBezTo>
                <a:cubicBezTo>
                  <a:pt x="164" y="8"/>
                  <a:pt x="187" y="14"/>
                  <a:pt x="208" y="26"/>
                </a:cubicBezTo>
                <a:lnTo>
                  <a:pt x="216" y="31"/>
                </a:lnTo>
                <a:moveTo>
                  <a:pt x="194" y="78"/>
                </a:moveTo>
                <a:cubicBezTo>
                  <a:pt x="192" y="65"/>
                  <a:pt x="186" y="55"/>
                  <a:pt x="176" y="47"/>
                </a:cubicBezTo>
                <a:cubicBezTo>
                  <a:pt x="166" y="39"/>
                  <a:pt x="152" y="35"/>
                  <a:pt x="137" y="35"/>
                </a:cubicBezTo>
                <a:cubicBezTo>
                  <a:pt x="124" y="35"/>
                  <a:pt x="112" y="39"/>
                  <a:pt x="102" y="46"/>
                </a:cubicBezTo>
                <a:cubicBezTo>
                  <a:pt x="92" y="54"/>
                  <a:pt x="85" y="65"/>
                  <a:pt x="83" y="78"/>
                </a:cubicBezTo>
                <a:cubicBezTo>
                  <a:pt x="82" y="87"/>
                  <a:pt x="81" y="99"/>
                  <a:pt x="81" y="115"/>
                </a:cubicBezTo>
                <a:cubicBezTo>
                  <a:pt x="81" y="136"/>
                  <a:pt x="83" y="151"/>
                  <a:pt x="86" y="161"/>
                </a:cubicBezTo>
                <a:cubicBezTo>
                  <a:pt x="89" y="171"/>
                  <a:pt x="96" y="180"/>
                  <a:pt x="107" y="186"/>
                </a:cubicBezTo>
                <a:cubicBezTo>
                  <a:pt x="115" y="191"/>
                  <a:pt x="126" y="194"/>
                  <a:pt x="138" y="194"/>
                </a:cubicBezTo>
                <a:cubicBezTo>
                  <a:pt x="149" y="194"/>
                  <a:pt x="159" y="192"/>
                  <a:pt x="166" y="189"/>
                </a:cubicBezTo>
                <a:cubicBezTo>
                  <a:pt x="174" y="185"/>
                  <a:pt x="179" y="181"/>
                  <a:pt x="183" y="176"/>
                </a:cubicBezTo>
                <a:cubicBezTo>
                  <a:pt x="186" y="170"/>
                  <a:pt x="189" y="166"/>
                  <a:pt x="191" y="161"/>
                </a:cubicBezTo>
                <a:cubicBezTo>
                  <a:pt x="193" y="157"/>
                  <a:pt x="194" y="153"/>
                  <a:pt x="194" y="151"/>
                </a:cubicBezTo>
                <a:cubicBezTo>
                  <a:pt x="196" y="143"/>
                  <a:pt x="196" y="131"/>
                  <a:pt x="196" y="115"/>
                </a:cubicBezTo>
                <a:cubicBezTo>
                  <a:pt x="196" y="99"/>
                  <a:pt x="196" y="87"/>
                  <a:pt x="194" y="78"/>
                </a:cubicBezTo>
                <a:moveTo>
                  <a:pt x="269" y="377"/>
                </a:moveTo>
                <a:cubicBezTo>
                  <a:pt x="269" y="365"/>
                  <a:pt x="265" y="356"/>
                  <a:pt x="259" y="348"/>
                </a:cubicBezTo>
                <a:cubicBezTo>
                  <a:pt x="252" y="340"/>
                  <a:pt x="242" y="335"/>
                  <a:pt x="229" y="332"/>
                </a:cubicBezTo>
                <a:cubicBezTo>
                  <a:pt x="216" y="328"/>
                  <a:pt x="205" y="326"/>
                  <a:pt x="194" y="325"/>
                </a:cubicBezTo>
                <a:cubicBezTo>
                  <a:pt x="184" y="324"/>
                  <a:pt x="171" y="324"/>
                  <a:pt x="156" y="324"/>
                </a:cubicBezTo>
                <a:lnTo>
                  <a:pt x="135" y="324"/>
                </a:lnTo>
                <a:cubicBezTo>
                  <a:pt x="103" y="324"/>
                  <a:pt x="84" y="325"/>
                  <a:pt x="78" y="328"/>
                </a:cubicBezTo>
                <a:cubicBezTo>
                  <a:pt x="69" y="332"/>
                  <a:pt x="61" y="339"/>
                  <a:pt x="56" y="348"/>
                </a:cubicBezTo>
                <a:cubicBezTo>
                  <a:pt x="51" y="357"/>
                  <a:pt x="48" y="367"/>
                  <a:pt x="47" y="377"/>
                </a:cubicBezTo>
                <a:cubicBezTo>
                  <a:pt x="47" y="381"/>
                  <a:pt x="49" y="387"/>
                  <a:pt x="52" y="393"/>
                </a:cubicBezTo>
                <a:cubicBezTo>
                  <a:pt x="54" y="399"/>
                  <a:pt x="59" y="406"/>
                  <a:pt x="67" y="414"/>
                </a:cubicBezTo>
                <a:cubicBezTo>
                  <a:pt x="74" y="424"/>
                  <a:pt x="85" y="430"/>
                  <a:pt x="101" y="436"/>
                </a:cubicBezTo>
                <a:cubicBezTo>
                  <a:pt x="117" y="441"/>
                  <a:pt x="136" y="444"/>
                  <a:pt x="159" y="444"/>
                </a:cubicBezTo>
                <a:cubicBezTo>
                  <a:pt x="192" y="444"/>
                  <a:pt x="219" y="437"/>
                  <a:pt x="239" y="424"/>
                </a:cubicBezTo>
                <a:cubicBezTo>
                  <a:pt x="259" y="410"/>
                  <a:pt x="269" y="394"/>
                  <a:pt x="269" y="37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" name=""/>
          <p:cNvSpPr/>
          <p:nvPr/>
        </p:nvSpPr>
        <p:spPr>
          <a:xfrm>
            <a:off x="1439640" y="375732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3" y="294"/>
                  <a:pt x="7" y="264"/>
                </a:cubicBezTo>
                <a:cubicBezTo>
                  <a:pt x="12" y="235"/>
                  <a:pt x="18" y="209"/>
                  <a:pt x="24" y="188"/>
                </a:cubicBezTo>
                <a:cubicBezTo>
                  <a:pt x="30" y="166"/>
                  <a:pt x="39" y="145"/>
                  <a:pt x="50" y="125"/>
                </a:cubicBezTo>
                <a:cubicBezTo>
                  <a:pt x="62" y="104"/>
                  <a:pt x="71" y="88"/>
                  <a:pt x="77" y="77"/>
                </a:cubicBezTo>
                <a:cubicBezTo>
                  <a:pt x="84" y="65"/>
                  <a:pt x="94" y="53"/>
                  <a:pt x="107" y="40"/>
                </a:cubicBezTo>
                <a:cubicBezTo>
                  <a:pt x="121" y="26"/>
                  <a:pt x="129" y="18"/>
                  <a:pt x="131" y="15"/>
                </a:cubicBezTo>
                <a:cubicBezTo>
                  <a:pt x="133" y="13"/>
                  <a:pt x="139" y="8"/>
                  <a:pt x="149" y="0"/>
                </a:cubicBezTo>
                <a:lnTo>
                  <a:pt x="158" y="0"/>
                </a:lnTo>
                <a:lnTo>
                  <a:pt x="161" y="0"/>
                </a:lnTo>
                <a:cubicBezTo>
                  <a:pt x="169" y="0"/>
                  <a:pt x="172" y="3"/>
                  <a:pt x="172" y="7"/>
                </a:cubicBezTo>
                <a:cubicBezTo>
                  <a:pt x="172" y="8"/>
                  <a:pt x="168" y="13"/>
                  <a:pt x="159" y="22"/>
                </a:cubicBezTo>
                <a:cubicBezTo>
                  <a:pt x="151" y="30"/>
                  <a:pt x="141" y="43"/>
                  <a:pt x="130" y="60"/>
                </a:cubicBezTo>
                <a:cubicBezTo>
                  <a:pt x="118" y="76"/>
                  <a:pt x="106" y="97"/>
                  <a:pt x="95" y="121"/>
                </a:cubicBezTo>
                <a:cubicBezTo>
                  <a:pt x="83" y="146"/>
                  <a:pt x="73" y="178"/>
                  <a:pt x="65" y="220"/>
                </a:cubicBezTo>
                <a:cubicBezTo>
                  <a:pt x="56" y="261"/>
                  <a:pt x="52" y="307"/>
                  <a:pt x="52" y="358"/>
                </a:cubicBezTo>
                <a:cubicBezTo>
                  <a:pt x="52" y="408"/>
                  <a:pt x="56" y="454"/>
                  <a:pt x="65" y="495"/>
                </a:cubicBezTo>
                <a:cubicBezTo>
                  <a:pt x="73" y="536"/>
                  <a:pt x="82" y="569"/>
                  <a:pt x="94" y="595"/>
                </a:cubicBezTo>
                <a:cubicBezTo>
                  <a:pt x="105" y="620"/>
                  <a:pt x="117" y="640"/>
                  <a:pt x="129" y="657"/>
                </a:cubicBezTo>
                <a:cubicBezTo>
                  <a:pt x="141" y="673"/>
                  <a:pt x="151" y="685"/>
                  <a:pt x="159" y="695"/>
                </a:cubicBezTo>
                <a:cubicBezTo>
                  <a:pt x="168" y="705"/>
                  <a:pt x="172" y="710"/>
                  <a:pt x="172" y="710"/>
                </a:cubicBezTo>
                <a:cubicBezTo>
                  <a:pt x="172" y="714"/>
                  <a:pt x="168" y="716"/>
                  <a:pt x="160" y="716"/>
                </a:cubicBezTo>
                <a:lnTo>
                  <a:pt x="158" y="716"/>
                </a:lnTo>
                <a:lnTo>
                  <a:pt x="149" y="716"/>
                </a:lnTo>
                <a:lnTo>
                  <a:pt x="129" y="699"/>
                </a:lnTo>
                <a:cubicBezTo>
                  <a:pt x="84" y="659"/>
                  <a:pt x="51" y="607"/>
                  <a:pt x="31" y="547"/>
                </a:cubicBezTo>
                <a:cubicBezTo>
                  <a:pt x="10" y="486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" name=""/>
          <p:cNvSpPr/>
          <p:nvPr/>
        </p:nvSpPr>
        <p:spPr>
          <a:xfrm>
            <a:off x="1505520" y="3836520"/>
            <a:ext cx="138240" cy="163800"/>
          </a:xfrm>
          <a:custGeom>
            <a:avLst/>
            <a:gdLst/>
            <a:ahLst/>
            <a:rect l="0" t="0" r="r" b="b"/>
            <a:pathLst>
              <a:path w="384" h="455">
                <a:moveTo>
                  <a:pt x="45" y="111"/>
                </a:moveTo>
                <a:cubicBezTo>
                  <a:pt x="45" y="110"/>
                  <a:pt x="45" y="108"/>
                  <a:pt x="46" y="106"/>
                </a:cubicBezTo>
                <a:cubicBezTo>
                  <a:pt x="46" y="103"/>
                  <a:pt x="48" y="98"/>
                  <a:pt x="50" y="90"/>
                </a:cubicBezTo>
                <a:cubicBezTo>
                  <a:pt x="51" y="82"/>
                  <a:pt x="54" y="75"/>
                  <a:pt x="57" y="68"/>
                </a:cubicBezTo>
                <a:cubicBezTo>
                  <a:pt x="60" y="61"/>
                  <a:pt x="63" y="53"/>
                  <a:pt x="67" y="44"/>
                </a:cubicBezTo>
                <a:cubicBezTo>
                  <a:pt x="72" y="35"/>
                  <a:pt x="76" y="28"/>
                  <a:pt x="82" y="23"/>
                </a:cubicBezTo>
                <a:cubicBezTo>
                  <a:pt x="87" y="18"/>
                  <a:pt x="93" y="11"/>
                  <a:pt x="100" y="6"/>
                </a:cubicBezTo>
                <a:cubicBezTo>
                  <a:pt x="107" y="1"/>
                  <a:pt x="115" y="-1"/>
                  <a:pt x="124" y="0"/>
                </a:cubicBezTo>
                <a:cubicBezTo>
                  <a:pt x="160" y="0"/>
                  <a:pt x="183" y="16"/>
                  <a:pt x="193" y="46"/>
                </a:cubicBezTo>
                <a:lnTo>
                  <a:pt x="200" y="40"/>
                </a:lnTo>
                <a:cubicBezTo>
                  <a:pt x="230" y="14"/>
                  <a:pt x="258" y="0"/>
                  <a:pt x="285" y="0"/>
                </a:cubicBezTo>
                <a:cubicBezTo>
                  <a:pt x="316" y="0"/>
                  <a:pt x="340" y="11"/>
                  <a:pt x="358" y="34"/>
                </a:cubicBezTo>
                <a:cubicBezTo>
                  <a:pt x="376" y="57"/>
                  <a:pt x="384" y="84"/>
                  <a:pt x="384" y="116"/>
                </a:cubicBezTo>
                <a:cubicBezTo>
                  <a:pt x="384" y="167"/>
                  <a:pt x="366" y="215"/>
                  <a:pt x="330" y="258"/>
                </a:cubicBezTo>
                <a:cubicBezTo>
                  <a:pt x="294" y="301"/>
                  <a:pt x="253" y="323"/>
                  <a:pt x="206" y="324"/>
                </a:cubicBezTo>
                <a:cubicBezTo>
                  <a:pt x="196" y="324"/>
                  <a:pt x="186" y="322"/>
                  <a:pt x="178" y="320"/>
                </a:cubicBezTo>
                <a:cubicBezTo>
                  <a:pt x="173" y="317"/>
                  <a:pt x="168" y="314"/>
                  <a:pt x="162" y="309"/>
                </a:cubicBezTo>
                <a:cubicBezTo>
                  <a:pt x="156" y="304"/>
                  <a:pt x="152" y="300"/>
                  <a:pt x="148" y="297"/>
                </a:cubicBezTo>
                <a:lnTo>
                  <a:pt x="143" y="291"/>
                </a:lnTo>
                <a:cubicBezTo>
                  <a:pt x="143" y="291"/>
                  <a:pt x="137" y="312"/>
                  <a:pt x="127" y="353"/>
                </a:cubicBezTo>
                <a:cubicBezTo>
                  <a:pt x="117" y="394"/>
                  <a:pt x="112" y="415"/>
                  <a:pt x="112" y="415"/>
                </a:cubicBezTo>
                <a:cubicBezTo>
                  <a:pt x="112" y="418"/>
                  <a:pt x="114" y="420"/>
                  <a:pt x="118" y="420"/>
                </a:cubicBezTo>
                <a:cubicBezTo>
                  <a:pt x="122" y="421"/>
                  <a:pt x="131" y="422"/>
                  <a:pt x="145" y="423"/>
                </a:cubicBezTo>
                <a:lnTo>
                  <a:pt x="163" y="423"/>
                </a:lnTo>
                <a:cubicBezTo>
                  <a:pt x="165" y="426"/>
                  <a:pt x="167" y="428"/>
                  <a:pt x="167" y="429"/>
                </a:cubicBezTo>
                <a:cubicBezTo>
                  <a:pt x="167" y="430"/>
                  <a:pt x="166" y="434"/>
                  <a:pt x="165" y="442"/>
                </a:cubicBezTo>
                <a:cubicBezTo>
                  <a:pt x="163" y="448"/>
                  <a:pt x="162" y="451"/>
                  <a:pt x="160" y="453"/>
                </a:cubicBezTo>
                <a:cubicBezTo>
                  <a:pt x="159" y="454"/>
                  <a:pt x="156" y="455"/>
                  <a:pt x="151" y="455"/>
                </a:cubicBezTo>
                <a:cubicBezTo>
                  <a:pt x="150" y="455"/>
                  <a:pt x="148" y="455"/>
                  <a:pt x="143" y="455"/>
                </a:cubicBezTo>
                <a:cubicBezTo>
                  <a:pt x="139" y="455"/>
                  <a:pt x="131" y="455"/>
                  <a:pt x="119" y="455"/>
                </a:cubicBezTo>
                <a:cubicBezTo>
                  <a:pt x="107" y="454"/>
                  <a:pt x="92" y="454"/>
                  <a:pt x="75" y="454"/>
                </a:cubicBezTo>
                <a:cubicBezTo>
                  <a:pt x="41" y="454"/>
                  <a:pt x="20" y="454"/>
                  <a:pt x="11" y="455"/>
                </a:cubicBezTo>
                <a:lnTo>
                  <a:pt x="5" y="455"/>
                </a:lnTo>
                <a:cubicBezTo>
                  <a:pt x="2" y="452"/>
                  <a:pt x="0" y="449"/>
                  <a:pt x="0" y="448"/>
                </a:cubicBezTo>
                <a:cubicBezTo>
                  <a:pt x="1" y="435"/>
                  <a:pt x="4" y="426"/>
                  <a:pt x="9" y="423"/>
                </a:cubicBezTo>
                <a:lnTo>
                  <a:pt x="24" y="423"/>
                </a:lnTo>
                <a:cubicBezTo>
                  <a:pt x="40" y="422"/>
                  <a:pt x="49" y="419"/>
                  <a:pt x="52" y="414"/>
                </a:cubicBezTo>
                <a:cubicBezTo>
                  <a:pt x="53" y="411"/>
                  <a:pt x="68" y="354"/>
                  <a:pt x="95" y="243"/>
                </a:cubicBezTo>
                <a:cubicBezTo>
                  <a:pt x="123" y="132"/>
                  <a:pt x="137" y="73"/>
                  <a:pt x="139" y="66"/>
                </a:cubicBezTo>
                <a:cubicBezTo>
                  <a:pt x="139" y="64"/>
                  <a:pt x="140" y="61"/>
                  <a:pt x="140" y="56"/>
                </a:cubicBezTo>
                <a:cubicBezTo>
                  <a:pt x="140" y="37"/>
                  <a:pt x="134" y="27"/>
                  <a:pt x="122" y="27"/>
                </a:cubicBezTo>
                <a:cubicBezTo>
                  <a:pt x="111" y="27"/>
                  <a:pt x="102" y="34"/>
                  <a:pt x="95" y="47"/>
                </a:cubicBezTo>
                <a:cubicBezTo>
                  <a:pt x="88" y="60"/>
                  <a:pt x="83" y="75"/>
                  <a:pt x="79" y="91"/>
                </a:cubicBezTo>
                <a:cubicBezTo>
                  <a:pt x="75" y="106"/>
                  <a:pt x="72" y="115"/>
                  <a:pt x="70" y="116"/>
                </a:cubicBezTo>
                <a:cubicBezTo>
                  <a:pt x="69" y="117"/>
                  <a:pt x="66" y="118"/>
                  <a:pt x="59" y="118"/>
                </a:cubicBezTo>
                <a:lnTo>
                  <a:pt x="49" y="118"/>
                </a:lnTo>
                <a:cubicBezTo>
                  <a:pt x="46" y="115"/>
                  <a:pt x="45" y="113"/>
                  <a:pt x="45" y="111"/>
                </a:cubicBezTo>
                <a:moveTo>
                  <a:pt x="155" y="244"/>
                </a:moveTo>
                <a:cubicBezTo>
                  <a:pt x="166" y="280"/>
                  <a:pt x="183" y="298"/>
                  <a:pt x="208" y="298"/>
                </a:cubicBezTo>
                <a:cubicBezTo>
                  <a:pt x="224" y="298"/>
                  <a:pt x="237" y="293"/>
                  <a:pt x="251" y="282"/>
                </a:cubicBezTo>
                <a:cubicBezTo>
                  <a:pt x="264" y="271"/>
                  <a:pt x="275" y="257"/>
                  <a:pt x="284" y="240"/>
                </a:cubicBezTo>
                <a:cubicBezTo>
                  <a:pt x="292" y="224"/>
                  <a:pt x="301" y="198"/>
                  <a:pt x="309" y="163"/>
                </a:cubicBezTo>
                <a:cubicBezTo>
                  <a:pt x="318" y="128"/>
                  <a:pt x="323" y="101"/>
                  <a:pt x="323" y="84"/>
                </a:cubicBezTo>
                <a:lnTo>
                  <a:pt x="323" y="80"/>
                </a:lnTo>
                <a:cubicBezTo>
                  <a:pt x="323" y="45"/>
                  <a:pt x="308" y="27"/>
                  <a:pt x="279" y="27"/>
                </a:cubicBezTo>
                <a:cubicBezTo>
                  <a:pt x="274" y="27"/>
                  <a:pt x="269" y="28"/>
                  <a:pt x="264" y="29"/>
                </a:cubicBezTo>
                <a:cubicBezTo>
                  <a:pt x="258" y="31"/>
                  <a:pt x="253" y="33"/>
                  <a:pt x="248" y="36"/>
                </a:cubicBezTo>
                <a:cubicBezTo>
                  <a:pt x="243" y="39"/>
                  <a:pt x="238" y="42"/>
                  <a:pt x="234" y="45"/>
                </a:cubicBezTo>
                <a:cubicBezTo>
                  <a:pt x="229" y="48"/>
                  <a:pt x="225" y="52"/>
                  <a:pt x="220" y="56"/>
                </a:cubicBezTo>
                <a:cubicBezTo>
                  <a:pt x="217" y="59"/>
                  <a:pt x="213" y="63"/>
                  <a:pt x="210" y="66"/>
                </a:cubicBezTo>
                <a:cubicBezTo>
                  <a:pt x="206" y="70"/>
                  <a:pt x="204" y="73"/>
                  <a:pt x="202" y="76"/>
                </a:cubicBezTo>
                <a:cubicBezTo>
                  <a:pt x="200" y="80"/>
                  <a:pt x="198" y="82"/>
                  <a:pt x="196" y="84"/>
                </a:cubicBezTo>
                <a:lnTo>
                  <a:pt x="194" y="86"/>
                </a:lnTo>
                <a:cubicBezTo>
                  <a:pt x="194" y="87"/>
                  <a:pt x="193" y="90"/>
                  <a:pt x="192" y="96"/>
                </a:cubicBezTo>
                <a:cubicBezTo>
                  <a:pt x="190" y="103"/>
                  <a:pt x="188" y="113"/>
                  <a:pt x="184" y="128"/>
                </a:cubicBezTo>
                <a:cubicBezTo>
                  <a:pt x="180" y="143"/>
                  <a:pt x="177" y="155"/>
                  <a:pt x="174" y="165"/>
                </a:cubicBezTo>
                <a:cubicBezTo>
                  <a:pt x="162" y="216"/>
                  <a:pt x="155" y="242"/>
                  <a:pt x="155" y="2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8" name=""/>
          <p:cNvSpPr/>
          <p:nvPr/>
        </p:nvSpPr>
        <p:spPr>
          <a:xfrm>
            <a:off x="1659600" y="3757320"/>
            <a:ext cx="100080" cy="257760"/>
          </a:xfrm>
          <a:custGeom>
            <a:avLst/>
            <a:gdLst/>
            <a:ahLst/>
            <a:rect l="0" t="0" r="r" b="b"/>
            <a:pathLst>
              <a:path w="278" h="716">
                <a:moveTo>
                  <a:pt x="263" y="0"/>
                </a:moveTo>
                <a:cubicBezTo>
                  <a:pt x="268" y="0"/>
                  <a:pt x="271" y="2"/>
                  <a:pt x="274" y="5"/>
                </a:cubicBezTo>
                <a:cubicBezTo>
                  <a:pt x="277" y="8"/>
                  <a:pt x="278" y="11"/>
                  <a:pt x="278" y="15"/>
                </a:cubicBezTo>
                <a:cubicBezTo>
                  <a:pt x="278" y="17"/>
                  <a:pt x="236" y="132"/>
                  <a:pt x="154" y="359"/>
                </a:cubicBezTo>
                <a:cubicBezTo>
                  <a:pt x="71" y="587"/>
                  <a:pt x="28" y="704"/>
                  <a:pt x="26" y="709"/>
                </a:cubicBezTo>
                <a:cubicBezTo>
                  <a:pt x="22" y="714"/>
                  <a:pt x="18" y="716"/>
                  <a:pt x="13" y="716"/>
                </a:cubicBezTo>
                <a:cubicBezTo>
                  <a:pt x="10" y="716"/>
                  <a:pt x="7" y="715"/>
                  <a:pt x="4" y="713"/>
                </a:cubicBezTo>
                <a:cubicBezTo>
                  <a:pt x="1" y="710"/>
                  <a:pt x="0" y="707"/>
                  <a:pt x="0" y="703"/>
                </a:cubicBezTo>
                <a:cubicBezTo>
                  <a:pt x="0" y="698"/>
                  <a:pt x="41" y="581"/>
                  <a:pt x="124" y="353"/>
                </a:cubicBezTo>
                <a:cubicBezTo>
                  <a:pt x="207" y="125"/>
                  <a:pt x="250" y="10"/>
                  <a:pt x="252" y="8"/>
                </a:cubicBezTo>
                <a:cubicBezTo>
                  <a:pt x="254" y="3"/>
                  <a:pt x="258" y="0"/>
                  <a:pt x="26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9" name=""/>
          <p:cNvSpPr/>
          <p:nvPr/>
        </p:nvSpPr>
        <p:spPr>
          <a:xfrm>
            <a:off x="1782360" y="3836880"/>
            <a:ext cx="110160" cy="163800"/>
          </a:xfrm>
          <a:custGeom>
            <a:avLst/>
            <a:gdLst/>
            <a:ahLst/>
            <a:rect l="0" t="0" r="r" b="b"/>
            <a:pathLst>
              <a:path w="306" h="455">
                <a:moveTo>
                  <a:pt x="0" y="204"/>
                </a:moveTo>
                <a:cubicBezTo>
                  <a:pt x="0" y="156"/>
                  <a:pt x="18" y="111"/>
                  <a:pt x="54" y="67"/>
                </a:cubicBezTo>
                <a:cubicBezTo>
                  <a:pt x="91" y="24"/>
                  <a:pt x="132" y="1"/>
                  <a:pt x="178" y="0"/>
                </a:cubicBezTo>
                <a:cubicBezTo>
                  <a:pt x="206" y="0"/>
                  <a:pt x="228" y="14"/>
                  <a:pt x="243" y="39"/>
                </a:cubicBezTo>
                <a:cubicBezTo>
                  <a:pt x="244" y="38"/>
                  <a:pt x="245" y="37"/>
                  <a:pt x="247" y="34"/>
                </a:cubicBezTo>
                <a:cubicBezTo>
                  <a:pt x="249" y="32"/>
                  <a:pt x="251" y="29"/>
                  <a:pt x="255" y="26"/>
                </a:cubicBezTo>
                <a:cubicBezTo>
                  <a:pt x="258" y="24"/>
                  <a:pt x="262" y="21"/>
                  <a:pt x="266" y="18"/>
                </a:cubicBezTo>
                <a:cubicBezTo>
                  <a:pt x="282" y="5"/>
                  <a:pt x="293" y="0"/>
                  <a:pt x="299" y="0"/>
                </a:cubicBezTo>
                <a:cubicBezTo>
                  <a:pt x="301" y="0"/>
                  <a:pt x="303" y="0"/>
                  <a:pt x="304" y="2"/>
                </a:cubicBezTo>
                <a:cubicBezTo>
                  <a:pt x="306" y="3"/>
                  <a:pt x="306" y="4"/>
                  <a:pt x="306" y="5"/>
                </a:cubicBezTo>
                <a:cubicBezTo>
                  <a:pt x="306" y="10"/>
                  <a:pt x="290" y="79"/>
                  <a:pt x="257" y="210"/>
                </a:cubicBezTo>
                <a:cubicBezTo>
                  <a:pt x="223" y="346"/>
                  <a:pt x="206" y="414"/>
                  <a:pt x="206" y="416"/>
                </a:cubicBezTo>
                <a:cubicBezTo>
                  <a:pt x="206" y="420"/>
                  <a:pt x="217" y="422"/>
                  <a:pt x="238" y="423"/>
                </a:cubicBezTo>
                <a:lnTo>
                  <a:pt x="256" y="423"/>
                </a:lnTo>
                <a:cubicBezTo>
                  <a:pt x="259" y="426"/>
                  <a:pt x="260" y="428"/>
                  <a:pt x="260" y="429"/>
                </a:cubicBezTo>
                <a:cubicBezTo>
                  <a:pt x="260" y="429"/>
                  <a:pt x="260" y="434"/>
                  <a:pt x="258" y="442"/>
                </a:cubicBezTo>
                <a:cubicBezTo>
                  <a:pt x="256" y="448"/>
                  <a:pt x="254" y="453"/>
                  <a:pt x="251" y="455"/>
                </a:cubicBezTo>
                <a:lnTo>
                  <a:pt x="242" y="455"/>
                </a:lnTo>
                <a:cubicBezTo>
                  <a:pt x="227" y="454"/>
                  <a:pt x="201" y="454"/>
                  <a:pt x="165" y="454"/>
                </a:cubicBezTo>
                <a:cubicBezTo>
                  <a:pt x="151" y="454"/>
                  <a:pt x="139" y="454"/>
                  <a:pt x="128" y="454"/>
                </a:cubicBezTo>
                <a:cubicBezTo>
                  <a:pt x="117" y="454"/>
                  <a:pt x="108" y="454"/>
                  <a:pt x="102" y="454"/>
                </a:cubicBezTo>
                <a:cubicBezTo>
                  <a:pt x="95" y="454"/>
                  <a:pt x="91" y="454"/>
                  <a:pt x="90" y="455"/>
                </a:cubicBezTo>
                <a:cubicBezTo>
                  <a:pt x="83" y="455"/>
                  <a:pt x="79" y="453"/>
                  <a:pt x="79" y="449"/>
                </a:cubicBezTo>
                <a:cubicBezTo>
                  <a:pt x="79" y="448"/>
                  <a:pt x="79" y="444"/>
                  <a:pt x="80" y="438"/>
                </a:cubicBezTo>
                <a:cubicBezTo>
                  <a:pt x="83" y="431"/>
                  <a:pt x="85" y="426"/>
                  <a:pt x="86" y="425"/>
                </a:cubicBezTo>
                <a:cubicBezTo>
                  <a:pt x="87" y="423"/>
                  <a:pt x="92" y="423"/>
                  <a:pt x="100" y="423"/>
                </a:cubicBezTo>
                <a:cubicBezTo>
                  <a:pt x="123" y="423"/>
                  <a:pt x="137" y="421"/>
                  <a:pt x="142" y="418"/>
                </a:cubicBezTo>
                <a:cubicBezTo>
                  <a:pt x="146" y="415"/>
                  <a:pt x="152" y="394"/>
                  <a:pt x="162" y="355"/>
                </a:cubicBezTo>
                <a:cubicBezTo>
                  <a:pt x="171" y="315"/>
                  <a:pt x="176" y="295"/>
                  <a:pt x="177" y="294"/>
                </a:cubicBezTo>
                <a:cubicBezTo>
                  <a:pt x="177" y="293"/>
                  <a:pt x="175" y="294"/>
                  <a:pt x="172" y="296"/>
                </a:cubicBezTo>
                <a:cubicBezTo>
                  <a:pt x="149" y="315"/>
                  <a:pt x="125" y="324"/>
                  <a:pt x="100" y="324"/>
                </a:cubicBezTo>
                <a:cubicBezTo>
                  <a:pt x="73" y="324"/>
                  <a:pt x="50" y="314"/>
                  <a:pt x="30" y="295"/>
                </a:cubicBezTo>
                <a:cubicBezTo>
                  <a:pt x="10" y="276"/>
                  <a:pt x="0" y="246"/>
                  <a:pt x="0" y="204"/>
                </a:cubicBezTo>
                <a:moveTo>
                  <a:pt x="229" y="84"/>
                </a:moveTo>
                <a:cubicBezTo>
                  <a:pt x="218" y="46"/>
                  <a:pt x="200" y="27"/>
                  <a:pt x="175" y="27"/>
                </a:cubicBezTo>
                <a:cubicBezTo>
                  <a:pt x="159" y="27"/>
                  <a:pt x="143" y="34"/>
                  <a:pt x="127" y="49"/>
                </a:cubicBezTo>
                <a:cubicBezTo>
                  <a:pt x="112" y="64"/>
                  <a:pt x="100" y="83"/>
                  <a:pt x="92" y="107"/>
                </a:cubicBezTo>
                <a:cubicBezTo>
                  <a:pt x="77" y="145"/>
                  <a:pt x="67" y="184"/>
                  <a:pt x="61" y="224"/>
                </a:cubicBezTo>
                <a:cubicBezTo>
                  <a:pt x="61" y="226"/>
                  <a:pt x="61" y="228"/>
                  <a:pt x="61" y="232"/>
                </a:cubicBezTo>
                <a:cubicBezTo>
                  <a:pt x="61" y="236"/>
                  <a:pt x="61" y="239"/>
                  <a:pt x="61" y="241"/>
                </a:cubicBezTo>
                <a:cubicBezTo>
                  <a:pt x="61" y="262"/>
                  <a:pt x="65" y="277"/>
                  <a:pt x="74" y="285"/>
                </a:cubicBezTo>
                <a:cubicBezTo>
                  <a:pt x="83" y="293"/>
                  <a:pt x="93" y="298"/>
                  <a:pt x="105" y="298"/>
                </a:cubicBezTo>
                <a:cubicBezTo>
                  <a:pt x="131" y="298"/>
                  <a:pt x="157" y="281"/>
                  <a:pt x="185" y="247"/>
                </a:cubicBezTo>
                <a:lnTo>
                  <a:pt x="190" y="239"/>
                </a:lnTo>
                <a:lnTo>
                  <a:pt x="229" y="8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" name=""/>
          <p:cNvSpPr/>
          <p:nvPr/>
        </p:nvSpPr>
        <p:spPr>
          <a:xfrm>
            <a:off x="1906560" y="3757320"/>
            <a:ext cx="61560" cy="257760"/>
          </a:xfrm>
          <a:custGeom>
            <a:avLst/>
            <a:gdLst/>
            <a:ahLst/>
            <a:rect l="0" t="0" r="r" b="b"/>
            <a:pathLst>
              <a:path w="171" h="716">
                <a:moveTo>
                  <a:pt x="3" y="1"/>
                </a:moveTo>
                <a:lnTo>
                  <a:pt x="6" y="0"/>
                </a:lnTo>
                <a:cubicBezTo>
                  <a:pt x="8" y="0"/>
                  <a:pt x="11" y="0"/>
                  <a:pt x="13" y="0"/>
                </a:cubicBezTo>
                <a:lnTo>
                  <a:pt x="22" y="0"/>
                </a:lnTo>
                <a:lnTo>
                  <a:pt x="42" y="18"/>
                </a:lnTo>
                <a:cubicBezTo>
                  <a:pt x="88" y="58"/>
                  <a:pt x="120" y="109"/>
                  <a:pt x="141" y="169"/>
                </a:cubicBezTo>
                <a:cubicBezTo>
                  <a:pt x="161" y="230"/>
                  <a:pt x="171" y="293"/>
                  <a:pt x="171" y="358"/>
                </a:cubicBezTo>
                <a:cubicBezTo>
                  <a:pt x="171" y="390"/>
                  <a:pt x="169" y="422"/>
                  <a:pt x="164" y="452"/>
                </a:cubicBezTo>
                <a:cubicBezTo>
                  <a:pt x="160" y="482"/>
                  <a:pt x="154" y="507"/>
                  <a:pt x="148" y="528"/>
                </a:cubicBezTo>
                <a:cubicBezTo>
                  <a:pt x="142" y="549"/>
                  <a:pt x="133" y="570"/>
                  <a:pt x="121" y="591"/>
                </a:cubicBezTo>
                <a:cubicBezTo>
                  <a:pt x="110" y="612"/>
                  <a:pt x="101" y="628"/>
                  <a:pt x="94" y="639"/>
                </a:cubicBezTo>
                <a:cubicBezTo>
                  <a:pt x="88" y="651"/>
                  <a:pt x="78" y="663"/>
                  <a:pt x="65" y="676"/>
                </a:cubicBezTo>
                <a:cubicBezTo>
                  <a:pt x="51" y="690"/>
                  <a:pt x="43" y="698"/>
                  <a:pt x="41" y="700"/>
                </a:cubicBezTo>
                <a:cubicBezTo>
                  <a:pt x="39" y="702"/>
                  <a:pt x="33" y="707"/>
                  <a:pt x="25" y="714"/>
                </a:cubicBezTo>
                <a:cubicBezTo>
                  <a:pt x="23" y="715"/>
                  <a:pt x="22" y="716"/>
                  <a:pt x="22" y="716"/>
                </a:cubicBezTo>
                <a:lnTo>
                  <a:pt x="13" y="716"/>
                </a:lnTo>
                <a:cubicBezTo>
                  <a:pt x="9" y="716"/>
                  <a:pt x="7" y="716"/>
                  <a:pt x="5" y="716"/>
                </a:cubicBezTo>
                <a:cubicBezTo>
                  <a:pt x="4" y="716"/>
                  <a:pt x="3" y="716"/>
                  <a:pt x="2" y="714"/>
                </a:cubicBezTo>
                <a:cubicBezTo>
                  <a:pt x="1" y="713"/>
                  <a:pt x="0" y="711"/>
                  <a:pt x="0" y="708"/>
                </a:cubicBezTo>
                <a:cubicBezTo>
                  <a:pt x="0" y="707"/>
                  <a:pt x="3" y="704"/>
                  <a:pt x="7" y="699"/>
                </a:cubicBezTo>
                <a:cubicBezTo>
                  <a:pt x="82" y="621"/>
                  <a:pt x="119" y="508"/>
                  <a:pt x="119" y="358"/>
                </a:cubicBezTo>
                <a:cubicBezTo>
                  <a:pt x="119" y="208"/>
                  <a:pt x="82" y="95"/>
                  <a:pt x="7" y="18"/>
                </a:cubicBezTo>
                <a:cubicBezTo>
                  <a:pt x="3" y="13"/>
                  <a:pt x="0" y="9"/>
                  <a:pt x="0" y="9"/>
                </a:cubicBezTo>
                <a:cubicBezTo>
                  <a:pt x="0" y="5"/>
                  <a:pt x="1" y="3"/>
                  <a:pt x="3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" name=""/>
          <p:cNvSpPr/>
          <p:nvPr/>
        </p:nvSpPr>
        <p:spPr>
          <a:xfrm>
            <a:off x="2043720" y="3771720"/>
            <a:ext cx="126720" cy="181800"/>
          </a:xfrm>
          <a:custGeom>
            <a:avLst/>
            <a:gdLst/>
            <a:ahLst/>
            <a:rect l="0" t="0" r="r" b="b"/>
            <a:pathLst>
              <a:path w="352" h="505">
                <a:moveTo>
                  <a:pt x="240" y="8"/>
                </a:moveTo>
                <a:cubicBezTo>
                  <a:pt x="240" y="8"/>
                  <a:pt x="257" y="7"/>
                  <a:pt x="291" y="5"/>
                </a:cubicBezTo>
                <a:cubicBezTo>
                  <a:pt x="325" y="2"/>
                  <a:pt x="342" y="1"/>
                  <a:pt x="343" y="0"/>
                </a:cubicBezTo>
                <a:cubicBezTo>
                  <a:pt x="349" y="0"/>
                  <a:pt x="352" y="2"/>
                  <a:pt x="352" y="6"/>
                </a:cubicBezTo>
                <a:cubicBezTo>
                  <a:pt x="352" y="9"/>
                  <a:pt x="334" y="81"/>
                  <a:pt x="300" y="222"/>
                </a:cubicBezTo>
                <a:cubicBezTo>
                  <a:pt x="265" y="364"/>
                  <a:pt x="247" y="435"/>
                  <a:pt x="246" y="438"/>
                </a:cubicBezTo>
                <a:cubicBezTo>
                  <a:pt x="245" y="441"/>
                  <a:pt x="245" y="445"/>
                  <a:pt x="245" y="449"/>
                </a:cubicBezTo>
                <a:cubicBezTo>
                  <a:pt x="245" y="469"/>
                  <a:pt x="252" y="479"/>
                  <a:pt x="265" y="479"/>
                </a:cubicBezTo>
                <a:cubicBezTo>
                  <a:pt x="270" y="479"/>
                  <a:pt x="274" y="476"/>
                  <a:pt x="280" y="473"/>
                </a:cubicBezTo>
                <a:cubicBezTo>
                  <a:pt x="290" y="463"/>
                  <a:pt x="299" y="440"/>
                  <a:pt x="309" y="404"/>
                </a:cubicBezTo>
                <a:cubicBezTo>
                  <a:pt x="312" y="394"/>
                  <a:pt x="314" y="389"/>
                  <a:pt x="316" y="389"/>
                </a:cubicBezTo>
                <a:cubicBezTo>
                  <a:pt x="317" y="389"/>
                  <a:pt x="319" y="388"/>
                  <a:pt x="323" y="388"/>
                </a:cubicBezTo>
                <a:lnTo>
                  <a:pt x="326" y="388"/>
                </a:lnTo>
                <a:lnTo>
                  <a:pt x="329" y="388"/>
                </a:lnTo>
                <a:cubicBezTo>
                  <a:pt x="336" y="388"/>
                  <a:pt x="340" y="390"/>
                  <a:pt x="340" y="394"/>
                </a:cubicBezTo>
                <a:cubicBezTo>
                  <a:pt x="340" y="396"/>
                  <a:pt x="339" y="400"/>
                  <a:pt x="337" y="405"/>
                </a:cubicBezTo>
                <a:cubicBezTo>
                  <a:pt x="331" y="429"/>
                  <a:pt x="324" y="449"/>
                  <a:pt x="316" y="463"/>
                </a:cubicBezTo>
                <a:cubicBezTo>
                  <a:pt x="308" y="478"/>
                  <a:pt x="301" y="488"/>
                  <a:pt x="296" y="492"/>
                </a:cubicBezTo>
                <a:cubicBezTo>
                  <a:pt x="291" y="496"/>
                  <a:pt x="284" y="500"/>
                  <a:pt x="276" y="503"/>
                </a:cubicBezTo>
                <a:cubicBezTo>
                  <a:pt x="272" y="504"/>
                  <a:pt x="266" y="505"/>
                  <a:pt x="259" y="505"/>
                </a:cubicBezTo>
                <a:cubicBezTo>
                  <a:pt x="243" y="505"/>
                  <a:pt x="229" y="501"/>
                  <a:pt x="218" y="494"/>
                </a:cubicBezTo>
                <a:cubicBezTo>
                  <a:pt x="207" y="487"/>
                  <a:pt x="200" y="480"/>
                  <a:pt x="197" y="472"/>
                </a:cubicBezTo>
                <a:lnTo>
                  <a:pt x="192" y="461"/>
                </a:lnTo>
                <a:cubicBezTo>
                  <a:pt x="192" y="461"/>
                  <a:pt x="191" y="461"/>
                  <a:pt x="189" y="462"/>
                </a:cubicBezTo>
                <a:cubicBezTo>
                  <a:pt x="189" y="463"/>
                  <a:pt x="188" y="464"/>
                  <a:pt x="187" y="465"/>
                </a:cubicBezTo>
                <a:cubicBezTo>
                  <a:pt x="158" y="491"/>
                  <a:pt x="130" y="505"/>
                  <a:pt x="101" y="505"/>
                </a:cubicBezTo>
                <a:cubicBezTo>
                  <a:pt x="74" y="505"/>
                  <a:pt x="50" y="495"/>
                  <a:pt x="30" y="476"/>
                </a:cubicBezTo>
                <a:cubicBezTo>
                  <a:pt x="10" y="457"/>
                  <a:pt x="0" y="427"/>
                  <a:pt x="0" y="385"/>
                </a:cubicBezTo>
                <a:cubicBezTo>
                  <a:pt x="0" y="363"/>
                  <a:pt x="5" y="339"/>
                  <a:pt x="15" y="314"/>
                </a:cubicBezTo>
                <a:cubicBezTo>
                  <a:pt x="24" y="291"/>
                  <a:pt x="36" y="270"/>
                  <a:pt x="49" y="253"/>
                </a:cubicBezTo>
                <a:cubicBezTo>
                  <a:pt x="71" y="226"/>
                  <a:pt x="94" y="207"/>
                  <a:pt x="117" y="196"/>
                </a:cubicBezTo>
                <a:cubicBezTo>
                  <a:pt x="140" y="186"/>
                  <a:pt x="160" y="181"/>
                  <a:pt x="178" y="181"/>
                </a:cubicBezTo>
                <a:cubicBezTo>
                  <a:pt x="205" y="181"/>
                  <a:pt x="225" y="191"/>
                  <a:pt x="238" y="211"/>
                </a:cubicBezTo>
                <a:cubicBezTo>
                  <a:pt x="240" y="214"/>
                  <a:pt x="242" y="214"/>
                  <a:pt x="242" y="214"/>
                </a:cubicBezTo>
                <a:cubicBezTo>
                  <a:pt x="242" y="212"/>
                  <a:pt x="249" y="186"/>
                  <a:pt x="261" y="136"/>
                </a:cubicBezTo>
                <a:cubicBezTo>
                  <a:pt x="273" y="86"/>
                  <a:pt x="280" y="59"/>
                  <a:pt x="281" y="56"/>
                </a:cubicBezTo>
                <a:cubicBezTo>
                  <a:pt x="281" y="50"/>
                  <a:pt x="279" y="46"/>
                  <a:pt x="276" y="45"/>
                </a:cubicBezTo>
                <a:cubicBezTo>
                  <a:pt x="273" y="43"/>
                  <a:pt x="263" y="42"/>
                  <a:pt x="248" y="41"/>
                </a:cubicBezTo>
                <a:lnTo>
                  <a:pt x="233" y="41"/>
                </a:lnTo>
                <a:cubicBezTo>
                  <a:pt x="230" y="38"/>
                  <a:pt x="229" y="36"/>
                  <a:pt x="229" y="35"/>
                </a:cubicBezTo>
                <a:cubicBezTo>
                  <a:pt x="229" y="35"/>
                  <a:pt x="229" y="30"/>
                  <a:pt x="230" y="22"/>
                </a:cubicBezTo>
                <a:cubicBezTo>
                  <a:pt x="233" y="13"/>
                  <a:pt x="236" y="8"/>
                  <a:pt x="240" y="8"/>
                </a:cubicBezTo>
                <a:moveTo>
                  <a:pt x="230" y="264"/>
                </a:moveTo>
                <a:cubicBezTo>
                  <a:pt x="219" y="226"/>
                  <a:pt x="201" y="207"/>
                  <a:pt x="176" y="207"/>
                </a:cubicBezTo>
                <a:cubicBezTo>
                  <a:pt x="159" y="207"/>
                  <a:pt x="143" y="214"/>
                  <a:pt x="128" y="229"/>
                </a:cubicBezTo>
                <a:cubicBezTo>
                  <a:pt x="113" y="244"/>
                  <a:pt x="101" y="263"/>
                  <a:pt x="91" y="287"/>
                </a:cubicBezTo>
                <a:cubicBezTo>
                  <a:pt x="77" y="325"/>
                  <a:pt x="68" y="365"/>
                  <a:pt x="62" y="405"/>
                </a:cubicBezTo>
                <a:cubicBezTo>
                  <a:pt x="62" y="407"/>
                  <a:pt x="62" y="409"/>
                  <a:pt x="62" y="413"/>
                </a:cubicBezTo>
                <a:cubicBezTo>
                  <a:pt x="62" y="417"/>
                  <a:pt x="62" y="420"/>
                  <a:pt x="61" y="422"/>
                </a:cubicBezTo>
                <a:cubicBezTo>
                  <a:pt x="61" y="443"/>
                  <a:pt x="65" y="458"/>
                  <a:pt x="74" y="466"/>
                </a:cubicBezTo>
                <a:cubicBezTo>
                  <a:pt x="83" y="474"/>
                  <a:pt x="93" y="479"/>
                  <a:pt x="106" y="479"/>
                </a:cubicBezTo>
                <a:cubicBezTo>
                  <a:pt x="132" y="479"/>
                  <a:pt x="158" y="462"/>
                  <a:pt x="185" y="428"/>
                </a:cubicBezTo>
                <a:lnTo>
                  <a:pt x="191" y="420"/>
                </a:lnTo>
                <a:lnTo>
                  <a:pt x="230" y="26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2" name=""/>
          <p:cNvSpPr/>
          <p:nvPr/>
        </p:nvSpPr>
        <p:spPr>
          <a:xfrm>
            <a:off x="2178360" y="383688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2" y="109"/>
                </a:moveTo>
                <a:cubicBezTo>
                  <a:pt x="15" y="89"/>
                  <a:pt x="28" y="66"/>
                  <a:pt x="51" y="40"/>
                </a:cubicBezTo>
                <a:cubicBezTo>
                  <a:pt x="74" y="13"/>
                  <a:pt x="101" y="0"/>
                  <a:pt x="134" y="0"/>
                </a:cubicBezTo>
                <a:cubicBezTo>
                  <a:pt x="151" y="0"/>
                  <a:pt x="166" y="4"/>
                  <a:pt x="180" y="12"/>
                </a:cubicBezTo>
                <a:cubicBezTo>
                  <a:pt x="194" y="21"/>
                  <a:pt x="204" y="32"/>
                  <a:pt x="211" y="45"/>
                </a:cubicBezTo>
                <a:cubicBezTo>
                  <a:pt x="231" y="15"/>
                  <a:pt x="255" y="0"/>
                  <a:pt x="283" y="0"/>
                </a:cubicBezTo>
                <a:cubicBezTo>
                  <a:pt x="301" y="0"/>
                  <a:pt x="316" y="5"/>
                  <a:pt x="329" y="15"/>
                </a:cubicBezTo>
                <a:cubicBezTo>
                  <a:pt x="342" y="26"/>
                  <a:pt x="348" y="40"/>
                  <a:pt x="349" y="58"/>
                </a:cubicBezTo>
                <a:cubicBezTo>
                  <a:pt x="349" y="71"/>
                  <a:pt x="346" y="83"/>
                  <a:pt x="339" y="91"/>
                </a:cubicBezTo>
                <a:cubicBezTo>
                  <a:pt x="332" y="100"/>
                  <a:pt x="326" y="105"/>
                  <a:pt x="320" y="107"/>
                </a:cubicBezTo>
                <a:cubicBezTo>
                  <a:pt x="313" y="109"/>
                  <a:pt x="308" y="110"/>
                  <a:pt x="303" y="110"/>
                </a:cubicBezTo>
                <a:cubicBezTo>
                  <a:pt x="294" y="110"/>
                  <a:pt x="287" y="107"/>
                  <a:pt x="281" y="102"/>
                </a:cubicBezTo>
                <a:cubicBezTo>
                  <a:pt x="275" y="97"/>
                  <a:pt x="272" y="90"/>
                  <a:pt x="272" y="81"/>
                </a:cubicBezTo>
                <a:cubicBezTo>
                  <a:pt x="272" y="59"/>
                  <a:pt x="284" y="44"/>
                  <a:pt x="308" y="36"/>
                </a:cubicBezTo>
                <a:cubicBezTo>
                  <a:pt x="303" y="30"/>
                  <a:pt x="293" y="27"/>
                  <a:pt x="280" y="27"/>
                </a:cubicBezTo>
                <a:cubicBezTo>
                  <a:pt x="273" y="27"/>
                  <a:pt x="269" y="27"/>
                  <a:pt x="266" y="28"/>
                </a:cubicBezTo>
                <a:cubicBezTo>
                  <a:pt x="248" y="36"/>
                  <a:pt x="234" y="52"/>
                  <a:pt x="226" y="75"/>
                </a:cubicBezTo>
                <a:cubicBezTo>
                  <a:pt x="197" y="182"/>
                  <a:pt x="183" y="243"/>
                  <a:pt x="183" y="261"/>
                </a:cubicBezTo>
                <a:cubicBezTo>
                  <a:pt x="183" y="274"/>
                  <a:pt x="187" y="284"/>
                  <a:pt x="194" y="290"/>
                </a:cubicBezTo>
                <a:cubicBezTo>
                  <a:pt x="202" y="295"/>
                  <a:pt x="210" y="298"/>
                  <a:pt x="219" y="298"/>
                </a:cubicBezTo>
                <a:cubicBezTo>
                  <a:pt x="237" y="298"/>
                  <a:pt x="255" y="290"/>
                  <a:pt x="272" y="274"/>
                </a:cubicBezTo>
                <a:cubicBezTo>
                  <a:pt x="289" y="259"/>
                  <a:pt x="301" y="239"/>
                  <a:pt x="307" y="217"/>
                </a:cubicBezTo>
                <a:cubicBezTo>
                  <a:pt x="308" y="212"/>
                  <a:pt x="310" y="209"/>
                  <a:pt x="311" y="209"/>
                </a:cubicBezTo>
                <a:cubicBezTo>
                  <a:pt x="312" y="208"/>
                  <a:pt x="316" y="208"/>
                  <a:pt x="322" y="207"/>
                </a:cubicBezTo>
                <a:lnTo>
                  <a:pt x="325" y="207"/>
                </a:lnTo>
                <a:cubicBezTo>
                  <a:pt x="332" y="207"/>
                  <a:pt x="336" y="209"/>
                  <a:pt x="336" y="213"/>
                </a:cubicBezTo>
                <a:cubicBezTo>
                  <a:pt x="336" y="213"/>
                  <a:pt x="336" y="216"/>
                  <a:pt x="335" y="221"/>
                </a:cubicBezTo>
                <a:cubicBezTo>
                  <a:pt x="327" y="248"/>
                  <a:pt x="312" y="272"/>
                  <a:pt x="290" y="293"/>
                </a:cubicBezTo>
                <a:cubicBezTo>
                  <a:pt x="268" y="314"/>
                  <a:pt x="243" y="325"/>
                  <a:pt x="214" y="325"/>
                </a:cubicBezTo>
                <a:cubicBezTo>
                  <a:pt x="180" y="325"/>
                  <a:pt x="155" y="310"/>
                  <a:pt x="138" y="279"/>
                </a:cubicBezTo>
                <a:cubicBezTo>
                  <a:pt x="118" y="309"/>
                  <a:pt x="96" y="324"/>
                  <a:pt x="71" y="324"/>
                </a:cubicBezTo>
                <a:lnTo>
                  <a:pt x="66" y="324"/>
                </a:lnTo>
                <a:cubicBezTo>
                  <a:pt x="43" y="324"/>
                  <a:pt x="25" y="318"/>
                  <a:pt x="15" y="305"/>
                </a:cubicBezTo>
                <a:cubicBezTo>
                  <a:pt x="5" y="293"/>
                  <a:pt x="0" y="280"/>
                  <a:pt x="0" y="266"/>
                </a:cubicBezTo>
                <a:cubicBezTo>
                  <a:pt x="0" y="251"/>
                  <a:pt x="4" y="238"/>
                  <a:pt x="13" y="229"/>
                </a:cubicBezTo>
                <a:cubicBezTo>
                  <a:pt x="22" y="219"/>
                  <a:pt x="33" y="214"/>
                  <a:pt x="46" y="214"/>
                </a:cubicBezTo>
                <a:cubicBezTo>
                  <a:pt x="67" y="214"/>
                  <a:pt x="77" y="224"/>
                  <a:pt x="77" y="244"/>
                </a:cubicBezTo>
                <a:cubicBezTo>
                  <a:pt x="77" y="254"/>
                  <a:pt x="74" y="262"/>
                  <a:pt x="69" y="269"/>
                </a:cubicBezTo>
                <a:cubicBezTo>
                  <a:pt x="63" y="277"/>
                  <a:pt x="57" y="281"/>
                  <a:pt x="52" y="284"/>
                </a:cubicBezTo>
                <a:cubicBezTo>
                  <a:pt x="47" y="286"/>
                  <a:pt x="44" y="287"/>
                  <a:pt x="43" y="287"/>
                </a:cubicBezTo>
                <a:lnTo>
                  <a:pt x="41" y="288"/>
                </a:lnTo>
                <a:cubicBezTo>
                  <a:pt x="41" y="289"/>
                  <a:pt x="42" y="290"/>
                  <a:pt x="45" y="291"/>
                </a:cubicBezTo>
                <a:cubicBezTo>
                  <a:pt x="48" y="292"/>
                  <a:pt x="52" y="294"/>
                  <a:pt x="56" y="296"/>
                </a:cubicBezTo>
                <a:cubicBezTo>
                  <a:pt x="61" y="298"/>
                  <a:pt x="66" y="299"/>
                  <a:pt x="70" y="298"/>
                </a:cubicBezTo>
                <a:cubicBezTo>
                  <a:pt x="87" y="298"/>
                  <a:pt x="102" y="287"/>
                  <a:pt x="114" y="266"/>
                </a:cubicBezTo>
                <a:cubicBezTo>
                  <a:pt x="119" y="258"/>
                  <a:pt x="124" y="242"/>
                  <a:pt x="131" y="217"/>
                </a:cubicBezTo>
                <a:cubicBezTo>
                  <a:pt x="137" y="192"/>
                  <a:pt x="144" y="167"/>
                  <a:pt x="151" y="139"/>
                </a:cubicBezTo>
                <a:cubicBezTo>
                  <a:pt x="158" y="112"/>
                  <a:pt x="161" y="97"/>
                  <a:pt x="162" y="92"/>
                </a:cubicBezTo>
                <a:cubicBezTo>
                  <a:pt x="165" y="79"/>
                  <a:pt x="166" y="70"/>
                  <a:pt x="166" y="64"/>
                </a:cubicBezTo>
                <a:cubicBezTo>
                  <a:pt x="166" y="51"/>
                  <a:pt x="162" y="41"/>
                  <a:pt x="155" y="35"/>
                </a:cubicBezTo>
                <a:cubicBezTo>
                  <a:pt x="148" y="30"/>
                  <a:pt x="140" y="27"/>
                  <a:pt x="131" y="27"/>
                </a:cubicBezTo>
                <a:cubicBezTo>
                  <a:pt x="112" y="27"/>
                  <a:pt x="94" y="34"/>
                  <a:pt x="77" y="50"/>
                </a:cubicBezTo>
                <a:cubicBezTo>
                  <a:pt x="60" y="65"/>
                  <a:pt x="49" y="84"/>
                  <a:pt x="42" y="108"/>
                </a:cubicBezTo>
                <a:cubicBezTo>
                  <a:pt x="41" y="113"/>
                  <a:pt x="40" y="115"/>
                  <a:pt x="38" y="115"/>
                </a:cubicBezTo>
                <a:cubicBezTo>
                  <a:pt x="36" y="116"/>
                  <a:pt x="32" y="116"/>
                  <a:pt x="26" y="117"/>
                </a:cubicBezTo>
                <a:lnTo>
                  <a:pt x="16" y="117"/>
                </a:lnTo>
                <a:cubicBezTo>
                  <a:pt x="13" y="114"/>
                  <a:pt x="12" y="111"/>
                  <a:pt x="12" y="10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14240" y="3300120"/>
            <a:ext cx="37908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KL divergence — asymmetric, can diverge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316600" y="3733920"/>
            <a:ext cx="67593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requires density estimation; diverges with non-overlapping supports.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71320" y="4310280"/>
            <a:ext cx="2315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Three requirements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864360" y="4857840"/>
            <a:ext cx="221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1.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085760" y="4824360"/>
            <a:ext cx="15084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Beyond location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2753640" y="4857840"/>
            <a:ext cx="1712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(variance, shape)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864360" y="5200560"/>
            <a:ext cx="221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2.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1085760" y="5167080"/>
            <a:ext cx="25826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Clinically interpretable scale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864360" y="5543640"/>
            <a:ext cx="221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3.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085760" y="5510160"/>
            <a:ext cx="44960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Theoretical link to treatment effect heterogeneity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571320" y="151920"/>
            <a:ext cx="772236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Existing Approaches and Their Limitations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2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8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9" name=""/>
          <p:cNvSpPr/>
          <p:nvPr/>
        </p:nvSpPr>
        <p:spPr>
          <a:xfrm>
            <a:off x="576000" y="975960"/>
            <a:ext cx="11039760" cy="1543680"/>
          </a:xfrm>
          <a:custGeom>
            <a:avLst/>
            <a:gdLst/>
            <a:ahLst/>
            <a:rect l="0" t="0" r="r" b="b"/>
            <a:pathLst>
              <a:path w="30666" h="4288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8"/>
                  <a:pt x="30577" y="12"/>
                </a:cubicBezTo>
                <a:cubicBezTo>
                  <a:pt x="30585" y="15"/>
                  <a:pt x="30594" y="20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50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8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4142"/>
                </a:lnTo>
                <a:cubicBezTo>
                  <a:pt x="30666" y="4152"/>
                  <a:pt x="30665" y="4161"/>
                  <a:pt x="30664" y="4171"/>
                </a:cubicBezTo>
                <a:cubicBezTo>
                  <a:pt x="30662" y="4180"/>
                  <a:pt x="30659" y="4189"/>
                  <a:pt x="30655" y="4198"/>
                </a:cubicBezTo>
                <a:cubicBezTo>
                  <a:pt x="30652" y="4207"/>
                  <a:pt x="30647" y="4215"/>
                  <a:pt x="30642" y="4223"/>
                </a:cubicBezTo>
                <a:cubicBezTo>
                  <a:pt x="30637" y="4231"/>
                  <a:pt x="30631" y="4238"/>
                  <a:pt x="30624" y="4245"/>
                </a:cubicBezTo>
                <a:cubicBezTo>
                  <a:pt x="30617" y="4252"/>
                  <a:pt x="30610" y="4258"/>
                  <a:pt x="30602" y="4263"/>
                </a:cubicBezTo>
                <a:cubicBezTo>
                  <a:pt x="30594" y="4269"/>
                  <a:pt x="30585" y="4273"/>
                  <a:pt x="30577" y="4277"/>
                </a:cubicBezTo>
                <a:cubicBezTo>
                  <a:pt x="30568" y="4280"/>
                  <a:pt x="30559" y="4283"/>
                  <a:pt x="30549" y="4285"/>
                </a:cubicBezTo>
                <a:cubicBezTo>
                  <a:pt x="30540" y="4287"/>
                  <a:pt x="30530" y="4288"/>
                  <a:pt x="30521" y="4288"/>
                </a:cubicBezTo>
                <a:lnTo>
                  <a:pt x="146" y="4288"/>
                </a:lnTo>
                <a:cubicBezTo>
                  <a:pt x="136" y="4288"/>
                  <a:pt x="127" y="4287"/>
                  <a:pt x="117" y="4285"/>
                </a:cubicBezTo>
                <a:cubicBezTo>
                  <a:pt x="108" y="4283"/>
                  <a:pt x="99" y="4280"/>
                  <a:pt x="90" y="4277"/>
                </a:cubicBezTo>
                <a:cubicBezTo>
                  <a:pt x="81" y="4273"/>
                  <a:pt x="73" y="4269"/>
                  <a:pt x="65" y="4263"/>
                </a:cubicBezTo>
                <a:cubicBezTo>
                  <a:pt x="57" y="4258"/>
                  <a:pt x="50" y="4252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19" y="4215"/>
                  <a:pt x="15" y="4207"/>
                  <a:pt x="11" y="4198"/>
                </a:cubicBezTo>
                <a:cubicBezTo>
                  <a:pt x="8" y="4189"/>
                  <a:pt x="5" y="4180"/>
                  <a:pt x="3" y="4171"/>
                </a:cubicBezTo>
                <a:cubicBezTo>
                  <a:pt x="1" y="4161"/>
                  <a:pt x="0" y="4152"/>
                  <a:pt x="0" y="4142"/>
                </a:cubicBezTo>
                <a:close/>
              </a:path>
            </a:pathLst>
          </a:custGeom>
          <a:noFill/>
          <a:ln w="9360">
            <a:solidFill>
              <a:srgbClr val="E0E0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30" name=""/>
          <p:cNvSpPr/>
          <p:nvPr/>
        </p:nvSpPr>
        <p:spPr>
          <a:xfrm>
            <a:off x="580680" y="981000"/>
            <a:ext cx="11030400" cy="390600"/>
          </a:xfrm>
          <a:custGeom>
            <a:avLst/>
            <a:gdLst/>
            <a:ahLst/>
            <a:rect l="0" t="0" r="r" b="b"/>
            <a:pathLst>
              <a:path w="30640" h="1085">
                <a:moveTo>
                  <a:pt x="39" y="38"/>
                </a:moveTo>
                <a:cubicBezTo>
                  <a:pt x="65" y="13"/>
                  <a:pt x="96" y="0"/>
                  <a:pt x="133" y="0"/>
                </a:cubicBezTo>
                <a:lnTo>
                  <a:pt x="30508" y="0"/>
                </a:lnTo>
                <a:cubicBezTo>
                  <a:pt x="30544" y="0"/>
                  <a:pt x="30576" y="13"/>
                  <a:pt x="30601" y="38"/>
                </a:cubicBezTo>
                <a:cubicBezTo>
                  <a:pt x="30627" y="64"/>
                  <a:pt x="30640" y="95"/>
                  <a:pt x="30640" y="132"/>
                </a:cubicBezTo>
                <a:lnTo>
                  <a:pt x="30640" y="1085"/>
                </a:lnTo>
                <a:lnTo>
                  <a:pt x="0" y="1085"/>
                </a:lnTo>
                <a:lnTo>
                  <a:pt x="0" y="132"/>
                </a:lnTo>
                <a:cubicBezTo>
                  <a:pt x="0" y="95"/>
                  <a:pt x="13" y="64"/>
                  <a:pt x="39" y="38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1" name=""/>
          <p:cNvSpPr/>
          <p:nvPr/>
        </p:nvSpPr>
        <p:spPr>
          <a:xfrm>
            <a:off x="580680" y="1371240"/>
            <a:ext cx="11030400" cy="1143360"/>
          </a:xfrm>
          <a:custGeom>
            <a:avLst/>
            <a:gdLst/>
            <a:ahLst/>
            <a:rect l="0" t="0" r="r" b="b"/>
            <a:pathLst>
              <a:path w="30640" h="3176">
                <a:moveTo>
                  <a:pt x="30640" y="3044"/>
                </a:moveTo>
                <a:cubicBezTo>
                  <a:pt x="30640" y="3081"/>
                  <a:pt x="30627" y="3112"/>
                  <a:pt x="30601" y="3138"/>
                </a:cubicBezTo>
                <a:cubicBezTo>
                  <a:pt x="30576" y="3164"/>
                  <a:pt x="30544" y="3176"/>
                  <a:pt x="30508" y="3176"/>
                </a:cubicBezTo>
                <a:lnTo>
                  <a:pt x="133" y="3176"/>
                </a:lnTo>
                <a:cubicBezTo>
                  <a:pt x="96" y="3176"/>
                  <a:pt x="65" y="3164"/>
                  <a:pt x="39" y="3138"/>
                </a:cubicBezTo>
                <a:cubicBezTo>
                  <a:pt x="13" y="3112"/>
                  <a:pt x="0" y="3081"/>
                  <a:pt x="0" y="3044"/>
                </a:cubicBezTo>
                <a:lnTo>
                  <a:pt x="0" y="0"/>
                </a:lnTo>
                <a:lnTo>
                  <a:pt x="30640" y="0"/>
                </a:lnTo>
                <a:lnTo>
                  <a:pt x="30640" y="3044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32" name=""/>
          <p:cNvSpPr/>
          <p:nvPr/>
        </p:nvSpPr>
        <p:spPr>
          <a:xfrm>
            <a:off x="576000" y="2528640"/>
            <a:ext cx="11039760" cy="1619640"/>
          </a:xfrm>
          <a:custGeom>
            <a:avLst/>
            <a:gdLst/>
            <a:ahLst/>
            <a:rect l="0" t="0" r="r" b="b"/>
            <a:pathLst>
              <a:path w="30666" h="4499">
                <a:moveTo>
                  <a:pt x="0" y="435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8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50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4354"/>
                </a:lnTo>
                <a:cubicBezTo>
                  <a:pt x="30666" y="4363"/>
                  <a:pt x="30665" y="4373"/>
                  <a:pt x="30664" y="4382"/>
                </a:cubicBezTo>
                <a:cubicBezTo>
                  <a:pt x="30662" y="4391"/>
                  <a:pt x="30659" y="4400"/>
                  <a:pt x="30655" y="4409"/>
                </a:cubicBezTo>
                <a:cubicBezTo>
                  <a:pt x="30652" y="4418"/>
                  <a:pt x="30647" y="4426"/>
                  <a:pt x="30642" y="4434"/>
                </a:cubicBezTo>
                <a:cubicBezTo>
                  <a:pt x="30637" y="4442"/>
                  <a:pt x="30631" y="4450"/>
                  <a:pt x="30624" y="4456"/>
                </a:cubicBezTo>
                <a:cubicBezTo>
                  <a:pt x="30617" y="4463"/>
                  <a:pt x="30610" y="4469"/>
                  <a:pt x="30602" y="4475"/>
                </a:cubicBezTo>
                <a:cubicBezTo>
                  <a:pt x="30594" y="4480"/>
                  <a:pt x="30585" y="4484"/>
                  <a:pt x="30577" y="4488"/>
                </a:cubicBezTo>
                <a:cubicBezTo>
                  <a:pt x="30568" y="4492"/>
                  <a:pt x="30559" y="4494"/>
                  <a:pt x="30549" y="4496"/>
                </a:cubicBezTo>
                <a:cubicBezTo>
                  <a:pt x="30540" y="4498"/>
                  <a:pt x="30530" y="4499"/>
                  <a:pt x="30521" y="4499"/>
                </a:cubicBezTo>
                <a:lnTo>
                  <a:pt x="146" y="4499"/>
                </a:lnTo>
                <a:cubicBezTo>
                  <a:pt x="136" y="4499"/>
                  <a:pt x="127" y="4498"/>
                  <a:pt x="117" y="4496"/>
                </a:cubicBezTo>
                <a:cubicBezTo>
                  <a:pt x="108" y="4494"/>
                  <a:pt x="99" y="4492"/>
                  <a:pt x="90" y="4488"/>
                </a:cubicBezTo>
                <a:cubicBezTo>
                  <a:pt x="81" y="4484"/>
                  <a:pt x="73" y="4480"/>
                  <a:pt x="65" y="4475"/>
                </a:cubicBezTo>
                <a:cubicBezTo>
                  <a:pt x="57" y="4469"/>
                  <a:pt x="50" y="4463"/>
                  <a:pt x="43" y="4456"/>
                </a:cubicBezTo>
                <a:cubicBezTo>
                  <a:pt x="36" y="4450"/>
                  <a:pt x="30" y="4442"/>
                  <a:pt x="25" y="4434"/>
                </a:cubicBezTo>
                <a:cubicBezTo>
                  <a:pt x="19" y="4426"/>
                  <a:pt x="15" y="4418"/>
                  <a:pt x="11" y="4409"/>
                </a:cubicBezTo>
                <a:cubicBezTo>
                  <a:pt x="8" y="4400"/>
                  <a:pt x="5" y="4391"/>
                  <a:pt x="3" y="4382"/>
                </a:cubicBezTo>
                <a:cubicBezTo>
                  <a:pt x="1" y="4373"/>
                  <a:pt x="0" y="4363"/>
                  <a:pt x="0" y="4354"/>
                </a:cubicBezTo>
                <a:close/>
              </a:path>
            </a:pathLst>
          </a:custGeom>
          <a:noFill/>
          <a:ln w="9360">
            <a:solidFill>
              <a:srgbClr val="E0E0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33" name=""/>
          <p:cNvSpPr/>
          <p:nvPr/>
        </p:nvSpPr>
        <p:spPr>
          <a:xfrm>
            <a:off x="580680" y="2533320"/>
            <a:ext cx="11030400" cy="390960"/>
          </a:xfrm>
          <a:custGeom>
            <a:avLst/>
            <a:gdLst/>
            <a:ahLst/>
            <a:rect l="0" t="0" r="r" b="b"/>
            <a:pathLst>
              <a:path w="30640" h="1086">
                <a:moveTo>
                  <a:pt x="39" y="40"/>
                </a:moveTo>
                <a:cubicBezTo>
                  <a:pt x="65" y="14"/>
                  <a:pt x="96" y="0"/>
                  <a:pt x="133" y="0"/>
                </a:cubicBezTo>
                <a:lnTo>
                  <a:pt x="30508" y="0"/>
                </a:lnTo>
                <a:cubicBezTo>
                  <a:pt x="30544" y="0"/>
                  <a:pt x="30576" y="14"/>
                  <a:pt x="30601" y="40"/>
                </a:cubicBezTo>
                <a:cubicBezTo>
                  <a:pt x="30627" y="66"/>
                  <a:pt x="30640" y="97"/>
                  <a:pt x="30640" y="134"/>
                </a:cubicBezTo>
                <a:lnTo>
                  <a:pt x="30640" y="1086"/>
                </a:lnTo>
                <a:lnTo>
                  <a:pt x="0" y="1086"/>
                </a:lnTo>
                <a:lnTo>
                  <a:pt x="0" y="134"/>
                </a:lnTo>
                <a:cubicBezTo>
                  <a:pt x="0" y="97"/>
                  <a:pt x="13" y="66"/>
                  <a:pt x="39" y="40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4" name=""/>
          <p:cNvSpPr/>
          <p:nvPr/>
        </p:nvSpPr>
        <p:spPr>
          <a:xfrm>
            <a:off x="580680" y="2923920"/>
            <a:ext cx="11030400" cy="1219680"/>
          </a:xfrm>
          <a:custGeom>
            <a:avLst/>
            <a:gdLst/>
            <a:ahLst/>
            <a:rect l="0" t="0" r="r" b="b"/>
            <a:pathLst>
              <a:path w="30640" h="3388">
                <a:moveTo>
                  <a:pt x="30640" y="3256"/>
                </a:moveTo>
                <a:cubicBezTo>
                  <a:pt x="30640" y="3292"/>
                  <a:pt x="30627" y="3323"/>
                  <a:pt x="30601" y="3349"/>
                </a:cubicBezTo>
                <a:cubicBezTo>
                  <a:pt x="30576" y="3375"/>
                  <a:pt x="30544" y="3388"/>
                  <a:pt x="30508" y="3388"/>
                </a:cubicBezTo>
                <a:lnTo>
                  <a:pt x="133" y="3388"/>
                </a:lnTo>
                <a:cubicBezTo>
                  <a:pt x="96" y="3388"/>
                  <a:pt x="65" y="3375"/>
                  <a:pt x="39" y="3349"/>
                </a:cubicBezTo>
                <a:cubicBezTo>
                  <a:pt x="13" y="3323"/>
                  <a:pt x="0" y="3292"/>
                  <a:pt x="0" y="3256"/>
                </a:cubicBezTo>
                <a:lnTo>
                  <a:pt x="0" y="0"/>
                </a:lnTo>
                <a:lnTo>
                  <a:pt x="30640" y="0"/>
                </a:lnTo>
                <a:lnTo>
                  <a:pt x="30640" y="3256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714240" y="1023840"/>
            <a:ext cx="21027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Wasserstein-1 distance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714240" y="1467000"/>
            <a:ext cx="5745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The total area between two CDFs — captures differences in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426720" y="1433160"/>
            <a:ext cx="26816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location, variance, and shape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38" name=""/>
          <p:cNvSpPr/>
          <p:nvPr/>
        </p:nvSpPr>
        <p:spPr>
          <a:xfrm>
            <a:off x="4325760" y="2041200"/>
            <a:ext cx="257040" cy="181800"/>
          </a:xfrm>
          <a:custGeom>
            <a:avLst/>
            <a:gdLst/>
            <a:ahLst/>
            <a:rect l="0" t="0" r="r" b="b"/>
            <a:pathLst>
              <a:path w="714" h="505">
                <a:moveTo>
                  <a:pt x="275" y="0"/>
                </a:moveTo>
                <a:cubicBezTo>
                  <a:pt x="282" y="0"/>
                  <a:pt x="294" y="0"/>
                  <a:pt x="311" y="1"/>
                </a:cubicBezTo>
                <a:cubicBezTo>
                  <a:pt x="328" y="1"/>
                  <a:pt x="344" y="2"/>
                  <a:pt x="359" y="2"/>
                </a:cubicBezTo>
                <a:cubicBezTo>
                  <a:pt x="383" y="2"/>
                  <a:pt x="404" y="2"/>
                  <a:pt x="420" y="2"/>
                </a:cubicBezTo>
                <a:cubicBezTo>
                  <a:pt x="436" y="1"/>
                  <a:pt x="446" y="1"/>
                  <a:pt x="449" y="1"/>
                </a:cubicBezTo>
                <a:cubicBezTo>
                  <a:pt x="457" y="1"/>
                  <a:pt x="462" y="3"/>
                  <a:pt x="462" y="7"/>
                </a:cubicBezTo>
                <a:cubicBezTo>
                  <a:pt x="462" y="8"/>
                  <a:pt x="461" y="12"/>
                  <a:pt x="459" y="17"/>
                </a:cubicBezTo>
                <a:cubicBezTo>
                  <a:pt x="457" y="26"/>
                  <a:pt x="455" y="31"/>
                  <a:pt x="453" y="32"/>
                </a:cubicBezTo>
                <a:cubicBezTo>
                  <a:pt x="451" y="33"/>
                  <a:pt x="446" y="33"/>
                  <a:pt x="436" y="33"/>
                </a:cubicBezTo>
                <a:cubicBezTo>
                  <a:pt x="424" y="33"/>
                  <a:pt x="415" y="35"/>
                  <a:pt x="408" y="37"/>
                </a:cubicBezTo>
                <a:cubicBezTo>
                  <a:pt x="401" y="38"/>
                  <a:pt x="396" y="40"/>
                  <a:pt x="393" y="42"/>
                </a:cubicBezTo>
                <a:cubicBezTo>
                  <a:pt x="390" y="44"/>
                  <a:pt x="389" y="46"/>
                  <a:pt x="391" y="49"/>
                </a:cubicBezTo>
                <a:cubicBezTo>
                  <a:pt x="391" y="54"/>
                  <a:pt x="394" y="111"/>
                  <a:pt x="402" y="220"/>
                </a:cubicBezTo>
                <a:cubicBezTo>
                  <a:pt x="410" y="328"/>
                  <a:pt x="413" y="385"/>
                  <a:pt x="413" y="391"/>
                </a:cubicBezTo>
                <a:lnTo>
                  <a:pt x="415" y="389"/>
                </a:lnTo>
                <a:cubicBezTo>
                  <a:pt x="416" y="387"/>
                  <a:pt x="417" y="385"/>
                  <a:pt x="419" y="381"/>
                </a:cubicBezTo>
                <a:cubicBezTo>
                  <a:pt x="421" y="378"/>
                  <a:pt x="424" y="374"/>
                  <a:pt x="428" y="368"/>
                </a:cubicBezTo>
                <a:cubicBezTo>
                  <a:pt x="432" y="362"/>
                  <a:pt x="436" y="355"/>
                  <a:pt x="440" y="346"/>
                </a:cubicBezTo>
                <a:cubicBezTo>
                  <a:pt x="444" y="338"/>
                  <a:pt x="451" y="328"/>
                  <a:pt x="458" y="317"/>
                </a:cubicBezTo>
                <a:cubicBezTo>
                  <a:pt x="465" y="306"/>
                  <a:pt x="472" y="293"/>
                  <a:pt x="479" y="279"/>
                </a:cubicBezTo>
                <a:cubicBezTo>
                  <a:pt x="487" y="264"/>
                  <a:pt x="496" y="248"/>
                  <a:pt x="507" y="231"/>
                </a:cubicBezTo>
                <a:cubicBezTo>
                  <a:pt x="557" y="143"/>
                  <a:pt x="585" y="92"/>
                  <a:pt x="592" y="79"/>
                </a:cubicBezTo>
                <a:cubicBezTo>
                  <a:pt x="598" y="67"/>
                  <a:pt x="602" y="59"/>
                  <a:pt x="602" y="57"/>
                </a:cubicBezTo>
                <a:cubicBezTo>
                  <a:pt x="602" y="49"/>
                  <a:pt x="598" y="44"/>
                  <a:pt x="589" y="39"/>
                </a:cubicBezTo>
                <a:cubicBezTo>
                  <a:pt x="580" y="35"/>
                  <a:pt x="570" y="33"/>
                  <a:pt x="559" y="33"/>
                </a:cubicBezTo>
                <a:cubicBezTo>
                  <a:pt x="552" y="33"/>
                  <a:pt x="549" y="31"/>
                  <a:pt x="549" y="26"/>
                </a:cubicBezTo>
                <a:cubicBezTo>
                  <a:pt x="549" y="24"/>
                  <a:pt x="549" y="21"/>
                  <a:pt x="550" y="17"/>
                </a:cubicBezTo>
                <a:cubicBezTo>
                  <a:pt x="552" y="9"/>
                  <a:pt x="554" y="4"/>
                  <a:pt x="555" y="3"/>
                </a:cubicBezTo>
                <a:cubicBezTo>
                  <a:pt x="556" y="2"/>
                  <a:pt x="559" y="1"/>
                  <a:pt x="565" y="1"/>
                </a:cubicBezTo>
                <a:cubicBezTo>
                  <a:pt x="566" y="1"/>
                  <a:pt x="570" y="1"/>
                  <a:pt x="577" y="1"/>
                </a:cubicBezTo>
                <a:cubicBezTo>
                  <a:pt x="583" y="1"/>
                  <a:pt x="593" y="1"/>
                  <a:pt x="605" y="1"/>
                </a:cubicBezTo>
                <a:cubicBezTo>
                  <a:pt x="617" y="1"/>
                  <a:pt x="629" y="1"/>
                  <a:pt x="643" y="2"/>
                </a:cubicBezTo>
                <a:cubicBezTo>
                  <a:pt x="675" y="2"/>
                  <a:pt x="695" y="1"/>
                  <a:pt x="704" y="0"/>
                </a:cubicBezTo>
                <a:cubicBezTo>
                  <a:pt x="711" y="0"/>
                  <a:pt x="714" y="3"/>
                  <a:pt x="714" y="8"/>
                </a:cubicBezTo>
                <a:cubicBezTo>
                  <a:pt x="714" y="11"/>
                  <a:pt x="713" y="15"/>
                  <a:pt x="712" y="20"/>
                </a:cubicBezTo>
                <a:cubicBezTo>
                  <a:pt x="710" y="25"/>
                  <a:pt x="709" y="29"/>
                  <a:pt x="707" y="31"/>
                </a:cubicBezTo>
                <a:cubicBezTo>
                  <a:pt x="705" y="33"/>
                  <a:pt x="703" y="33"/>
                  <a:pt x="700" y="33"/>
                </a:cubicBezTo>
                <a:cubicBezTo>
                  <a:pt x="689" y="33"/>
                  <a:pt x="680" y="34"/>
                  <a:pt x="671" y="37"/>
                </a:cubicBezTo>
                <a:cubicBezTo>
                  <a:pt x="663" y="40"/>
                  <a:pt x="655" y="43"/>
                  <a:pt x="650" y="47"/>
                </a:cubicBezTo>
                <a:cubicBezTo>
                  <a:pt x="644" y="51"/>
                  <a:pt x="639" y="55"/>
                  <a:pt x="636" y="59"/>
                </a:cubicBezTo>
                <a:cubicBezTo>
                  <a:pt x="633" y="64"/>
                  <a:pt x="630" y="68"/>
                  <a:pt x="627" y="71"/>
                </a:cubicBezTo>
                <a:lnTo>
                  <a:pt x="625" y="75"/>
                </a:lnTo>
                <a:lnTo>
                  <a:pt x="504" y="288"/>
                </a:lnTo>
                <a:cubicBezTo>
                  <a:pt x="423" y="429"/>
                  <a:pt x="382" y="500"/>
                  <a:pt x="382" y="500"/>
                </a:cubicBezTo>
                <a:cubicBezTo>
                  <a:pt x="379" y="504"/>
                  <a:pt x="373" y="505"/>
                  <a:pt x="365" y="505"/>
                </a:cubicBezTo>
                <a:cubicBezTo>
                  <a:pt x="358" y="505"/>
                  <a:pt x="353" y="504"/>
                  <a:pt x="351" y="502"/>
                </a:cubicBezTo>
                <a:cubicBezTo>
                  <a:pt x="350" y="500"/>
                  <a:pt x="345" y="442"/>
                  <a:pt x="338" y="326"/>
                </a:cubicBezTo>
                <a:cubicBezTo>
                  <a:pt x="330" y="210"/>
                  <a:pt x="326" y="150"/>
                  <a:pt x="325" y="146"/>
                </a:cubicBezTo>
                <a:lnTo>
                  <a:pt x="317" y="159"/>
                </a:lnTo>
                <a:cubicBezTo>
                  <a:pt x="306" y="177"/>
                  <a:pt x="276" y="230"/>
                  <a:pt x="225" y="319"/>
                </a:cubicBezTo>
                <a:cubicBezTo>
                  <a:pt x="157" y="439"/>
                  <a:pt x="122" y="499"/>
                  <a:pt x="121" y="500"/>
                </a:cubicBezTo>
                <a:cubicBezTo>
                  <a:pt x="120" y="501"/>
                  <a:pt x="119" y="502"/>
                  <a:pt x="117" y="503"/>
                </a:cubicBezTo>
                <a:cubicBezTo>
                  <a:pt x="115" y="504"/>
                  <a:pt x="111" y="505"/>
                  <a:pt x="105" y="505"/>
                </a:cubicBezTo>
                <a:cubicBezTo>
                  <a:pt x="95" y="505"/>
                  <a:pt x="90" y="504"/>
                  <a:pt x="90" y="500"/>
                </a:cubicBezTo>
                <a:cubicBezTo>
                  <a:pt x="90" y="499"/>
                  <a:pt x="84" y="423"/>
                  <a:pt x="74" y="272"/>
                </a:cubicBezTo>
                <a:cubicBezTo>
                  <a:pt x="63" y="120"/>
                  <a:pt x="58" y="45"/>
                  <a:pt x="57" y="44"/>
                </a:cubicBezTo>
                <a:cubicBezTo>
                  <a:pt x="56" y="39"/>
                  <a:pt x="54" y="37"/>
                  <a:pt x="50" y="36"/>
                </a:cubicBezTo>
                <a:cubicBezTo>
                  <a:pt x="46" y="35"/>
                  <a:pt x="37" y="34"/>
                  <a:pt x="22" y="33"/>
                </a:cubicBezTo>
                <a:lnTo>
                  <a:pt x="5" y="33"/>
                </a:lnTo>
                <a:cubicBezTo>
                  <a:pt x="2" y="30"/>
                  <a:pt x="0" y="27"/>
                  <a:pt x="0" y="25"/>
                </a:cubicBezTo>
                <a:cubicBezTo>
                  <a:pt x="1" y="14"/>
                  <a:pt x="4" y="6"/>
                  <a:pt x="9" y="0"/>
                </a:cubicBezTo>
                <a:lnTo>
                  <a:pt x="18" y="0"/>
                </a:lnTo>
                <a:cubicBezTo>
                  <a:pt x="38" y="2"/>
                  <a:pt x="62" y="2"/>
                  <a:pt x="90" y="2"/>
                </a:cubicBezTo>
                <a:cubicBezTo>
                  <a:pt x="149" y="2"/>
                  <a:pt x="182" y="2"/>
                  <a:pt x="187" y="0"/>
                </a:cubicBezTo>
                <a:lnTo>
                  <a:pt x="195" y="0"/>
                </a:lnTo>
                <a:cubicBezTo>
                  <a:pt x="197" y="3"/>
                  <a:pt x="199" y="5"/>
                  <a:pt x="199" y="7"/>
                </a:cubicBezTo>
                <a:cubicBezTo>
                  <a:pt x="199" y="8"/>
                  <a:pt x="198" y="12"/>
                  <a:pt x="197" y="19"/>
                </a:cubicBezTo>
                <a:cubicBezTo>
                  <a:pt x="195" y="27"/>
                  <a:pt x="193" y="31"/>
                  <a:pt x="191" y="33"/>
                </a:cubicBezTo>
                <a:lnTo>
                  <a:pt x="176" y="33"/>
                </a:lnTo>
                <a:cubicBezTo>
                  <a:pt x="147" y="34"/>
                  <a:pt x="131" y="38"/>
                  <a:pt x="130" y="45"/>
                </a:cubicBezTo>
                <a:cubicBezTo>
                  <a:pt x="144" y="265"/>
                  <a:pt x="152" y="381"/>
                  <a:pt x="154" y="392"/>
                </a:cubicBezTo>
                <a:lnTo>
                  <a:pt x="322" y="95"/>
                </a:lnTo>
                <a:lnTo>
                  <a:pt x="320" y="69"/>
                </a:lnTo>
                <a:cubicBezTo>
                  <a:pt x="319" y="49"/>
                  <a:pt x="317" y="38"/>
                  <a:pt x="313" y="37"/>
                </a:cubicBezTo>
                <a:cubicBezTo>
                  <a:pt x="310" y="35"/>
                  <a:pt x="300" y="33"/>
                  <a:pt x="283" y="33"/>
                </a:cubicBezTo>
                <a:cubicBezTo>
                  <a:pt x="274" y="33"/>
                  <a:pt x="268" y="33"/>
                  <a:pt x="265" y="32"/>
                </a:cubicBezTo>
                <a:cubicBezTo>
                  <a:pt x="263" y="31"/>
                  <a:pt x="261" y="28"/>
                  <a:pt x="261" y="25"/>
                </a:cubicBezTo>
                <a:cubicBezTo>
                  <a:pt x="261" y="24"/>
                  <a:pt x="262" y="21"/>
                  <a:pt x="263" y="17"/>
                </a:cubicBezTo>
                <a:cubicBezTo>
                  <a:pt x="263" y="15"/>
                  <a:pt x="263" y="12"/>
                  <a:pt x="264" y="10"/>
                </a:cubicBezTo>
                <a:cubicBezTo>
                  <a:pt x="264" y="8"/>
                  <a:pt x="265" y="6"/>
                  <a:pt x="265" y="5"/>
                </a:cubicBezTo>
                <a:cubicBezTo>
                  <a:pt x="265" y="4"/>
                  <a:pt x="265" y="3"/>
                  <a:pt x="267" y="2"/>
                </a:cubicBezTo>
                <a:cubicBezTo>
                  <a:pt x="268" y="1"/>
                  <a:pt x="269" y="1"/>
                  <a:pt x="270" y="1"/>
                </a:cubicBezTo>
                <a:cubicBezTo>
                  <a:pt x="270" y="1"/>
                  <a:pt x="272" y="1"/>
                  <a:pt x="275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9" name=""/>
          <p:cNvSpPr/>
          <p:nvPr/>
        </p:nvSpPr>
        <p:spPr>
          <a:xfrm>
            <a:off x="4579200" y="213444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6" y="45"/>
                </a:moveTo>
                <a:lnTo>
                  <a:pt x="59" y="47"/>
                </a:lnTo>
                <a:cubicBezTo>
                  <a:pt x="55" y="49"/>
                  <a:pt x="48" y="50"/>
                  <a:pt x="39" y="52"/>
                </a:cubicBezTo>
                <a:cubicBezTo>
                  <a:pt x="30" y="54"/>
                  <a:pt x="21" y="55"/>
                  <a:pt x="10" y="56"/>
                </a:cubicBezTo>
                <a:lnTo>
                  <a:pt x="0" y="56"/>
                </a:lnTo>
                <a:lnTo>
                  <a:pt x="0" y="32"/>
                </a:lnTo>
                <a:lnTo>
                  <a:pt x="10" y="32"/>
                </a:lnTo>
                <a:cubicBezTo>
                  <a:pt x="26" y="32"/>
                  <a:pt x="40" y="29"/>
                  <a:pt x="54" y="25"/>
                </a:cubicBezTo>
                <a:cubicBezTo>
                  <a:pt x="67" y="20"/>
                  <a:pt x="77" y="16"/>
                  <a:pt x="82" y="13"/>
                </a:cubicBezTo>
                <a:cubicBezTo>
                  <a:pt x="87" y="9"/>
                  <a:pt x="92" y="5"/>
                  <a:pt x="96" y="2"/>
                </a:cubicBezTo>
                <a:cubicBezTo>
                  <a:pt x="97" y="1"/>
                  <a:pt x="99" y="0"/>
                  <a:pt x="102" y="0"/>
                </a:cubicBezTo>
                <a:cubicBezTo>
                  <a:pt x="105" y="0"/>
                  <a:pt x="108" y="1"/>
                  <a:pt x="111" y="3"/>
                </a:cubicBezTo>
                <a:lnTo>
                  <a:pt x="111" y="154"/>
                </a:lnTo>
                <a:lnTo>
                  <a:pt x="111" y="307"/>
                </a:lnTo>
                <a:cubicBezTo>
                  <a:pt x="114" y="309"/>
                  <a:pt x="116" y="311"/>
                  <a:pt x="117" y="311"/>
                </a:cubicBezTo>
                <a:cubicBezTo>
                  <a:pt x="119" y="312"/>
                  <a:pt x="123" y="313"/>
                  <a:pt x="130" y="313"/>
                </a:cubicBezTo>
                <a:cubicBezTo>
                  <a:pt x="136" y="314"/>
                  <a:pt x="146" y="314"/>
                  <a:pt x="161" y="314"/>
                </a:cubicBezTo>
                <a:lnTo>
                  <a:pt x="175" y="314"/>
                </a:lnTo>
                <a:lnTo>
                  <a:pt x="175" y="338"/>
                </a:lnTo>
                <a:lnTo>
                  <a:pt x="170" y="338"/>
                </a:lnTo>
                <a:cubicBezTo>
                  <a:pt x="161" y="337"/>
                  <a:pt x="135" y="336"/>
                  <a:pt x="88" y="336"/>
                </a:cubicBezTo>
                <a:cubicBezTo>
                  <a:pt x="42" y="336"/>
                  <a:pt x="16" y="337"/>
                  <a:pt x="9" y="338"/>
                </a:cubicBezTo>
                <a:lnTo>
                  <a:pt x="3" y="338"/>
                </a:lnTo>
                <a:lnTo>
                  <a:pt x="3" y="314"/>
                </a:lnTo>
                <a:lnTo>
                  <a:pt x="16" y="314"/>
                </a:lnTo>
                <a:cubicBezTo>
                  <a:pt x="23" y="314"/>
                  <a:pt x="30" y="314"/>
                  <a:pt x="35" y="314"/>
                </a:cubicBezTo>
                <a:cubicBezTo>
                  <a:pt x="40" y="314"/>
                  <a:pt x="45" y="314"/>
                  <a:pt x="48" y="314"/>
                </a:cubicBezTo>
                <a:cubicBezTo>
                  <a:pt x="51" y="314"/>
                  <a:pt x="53" y="313"/>
                  <a:pt x="56" y="312"/>
                </a:cubicBezTo>
                <a:cubicBezTo>
                  <a:pt x="58" y="312"/>
                  <a:pt x="60" y="311"/>
                  <a:pt x="60" y="311"/>
                </a:cubicBezTo>
                <a:cubicBezTo>
                  <a:pt x="60" y="311"/>
                  <a:pt x="61" y="311"/>
                  <a:pt x="63" y="309"/>
                </a:cubicBezTo>
                <a:cubicBezTo>
                  <a:pt x="65" y="307"/>
                  <a:pt x="66" y="307"/>
                  <a:pt x="66" y="307"/>
                </a:cubicBezTo>
                <a:lnTo>
                  <a:pt x="66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0" name=""/>
          <p:cNvSpPr/>
          <p:nvPr/>
        </p:nvSpPr>
        <p:spPr>
          <a:xfrm>
            <a:off x="4692240" y="202392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2" y="294"/>
                  <a:pt x="7" y="264"/>
                </a:cubicBezTo>
                <a:cubicBezTo>
                  <a:pt x="12" y="234"/>
                  <a:pt x="17" y="209"/>
                  <a:pt x="24" y="188"/>
                </a:cubicBezTo>
                <a:cubicBezTo>
                  <a:pt x="30" y="166"/>
                  <a:pt x="39" y="145"/>
                  <a:pt x="50" y="125"/>
                </a:cubicBezTo>
                <a:cubicBezTo>
                  <a:pt x="62" y="104"/>
                  <a:pt x="71" y="88"/>
                  <a:pt x="77" y="77"/>
                </a:cubicBezTo>
                <a:cubicBezTo>
                  <a:pt x="84" y="65"/>
                  <a:pt x="94" y="53"/>
                  <a:pt x="107" y="40"/>
                </a:cubicBezTo>
                <a:cubicBezTo>
                  <a:pt x="121" y="26"/>
                  <a:pt x="128" y="18"/>
                  <a:pt x="131" y="15"/>
                </a:cubicBezTo>
                <a:cubicBezTo>
                  <a:pt x="133" y="12"/>
                  <a:pt x="139" y="7"/>
                  <a:pt x="150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9" y="0"/>
                  <a:pt x="172" y="2"/>
                  <a:pt x="172" y="7"/>
                </a:cubicBezTo>
                <a:cubicBezTo>
                  <a:pt x="172" y="8"/>
                  <a:pt x="168" y="13"/>
                  <a:pt x="160" y="22"/>
                </a:cubicBezTo>
                <a:cubicBezTo>
                  <a:pt x="152" y="30"/>
                  <a:pt x="142" y="43"/>
                  <a:pt x="129" y="60"/>
                </a:cubicBezTo>
                <a:cubicBezTo>
                  <a:pt x="118" y="76"/>
                  <a:pt x="106" y="97"/>
                  <a:pt x="94" y="121"/>
                </a:cubicBezTo>
                <a:cubicBezTo>
                  <a:pt x="82" y="145"/>
                  <a:pt x="72" y="178"/>
                  <a:pt x="64" y="220"/>
                </a:cubicBezTo>
                <a:cubicBezTo>
                  <a:pt x="56" y="261"/>
                  <a:pt x="52" y="307"/>
                  <a:pt x="52" y="358"/>
                </a:cubicBezTo>
                <a:cubicBezTo>
                  <a:pt x="52" y="408"/>
                  <a:pt x="56" y="454"/>
                  <a:pt x="64" y="496"/>
                </a:cubicBezTo>
                <a:cubicBezTo>
                  <a:pt x="72" y="537"/>
                  <a:pt x="82" y="570"/>
                  <a:pt x="94" y="595"/>
                </a:cubicBezTo>
                <a:cubicBezTo>
                  <a:pt x="105" y="621"/>
                  <a:pt x="117" y="641"/>
                  <a:pt x="129" y="657"/>
                </a:cubicBezTo>
                <a:cubicBezTo>
                  <a:pt x="142" y="673"/>
                  <a:pt x="152" y="685"/>
                  <a:pt x="160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50" y="716"/>
                </a:lnTo>
                <a:lnTo>
                  <a:pt x="129" y="699"/>
                </a:lnTo>
                <a:cubicBezTo>
                  <a:pt x="84" y="659"/>
                  <a:pt x="51" y="608"/>
                  <a:pt x="31" y="547"/>
                </a:cubicBezTo>
                <a:cubicBezTo>
                  <a:pt x="10" y="487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1" name=""/>
          <p:cNvSpPr/>
          <p:nvPr/>
        </p:nvSpPr>
        <p:spPr>
          <a:xfrm>
            <a:off x="4776120" y="204192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7"/>
                </a:moveTo>
                <a:cubicBezTo>
                  <a:pt x="4" y="487"/>
                  <a:pt x="0" y="484"/>
                  <a:pt x="0" y="480"/>
                </a:cubicBezTo>
                <a:cubicBezTo>
                  <a:pt x="0" y="479"/>
                  <a:pt x="1" y="475"/>
                  <a:pt x="2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5" y="455"/>
                  <a:pt x="24" y="455"/>
                </a:cubicBezTo>
                <a:cubicBezTo>
                  <a:pt x="37" y="455"/>
                  <a:pt x="52" y="454"/>
                  <a:pt x="67" y="452"/>
                </a:cubicBezTo>
                <a:cubicBezTo>
                  <a:pt x="74" y="451"/>
                  <a:pt x="79" y="448"/>
                  <a:pt x="81" y="444"/>
                </a:cubicBezTo>
                <a:cubicBezTo>
                  <a:pt x="82" y="441"/>
                  <a:pt x="99" y="373"/>
                  <a:pt x="132" y="242"/>
                </a:cubicBezTo>
                <a:cubicBezTo>
                  <a:pt x="165" y="110"/>
                  <a:pt x="181" y="44"/>
                  <a:pt x="182" y="42"/>
                </a:cubicBezTo>
                <a:cubicBezTo>
                  <a:pt x="182" y="38"/>
                  <a:pt x="181" y="37"/>
                  <a:pt x="179" y="37"/>
                </a:cubicBezTo>
                <a:cubicBezTo>
                  <a:pt x="175" y="35"/>
                  <a:pt x="162" y="34"/>
                  <a:pt x="141" y="33"/>
                </a:cubicBezTo>
                <a:lnTo>
                  <a:pt x="119" y="33"/>
                </a:lnTo>
                <a:cubicBezTo>
                  <a:pt x="116" y="30"/>
                  <a:pt x="115" y="28"/>
                  <a:pt x="115" y="27"/>
                </a:cubicBezTo>
                <a:cubicBezTo>
                  <a:pt x="115" y="26"/>
                  <a:pt x="115" y="22"/>
                  <a:pt x="116" y="15"/>
                </a:cubicBezTo>
                <a:cubicBezTo>
                  <a:pt x="118" y="7"/>
                  <a:pt x="120" y="2"/>
                  <a:pt x="123" y="0"/>
                </a:cubicBezTo>
                <a:lnTo>
                  <a:pt x="509" y="0"/>
                </a:lnTo>
                <a:cubicBezTo>
                  <a:pt x="513" y="2"/>
                  <a:pt x="514" y="5"/>
                  <a:pt x="514" y="8"/>
                </a:cubicBezTo>
                <a:cubicBezTo>
                  <a:pt x="514" y="10"/>
                  <a:pt x="511" y="37"/>
                  <a:pt x="505" y="88"/>
                </a:cubicBezTo>
                <a:cubicBezTo>
                  <a:pt x="499" y="139"/>
                  <a:pt x="496" y="165"/>
                  <a:pt x="495" y="167"/>
                </a:cubicBezTo>
                <a:cubicBezTo>
                  <a:pt x="494" y="170"/>
                  <a:pt x="489" y="172"/>
                  <a:pt x="481" y="172"/>
                </a:cubicBezTo>
                <a:lnTo>
                  <a:pt x="472" y="172"/>
                </a:lnTo>
                <a:cubicBezTo>
                  <a:pt x="469" y="169"/>
                  <a:pt x="467" y="166"/>
                  <a:pt x="467" y="163"/>
                </a:cubicBezTo>
                <a:cubicBezTo>
                  <a:pt x="467" y="162"/>
                  <a:pt x="468" y="156"/>
                  <a:pt x="469" y="145"/>
                </a:cubicBezTo>
                <a:cubicBezTo>
                  <a:pt x="471" y="134"/>
                  <a:pt x="472" y="122"/>
                  <a:pt x="472" y="108"/>
                </a:cubicBezTo>
                <a:cubicBezTo>
                  <a:pt x="472" y="93"/>
                  <a:pt x="470" y="82"/>
                  <a:pt x="467" y="72"/>
                </a:cubicBezTo>
                <a:cubicBezTo>
                  <a:pt x="463" y="63"/>
                  <a:pt x="459" y="56"/>
                  <a:pt x="453" y="50"/>
                </a:cubicBezTo>
                <a:cubicBezTo>
                  <a:pt x="447" y="45"/>
                  <a:pt x="438" y="41"/>
                  <a:pt x="427" y="39"/>
                </a:cubicBezTo>
                <a:cubicBezTo>
                  <a:pt x="415" y="37"/>
                  <a:pt x="402" y="35"/>
                  <a:pt x="390" y="34"/>
                </a:cubicBezTo>
                <a:cubicBezTo>
                  <a:pt x="378" y="32"/>
                  <a:pt x="361" y="32"/>
                  <a:pt x="339" y="33"/>
                </a:cubicBezTo>
                <a:lnTo>
                  <a:pt x="321" y="33"/>
                </a:lnTo>
                <a:cubicBezTo>
                  <a:pt x="282" y="34"/>
                  <a:pt x="261" y="34"/>
                  <a:pt x="259" y="35"/>
                </a:cubicBezTo>
                <a:cubicBezTo>
                  <a:pt x="257" y="36"/>
                  <a:pt x="255" y="38"/>
                  <a:pt x="254" y="41"/>
                </a:cubicBezTo>
                <a:cubicBezTo>
                  <a:pt x="253" y="41"/>
                  <a:pt x="245" y="73"/>
                  <a:pt x="230" y="135"/>
                </a:cubicBezTo>
                <a:lnTo>
                  <a:pt x="207" y="227"/>
                </a:lnTo>
                <a:lnTo>
                  <a:pt x="246" y="227"/>
                </a:lnTo>
                <a:cubicBezTo>
                  <a:pt x="248" y="227"/>
                  <a:pt x="253" y="227"/>
                  <a:pt x="263" y="227"/>
                </a:cubicBezTo>
                <a:cubicBezTo>
                  <a:pt x="272" y="227"/>
                  <a:pt x="279" y="227"/>
                  <a:pt x="283" y="226"/>
                </a:cubicBezTo>
                <a:cubicBezTo>
                  <a:pt x="286" y="226"/>
                  <a:pt x="292" y="225"/>
                  <a:pt x="298" y="224"/>
                </a:cubicBezTo>
                <a:cubicBezTo>
                  <a:pt x="305" y="223"/>
                  <a:pt x="311" y="221"/>
                  <a:pt x="315" y="219"/>
                </a:cubicBezTo>
                <a:cubicBezTo>
                  <a:pt x="320" y="217"/>
                  <a:pt x="324" y="214"/>
                  <a:pt x="329" y="210"/>
                </a:cubicBezTo>
                <a:cubicBezTo>
                  <a:pt x="335" y="205"/>
                  <a:pt x="340" y="197"/>
                  <a:pt x="344" y="187"/>
                </a:cubicBezTo>
                <a:cubicBezTo>
                  <a:pt x="349" y="177"/>
                  <a:pt x="352" y="168"/>
                  <a:pt x="354" y="160"/>
                </a:cubicBezTo>
                <a:cubicBezTo>
                  <a:pt x="356" y="152"/>
                  <a:pt x="357" y="147"/>
                  <a:pt x="357" y="147"/>
                </a:cubicBezTo>
                <a:cubicBezTo>
                  <a:pt x="359" y="144"/>
                  <a:pt x="363" y="143"/>
                  <a:pt x="371" y="143"/>
                </a:cubicBezTo>
                <a:lnTo>
                  <a:pt x="379" y="143"/>
                </a:lnTo>
                <a:cubicBezTo>
                  <a:pt x="383" y="146"/>
                  <a:pt x="384" y="148"/>
                  <a:pt x="384" y="150"/>
                </a:cubicBezTo>
                <a:cubicBezTo>
                  <a:pt x="384" y="152"/>
                  <a:pt x="377" y="183"/>
                  <a:pt x="362" y="244"/>
                </a:cubicBezTo>
                <a:cubicBezTo>
                  <a:pt x="347" y="305"/>
                  <a:pt x="339" y="337"/>
                  <a:pt x="338" y="338"/>
                </a:cubicBezTo>
                <a:cubicBezTo>
                  <a:pt x="337" y="342"/>
                  <a:pt x="332" y="343"/>
                  <a:pt x="323" y="343"/>
                </a:cubicBezTo>
                <a:lnTo>
                  <a:pt x="314" y="343"/>
                </a:lnTo>
                <a:cubicBezTo>
                  <a:pt x="311" y="341"/>
                  <a:pt x="309" y="338"/>
                  <a:pt x="309" y="335"/>
                </a:cubicBezTo>
                <a:cubicBezTo>
                  <a:pt x="309" y="333"/>
                  <a:pt x="310" y="328"/>
                  <a:pt x="313" y="319"/>
                </a:cubicBezTo>
                <a:cubicBezTo>
                  <a:pt x="315" y="310"/>
                  <a:pt x="316" y="301"/>
                  <a:pt x="316" y="291"/>
                </a:cubicBezTo>
                <a:cubicBezTo>
                  <a:pt x="316" y="277"/>
                  <a:pt x="311" y="268"/>
                  <a:pt x="302" y="265"/>
                </a:cubicBezTo>
                <a:cubicBezTo>
                  <a:pt x="292" y="261"/>
                  <a:pt x="271" y="260"/>
                  <a:pt x="238" y="260"/>
                </a:cubicBezTo>
                <a:lnTo>
                  <a:pt x="199" y="260"/>
                </a:lnTo>
                <a:lnTo>
                  <a:pt x="176" y="351"/>
                </a:lnTo>
                <a:cubicBezTo>
                  <a:pt x="161" y="411"/>
                  <a:pt x="153" y="442"/>
                  <a:pt x="153" y="445"/>
                </a:cubicBezTo>
                <a:cubicBezTo>
                  <a:pt x="153" y="451"/>
                  <a:pt x="174" y="455"/>
                  <a:pt x="217" y="455"/>
                </a:cubicBezTo>
                <a:lnTo>
                  <a:pt x="235" y="455"/>
                </a:lnTo>
                <a:cubicBezTo>
                  <a:pt x="237" y="457"/>
                  <a:pt x="239" y="459"/>
                  <a:pt x="239" y="460"/>
                </a:cubicBezTo>
                <a:cubicBezTo>
                  <a:pt x="239" y="460"/>
                  <a:pt x="238" y="465"/>
                  <a:pt x="237" y="474"/>
                </a:cubicBezTo>
                <a:cubicBezTo>
                  <a:pt x="236" y="480"/>
                  <a:pt x="233" y="485"/>
                  <a:pt x="230" y="487"/>
                </a:cubicBezTo>
                <a:lnTo>
                  <a:pt x="218" y="487"/>
                </a:lnTo>
                <a:cubicBezTo>
                  <a:pt x="199" y="487"/>
                  <a:pt x="163" y="486"/>
                  <a:pt x="110" y="486"/>
                </a:cubicBezTo>
                <a:cubicBezTo>
                  <a:pt x="79" y="486"/>
                  <a:pt x="56" y="486"/>
                  <a:pt x="39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2" name=""/>
          <p:cNvSpPr/>
          <p:nvPr/>
        </p:nvSpPr>
        <p:spPr>
          <a:xfrm>
            <a:off x="4980960" y="2185920"/>
            <a:ext cx="34560" cy="81360"/>
          </a:xfrm>
          <a:custGeom>
            <a:avLst/>
            <a:gdLst/>
            <a:ahLst/>
            <a:rect l="0" t="0" r="r" b="b"/>
            <a:pathLst>
              <a:path w="96" h="226">
                <a:moveTo>
                  <a:pt x="0" y="61"/>
                </a:moveTo>
                <a:cubicBezTo>
                  <a:pt x="0" y="61"/>
                  <a:pt x="0" y="55"/>
                  <a:pt x="0" y="44"/>
                </a:cubicBezTo>
                <a:cubicBezTo>
                  <a:pt x="0" y="32"/>
                  <a:pt x="4" y="21"/>
                  <a:pt x="12" y="13"/>
                </a:cubicBezTo>
                <a:cubicBezTo>
                  <a:pt x="19" y="4"/>
                  <a:pt x="31" y="0"/>
                  <a:pt x="43" y="0"/>
                </a:cubicBezTo>
                <a:cubicBezTo>
                  <a:pt x="57" y="0"/>
                  <a:pt x="69" y="6"/>
                  <a:pt x="79" y="18"/>
                </a:cubicBezTo>
                <a:cubicBezTo>
                  <a:pt x="90" y="30"/>
                  <a:pt x="95" y="51"/>
                  <a:pt x="96" y="81"/>
                </a:cubicBezTo>
                <a:cubicBezTo>
                  <a:pt x="96" y="97"/>
                  <a:pt x="93" y="114"/>
                  <a:pt x="89" y="130"/>
                </a:cubicBezTo>
                <a:cubicBezTo>
                  <a:pt x="85" y="146"/>
                  <a:pt x="80" y="160"/>
                  <a:pt x="74" y="171"/>
                </a:cubicBezTo>
                <a:cubicBezTo>
                  <a:pt x="68" y="183"/>
                  <a:pt x="62" y="192"/>
                  <a:pt x="56" y="200"/>
                </a:cubicBezTo>
                <a:cubicBezTo>
                  <a:pt x="49" y="209"/>
                  <a:pt x="43" y="215"/>
                  <a:pt x="38" y="220"/>
                </a:cubicBezTo>
                <a:cubicBezTo>
                  <a:pt x="34" y="224"/>
                  <a:pt x="31" y="227"/>
                  <a:pt x="28" y="226"/>
                </a:cubicBezTo>
                <a:cubicBezTo>
                  <a:pt x="26" y="226"/>
                  <a:pt x="23" y="224"/>
                  <a:pt x="19" y="220"/>
                </a:cubicBezTo>
                <a:cubicBezTo>
                  <a:pt x="15" y="215"/>
                  <a:pt x="12" y="212"/>
                  <a:pt x="12" y="210"/>
                </a:cubicBezTo>
                <a:cubicBezTo>
                  <a:pt x="12" y="209"/>
                  <a:pt x="15" y="205"/>
                  <a:pt x="20" y="199"/>
                </a:cubicBezTo>
                <a:cubicBezTo>
                  <a:pt x="26" y="193"/>
                  <a:pt x="32" y="186"/>
                  <a:pt x="39" y="178"/>
                </a:cubicBezTo>
                <a:cubicBezTo>
                  <a:pt x="46" y="169"/>
                  <a:pt x="52" y="157"/>
                  <a:pt x="58" y="142"/>
                </a:cubicBezTo>
                <a:cubicBezTo>
                  <a:pt x="63" y="127"/>
                  <a:pt x="67" y="108"/>
                  <a:pt x="69" y="89"/>
                </a:cubicBezTo>
                <a:lnTo>
                  <a:pt x="69" y="80"/>
                </a:lnTo>
                <a:lnTo>
                  <a:pt x="68" y="81"/>
                </a:lnTo>
                <a:cubicBezTo>
                  <a:pt x="68" y="81"/>
                  <a:pt x="66" y="82"/>
                  <a:pt x="65" y="82"/>
                </a:cubicBezTo>
                <a:cubicBezTo>
                  <a:pt x="63" y="83"/>
                  <a:pt x="62" y="83"/>
                  <a:pt x="61" y="84"/>
                </a:cubicBezTo>
                <a:cubicBezTo>
                  <a:pt x="59" y="85"/>
                  <a:pt x="57" y="86"/>
                  <a:pt x="54" y="86"/>
                </a:cubicBezTo>
                <a:cubicBezTo>
                  <a:pt x="51" y="86"/>
                  <a:pt x="48" y="86"/>
                  <a:pt x="46" y="86"/>
                </a:cubicBezTo>
                <a:cubicBezTo>
                  <a:pt x="33" y="86"/>
                  <a:pt x="21" y="82"/>
                  <a:pt x="13" y="74"/>
                </a:cubicBezTo>
                <a:lnTo>
                  <a:pt x="0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3" name=""/>
          <p:cNvSpPr/>
          <p:nvPr/>
        </p:nvSpPr>
        <p:spPr>
          <a:xfrm>
            <a:off x="5088240" y="2035440"/>
            <a:ext cx="183240" cy="187560"/>
          </a:xfrm>
          <a:custGeom>
            <a:avLst/>
            <a:gdLst/>
            <a:ahLst/>
            <a:rect l="0" t="0" r="r" b="b"/>
            <a:pathLst>
              <a:path w="509" h="521">
                <a:moveTo>
                  <a:pt x="0" y="325"/>
                </a:moveTo>
                <a:cubicBezTo>
                  <a:pt x="0" y="269"/>
                  <a:pt x="16" y="217"/>
                  <a:pt x="48" y="166"/>
                </a:cubicBezTo>
                <a:cubicBezTo>
                  <a:pt x="80" y="116"/>
                  <a:pt x="120" y="76"/>
                  <a:pt x="169" y="46"/>
                </a:cubicBezTo>
                <a:cubicBezTo>
                  <a:pt x="217" y="17"/>
                  <a:pt x="266" y="2"/>
                  <a:pt x="315" y="1"/>
                </a:cubicBezTo>
                <a:cubicBezTo>
                  <a:pt x="359" y="1"/>
                  <a:pt x="393" y="13"/>
                  <a:pt x="418" y="38"/>
                </a:cubicBezTo>
                <a:cubicBezTo>
                  <a:pt x="422" y="42"/>
                  <a:pt x="426" y="46"/>
                  <a:pt x="429" y="50"/>
                </a:cubicBezTo>
                <a:cubicBezTo>
                  <a:pt x="432" y="53"/>
                  <a:pt x="433" y="55"/>
                  <a:pt x="434" y="57"/>
                </a:cubicBezTo>
                <a:lnTo>
                  <a:pt x="435" y="59"/>
                </a:lnTo>
                <a:cubicBezTo>
                  <a:pt x="437" y="59"/>
                  <a:pt x="443" y="53"/>
                  <a:pt x="454" y="40"/>
                </a:cubicBezTo>
                <a:cubicBezTo>
                  <a:pt x="458" y="38"/>
                  <a:pt x="461" y="34"/>
                  <a:pt x="465" y="30"/>
                </a:cubicBezTo>
                <a:cubicBezTo>
                  <a:pt x="469" y="27"/>
                  <a:pt x="473" y="23"/>
                  <a:pt x="477" y="19"/>
                </a:cubicBezTo>
                <a:cubicBezTo>
                  <a:pt x="480" y="15"/>
                  <a:pt x="483" y="13"/>
                  <a:pt x="484" y="11"/>
                </a:cubicBezTo>
                <a:lnTo>
                  <a:pt x="494" y="0"/>
                </a:lnTo>
                <a:lnTo>
                  <a:pt x="499" y="0"/>
                </a:lnTo>
                <a:cubicBezTo>
                  <a:pt x="505" y="0"/>
                  <a:pt x="509" y="2"/>
                  <a:pt x="509" y="5"/>
                </a:cubicBezTo>
                <a:cubicBezTo>
                  <a:pt x="509" y="7"/>
                  <a:pt x="501" y="40"/>
                  <a:pt x="486" y="103"/>
                </a:cubicBezTo>
                <a:cubicBezTo>
                  <a:pt x="469" y="170"/>
                  <a:pt x="460" y="203"/>
                  <a:pt x="460" y="203"/>
                </a:cubicBezTo>
                <a:cubicBezTo>
                  <a:pt x="459" y="206"/>
                  <a:pt x="458" y="207"/>
                  <a:pt x="457" y="208"/>
                </a:cubicBezTo>
                <a:cubicBezTo>
                  <a:pt x="455" y="208"/>
                  <a:pt x="451" y="209"/>
                  <a:pt x="444" y="209"/>
                </a:cubicBezTo>
                <a:lnTo>
                  <a:pt x="432" y="209"/>
                </a:lnTo>
                <a:cubicBezTo>
                  <a:pt x="429" y="206"/>
                  <a:pt x="428" y="204"/>
                  <a:pt x="428" y="203"/>
                </a:cubicBezTo>
                <a:cubicBezTo>
                  <a:pt x="428" y="202"/>
                  <a:pt x="428" y="201"/>
                  <a:pt x="429" y="198"/>
                </a:cubicBezTo>
                <a:cubicBezTo>
                  <a:pt x="429" y="195"/>
                  <a:pt x="430" y="190"/>
                  <a:pt x="430" y="183"/>
                </a:cubicBezTo>
                <a:cubicBezTo>
                  <a:pt x="431" y="177"/>
                  <a:pt x="431" y="169"/>
                  <a:pt x="431" y="161"/>
                </a:cubicBezTo>
                <a:cubicBezTo>
                  <a:pt x="431" y="127"/>
                  <a:pt x="423" y="97"/>
                  <a:pt x="408" y="72"/>
                </a:cubicBezTo>
                <a:cubicBezTo>
                  <a:pt x="393" y="47"/>
                  <a:pt x="367" y="34"/>
                  <a:pt x="330" y="33"/>
                </a:cubicBezTo>
                <a:cubicBezTo>
                  <a:pt x="321" y="33"/>
                  <a:pt x="311" y="34"/>
                  <a:pt x="301" y="35"/>
                </a:cubicBezTo>
                <a:cubicBezTo>
                  <a:pt x="291" y="37"/>
                  <a:pt x="279" y="40"/>
                  <a:pt x="263" y="45"/>
                </a:cubicBezTo>
                <a:cubicBezTo>
                  <a:pt x="248" y="49"/>
                  <a:pt x="233" y="56"/>
                  <a:pt x="220" y="65"/>
                </a:cubicBezTo>
                <a:cubicBezTo>
                  <a:pt x="206" y="73"/>
                  <a:pt x="191" y="85"/>
                  <a:pt x="175" y="99"/>
                </a:cubicBezTo>
                <a:cubicBezTo>
                  <a:pt x="158" y="113"/>
                  <a:pt x="145" y="130"/>
                  <a:pt x="133" y="150"/>
                </a:cubicBezTo>
                <a:cubicBezTo>
                  <a:pt x="122" y="169"/>
                  <a:pt x="110" y="194"/>
                  <a:pt x="100" y="223"/>
                </a:cubicBezTo>
                <a:cubicBezTo>
                  <a:pt x="89" y="252"/>
                  <a:pt x="81" y="284"/>
                  <a:pt x="77" y="320"/>
                </a:cubicBezTo>
                <a:cubicBezTo>
                  <a:pt x="76" y="328"/>
                  <a:pt x="76" y="337"/>
                  <a:pt x="76" y="347"/>
                </a:cubicBezTo>
                <a:cubicBezTo>
                  <a:pt x="76" y="370"/>
                  <a:pt x="79" y="391"/>
                  <a:pt x="86" y="408"/>
                </a:cubicBezTo>
                <a:cubicBezTo>
                  <a:pt x="93" y="426"/>
                  <a:pt x="101" y="439"/>
                  <a:pt x="112" y="449"/>
                </a:cubicBezTo>
                <a:cubicBezTo>
                  <a:pt x="122" y="459"/>
                  <a:pt x="134" y="467"/>
                  <a:pt x="147" y="473"/>
                </a:cubicBezTo>
                <a:cubicBezTo>
                  <a:pt x="161" y="480"/>
                  <a:pt x="173" y="484"/>
                  <a:pt x="185" y="485"/>
                </a:cubicBezTo>
                <a:cubicBezTo>
                  <a:pt x="196" y="487"/>
                  <a:pt x="207" y="488"/>
                  <a:pt x="217" y="488"/>
                </a:cubicBezTo>
                <a:cubicBezTo>
                  <a:pt x="243" y="488"/>
                  <a:pt x="266" y="483"/>
                  <a:pt x="288" y="472"/>
                </a:cubicBezTo>
                <a:cubicBezTo>
                  <a:pt x="309" y="461"/>
                  <a:pt x="325" y="447"/>
                  <a:pt x="333" y="430"/>
                </a:cubicBezTo>
                <a:cubicBezTo>
                  <a:pt x="334" y="426"/>
                  <a:pt x="338" y="413"/>
                  <a:pt x="344" y="390"/>
                </a:cubicBezTo>
                <a:cubicBezTo>
                  <a:pt x="349" y="368"/>
                  <a:pt x="352" y="355"/>
                  <a:pt x="352" y="352"/>
                </a:cubicBezTo>
                <a:cubicBezTo>
                  <a:pt x="352" y="349"/>
                  <a:pt x="349" y="346"/>
                  <a:pt x="343" y="345"/>
                </a:cubicBezTo>
                <a:cubicBezTo>
                  <a:pt x="337" y="344"/>
                  <a:pt x="322" y="344"/>
                  <a:pt x="299" y="343"/>
                </a:cubicBezTo>
                <a:lnTo>
                  <a:pt x="273" y="343"/>
                </a:lnTo>
                <a:cubicBezTo>
                  <a:pt x="270" y="340"/>
                  <a:pt x="268" y="338"/>
                  <a:pt x="268" y="337"/>
                </a:cubicBezTo>
                <a:cubicBezTo>
                  <a:pt x="268" y="336"/>
                  <a:pt x="269" y="332"/>
                  <a:pt x="270" y="324"/>
                </a:cubicBezTo>
                <a:cubicBezTo>
                  <a:pt x="272" y="318"/>
                  <a:pt x="274" y="312"/>
                  <a:pt x="277" y="309"/>
                </a:cubicBezTo>
                <a:lnTo>
                  <a:pt x="289" y="309"/>
                </a:lnTo>
                <a:cubicBezTo>
                  <a:pt x="308" y="310"/>
                  <a:pt x="342" y="311"/>
                  <a:pt x="390" y="311"/>
                </a:cubicBezTo>
                <a:cubicBezTo>
                  <a:pt x="409" y="311"/>
                  <a:pt x="425" y="311"/>
                  <a:pt x="437" y="311"/>
                </a:cubicBezTo>
                <a:cubicBezTo>
                  <a:pt x="448" y="311"/>
                  <a:pt x="457" y="310"/>
                  <a:pt x="462" y="310"/>
                </a:cubicBezTo>
                <a:cubicBezTo>
                  <a:pt x="468" y="309"/>
                  <a:pt x="470" y="309"/>
                  <a:pt x="471" y="310"/>
                </a:cubicBezTo>
                <a:cubicBezTo>
                  <a:pt x="478" y="310"/>
                  <a:pt x="481" y="312"/>
                  <a:pt x="481" y="317"/>
                </a:cubicBezTo>
                <a:cubicBezTo>
                  <a:pt x="481" y="318"/>
                  <a:pt x="480" y="322"/>
                  <a:pt x="479" y="327"/>
                </a:cubicBezTo>
                <a:cubicBezTo>
                  <a:pt x="477" y="336"/>
                  <a:pt x="475" y="341"/>
                  <a:pt x="472" y="342"/>
                </a:cubicBezTo>
                <a:cubicBezTo>
                  <a:pt x="471" y="343"/>
                  <a:pt x="467" y="343"/>
                  <a:pt x="462" y="343"/>
                </a:cubicBezTo>
                <a:cubicBezTo>
                  <a:pt x="452" y="343"/>
                  <a:pt x="442" y="344"/>
                  <a:pt x="432" y="345"/>
                </a:cubicBezTo>
                <a:cubicBezTo>
                  <a:pt x="429" y="347"/>
                  <a:pt x="427" y="349"/>
                  <a:pt x="425" y="352"/>
                </a:cubicBezTo>
                <a:cubicBezTo>
                  <a:pt x="424" y="355"/>
                  <a:pt x="420" y="367"/>
                  <a:pt x="415" y="388"/>
                </a:cubicBezTo>
                <a:cubicBezTo>
                  <a:pt x="411" y="404"/>
                  <a:pt x="407" y="417"/>
                  <a:pt x="404" y="428"/>
                </a:cubicBezTo>
                <a:cubicBezTo>
                  <a:pt x="392" y="477"/>
                  <a:pt x="386" y="502"/>
                  <a:pt x="384" y="503"/>
                </a:cubicBezTo>
                <a:cubicBezTo>
                  <a:pt x="383" y="504"/>
                  <a:pt x="382" y="505"/>
                  <a:pt x="381" y="505"/>
                </a:cubicBezTo>
                <a:cubicBezTo>
                  <a:pt x="376" y="505"/>
                  <a:pt x="369" y="500"/>
                  <a:pt x="361" y="490"/>
                </a:cubicBezTo>
                <a:cubicBezTo>
                  <a:pt x="352" y="481"/>
                  <a:pt x="347" y="474"/>
                  <a:pt x="344" y="468"/>
                </a:cubicBezTo>
                <a:lnTo>
                  <a:pt x="343" y="468"/>
                </a:lnTo>
                <a:cubicBezTo>
                  <a:pt x="342" y="469"/>
                  <a:pt x="341" y="470"/>
                  <a:pt x="339" y="472"/>
                </a:cubicBezTo>
                <a:cubicBezTo>
                  <a:pt x="302" y="505"/>
                  <a:pt x="255" y="521"/>
                  <a:pt x="195" y="521"/>
                </a:cubicBezTo>
                <a:cubicBezTo>
                  <a:pt x="137" y="521"/>
                  <a:pt x="90" y="503"/>
                  <a:pt x="54" y="466"/>
                </a:cubicBezTo>
                <a:cubicBezTo>
                  <a:pt x="19" y="429"/>
                  <a:pt x="1" y="382"/>
                  <a:pt x="0" y="32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4" name=""/>
          <p:cNvSpPr/>
          <p:nvPr/>
        </p:nvSpPr>
        <p:spPr>
          <a:xfrm>
            <a:off x="5292000" y="202392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3" y="1"/>
                </a:moveTo>
                <a:lnTo>
                  <a:pt x="7" y="0"/>
                </a:lnTo>
                <a:cubicBezTo>
                  <a:pt x="10" y="0"/>
                  <a:pt x="12" y="0"/>
                  <a:pt x="14" y="0"/>
                </a:cubicBezTo>
                <a:lnTo>
                  <a:pt x="23" y="0"/>
                </a:lnTo>
                <a:lnTo>
                  <a:pt x="43" y="17"/>
                </a:lnTo>
                <a:cubicBezTo>
                  <a:pt x="88" y="58"/>
                  <a:pt x="120" y="108"/>
                  <a:pt x="141" y="169"/>
                </a:cubicBezTo>
                <a:cubicBezTo>
                  <a:pt x="161" y="229"/>
                  <a:pt x="172" y="292"/>
                  <a:pt x="172" y="358"/>
                </a:cubicBezTo>
                <a:cubicBezTo>
                  <a:pt x="172" y="390"/>
                  <a:pt x="169" y="421"/>
                  <a:pt x="164" y="451"/>
                </a:cubicBezTo>
                <a:cubicBezTo>
                  <a:pt x="160" y="482"/>
                  <a:pt x="154" y="508"/>
                  <a:pt x="148" y="529"/>
                </a:cubicBezTo>
                <a:cubicBezTo>
                  <a:pt x="142" y="550"/>
                  <a:pt x="133" y="571"/>
                  <a:pt x="122" y="592"/>
                </a:cubicBezTo>
                <a:cubicBezTo>
                  <a:pt x="110" y="613"/>
                  <a:pt x="101" y="629"/>
                  <a:pt x="94" y="640"/>
                </a:cubicBezTo>
                <a:cubicBezTo>
                  <a:pt x="88" y="651"/>
                  <a:pt x="78" y="663"/>
                  <a:pt x="65" y="676"/>
                </a:cubicBezTo>
                <a:cubicBezTo>
                  <a:pt x="52" y="690"/>
                  <a:pt x="45" y="697"/>
                  <a:pt x="42" y="700"/>
                </a:cubicBezTo>
                <a:cubicBezTo>
                  <a:pt x="40" y="702"/>
                  <a:pt x="34" y="707"/>
                  <a:pt x="26" y="713"/>
                </a:cubicBezTo>
                <a:cubicBezTo>
                  <a:pt x="24" y="715"/>
                  <a:pt x="23" y="716"/>
                  <a:pt x="23" y="716"/>
                </a:cubicBezTo>
                <a:lnTo>
                  <a:pt x="14" y="716"/>
                </a:lnTo>
                <a:cubicBezTo>
                  <a:pt x="10" y="716"/>
                  <a:pt x="8" y="716"/>
                  <a:pt x="6" y="716"/>
                </a:cubicBezTo>
                <a:cubicBezTo>
                  <a:pt x="4" y="716"/>
                  <a:pt x="3" y="715"/>
                  <a:pt x="2" y="714"/>
                </a:cubicBezTo>
                <a:cubicBezTo>
                  <a:pt x="1" y="713"/>
                  <a:pt x="0" y="710"/>
                  <a:pt x="0" y="708"/>
                </a:cubicBezTo>
                <a:cubicBezTo>
                  <a:pt x="0" y="707"/>
                  <a:pt x="3" y="704"/>
                  <a:pt x="9" y="698"/>
                </a:cubicBezTo>
                <a:cubicBezTo>
                  <a:pt x="82" y="622"/>
                  <a:pt x="119" y="508"/>
                  <a:pt x="119" y="358"/>
                </a:cubicBezTo>
                <a:cubicBezTo>
                  <a:pt x="119" y="208"/>
                  <a:pt x="82" y="95"/>
                  <a:pt x="9" y="18"/>
                </a:cubicBezTo>
                <a:cubicBezTo>
                  <a:pt x="3" y="12"/>
                  <a:pt x="0" y="9"/>
                  <a:pt x="0" y="9"/>
                </a:cubicBezTo>
                <a:cubicBezTo>
                  <a:pt x="0" y="5"/>
                  <a:pt x="1" y="2"/>
                  <a:pt x="3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5" name=""/>
          <p:cNvSpPr/>
          <p:nvPr/>
        </p:nvSpPr>
        <p:spPr>
          <a:xfrm>
            <a:off x="5463720" y="212256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4"/>
                </a:moveTo>
                <a:cubicBezTo>
                  <a:pt x="0" y="8"/>
                  <a:pt x="4" y="3"/>
                  <a:pt x="10" y="0"/>
                </a:cubicBezTo>
                <a:lnTo>
                  <a:pt x="467" y="0"/>
                </a:lnTo>
                <a:cubicBezTo>
                  <a:pt x="474" y="4"/>
                  <a:pt x="477" y="9"/>
                  <a:pt x="477" y="14"/>
                </a:cubicBezTo>
                <a:cubicBezTo>
                  <a:pt x="477" y="20"/>
                  <a:pt x="474" y="24"/>
                  <a:pt x="467" y="28"/>
                </a:cubicBezTo>
                <a:lnTo>
                  <a:pt x="239" y="29"/>
                </a:lnTo>
                <a:lnTo>
                  <a:pt x="12" y="29"/>
                </a:lnTo>
                <a:cubicBezTo>
                  <a:pt x="4" y="26"/>
                  <a:pt x="0" y="21"/>
                  <a:pt x="0" y="14"/>
                </a:cubicBezTo>
                <a:moveTo>
                  <a:pt x="0" y="154"/>
                </a:moveTo>
                <a:cubicBezTo>
                  <a:pt x="0" y="147"/>
                  <a:pt x="4" y="142"/>
                  <a:pt x="12" y="140"/>
                </a:cubicBezTo>
                <a:lnTo>
                  <a:pt x="467" y="140"/>
                </a:lnTo>
                <a:cubicBezTo>
                  <a:pt x="474" y="145"/>
                  <a:pt x="477" y="149"/>
                  <a:pt x="477" y="154"/>
                </a:cubicBezTo>
                <a:cubicBezTo>
                  <a:pt x="477" y="160"/>
                  <a:pt x="474" y="165"/>
                  <a:pt x="467" y="168"/>
                </a:cubicBezTo>
                <a:lnTo>
                  <a:pt x="10" y="168"/>
                </a:lnTo>
                <a:cubicBezTo>
                  <a:pt x="4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6" name=""/>
          <p:cNvSpPr/>
          <p:nvPr/>
        </p:nvSpPr>
        <p:spPr>
          <a:xfrm>
            <a:off x="5735160" y="1866600"/>
            <a:ext cx="229320" cy="572400"/>
          </a:xfrm>
          <a:custGeom>
            <a:avLst/>
            <a:gdLst/>
            <a:ahLst/>
            <a:rect l="0" t="0" r="r" b="b"/>
            <a:pathLst>
              <a:path w="637" h="1590">
                <a:moveTo>
                  <a:pt x="43" y="1544"/>
                </a:moveTo>
                <a:cubicBezTo>
                  <a:pt x="51" y="1557"/>
                  <a:pt x="63" y="1563"/>
                  <a:pt x="79" y="1563"/>
                </a:cubicBezTo>
                <a:lnTo>
                  <a:pt x="80" y="1563"/>
                </a:lnTo>
                <a:cubicBezTo>
                  <a:pt x="94" y="1563"/>
                  <a:pt x="107" y="1549"/>
                  <a:pt x="120" y="1520"/>
                </a:cubicBezTo>
                <a:cubicBezTo>
                  <a:pt x="134" y="1491"/>
                  <a:pt x="146" y="1452"/>
                  <a:pt x="158" y="1403"/>
                </a:cubicBezTo>
                <a:cubicBezTo>
                  <a:pt x="169" y="1353"/>
                  <a:pt x="180" y="1303"/>
                  <a:pt x="190" y="1253"/>
                </a:cubicBezTo>
                <a:cubicBezTo>
                  <a:pt x="200" y="1203"/>
                  <a:pt x="210" y="1149"/>
                  <a:pt x="220" y="1091"/>
                </a:cubicBezTo>
                <a:cubicBezTo>
                  <a:pt x="221" y="1081"/>
                  <a:pt x="222" y="1074"/>
                  <a:pt x="223" y="1069"/>
                </a:cubicBezTo>
                <a:cubicBezTo>
                  <a:pt x="258" y="866"/>
                  <a:pt x="296" y="678"/>
                  <a:pt x="336" y="505"/>
                </a:cubicBezTo>
                <a:cubicBezTo>
                  <a:pt x="376" y="331"/>
                  <a:pt x="405" y="219"/>
                  <a:pt x="423" y="167"/>
                </a:cubicBezTo>
                <a:cubicBezTo>
                  <a:pt x="426" y="158"/>
                  <a:pt x="428" y="151"/>
                  <a:pt x="430" y="145"/>
                </a:cubicBezTo>
                <a:cubicBezTo>
                  <a:pt x="432" y="140"/>
                  <a:pt x="436" y="129"/>
                  <a:pt x="443" y="114"/>
                </a:cubicBezTo>
                <a:cubicBezTo>
                  <a:pt x="449" y="99"/>
                  <a:pt x="455" y="85"/>
                  <a:pt x="462" y="74"/>
                </a:cubicBezTo>
                <a:cubicBezTo>
                  <a:pt x="468" y="63"/>
                  <a:pt x="477" y="51"/>
                  <a:pt x="486" y="39"/>
                </a:cubicBezTo>
                <a:cubicBezTo>
                  <a:pt x="496" y="27"/>
                  <a:pt x="506" y="17"/>
                  <a:pt x="518" y="10"/>
                </a:cubicBezTo>
                <a:cubicBezTo>
                  <a:pt x="529" y="3"/>
                  <a:pt x="541" y="0"/>
                  <a:pt x="554" y="0"/>
                </a:cubicBezTo>
                <a:cubicBezTo>
                  <a:pt x="581" y="0"/>
                  <a:pt x="601" y="9"/>
                  <a:pt x="614" y="25"/>
                </a:cubicBezTo>
                <a:cubicBezTo>
                  <a:pt x="627" y="42"/>
                  <a:pt x="635" y="61"/>
                  <a:pt x="637" y="83"/>
                </a:cubicBezTo>
                <a:cubicBezTo>
                  <a:pt x="637" y="94"/>
                  <a:pt x="634" y="104"/>
                  <a:pt x="628" y="111"/>
                </a:cubicBezTo>
                <a:cubicBezTo>
                  <a:pt x="623" y="118"/>
                  <a:pt x="617" y="123"/>
                  <a:pt x="612" y="125"/>
                </a:cubicBezTo>
                <a:cubicBezTo>
                  <a:pt x="607" y="127"/>
                  <a:pt x="601" y="127"/>
                  <a:pt x="596" y="127"/>
                </a:cubicBezTo>
                <a:cubicBezTo>
                  <a:pt x="586" y="127"/>
                  <a:pt x="577" y="123"/>
                  <a:pt x="569" y="116"/>
                </a:cubicBezTo>
                <a:cubicBezTo>
                  <a:pt x="561" y="109"/>
                  <a:pt x="557" y="99"/>
                  <a:pt x="557" y="87"/>
                </a:cubicBezTo>
                <a:cubicBezTo>
                  <a:pt x="557" y="64"/>
                  <a:pt x="570" y="50"/>
                  <a:pt x="595" y="46"/>
                </a:cubicBezTo>
                <a:lnTo>
                  <a:pt x="593" y="43"/>
                </a:lnTo>
                <a:cubicBezTo>
                  <a:pt x="591" y="42"/>
                  <a:pt x="589" y="40"/>
                  <a:pt x="587" y="38"/>
                </a:cubicBezTo>
                <a:cubicBezTo>
                  <a:pt x="585" y="36"/>
                  <a:pt x="583" y="35"/>
                  <a:pt x="581" y="34"/>
                </a:cubicBezTo>
                <a:cubicBezTo>
                  <a:pt x="574" y="29"/>
                  <a:pt x="566" y="27"/>
                  <a:pt x="558" y="27"/>
                </a:cubicBezTo>
                <a:cubicBezTo>
                  <a:pt x="551" y="27"/>
                  <a:pt x="545" y="30"/>
                  <a:pt x="539" y="35"/>
                </a:cubicBezTo>
                <a:cubicBezTo>
                  <a:pt x="533" y="41"/>
                  <a:pt x="526" y="54"/>
                  <a:pt x="516" y="75"/>
                </a:cubicBezTo>
                <a:cubicBezTo>
                  <a:pt x="507" y="96"/>
                  <a:pt x="497" y="124"/>
                  <a:pt x="488" y="158"/>
                </a:cubicBezTo>
                <a:cubicBezTo>
                  <a:pt x="479" y="193"/>
                  <a:pt x="468" y="241"/>
                  <a:pt x="455" y="303"/>
                </a:cubicBezTo>
                <a:cubicBezTo>
                  <a:pt x="441" y="366"/>
                  <a:pt x="428" y="440"/>
                  <a:pt x="415" y="525"/>
                </a:cubicBezTo>
                <a:cubicBezTo>
                  <a:pt x="387" y="684"/>
                  <a:pt x="357" y="835"/>
                  <a:pt x="327" y="977"/>
                </a:cubicBezTo>
                <a:cubicBezTo>
                  <a:pt x="296" y="1119"/>
                  <a:pt x="272" y="1222"/>
                  <a:pt x="254" y="1286"/>
                </a:cubicBezTo>
                <a:cubicBezTo>
                  <a:pt x="237" y="1350"/>
                  <a:pt x="224" y="1396"/>
                  <a:pt x="215" y="1423"/>
                </a:cubicBezTo>
                <a:cubicBezTo>
                  <a:pt x="178" y="1535"/>
                  <a:pt x="133" y="1590"/>
                  <a:pt x="79" y="1590"/>
                </a:cubicBezTo>
                <a:cubicBezTo>
                  <a:pt x="60" y="1590"/>
                  <a:pt x="43" y="1583"/>
                  <a:pt x="27" y="1568"/>
                </a:cubicBezTo>
                <a:cubicBezTo>
                  <a:pt x="11" y="1553"/>
                  <a:pt x="2" y="1533"/>
                  <a:pt x="0" y="1507"/>
                </a:cubicBezTo>
                <a:cubicBezTo>
                  <a:pt x="0" y="1490"/>
                  <a:pt x="5" y="1479"/>
                  <a:pt x="14" y="1473"/>
                </a:cubicBezTo>
                <a:cubicBezTo>
                  <a:pt x="23" y="1467"/>
                  <a:pt x="32" y="1464"/>
                  <a:pt x="41" y="1464"/>
                </a:cubicBezTo>
                <a:cubicBezTo>
                  <a:pt x="51" y="1464"/>
                  <a:pt x="60" y="1467"/>
                  <a:pt x="68" y="1474"/>
                </a:cubicBezTo>
                <a:cubicBezTo>
                  <a:pt x="76" y="1481"/>
                  <a:pt x="80" y="1491"/>
                  <a:pt x="80" y="1504"/>
                </a:cubicBezTo>
                <a:cubicBezTo>
                  <a:pt x="80" y="1526"/>
                  <a:pt x="68" y="1540"/>
                  <a:pt x="43" y="15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7" name=""/>
          <p:cNvSpPr/>
          <p:nvPr/>
        </p:nvSpPr>
        <p:spPr>
          <a:xfrm>
            <a:off x="6037560" y="2024280"/>
            <a:ext cx="10800" cy="257400"/>
          </a:xfrm>
          <a:custGeom>
            <a:avLst/>
            <a:gdLst/>
            <a:ahLst/>
            <a:rect l="0" t="0" r="r" b="b"/>
            <a:pathLst>
              <a:path w="30" h="715">
                <a:moveTo>
                  <a:pt x="16" y="715"/>
                </a:moveTo>
                <a:lnTo>
                  <a:pt x="13" y="715"/>
                </a:lnTo>
                <a:cubicBezTo>
                  <a:pt x="7" y="715"/>
                  <a:pt x="3" y="712"/>
                  <a:pt x="0" y="705"/>
                </a:cubicBezTo>
                <a:lnTo>
                  <a:pt x="0" y="356"/>
                </a:lnTo>
                <a:lnTo>
                  <a:pt x="1" y="9"/>
                </a:lnTo>
                <a:cubicBezTo>
                  <a:pt x="6" y="3"/>
                  <a:pt x="10" y="0"/>
                  <a:pt x="16" y="0"/>
                </a:cubicBezTo>
                <a:cubicBezTo>
                  <a:pt x="22" y="0"/>
                  <a:pt x="26" y="3"/>
                  <a:pt x="30" y="10"/>
                </a:cubicBezTo>
                <a:lnTo>
                  <a:pt x="30" y="705"/>
                </a:lnTo>
                <a:cubicBezTo>
                  <a:pt x="26" y="712"/>
                  <a:pt x="22" y="715"/>
                  <a:pt x="17" y="715"/>
                </a:cubicBezTo>
                <a:lnTo>
                  <a:pt x="16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8" name=""/>
          <p:cNvSpPr/>
          <p:nvPr/>
        </p:nvSpPr>
        <p:spPr>
          <a:xfrm>
            <a:off x="6086520" y="204192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7"/>
                </a:moveTo>
                <a:cubicBezTo>
                  <a:pt x="4" y="487"/>
                  <a:pt x="0" y="484"/>
                  <a:pt x="0" y="480"/>
                </a:cubicBezTo>
                <a:cubicBezTo>
                  <a:pt x="0" y="479"/>
                  <a:pt x="1" y="475"/>
                  <a:pt x="2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5" y="455"/>
                  <a:pt x="24" y="455"/>
                </a:cubicBezTo>
                <a:cubicBezTo>
                  <a:pt x="37" y="455"/>
                  <a:pt x="52" y="454"/>
                  <a:pt x="67" y="452"/>
                </a:cubicBezTo>
                <a:cubicBezTo>
                  <a:pt x="74" y="451"/>
                  <a:pt x="78" y="448"/>
                  <a:pt x="81" y="444"/>
                </a:cubicBezTo>
                <a:cubicBezTo>
                  <a:pt x="82" y="441"/>
                  <a:pt x="99" y="373"/>
                  <a:pt x="132" y="242"/>
                </a:cubicBezTo>
                <a:cubicBezTo>
                  <a:pt x="165" y="110"/>
                  <a:pt x="181" y="44"/>
                  <a:pt x="182" y="42"/>
                </a:cubicBezTo>
                <a:cubicBezTo>
                  <a:pt x="182" y="38"/>
                  <a:pt x="181" y="37"/>
                  <a:pt x="179" y="37"/>
                </a:cubicBezTo>
                <a:cubicBezTo>
                  <a:pt x="175" y="35"/>
                  <a:pt x="162" y="34"/>
                  <a:pt x="141" y="33"/>
                </a:cubicBezTo>
                <a:lnTo>
                  <a:pt x="119" y="33"/>
                </a:lnTo>
                <a:cubicBezTo>
                  <a:pt x="116" y="30"/>
                  <a:pt x="114" y="28"/>
                  <a:pt x="114" y="27"/>
                </a:cubicBezTo>
                <a:cubicBezTo>
                  <a:pt x="114" y="26"/>
                  <a:pt x="115" y="22"/>
                  <a:pt x="116" y="15"/>
                </a:cubicBezTo>
                <a:cubicBezTo>
                  <a:pt x="118" y="7"/>
                  <a:pt x="120" y="2"/>
                  <a:pt x="123" y="0"/>
                </a:cubicBezTo>
                <a:lnTo>
                  <a:pt x="509" y="0"/>
                </a:lnTo>
                <a:cubicBezTo>
                  <a:pt x="513" y="2"/>
                  <a:pt x="514" y="5"/>
                  <a:pt x="514" y="8"/>
                </a:cubicBezTo>
                <a:cubicBezTo>
                  <a:pt x="514" y="10"/>
                  <a:pt x="511" y="37"/>
                  <a:pt x="505" y="88"/>
                </a:cubicBezTo>
                <a:cubicBezTo>
                  <a:pt x="499" y="139"/>
                  <a:pt x="496" y="165"/>
                  <a:pt x="495" y="167"/>
                </a:cubicBezTo>
                <a:cubicBezTo>
                  <a:pt x="494" y="170"/>
                  <a:pt x="489" y="172"/>
                  <a:pt x="481" y="172"/>
                </a:cubicBezTo>
                <a:lnTo>
                  <a:pt x="472" y="172"/>
                </a:lnTo>
                <a:cubicBezTo>
                  <a:pt x="469" y="169"/>
                  <a:pt x="467" y="166"/>
                  <a:pt x="467" y="163"/>
                </a:cubicBezTo>
                <a:cubicBezTo>
                  <a:pt x="467" y="162"/>
                  <a:pt x="468" y="156"/>
                  <a:pt x="469" y="145"/>
                </a:cubicBezTo>
                <a:cubicBezTo>
                  <a:pt x="471" y="134"/>
                  <a:pt x="472" y="122"/>
                  <a:pt x="472" y="108"/>
                </a:cubicBezTo>
                <a:cubicBezTo>
                  <a:pt x="472" y="93"/>
                  <a:pt x="470" y="82"/>
                  <a:pt x="467" y="72"/>
                </a:cubicBezTo>
                <a:cubicBezTo>
                  <a:pt x="463" y="63"/>
                  <a:pt x="459" y="56"/>
                  <a:pt x="453" y="50"/>
                </a:cubicBezTo>
                <a:cubicBezTo>
                  <a:pt x="447" y="45"/>
                  <a:pt x="438" y="41"/>
                  <a:pt x="426" y="39"/>
                </a:cubicBezTo>
                <a:cubicBezTo>
                  <a:pt x="415" y="37"/>
                  <a:pt x="402" y="35"/>
                  <a:pt x="390" y="34"/>
                </a:cubicBezTo>
                <a:cubicBezTo>
                  <a:pt x="378" y="32"/>
                  <a:pt x="360" y="32"/>
                  <a:pt x="339" y="33"/>
                </a:cubicBezTo>
                <a:lnTo>
                  <a:pt x="322" y="33"/>
                </a:lnTo>
                <a:cubicBezTo>
                  <a:pt x="283" y="34"/>
                  <a:pt x="261" y="34"/>
                  <a:pt x="259" y="35"/>
                </a:cubicBezTo>
                <a:cubicBezTo>
                  <a:pt x="257" y="36"/>
                  <a:pt x="255" y="38"/>
                  <a:pt x="254" y="41"/>
                </a:cubicBezTo>
                <a:cubicBezTo>
                  <a:pt x="253" y="41"/>
                  <a:pt x="245" y="73"/>
                  <a:pt x="230" y="135"/>
                </a:cubicBezTo>
                <a:lnTo>
                  <a:pt x="207" y="227"/>
                </a:lnTo>
                <a:lnTo>
                  <a:pt x="246" y="227"/>
                </a:lnTo>
                <a:cubicBezTo>
                  <a:pt x="247" y="227"/>
                  <a:pt x="253" y="227"/>
                  <a:pt x="262" y="227"/>
                </a:cubicBezTo>
                <a:cubicBezTo>
                  <a:pt x="272" y="227"/>
                  <a:pt x="280" y="227"/>
                  <a:pt x="283" y="226"/>
                </a:cubicBezTo>
                <a:cubicBezTo>
                  <a:pt x="287" y="226"/>
                  <a:pt x="293" y="225"/>
                  <a:pt x="299" y="224"/>
                </a:cubicBezTo>
                <a:cubicBezTo>
                  <a:pt x="306" y="223"/>
                  <a:pt x="312" y="221"/>
                  <a:pt x="316" y="219"/>
                </a:cubicBezTo>
                <a:cubicBezTo>
                  <a:pt x="321" y="217"/>
                  <a:pt x="325" y="214"/>
                  <a:pt x="329" y="210"/>
                </a:cubicBezTo>
                <a:cubicBezTo>
                  <a:pt x="335" y="205"/>
                  <a:pt x="340" y="197"/>
                  <a:pt x="344" y="187"/>
                </a:cubicBezTo>
                <a:cubicBezTo>
                  <a:pt x="349" y="177"/>
                  <a:pt x="352" y="168"/>
                  <a:pt x="354" y="160"/>
                </a:cubicBezTo>
                <a:cubicBezTo>
                  <a:pt x="355" y="152"/>
                  <a:pt x="357" y="147"/>
                  <a:pt x="357" y="147"/>
                </a:cubicBezTo>
                <a:cubicBezTo>
                  <a:pt x="359" y="144"/>
                  <a:pt x="363" y="143"/>
                  <a:pt x="371" y="143"/>
                </a:cubicBezTo>
                <a:lnTo>
                  <a:pt x="379" y="143"/>
                </a:lnTo>
                <a:cubicBezTo>
                  <a:pt x="383" y="146"/>
                  <a:pt x="384" y="148"/>
                  <a:pt x="384" y="150"/>
                </a:cubicBezTo>
                <a:cubicBezTo>
                  <a:pt x="384" y="152"/>
                  <a:pt x="377" y="183"/>
                  <a:pt x="362" y="244"/>
                </a:cubicBezTo>
                <a:cubicBezTo>
                  <a:pt x="347" y="305"/>
                  <a:pt x="339" y="337"/>
                  <a:pt x="338" y="338"/>
                </a:cubicBezTo>
                <a:cubicBezTo>
                  <a:pt x="337" y="342"/>
                  <a:pt x="332" y="343"/>
                  <a:pt x="324" y="343"/>
                </a:cubicBezTo>
                <a:lnTo>
                  <a:pt x="315" y="343"/>
                </a:lnTo>
                <a:cubicBezTo>
                  <a:pt x="312" y="341"/>
                  <a:pt x="310" y="338"/>
                  <a:pt x="310" y="335"/>
                </a:cubicBezTo>
                <a:cubicBezTo>
                  <a:pt x="310" y="333"/>
                  <a:pt x="311" y="328"/>
                  <a:pt x="314" y="319"/>
                </a:cubicBezTo>
                <a:cubicBezTo>
                  <a:pt x="316" y="310"/>
                  <a:pt x="317" y="301"/>
                  <a:pt x="317" y="291"/>
                </a:cubicBezTo>
                <a:cubicBezTo>
                  <a:pt x="317" y="277"/>
                  <a:pt x="312" y="268"/>
                  <a:pt x="303" y="265"/>
                </a:cubicBezTo>
                <a:cubicBezTo>
                  <a:pt x="293" y="261"/>
                  <a:pt x="271" y="260"/>
                  <a:pt x="238" y="260"/>
                </a:cubicBezTo>
                <a:lnTo>
                  <a:pt x="199" y="260"/>
                </a:lnTo>
                <a:lnTo>
                  <a:pt x="176" y="351"/>
                </a:lnTo>
                <a:cubicBezTo>
                  <a:pt x="161" y="411"/>
                  <a:pt x="153" y="442"/>
                  <a:pt x="153" y="445"/>
                </a:cubicBezTo>
                <a:cubicBezTo>
                  <a:pt x="153" y="451"/>
                  <a:pt x="174" y="455"/>
                  <a:pt x="217" y="455"/>
                </a:cubicBezTo>
                <a:lnTo>
                  <a:pt x="235" y="455"/>
                </a:lnTo>
                <a:cubicBezTo>
                  <a:pt x="237" y="457"/>
                  <a:pt x="239" y="459"/>
                  <a:pt x="239" y="460"/>
                </a:cubicBezTo>
                <a:cubicBezTo>
                  <a:pt x="239" y="460"/>
                  <a:pt x="238" y="465"/>
                  <a:pt x="237" y="474"/>
                </a:cubicBezTo>
                <a:cubicBezTo>
                  <a:pt x="236" y="480"/>
                  <a:pt x="233" y="485"/>
                  <a:pt x="230" y="487"/>
                </a:cubicBezTo>
                <a:lnTo>
                  <a:pt x="218" y="487"/>
                </a:lnTo>
                <a:cubicBezTo>
                  <a:pt x="199" y="487"/>
                  <a:pt x="163" y="486"/>
                  <a:pt x="110" y="486"/>
                </a:cubicBezTo>
                <a:cubicBezTo>
                  <a:pt x="79" y="486"/>
                  <a:pt x="56" y="486"/>
                  <a:pt x="39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9" name=""/>
          <p:cNvSpPr/>
          <p:nvPr/>
        </p:nvSpPr>
        <p:spPr>
          <a:xfrm>
            <a:off x="6295680" y="202392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2" y="294"/>
                  <a:pt x="7" y="264"/>
                </a:cubicBezTo>
                <a:cubicBezTo>
                  <a:pt x="12" y="234"/>
                  <a:pt x="17" y="209"/>
                  <a:pt x="23" y="188"/>
                </a:cubicBezTo>
                <a:cubicBezTo>
                  <a:pt x="29" y="166"/>
                  <a:pt x="38" y="145"/>
                  <a:pt x="50" y="125"/>
                </a:cubicBezTo>
                <a:cubicBezTo>
                  <a:pt x="61" y="104"/>
                  <a:pt x="70" y="88"/>
                  <a:pt x="77" y="77"/>
                </a:cubicBezTo>
                <a:cubicBezTo>
                  <a:pt x="84" y="65"/>
                  <a:pt x="94" y="53"/>
                  <a:pt x="108" y="40"/>
                </a:cubicBezTo>
                <a:cubicBezTo>
                  <a:pt x="121" y="26"/>
                  <a:pt x="129" y="18"/>
                  <a:pt x="131" y="15"/>
                </a:cubicBezTo>
                <a:cubicBezTo>
                  <a:pt x="134" y="12"/>
                  <a:pt x="140" y="7"/>
                  <a:pt x="149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8" y="0"/>
                  <a:pt x="172" y="2"/>
                  <a:pt x="172" y="7"/>
                </a:cubicBezTo>
                <a:cubicBezTo>
                  <a:pt x="172" y="8"/>
                  <a:pt x="167" y="13"/>
                  <a:pt x="159" y="22"/>
                </a:cubicBezTo>
                <a:cubicBezTo>
                  <a:pt x="151" y="30"/>
                  <a:pt x="141" y="43"/>
                  <a:pt x="130" y="60"/>
                </a:cubicBezTo>
                <a:cubicBezTo>
                  <a:pt x="119" y="76"/>
                  <a:pt x="106" y="97"/>
                  <a:pt x="94" y="121"/>
                </a:cubicBezTo>
                <a:cubicBezTo>
                  <a:pt x="82" y="145"/>
                  <a:pt x="72" y="178"/>
                  <a:pt x="64" y="220"/>
                </a:cubicBezTo>
                <a:cubicBezTo>
                  <a:pt x="56" y="261"/>
                  <a:pt x="52" y="307"/>
                  <a:pt x="52" y="358"/>
                </a:cubicBezTo>
                <a:cubicBezTo>
                  <a:pt x="52" y="408"/>
                  <a:pt x="56" y="454"/>
                  <a:pt x="64" y="496"/>
                </a:cubicBezTo>
                <a:cubicBezTo>
                  <a:pt x="72" y="537"/>
                  <a:pt x="82" y="570"/>
                  <a:pt x="93" y="595"/>
                </a:cubicBezTo>
                <a:cubicBezTo>
                  <a:pt x="105" y="621"/>
                  <a:pt x="117" y="641"/>
                  <a:pt x="129" y="657"/>
                </a:cubicBezTo>
                <a:cubicBezTo>
                  <a:pt x="141" y="673"/>
                  <a:pt x="151" y="685"/>
                  <a:pt x="159" y="695"/>
                </a:cubicBezTo>
                <a:cubicBezTo>
                  <a:pt x="167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49" y="716"/>
                </a:lnTo>
                <a:lnTo>
                  <a:pt x="129" y="699"/>
                </a:lnTo>
                <a:cubicBezTo>
                  <a:pt x="84" y="659"/>
                  <a:pt x="51" y="608"/>
                  <a:pt x="30" y="547"/>
                </a:cubicBezTo>
                <a:cubicBezTo>
                  <a:pt x="10" y="487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0" name=""/>
          <p:cNvSpPr/>
          <p:nvPr/>
        </p:nvSpPr>
        <p:spPr>
          <a:xfrm>
            <a:off x="6380640" y="210312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2" y="110"/>
                </a:moveTo>
                <a:cubicBezTo>
                  <a:pt x="15" y="90"/>
                  <a:pt x="28" y="67"/>
                  <a:pt x="50" y="40"/>
                </a:cubicBezTo>
                <a:cubicBezTo>
                  <a:pt x="73" y="14"/>
                  <a:pt x="100" y="1"/>
                  <a:pt x="133" y="0"/>
                </a:cubicBezTo>
                <a:cubicBezTo>
                  <a:pt x="150" y="0"/>
                  <a:pt x="165" y="5"/>
                  <a:pt x="179" y="13"/>
                </a:cubicBezTo>
                <a:cubicBezTo>
                  <a:pt x="193" y="22"/>
                  <a:pt x="204" y="33"/>
                  <a:pt x="211" y="45"/>
                </a:cubicBezTo>
                <a:cubicBezTo>
                  <a:pt x="231" y="15"/>
                  <a:pt x="255" y="0"/>
                  <a:pt x="283" y="0"/>
                </a:cubicBezTo>
                <a:cubicBezTo>
                  <a:pt x="301" y="0"/>
                  <a:pt x="316" y="6"/>
                  <a:pt x="329" y="16"/>
                </a:cubicBezTo>
                <a:cubicBezTo>
                  <a:pt x="342" y="27"/>
                  <a:pt x="348" y="41"/>
                  <a:pt x="349" y="58"/>
                </a:cubicBezTo>
                <a:cubicBezTo>
                  <a:pt x="349" y="72"/>
                  <a:pt x="345" y="83"/>
                  <a:pt x="339" y="92"/>
                </a:cubicBezTo>
                <a:cubicBezTo>
                  <a:pt x="332" y="101"/>
                  <a:pt x="326" y="106"/>
                  <a:pt x="319" y="108"/>
                </a:cubicBezTo>
                <a:cubicBezTo>
                  <a:pt x="313" y="110"/>
                  <a:pt x="308" y="111"/>
                  <a:pt x="303" y="111"/>
                </a:cubicBezTo>
                <a:cubicBezTo>
                  <a:pt x="294" y="111"/>
                  <a:pt x="287" y="108"/>
                  <a:pt x="281" y="103"/>
                </a:cubicBezTo>
                <a:cubicBezTo>
                  <a:pt x="275" y="97"/>
                  <a:pt x="272" y="91"/>
                  <a:pt x="272" y="82"/>
                </a:cubicBezTo>
                <a:cubicBezTo>
                  <a:pt x="272" y="60"/>
                  <a:pt x="284" y="45"/>
                  <a:pt x="308" y="37"/>
                </a:cubicBezTo>
                <a:cubicBezTo>
                  <a:pt x="303" y="31"/>
                  <a:pt x="293" y="28"/>
                  <a:pt x="279" y="28"/>
                </a:cubicBezTo>
                <a:cubicBezTo>
                  <a:pt x="273" y="28"/>
                  <a:pt x="269" y="28"/>
                  <a:pt x="266" y="29"/>
                </a:cubicBezTo>
                <a:cubicBezTo>
                  <a:pt x="248" y="37"/>
                  <a:pt x="234" y="52"/>
                  <a:pt x="226" y="76"/>
                </a:cubicBezTo>
                <a:cubicBezTo>
                  <a:pt x="196" y="183"/>
                  <a:pt x="182" y="244"/>
                  <a:pt x="182" y="262"/>
                </a:cubicBezTo>
                <a:cubicBezTo>
                  <a:pt x="182" y="275"/>
                  <a:pt x="186" y="285"/>
                  <a:pt x="193" y="290"/>
                </a:cubicBezTo>
                <a:cubicBezTo>
                  <a:pt x="202" y="296"/>
                  <a:pt x="210" y="299"/>
                  <a:pt x="219" y="299"/>
                </a:cubicBezTo>
                <a:cubicBezTo>
                  <a:pt x="237" y="299"/>
                  <a:pt x="254" y="291"/>
                  <a:pt x="272" y="275"/>
                </a:cubicBezTo>
                <a:cubicBezTo>
                  <a:pt x="289" y="260"/>
                  <a:pt x="300" y="240"/>
                  <a:pt x="307" y="217"/>
                </a:cubicBezTo>
                <a:cubicBezTo>
                  <a:pt x="308" y="213"/>
                  <a:pt x="309" y="210"/>
                  <a:pt x="311" y="209"/>
                </a:cubicBezTo>
                <a:cubicBezTo>
                  <a:pt x="312" y="209"/>
                  <a:pt x="316" y="209"/>
                  <a:pt x="322" y="208"/>
                </a:cubicBezTo>
                <a:lnTo>
                  <a:pt x="325" y="208"/>
                </a:lnTo>
                <a:cubicBezTo>
                  <a:pt x="332" y="208"/>
                  <a:pt x="336" y="210"/>
                  <a:pt x="336" y="214"/>
                </a:cubicBezTo>
                <a:cubicBezTo>
                  <a:pt x="336" y="214"/>
                  <a:pt x="335" y="217"/>
                  <a:pt x="334" y="222"/>
                </a:cubicBezTo>
                <a:cubicBezTo>
                  <a:pt x="327" y="249"/>
                  <a:pt x="312" y="273"/>
                  <a:pt x="290" y="294"/>
                </a:cubicBezTo>
                <a:cubicBezTo>
                  <a:pt x="268" y="315"/>
                  <a:pt x="243" y="325"/>
                  <a:pt x="214" y="325"/>
                </a:cubicBezTo>
                <a:cubicBezTo>
                  <a:pt x="179" y="325"/>
                  <a:pt x="154" y="310"/>
                  <a:pt x="137" y="280"/>
                </a:cubicBezTo>
                <a:cubicBezTo>
                  <a:pt x="117" y="310"/>
                  <a:pt x="95" y="325"/>
                  <a:pt x="70" y="325"/>
                </a:cubicBezTo>
                <a:lnTo>
                  <a:pt x="65" y="325"/>
                </a:lnTo>
                <a:cubicBezTo>
                  <a:pt x="42" y="325"/>
                  <a:pt x="25" y="318"/>
                  <a:pt x="15" y="306"/>
                </a:cubicBezTo>
                <a:cubicBezTo>
                  <a:pt x="5" y="294"/>
                  <a:pt x="0" y="281"/>
                  <a:pt x="0" y="267"/>
                </a:cubicBezTo>
                <a:cubicBezTo>
                  <a:pt x="0" y="251"/>
                  <a:pt x="4" y="239"/>
                  <a:pt x="13" y="230"/>
                </a:cubicBezTo>
                <a:cubicBezTo>
                  <a:pt x="22" y="220"/>
                  <a:pt x="33" y="215"/>
                  <a:pt x="45" y="215"/>
                </a:cubicBezTo>
                <a:cubicBezTo>
                  <a:pt x="66" y="215"/>
                  <a:pt x="76" y="225"/>
                  <a:pt x="76" y="245"/>
                </a:cubicBezTo>
                <a:cubicBezTo>
                  <a:pt x="76" y="255"/>
                  <a:pt x="73" y="263"/>
                  <a:pt x="68" y="270"/>
                </a:cubicBezTo>
                <a:cubicBezTo>
                  <a:pt x="62" y="277"/>
                  <a:pt x="56" y="282"/>
                  <a:pt x="51" y="285"/>
                </a:cubicBezTo>
                <a:cubicBezTo>
                  <a:pt x="46" y="287"/>
                  <a:pt x="43" y="288"/>
                  <a:pt x="42" y="288"/>
                </a:cubicBezTo>
                <a:lnTo>
                  <a:pt x="40" y="289"/>
                </a:lnTo>
                <a:cubicBezTo>
                  <a:pt x="40" y="289"/>
                  <a:pt x="41" y="290"/>
                  <a:pt x="44" y="292"/>
                </a:cubicBezTo>
                <a:cubicBezTo>
                  <a:pt x="47" y="293"/>
                  <a:pt x="51" y="295"/>
                  <a:pt x="55" y="297"/>
                </a:cubicBezTo>
                <a:cubicBezTo>
                  <a:pt x="60" y="299"/>
                  <a:pt x="65" y="299"/>
                  <a:pt x="69" y="299"/>
                </a:cubicBezTo>
                <a:cubicBezTo>
                  <a:pt x="86" y="299"/>
                  <a:pt x="101" y="288"/>
                  <a:pt x="113" y="267"/>
                </a:cubicBezTo>
                <a:cubicBezTo>
                  <a:pt x="118" y="259"/>
                  <a:pt x="123" y="243"/>
                  <a:pt x="130" y="218"/>
                </a:cubicBezTo>
                <a:cubicBezTo>
                  <a:pt x="136" y="193"/>
                  <a:pt x="143" y="168"/>
                  <a:pt x="150" y="141"/>
                </a:cubicBezTo>
                <a:cubicBezTo>
                  <a:pt x="156" y="113"/>
                  <a:pt x="160" y="97"/>
                  <a:pt x="161" y="93"/>
                </a:cubicBezTo>
                <a:cubicBezTo>
                  <a:pt x="164" y="80"/>
                  <a:pt x="165" y="70"/>
                  <a:pt x="165" y="65"/>
                </a:cubicBezTo>
                <a:cubicBezTo>
                  <a:pt x="165" y="51"/>
                  <a:pt x="161" y="42"/>
                  <a:pt x="154" y="36"/>
                </a:cubicBezTo>
                <a:cubicBezTo>
                  <a:pt x="147" y="30"/>
                  <a:pt x="139" y="28"/>
                  <a:pt x="130" y="28"/>
                </a:cubicBezTo>
                <a:cubicBezTo>
                  <a:pt x="111" y="28"/>
                  <a:pt x="93" y="35"/>
                  <a:pt x="76" y="50"/>
                </a:cubicBezTo>
                <a:cubicBezTo>
                  <a:pt x="59" y="66"/>
                  <a:pt x="48" y="85"/>
                  <a:pt x="41" y="109"/>
                </a:cubicBezTo>
                <a:cubicBezTo>
                  <a:pt x="40" y="113"/>
                  <a:pt x="39" y="116"/>
                  <a:pt x="37" y="116"/>
                </a:cubicBezTo>
                <a:cubicBezTo>
                  <a:pt x="36" y="117"/>
                  <a:pt x="32" y="117"/>
                  <a:pt x="26" y="118"/>
                </a:cubicBezTo>
                <a:lnTo>
                  <a:pt x="16" y="118"/>
                </a:lnTo>
                <a:cubicBezTo>
                  <a:pt x="13" y="115"/>
                  <a:pt x="12" y="112"/>
                  <a:pt x="12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1" name=""/>
          <p:cNvSpPr/>
          <p:nvPr/>
        </p:nvSpPr>
        <p:spPr>
          <a:xfrm>
            <a:off x="6532920" y="202392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3" y="1"/>
                </a:moveTo>
                <a:lnTo>
                  <a:pt x="6" y="0"/>
                </a:lnTo>
                <a:cubicBezTo>
                  <a:pt x="9" y="0"/>
                  <a:pt x="11" y="0"/>
                  <a:pt x="13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7" y="58"/>
                  <a:pt x="120" y="108"/>
                  <a:pt x="141" y="169"/>
                </a:cubicBezTo>
                <a:cubicBezTo>
                  <a:pt x="162" y="229"/>
                  <a:pt x="172" y="292"/>
                  <a:pt x="172" y="358"/>
                </a:cubicBezTo>
                <a:cubicBezTo>
                  <a:pt x="172" y="390"/>
                  <a:pt x="169" y="421"/>
                  <a:pt x="165" y="451"/>
                </a:cubicBezTo>
                <a:cubicBezTo>
                  <a:pt x="160" y="482"/>
                  <a:pt x="154" y="508"/>
                  <a:pt x="148" y="529"/>
                </a:cubicBezTo>
                <a:cubicBezTo>
                  <a:pt x="142" y="550"/>
                  <a:pt x="133" y="571"/>
                  <a:pt x="121" y="592"/>
                </a:cubicBezTo>
                <a:cubicBezTo>
                  <a:pt x="109" y="613"/>
                  <a:pt x="100" y="629"/>
                  <a:pt x="94" y="640"/>
                </a:cubicBezTo>
                <a:cubicBezTo>
                  <a:pt x="87" y="651"/>
                  <a:pt x="77" y="663"/>
                  <a:pt x="64" y="676"/>
                </a:cubicBezTo>
                <a:cubicBezTo>
                  <a:pt x="51" y="690"/>
                  <a:pt x="44" y="697"/>
                  <a:pt x="41" y="700"/>
                </a:cubicBezTo>
                <a:cubicBezTo>
                  <a:pt x="39" y="702"/>
                  <a:pt x="33" y="707"/>
                  <a:pt x="25" y="713"/>
                </a:cubicBezTo>
                <a:cubicBezTo>
                  <a:pt x="23" y="715"/>
                  <a:pt x="23" y="716"/>
                  <a:pt x="22" y="716"/>
                </a:cubicBezTo>
                <a:lnTo>
                  <a:pt x="13" y="716"/>
                </a:lnTo>
                <a:cubicBezTo>
                  <a:pt x="10" y="716"/>
                  <a:pt x="7" y="716"/>
                  <a:pt x="6" y="716"/>
                </a:cubicBezTo>
                <a:cubicBezTo>
                  <a:pt x="4" y="716"/>
                  <a:pt x="3" y="715"/>
                  <a:pt x="2" y="714"/>
                </a:cubicBezTo>
                <a:cubicBezTo>
                  <a:pt x="1" y="713"/>
                  <a:pt x="0" y="710"/>
                  <a:pt x="0" y="708"/>
                </a:cubicBezTo>
                <a:cubicBezTo>
                  <a:pt x="0" y="707"/>
                  <a:pt x="3" y="704"/>
                  <a:pt x="8" y="698"/>
                </a:cubicBezTo>
                <a:cubicBezTo>
                  <a:pt x="82" y="622"/>
                  <a:pt x="119" y="508"/>
                  <a:pt x="119" y="358"/>
                </a:cubicBezTo>
                <a:cubicBezTo>
                  <a:pt x="119" y="208"/>
                  <a:pt x="82" y="95"/>
                  <a:pt x="8" y="18"/>
                </a:cubicBezTo>
                <a:cubicBezTo>
                  <a:pt x="3" y="12"/>
                  <a:pt x="0" y="9"/>
                  <a:pt x="0" y="9"/>
                </a:cubicBezTo>
                <a:cubicBezTo>
                  <a:pt x="0" y="5"/>
                  <a:pt x="1" y="2"/>
                  <a:pt x="3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2" name=""/>
          <p:cNvSpPr/>
          <p:nvPr/>
        </p:nvSpPr>
        <p:spPr>
          <a:xfrm>
            <a:off x="6697800" y="2147400"/>
            <a:ext cx="157320" cy="10800"/>
          </a:xfrm>
          <a:custGeom>
            <a:avLst/>
            <a:gdLst/>
            <a:ahLst/>
            <a:rect l="0" t="0" r="r" b="b"/>
            <a:pathLst>
              <a:path w="437" h="30">
                <a:moveTo>
                  <a:pt x="10" y="0"/>
                </a:moveTo>
                <a:lnTo>
                  <a:pt x="426" y="0"/>
                </a:lnTo>
                <a:cubicBezTo>
                  <a:pt x="433" y="4"/>
                  <a:pt x="437" y="9"/>
                  <a:pt x="437" y="16"/>
                </a:cubicBezTo>
                <a:cubicBezTo>
                  <a:pt x="437" y="21"/>
                  <a:pt x="433" y="26"/>
                  <a:pt x="426" y="30"/>
                </a:cubicBezTo>
                <a:lnTo>
                  <a:pt x="10" y="30"/>
                </a:lnTo>
                <a:cubicBezTo>
                  <a:pt x="3" y="27"/>
                  <a:pt x="0" y="22"/>
                  <a:pt x="0" y="16"/>
                </a:cubicBezTo>
                <a:cubicBezTo>
                  <a:pt x="0" y="9"/>
                  <a:pt x="3" y="4"/>
                  <a:pt x="1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3" name=""/>
          <p:cNvSpPr/>
          <p:nvPr/>
        </p:nvSpPr>
        <p:spPr>
          <a:xfrm>
            <a:off x="6946560" y="2035440"/>
            <a:ext cx="182880" cy="187560"/>
          </a:xfrm>
          <a:custGeom>
            <a:avLst/>
            <a:gdLst/>
            <a:ahLst/>
            <a:rect l="0" t="0" r="r" b="b"/>
            <a:pathLst>
              <a:path w="508" h="521">
                <a:moveTo>
                  <a:pt x="0" y="325"/>
                </a:moveTo>
                <a:cubicBezTo>
                  <a:pt x="0" y="269"/>
                  <a:pt x="15" y="217"/>
                  <a:pt x="47" y="166"/>
                </a:cubicBezTo>
                <a:cubicBezTo>
                  <a:pt x="79" y="116"/>
                  <a:pt x="120" y="76"/>
                  <a:pt x="168" y="46"/>
                </a:cubicBezTo>
                <a:cubicBezTo>
                  <a:pt x="217" y="17"/>
                  <a:pt x="267" y="2"/>
                  <a:pt x="315" y="1"/>
                </a:cubicBezTo>
                <a:cubicBezTo>
                  <a:pt x="358" y="1"/>
                  <a:pt x="392" y="13"/>
                  <a:pt x="417" y="38"/>
                </a:cubicBezTo>
                <a:cubicBezTo>
                  <a:pt x="422" y="42"/>
                  <a:pt x="425" y="46"/>
                  <a:pt x="428" y="50"/>
                </a:cubicBezTo>
                <a:cubicBezTo>
                  <a:pt x="431" y="53"/>
                  <a:pt x="433" y="55"/>
                  <a:pt x="434" y="57"/>
                </a:cubicBezTo>
                <a:lnTo>
                  <a:pt x="435" y="59"/>
                </a:lnTo>
                <a:cubicBezTo>
                  <a:pt x="436" y="59"/>
                  <a:pt x="442" y="53"/>
                  <a:pt x="454" y="40"/>
                </a:cubicBezTo>
                <a:cubicBezTo>
                  <a:pt x="457" y="38"/>
                  <a:pt x="461" y="34"/>
                  <a:pt x="465" y="30"/>
                </a:cubicBezTo>
                <a:cubicBezTo>
                  <a:pt x="468" y="27"/>
                  <a:pt x="472" y="23"/>
                  <a:pt x="476" y="19"/>
                </a:cubicBezTo>
                <a:cubicBezTo>
                  <a:pt x="480" y="15"/>
                  <a:pt x="482" y="13"/>
                  <a:pt x="483" y="11"/>
                </a:cubicBezTo>
                <a:lnTo>
                  <a:pt x="494" y="0"/>
                </a:lnTo>
                <a:lnTo>
                  <a:pt x="498" y="0"/>
                </a:lnTo>
                <a:cubicBezTo>
                  <a:pt x="505" y="0"/>
                  <a:pt x="508" y="2"/>
                  <a:pt x="508" y="5"/>
                </a:cubicBezTo>
                <a:cubicBezTo>
                  <a:pt x="508" y="7"/>
                  <a:pt x="501" y="40"/>
                  <a:pt x="485" y="103"/>
                </a:cubicBezTo>
                <a:cubicBezTo>
                  <a:pt x="468" y="170"/>
                  <a:pt x="460" y="203"/>
                  <a:pt x="460" y="203"/>
                </a:cubicBezTo>
                <a:cubicBezTo>
                  <a:pt x="459" y="206"/>
                  <a:pt x="457" y="207"/>
                  <a:pt x="456" y="208"/>
                </a:cubicBezTo>
                <a:cubicBezTo>
                  <a:pt x="455" y="208"/>
                  <a:pt x="450" y="209"/>
                  <a:pt x="443" y="209"/>
                </a:cubicBezTo>
                <a:lnTo>
                  <a:pt x="432" y="209"/>
                </a:lnTo>
                <a:cubicBezTo>
                  <a:pt x="429" y="206"/>
                  <a:pt x="427" y="204"/>
                  <a:pt x="427" y="203"/>
                </a:cubicBezTo>
                <a:cubicBezTo>
                  <a:pt x="427" y="202"/>
                  <a:pt x="428" y="201"/>
                  <a:pt x="428" y="198"/>
                </a:cubicBezTo>
                <a:cubicBezTo>
                  <a:pt x="429" y="195"/>
                  <a:pt x="429" y="190"/>
                  <a:pt x="430" y="183"/>
                </a:cubicBezTo>
                <a:cubicBezTo>
                  <a:pt x="430" y="177"/>
                  <a:pt x="430" y="169"/>
                  <a:pt x="430" y="161"/>
                </a:cubicBezTo>
                <a:cubicBezTo>
                  <a:pt x="430" y="127"/>
                  <a:pt x="423" y="97"/>
                  <a:pt x="407" y="72"/>
                </a:cubicBezTo>
                <a:cubicBezTo>
                  <a:pt x="392" y="47"/>
                  <a:pt x="366" y="34"/>
                  <a:pt x="329" y="33"/>
                </a:cubicBezTo>
                <a:cubicBezTo>
                  <a:pt x="321" y="33"/>
                  <a:pt x="312" y="34"/>
                  <a:pt x="302" y="35"/>
                </a:cubicBezTo>
                <a:cubicBezTo>
                  <a:pt x="292" y="37"/>
                  <a:pt x="279" y="40"/>
                  <a:pt x="264" y="45"/>
                </a:cubicBezTo>
                <a:cubicBezTo>
                  <a:pt x="248" y="49"/>
                  <a:pt x="234" y="56"/>
                  <a:pt x="219" y="65"/>
                </a:cubicBezTo>
                <a:cubicBezTo>
                  <a:pt x="205" y="73"/>
                  <a:pt x="190" y="85"/>
                  <a:pt x="174" y="99"/>
                </a:cubicBezTo>
                <a:cubicBezTo>
                  <a:pt x="158" y="113"/>
                  <a:pt x="144" y="130"/>
                  <a:pt x="133" y="150"/>
                </a:cubicBezTo>
                <a:cubicBezTo>
                  <a:pt x="121" y="169"/>
                  <a:pt x="110" y="194"/>
                  <a:pt x="99" y="223"/>
                </a:cubicBezTo>
                <a:cubicBezTo>
                  <a:pt x="88" y="252"/>
                  <a:pt x="81" y="284"/>
                  <a:pt x="77" y="320"/>
                </a:cubicBezTo>
                <a:cubicBezTo>
                  <a:pt x="76" y="328"/>
                  <a:pt x="75" y="337"/>
                  <a:pt x="75" y="347"/>
                </a:cubicBezTo>
                <a:cubicBezTo>
                  <a:pt x="75" y="370"/>
                  <a:pt x="79" y="391"/>
                  <a:pt x="85" y="408"/>
                </a:cubicBezTo>
                <a:cubicBezTo>
                  <a:pt x="92" y="426"/>
                  <a:pt x="101" y="439"/>
                  <a:pt x="111" y="449"/>
                </a:cubicBezTo>
                <a:cubicBezTo>
                  <a:pt x="122" y="459"/>
                  <a:pt x="133" y="467"/>
                  <a:pt x="147" y="473"/>
                </a:cubicBezTo>
                <a:cubicBezTo>
                  <a:pt x="160" y="480"/>
                  <a:pt x="173" y="484"/>
                  <a:pt x="184" y="485"/>
                </a:cubicBezTo>
                <a:cubicBezTo>
                  <a:pt x="195" y="487"/>
                  <a:pt x="206" y="488"/>
                  <a:pt x="216" y="488"/>
                </a:cubicBezTo>
                <a:cubicBezTo>
                  <a:pt x="243" y="488"/>
                  <a:pt x="267" y="483"/>
                  <a:pt x="288" y="472"/>
                </a:cubicBezTo>
                <a:cubicBezTo>
                  <a:pt x="309" y="461"/>
                  <a:pt x="324" y="447"/>
                  <a:pt x="332" y="430"/>
                </a:cubicBezTo>
                <a:cubicBezTo>
                  <a:pt x="334" y="426"/>
                  <a:pt x="337" y="413"/>
                  <a:pt x="343" y="390"/>
                </a:cubicBezTo>
                <a:cubicBezTo>
                  <a:pt x="349" y="368"/>
                  <a:pt x="352" y="355"/>
                  <a:pt x="352" y="352"/>
                </a:cubicBezTo>
                <a:cubicBezTo>
                  <a:pt x="352" y="349"/>
                  <a:pt x="348" y="346"/>
                  <a:pt x="342" y="345"/>
                </a:cubicBezTo>
                <a:cubicBezTo>
                  <a:pt x="336" y="344"/>
                  <a:pt x="322" y="344"/>
                  <a:pt x="299" y="343"/>
                </a:cubicBezTo>
                <a:lnTo>
                  <a:pt x="273" y="343"/>
                </a:lnTo>
                <a:cubicBezTo>
                  <a:pt x="270" y="340"/>
                  <a:pt x="269" y="338"/>
                  <a:pt x="269" y="337"/>
                </a:cubicBezTo>
                <a:cubicBezTo>
                  <a:pt x="269" y="336"/>
                  <a:pt x="269" y="332"/>
                  <a:pt x="270" y="324"/>
                </a:cubicBezTo>
                <a:cubicBezTo>
                  <a:pt x="272" y="318"/>
                  <a:pt x="274" y="312"/>
                  <a:pt x="277" y="309"/>
                </a:cubicBezTo>
                <a:lnTo>
                  <a:pt x="289" y="309"/>
                </a:lnTo>
                <a:cubicBezTo>
                  <a:pt x="308" y="310"/>
                  <a:pt x="342" y="311"/>
                  <a:pt x="389" y="311"/>
                </a:cubicBezTo>
                <a:cubicBezTo>
                  <a:pt x="409" y="311"/>
                  <a:pt x="424" y="311"/>
                  <a:pt x="436" y="311"/>
                </a:cubicBezTo>
                <a:cubicBezTo>
                  <a:pt x="448" y="311"/>
                  <a:pt x="456" y="310"/>
                  <a:pt x="462" y="310"/>
                </a:cubicBezTo>
                <a:cubicBezTo>
                  <a:pt x="467" y="309"/>
                  <a:pt x="470" y="309"/>
                  <a:pt x="470" y="310"/>
                </a:cubicBezTo>
                <a:cubicBezTo>
                  <a:pt x="477" y="310"/>
                  <a:pt x="480" y="312"/>
                  <a:pt x="480" y="317"/>
                </a:cubicBezTo>
                <a:cubicBezTo>
                  <a:pt x="480" y="318"/>
                  <a:pt x="480" y="322"/>
                  <a:pt x="479" y="327"/>
                </a:cubicBezTo>
                <a:cubicBezTo>
                  <a:pt x="476" y="336"/>
                  <a:pt x="474" y="341"/>
                  <a:pt x="472" y="342"/>
                </a:cubicBezTo>
                <a:cubicBezTo>
                  <a:pt x="470" y="343"/>
                  <a:pt x="467" y="343"/>
                  <a:pt x="461" y="343"/>
                </a:cubicBezTo>
                <a:cubicBezTo>
                  <a:pt x="451" y="343"/>
                  <a:pt x="442" y="344"/>
                  <a:pt x="432" y="345"/>
                </a:cubicBezTo>
                <a:cubicBezTo>
                  <a:pt x="428" y="347"/>
                  <a:pt x="426" y="349"/>
                  <a:pt x="425" y="352"/>
                </a:cubicBezTo>
                <a:cubicBezTo>
                  <a:pt x="423" y="355"/>
                  <a:pt x="420" y="367"/>
                  <a:pt x="415" y="388"/>
                </a:cubicBezTo>
                <a:cubicBezTo>
                  <a:pt x="410" y="404"/>
                  <a:pt x="407" y="417"/>
                  <a:pt x="404" y="428"/>
                </a:cubicBezTo>
                <a:cubicBezTo>
                  <a:pt x="392" y="477"/>
                  <a:pt x="385" y="502"/>
                  <a:pt x="384" y="503"/>
                </a:cubicBezTo>
                <a:cubicBezTo>
                  <a:pt x="383" y="504"/>
                  <a:pt x="382" y="505"/>
                  <a:pt x="380" y="505"/>
                </a:cubicBezTo>
                <a:cubicBezTo>
                  <a:pt x="375" y="505"/>
                  <a:pt x="369" y="500"/>
                  <a:pt x="360" y="490"/>
                </a:cubicBezTo>
                <a:cubicBezTo>
                  <a:pt x="352" y="481"/>
                  <a:pt x="346" y="474"/>
                  <a:pt x="344" y="468"/>
                </a:cubicBezTo>
                <a:cubicBezTo>
                  <a:pt x="344" y="468"/>
                  <a:pt x="343" y="468"/>
                  <a:pt x="342" y="468"/>
                </a:cubicBezTo>
                <a:cubicBezTo>
                  <a:pt x="341" y="469"/>
                  <a:pt x="340" y="470"/>
                  <a:pt x="338" y="472"/>
                </a:cubicBezTo>
                <a:cubicBezTo>
                  <a:pt x="303" y="505"/>
                  <a:pt x="255" y="521"/>
                  <a:pt x="194" y="521"/>
                </a:cubicBezTo>
                <a:cubicBezTo>
                  <a:pt x="136" y="521"/>
                  <a:pt x="90" y="503"/>
                  <a:pt x="54" y="466"/>
                </a:cubicBezTo>
                <a:cubicBezTo>
                  <a:pt x="18" y="429"/>
                  <a:pt x="0" y="382"/>
                  <a:pt x="0" y="32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4" name=""/>
          <p:cNvSpPr/>
          <p:nvPr/>
        </p:nvSpPr>
        <p:spPr>
          <a:xfrm>
            <a:off x="7160040" y="202392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2" y="294"/>
                  <a:pt x="7" y="264"/>
                </a:cubicBezTo>
                <a:cubicBezTo>
                  <a:pt x="12" y="234"/>
                  <a:pt x="17" y="209"/>
                  <a:pt x="24" y="188"/>
                </a:cubicBezTo>
                <a:cubicBezTo>
                  <a:pt x="30" y="166"/>
                  <a:pt x="39" y="145"/>
                  <a:pt x="50" y="125"/>
                </a:cubicBezTo>
                <a:cubicBezTo>
                  <a:pt x="61" y="104"/>
                  <a:pt x="71" y="88"/>
                  <a:pt x="77" y="77"/>
                </a:cubicBezTo>
                <a:cubicBezTo>
                  <a:pt x="84" y="65"/>
                  <a:pt x="95" y="53"/>
                  <a:pt x="108" y="40"/>
                </a:cubicBezTo>
                <a:cubicBezTo>
                  <a:pt x="122" y="26"/>
                  <a:pt x="129" y="18"/>
                  <a:pt x="132" y="15"/>
                </a:cubicBezTo>
                <a:cubicBezTo>
                  <a:pt x="134" y="12"/>
                  <a:pt x="140" y="7"/>
                  <a:pt x="150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9" y="0"/>
                  <a:pt x="172" y="2"/>
                  <a:pt x="172" y="7"/>
                </a:cubicBezTo>
                <a:cubicBezTo>
                  <a:pt x="172" y="8"/>
                  <a:pt x="168" y="13"/>
                  <a:pt x="160" y="22"/>
                </a:cubicBezTo>
                <a:cubicBezTo>
                  <a:pt x="152" y="30"/>
                  <a:pt x="142" y="43"/>
                  <a:pt x="130" y="60"/>
                </a:cubicBezTo>
                <a:cubicBezTo>
                  <a:pt x="119" y="76"/>
                  <a:pt x="107" y="97"/>
                  <a:pt x="95" y="121"/>
                </a:cubicBezTo>
                <a:cubicBezTo>
                  <a:pt x="82" y="145"/>
                  <a:pt x="72" y="178"/>
                  <a:pt x="64" y="220"/>
                </a:cubicBezTo>
                <a:cubicBezTo>
                  <a:pt x="56" y="261"/>
                  <a:pt x="52" y="307"/>
                  <a:pt x="52" y="358"/>
                </a:cubicBezTo>
                <a:cubicBezTo>
                  <a:pt x="52" y="408"/>
                  <a:pt x="56" y="454"/>
                  <a:pt x="64" y="496"/>
                </a:cubicBezTo>
                <a:cubicBezTo>
                  <a:pt x="72" y="537"/>
                  <a:pt x="82" y="570"/>
                  <a:pt x="95" y="595"/>
                </a:cubicBezTo>
                <a:cubicBezTo>
                  <a:pt x="106" y="621"/>
                  <a:pt x="118" y="641"/>
                  <a:pt x="130" y="657"/>
                </a:cubicBezTo>
                <a:cubicBezTo>
                  <a:pt x="142" y="673"/>
                  <a:pt x="152" y="685"/>
                  <a:pt x="160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50" y="716"/>
                </a:lnTo>
                <a:lnTo>
                  <a:pt x="130" y="699"/>
                </a:lnTo>
                <a:cubicBezTo>
                  <a:pt x="84" y="659"/>
                  <a:pt x="51" y="608"/>
                  <a:pt x="31" y="547"/>
                </a:cubicBezTo>
                <a:cubicBezTo>
                  <a:pt x="10" y="487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5" name=""/>
          <p:cNvSpPr/>
          <p:nvPr/>
        </p:nvSpPr>
        <p:spPr>
          <a:xfrm>
            <a:off x="7245000" y="210312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2" y="110"/>
                </a:moveTo>
                <a:cubicBezTo>
                  <a:pt x="15" y="90"/>
                  <a:pt x="28" y="67"/>
                  <a:pt x="51" y="40"/>
                </a:cubicBezTo>
                <a:cubicBezTo>
                  <a:pt x="73" y="14"/>
                  <a:pt x="101" y="1"/>
                  <a:pt x="134" y="0"/>
                </a:cubicBezTo>
                <a:cubicBezTo>
                  <a:pt x="150" y="0"/>
                  <a:pt x="166" y="5"/>
                  <a:pt x="179" y="13"/>
                </a:cubicBezTo>
                <a:cubicBezTo>
                  <a:pt x="193" y="22"/>
                  <a:pt x="203" y="33"/>
                  <a:pt x="210" y="45"/>
                </a:cubicBezTo>
                <a:cubicBezTo>
                  <a:pt x="230" y="15"/>
                  <a:pt x="255" y="0"/>
                  <a:pt x="283" y="0"/>
                </a:cubicBezTo>
                <a:cubicBezTo>
                  <a:pt x="301" y="0"/>
                  <a:pt x="316" y="6"/>
                  <a:pt x="329" y="16"/>
                </a:cubicBezTo>
                <a:cubicBezTo>
                  <a:pt x="342" y="27"/>
                  <a:pt x="349" y="41"/>
                  <a:pt x="349" y="58"/>
                </a:cubicBezTo>
                <a:cubicBezTo>
                  <a:pt x="349" y="72"/>
                  <a:pt x="346" y="83"/>
                  <a:pt x="339" y="92"/>
                </a:cubicBezTo>
                <a:cubicBezTo>
                  <a:pt x="332" y="101"/>
                  <a:pt x="326" y="106"/>
                  <a:pt x="320" y="108"/>
                </a:cubicBezTo>
                <a:cubicBezTo>
                  <a:pt x="314" y="110"/>
                  <a:pt x="308" y="111"/>
                  <a:pt x="303" y="111"/>
                </a:cubicBezTo>
                <a:cubicBezTo>
                  <a:pt x="294" y="111"/>
                  <a:pt x="287" y="108"/>
                  <a:pt x="281" y="103"/>
                </a:cubicBezTo>
                <a:cubicBezTo>
                  <a:pt x="275" y="97"/>
                  <a:pt x="273" y="91"/>
                  <a:pt x="273" y="82"/>
                </a:cubicBezTo>
                <a:cubicBezTo>
                  <a:pt x="273" y="60"/>
                  <a:pt x="285" y="45"/>
                  <a:pt x="308" y="37"/>
                </a:cubicBezTo>
                <a:cubicBezTo>
                  <a:pt x="303" y="31"/>
                  <a:pt x="294" y="28"/>
                  <a:pt x="280" y="28"/>
                </a:cubicBezTo>
                <a:cubicBezTo>
                  <a:pt x="274" y="28"/>
                  <a:pt x="269" y="28"/>
                  <a:pt x="266" y="29"/>
                </a:cubicBezTo>
                <a:cubicBezTo>
                  <a:pt x="248" y="37"/>
                  <a:pt x="235" y="52"/>
                  <a:pt x="225" y="76"/>
                </a:cubicBezTo>
                <a:cubicBezTo>
                  <a:pt x="197" y="183"/>
                  <a:pt x="182" y="244"/>
                  <a:pt x="182" y="262"/>
                </a:cubicBezTo>
                <a:cubicBezTo>
                  <a:pt x="182" y="275"/>
                  <a:pt x="186" y="285"/>
                  <a:pt x="194" y="290"/>
                </a:cubicBezTo>
                <a:cubicBezTo>
                  <a:pt x="201" y="296"/>
                  <a:pt x="210" y="299"/>
                  <a:pt x="219" y="299"/>
                </a:cubicBezTo>
                <a:cubicBezTo>
                  <a:pt x="237" y="299"/>
                  <a:pt x="255" y="291"/>
                  <a:pt x="272" y="275"/>
                </a:cubicBezTo>
                <a:cubicBezTo>
                  <a:pt x="289" y="260"/>
                  <a:pt x="301" y="240"/>
                  <a:pt x="307" y="217"/>
                </a:cubicBezTo>
                <a:cubicBezTo>
                  <a:pt x="308" y="213"/>
                  <a:pt x="310" y="210"/>
                  <a:pt x="311" y="209"/>
                </a:cubicBezTo>
                <a:cubicBezTo>
                  <a:pt x="313" y="209"/>
                  <a:pt x="316" y="209"/>
                  <a:pt x="323" y="208"/>
                </a:cubicBezTo>
                <a:lnTo>
                  <a:pt x="326" y="208"/>
                </a:lnTo>
                <a:cubicBezTo>
                  <a:pt x="333" y="208"/>
                  <a:pt x="336" y="210"/>
                  <a:pt x="336" y="214"/>
                </a:cubicBezTo>
                <a:cubicBezTo>
                  <a:pt x="336" y="214"/>
                  <a:pt x="336" y="217"/>
                  <a:pt x="335" y="222"/>
                </a:cubicBezTo>
                <a:cubicBezTo>
                  <a:pt x="327" y="249"/>
                  <a:pt x="312" y="273"/>
                  <a:pt x="291" y="294"/>
                </a:cubicBezTo>
                <a:cubicBezTo>
                  <a:pt x="269" y="315"/>
                  <a:pt x="243" y="325"/>
                  <a:pt x="213" y="325"/>
                </a:cubicBezTo>
                <a:cubicBezTo>
                  <a:pt x="180" y="325"/>
                  <a:pt x="154" y="310"/>
                  <a:pt x="137" y="280"/>
                </a:cubicBezTo>
                <a:cubicBezTo>
                  <a:pt x="118" y="310"/>
                  <a:pt x="95" y="325"/>
                  <a:pt x="70" y="325"/>
                </a:cubicBezTo>
                <a:lnTo>
                  <a:pt x="66" y="325"/>
                </a:lnTo>
                <a:cubicBezTo>
                  <a:pt x="42" y="325"/>
                  <a:pt x="26" y="318"/>
                  <a:pt x="16" y="306"/>
                </a:cubicBezTo>
                <a:cubicBezTo>
                  <a:pt x="6" y="294"/>
                  <a:pt x="0" y="281"/>
                  <a:pt x="0" y="267"/>
                </a:cubicBezTo>
                <a:cubicBezTo>
                  <a:pt x="0" y="251"/>
                  <a:pt x="4" y="239"/>
                  <a:pt x="14" y="230"/>
                </a:cubicBezTo>
                <a:cubicBezTo>
                  <a:pt x="23" y="220"/>
                  <a:pt x="33" y="215"/>
                  <a:pt x="46" y="215"/>
                </a:cubicBezTo>
                <a:cubicBezTo>
                  <a:pt x="66" y="215"/>
                  <a:pt x="76" y="225"/>
                  <a:pt x="76" y="245"/>
                </a:cubicBezTo>
                <a:cubicBezTo>
                  <a:pt x="76" y="255"/>
                  <a:pt x="74" y="263"/>
                  <a:pt x="68" y="270"/>
                </a:cubicBezTo>
                <a:cubicBezTo>
                  <a:pt x="62" y="277"/>
                  <a:pt x="57" y="282"/>
                  <a:pt x="51" y="285"/>
                </a:cubicBezTo>
                <a:cubicBezTo>
                  <a:pt x="46" y="287"/>
                  <a:pt x="43" y="288"/>
                  <a:pt x="42" y="288"/>
                </a:cubicBezTo>
                <a:lnTo>
                  <a:pt x="40" y="289"/>
                </a:lnTo>
                <a:cubicBezTo>
                  <a:pt x="40" y="289"/>
                  <a:pt x="41" y="290"/>
                  <a:pt x="44" y="292"/>
                </a:cubicBezTo>
                <a:cubicBezTo>
                  <a:pt x="47" y="293"/>
                  <a:pt x="51" y="295"/>
                  <a:pt x="56" y="297"/>
                </a:cubicBezTo>
                <a:cubicBezTo>
                  <a:pt x="60" y="299"/>
                  <a:pt x="65" y="299"/>
                  <a:pt x="69" y="299"/>
                </a:cubicBezTo>
                <a:cubicBezTo>
                  <a:pt x="86" y="299"/>
                  <a:pt x="101" y="288"/>
                  <a:pt x="114" y="267"/>
                </a:cubicBezTo>
                <a:cubicBezTo>
                  <a:pt x="118" y="259"/>
                  <a:pt x="123" y="243"/>
                  <a:pt x="130" y="218"/>
                </a:cubicBezTo>
                <a:cubicBezTo>
                  <a:pt x="137" y="193"/>
                  <a:pt x="143" y="168"/>
                  <a:pt x="150" y="141"/>
                </a:cubicBezTo>
                <a:cubicBezTo>
                  <a:pt x="157" y="113"/>
                  <a:pt x="161" y="97"/>
                  <a:pt x="162" y="93"/>
                </a:cubicBezTo>
                <a:cubicBezTo>
                  <a:pt x="164" y="80"/>
                  <a:pt x="165" y="70"/>
                  <a:pt x="165" y="65"/>
                </a:cubicBezTo>
                <a:cubicBezTo>
                  <a:pt x="165" y="51"/>
                  <a:pt x="162" y="42"/>
                  <a:pt x="154" y="36"/>
                </a:cubicBezTo>
                <a:cubicBezTo>
                  <a:pt x="147" y="30"/>
                  <a:pt x="139" y="28"/>
                  <a:pt x="130" y="28"/>
                </a:cubicBezTo>
                <a:cubicBezTo>
                  <a:pt x="111" y="28"/>
                  <a:pt x="93" y="35"/>
                  <a:pt x="76" y="50"/>
                </a:cubicBezTo>
                <a:cubicBezTo>
                  <a:pt x="60" y="66"/>
                  <a:pt x="48" y="85"/>
                  <a:pt x="41" y="109"/>
                </a:cubicBezTo>
                <a:cubicBezTo>
                  <a:pt x="40" y="113"/>
                  <a:pt x="39" y="116"/>
                  <a:pt x="38" y="116"/>
                </a:cubicBezTo>
                <a:cubicBezTo>
                  <a:pt x="36" y="117"/>
                  <a:pt x="33" y="117"/>
                  <a:pt x="26" y="118"/>
                </a:cubicBezTo>
                <a:lnTo>
                  <a:pt x="16" y="118"/>
                </a:lnTo>
                <a:cubicBezTo>
                  <a:pt x="14" y="115"/>
                  <a:pt x="12" y="112"/>
                  <a:pt x="12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6" name=""/>
          <p:cNvSpPr/>
          <p:nvPr/>
        </p:nvSpPr>
        <p:spPr>
          <a:xfrm>
            <a:off x="7397280" y="202392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1" y="0"/>
                  <a:pt x="14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7" y="58"/>
                  <a:pt x="121" y="108"/>
                  <a:pt x="141" y="169"/>
                </a:cubicBezTo>
                <a:cubicBezTo>
                  <a:pt x="162" y="229"/>
                  <a:pt x="172" y="292"/>
                  <a:pt x="172" y="358"/>
                </a:cubicBezTo>
                <a:cubicBezTo>
                  <a:pt x="172" y="390"/>
                  <a:pt x="170" y="421"/>
                  <a:pt x="165" y="451"/>
                </a:cubicBezTo>
                <a:cubicBezTo>
                  <a:pt x="160" y="482"/>
                  <a:pt x="155" y="508"/>
                  <a:pt x="149" y="529"/>
                </a:cubicBezTo>
                <a:cubicBezTo>
                  <a:pt x="142" y="550"/>
                  <a:pt x="133" y="571"/>
                  <a:pt x="122" y="592"/>
                </a:cubicBezTo>
                <a:cubicBezTo>
                  <a:pt x="111" y="613"/>
                  <a:pt x="101" y="629"/>
                  <a:pt x="94" y="640"/>
                </a:cubicBezTo>
                <a:cubicBezTo>
                  <a:pt x="87" y="651"/>
                  <a:pt x="77" y="663"/>
                  <a:pt x="65" y="676"/>
                </a:cubicBezTo>
                <a:cubicBezTo>
                  <a:pt x="52" y="690"/>
                  <a:pt x="44" y="697"/>
                  <a:pt x="42" y="700"/>
                </a:cubicBezTo>
                <a:cubicBezTo>
                  <a:pt x="39" y="702"/>
                  <a:pt x="34" y="707"/>
                  <a:pt x="25" y="713"/>
                </a:cubicBezTo>
                <a:cubicBezTo>
                  <a:pt x="24" y="715"/>
                  <a:pt x="23" y="716"/>
                  <a:pt x="22" y="716"/>
                </a:cubicBezTo>
                <a:lnTo>
                  <a:pt x="14" y="716"/>
                </a:lnTo>
                <a:cubicBezTo>
                  <a:pt x="10" y="716"/>
                  <a:pt x="7" y="716"/>
                  <a:pt x="6" y="716"/>
                </a:cubicBezTo>
                <a:cubicBezTo>
                  <a:pt x="5" y="716"/>
                  <a:pt x="3" y="715"/>
                  <a:pt x="2" y="714"/>
                </a:cubicBezTo>
                <a:cubicBezTo>
                  <a:pt x="1" y="713"/>
                  <a:pt x="1" y="710"/>
                  <a:pt x="0" y="708"/>
                </a:cubicBezTo>
                <a:cubicBezTo>
                  <a:pt x="1" y="707"/>
                  <a:pt x="3" y="704"/>
                  <a:pt x="8" y="698"/>
                </a:cubicBezTo>
                <a:cubicBezTo>
                  <a:pt x="82" y="622"/>
                  <a:pt x="120" y="508"/>
                  <a:pt x="120" y="358"/>
                </a:cubicBezTo>
                <a:cubicBezTo>
                  <a:pt x="120" y="208"/>
                  <a:pt x="82" y="95"/>
                  <a:pt x="8" y="18"/>
                </a:cubicBezTo>
                <a:cubicBezTo>
                  <a:pt x="3" y="12"/>
                  <a:pt x="1" y="9"/>
                  <a:pt x="0" y="9"/>
                </a:cubicBezTo>
                <a:cubicBezTo>
                  <a:pt x="0" y="5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7" name=""/>
          <p:cNvSpPr/>
          <p:nvPr/>
        </p:nvSpPr>
        <p:spPr>
          <a:xfrm>
            <a:off x="7513920" y="2024280"/>
            <a:ext cx="10800" cy="257400"/>
          </a:xfrm>
          <a:custGeom>
            <a:avLst/>
            <a:gdLst/>
            <a:ahLst/>
            <a:rect l="0" t="0" r="r" b="b"/>
            <a:pathLst>
              <a:path w="30" h="715">
                <a:moveTo>
                  <a:pt x="15" y="715"/>
                </a:moveTo>
                <a:lnTo>
                  <a:pt x="14" y="715"/>
                </a:lnTo>
                <a:cubicBezTo>
                  <a:pt x="8" y="715"/>
                  <a:pt x="4" y="712"/>
                  <a:pt x="0" y="705"/>
                </a:cubicBezTo>
                <a:lnTo>
                  <a:pt x="0" y="356"/>
                </a:lnTo>
                <a:lnTo>
                  <a:pt x="1" y="9"/>
                </a:lnTo>
                <a:cubicBezTo>
                  <a:pt x="7" y="3"/>
                  <a:pt x="11" y="0"/>
                  <a:pt x="15" y="0"/>
                </a:cubicBezTo>
                <a:cubicBezTo>
                  <a:pt x="22" y="0"/>
                  <a:pt x="26" y="3"/>
                  <a:pt x="30" y="10"/>
                </a:cubicBezTo>
                <a:lnTo>
                  <a:pt x="30" y="705"/>
                </a:lnTo>
                <a:cubicBezTo>
                  <a:pt x="26" y="712"/>
                  <a:pt x="22" y="715"/>
                  <a:pt x="17" y="715"/>
                </a:cubicBezTo>
                <a:lnTo>
                  <a:pt x="15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8" name=""/>
          <p:cNvSpPr/>
          <p:nvPr/>
        </p:nvSpPr>
        <p:spPr>
          <a:xfrm>
            <a:off x="7606440" y="2038320"/>
            <a:ext cx="126360" cy="181800"/>
          </a:xfrm>
          <a:custGeom>
            <a:avLst/>
            <a:gdLst/>
            <a:ahLst/>
            <a:rect l="0" t="0" r="r" b="b"/>
            <a:pathLst>
              <a:path w="351" h="505">
                <a:moveTo>
                  <a:pt x="239" y="8"/>
                </a:moveTo>
                <a:cubicBezTo>
                  <a:pt x="239" y="8"/>
                  <a:pt x="257" y="7"/>
                  <a:pt x="290" y="5"/>
                </a:cubicBezTo>
                <a:cubicBezTo>
                  <a:pt x="324" y="2"/>
                  <a:pt x="342" y="1"/>
                  <a:pt x="343" y="0"/>
                </a:cubicBezTo>
                <a:cubicBezTo>
                  <a:pt x="348" y="0"/>
                  <a:pt x="351" y="2"/>
                  <a:pt x="351" y="6"/>
                </a:cubicBezTo>
                <a:cubicBezTo>
                  <a:pt x="351" y="9"/>
                  <a:pt x="334" y="81"/>
                  <a:pt x="299" y="223"/>
                </a:cubicBezTo>
                <a:cubicBezTo>
                  <a:pt x="264" y="364"/>
                  <a:pt x="246" y="435"/>
                  <a:pt x="245" y="438"/>
                </a:cubicBezTo>
                <a:cubicBezTo>
                  <a:pt x="244" y="441"/>
                  <a:pt x="244" y="445"/>
                  <a:pt x="245" y="449"/>
                </a:cubicBezTo>
                <a:cubicBezTo>
                  <a:pt x="245" y="469"/>
                  <a:pt x="251" y="479"/>
                  <a:pt x="265" y="479"/>
                </a:cubicBezTo>
                <a:cubicBezTo>
                  <a:pt x="269" y="478"/>
                  <a:pt x="274" y="476"/>
                  <a:pt x="279" y="472"/>
                </a:cubicBezTo>
                <a:cubicBezTo>
                  <a:pt x="289" y="463"/>
                  <a:pt x="299" y="440"/>
                  <a:pt x="308" y="404"/>
                </a:cubicBezTo>
                <a:cubicBezTo>
                  <a:pt x="311" y="394"/>
                  <a:pt x="313" y="389"/>
                  <a:pt x="315" y="389"/>
                </a:cubicBezTo>
                <a:cubicBezTo>
                  <a:pt x="316" y="388"/>
                  <a:pt x="319" y="388"/>
                  <a:pt x="323" y="388"/>
                </a:cubicBezTo>
                <a:lnTo>
                  <a:pt x="325" y="388"/>
                </a:lnTo>
                <a:lnTo>
                  <a:pt x="328" y="388"/>
                </a:lnTo>
                <a:cubicBezTo>
                  <a:pt x="335" y="388"/>
                  <a:pt x="339" y="390"/>
                  <a:pt x="339" y="394"/>
                </a:cubicBezTo>
                <a:cubicBezTo>
                  <a:pt x="339" y="396"/>
                  <a:pt x="338" y="400"/>
                  <a:pt x="337" y="405"/>
                </a:cubicBezTo>
                <a:cubicBezTo>
                  <a:pt x="331" y="429"/>
                  <a:pt x="324" y="448"/>
                  <a:pt x="315" y="463"/>
                </a:cubicBezTo>
                <a:cubicBezTo>
                  <a:pt x="307" y="478"/>
                  <a:pt x="301" y="487"/>
                  <a:pt x="295" y="492"/>
                </a:cubicBezTo>
                <a:cubicBezTo>
                  <a:pt x="290" y="496"/>
                  <a:pt x="283" y="500"/>
                  <a:pt x="275" y="503"/>
                </a:cubicBezTo>
                <a:cubicBezTo>
                  <a:pt x="272" y="504"/>
                  <a:pt x="266" y="505"/>
                  <a:pt x="258" y="505"/>
                </a:cubicBezTo>
                <a:cubicBezTo>
                  <a:pt x="242" y="505"/>
                  <a:pt x="228" y="501"/>
                  <a:pt x="217" y="494"/>
                </a:cubicBezTo>
                <a:cubicBezTo>
                  <a:pt x="206" y="487"/>
                  <a:pt x="199" y="479"/>
                  <a:pt x="196" y="472"/>
                </a:cubicBezTo>
                <a:lnTo>
                  <a:pt x="192" y="461"/>
                </a:lnTo>
                <a:cubicBezTo>
                  <a:pt x="191" y="461"/>
                  <a:pt x="190" y="461"/>
                  <a:pt x="189" y="462"/>
                </a:cubicBezTo>
                <a:cubicBezTo>
                  <a:pt x="188" y="463"/>
                  <a:pt x="187" y="464"/>
                  <a:pt x="186" y="465"/>
                </a:cubicBezTo>
                <a:cubicBezTo>
                  <a:pt x="158" y="491"/>
                  <a:pt x="129" y="505"/>
                  <a:pt x="100" y="505"/>
                </a:cubicBezTo>
                <a:cubicBezTo>
                  <a:pt x="74" y="505"/>
                  <a:pt x="51" y="495"/>
                  <a:pt x="30" y="476"/>
                </a:cubicBezTo>
                <a:cubicBezTo>
                  <a:pt x="10" y="457"/>
                  <a:pt x="0" y="427"/>
                  <a:pt x="0" y="385"/>
                </a:cubicBezTo>
                <a:cubicBezTo>
                  <a:pt x="0" y="362"/>
                  <a:pt x="5" y="339"/>
                  <a:pt x="14" y="315"/>
                </a:cubicBezTo>
                <a:cubicBezTo>
                  <a:pt x="24" y="291"/>
                  <a:pt x="35" y="271"/>
                  <a:pt x="49" y="254"/>
                </a:cubicBezTo>
                <a:cubicBezTo>
                  <a:pt x="72" y="226"/>
                  <a:pt x="94" y="208"/>
                  <a:pt x="117" y="197"/>
                </a:cubicBezTo>
                <a:cubicBezTo>
                  <a:pt x="139" y="187"/>
                  <a:pt x="159" y="181"/>
                  <a:pt x="177" y="181"/>
                </a:cubicBezTo>
                <a:cubicBezTo>
                  <a:pt x="204" y="181"/>
                  <a:pt x="224" y="191"/>
                  <a:pt x="237" y="211"/>
                </a:cubicBezTo>
                <a:cubicBezTo>
                  <a:pt x="240" y="214"/>
                  <a:pt x="241" y="215"/>
                  <a:pt x="241" y="214"/>
                </a:cubicBezTo>
                <a:cubicBezTo>
                  <a:pt x="242" y="212"/>
                  <a:pt x="248" y="186"/>
                  <a:pt x="260" y="136"/>
                </a:cubicBezTo>
                <a:cubicBezTo>
                  <a:pt x="273" y="85"/>
                  <a:pt x="279" y="59"/>
                  <a:pt x="280" y="56"/>
                </a:cubicBezTo>
                <a:cubicBezTo>
                  <a:pt x="280" y="50"/>
                  <a:pt x="279" y="46"/>
                  <a:pt x="275" y="45"/>
                </a:cubicBezTo>
                <a:cubicBezTo>
                  <a:pt x="272" y="43"/>
                  <a:pt x="263" y="42"/>
                  <a:pt x="247" y="41"/>
                </a:cubicBezTo>
                <a:lnTo>
                  <a:pt x="232" y="41"/>
                </a:lnTo>
                <a:cubicBezTo>
                  <a:pt x="230" y="38"/>
                  <a:pt x="228" y="36"/>
                  <a:pt x="228" y="35"/>
                </a:cubicBezTo>
                <a:cubicBezTo>
                  <a:pt x="228" y="34"/>
                  <a:pt x="229" y="30"/>
                  <a:pt x="230" y="22"/>
                </a:cubicBezTo>
                <a:cubicBezTo>
                  <a:pt x="232" y="13"/>
                  <a:pt x="235" y="8"/>
                  <a:pt x="239" y="8"/>
                </a:cubicBezTo>
                <a:moveTo>
                  <a:pt x="229" y="264"/>
                </a:moveTo>
                <a:cubicBezTo>
                  <a:pt x="218" y="227"/>
                  <a:pt x="200" y="208"/>
                  <a:pt x="175" y="208"/>
                </a:cubicBezTo>
                <a:cubicBezTo>
                  <a:pt x="159" y="208"/>
                  <a:pt x="143" y="215"/>
                  <a:pt x="127" y="230"/>
                </a:cubicBezTo>
                <a:cubicBezTo>
                  <a:pt x="112" y="245"/>
                  <a:pt x="100" y="264"/>
                  <a:pt x="92" y="288"/>
                </a:cubicBezTo>
                <a:cubicBezTo>
                  <a:pt x="78" y="326"/>
                  <a:pt x="68" y="365"/>
                  <a:pt x="62" y="405"/>
                </a:cubicBezTo>
                <a:cubicBezTo>
                  <a:pt x="62" y="407"/>
                  <a:pt x="62" y="409"/>
                  <a:pt x="62" y="413"/>
                </a:cubicBezTo>
                <a:cubicBezTo>
                  <a:pt x="62" y="417"/>
                  <a:pt x="62" y="420"/>
                  <a:pt x="62" y="422"/>
                </a:cubicBezTo>
                <a:cubicBezTo>
                  <a:pt x="62" y="443"/>
                  <a:pt x="66" y="458"/>
                  <a:pt x="74" y="466"/>
                </a:cubicBezTo>
                <a:cubicBezTo>
                  <a:pt x="83" y="474"/>
                  <a:pt x="93" y="478"/>
                  <a:pt x="105" y="479"/>
                </a:cubicBezTo>
                <a:cubicBezTo>
                  <a:pt x="131" y="479"/>
                  <a:pt x="157" y="462"/>
                  <a:pt x="185" y="427"/>
                </a:cubicBezTo>
                <a:lnTo>
                  <a:pt x="190" y="420"/>
                </a:lnTo>
                <a:lnTo>
                  <a:pt x="229" y="26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9" name=""/>
          <p:cNvSpPr/>
          <p:nvPr/>
        </p:nvSpPr>
        <p:spPr>
          <a:xfrm>
            <a:off x="7740720" y="210312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2" y="110"/>
                </a:moveTo>
                <a:cubicBezTo>
                  <a:pt x="16" y="90"/>
                  <a:pt x="28" y="67"/>
                  <a:pt x="51" y="40"/>
                </a:cubicBezTo>
                <a:cubicBezTo>
                  <a:pt x="73" y="14"/>
                  <a:pt x="101" y="1"/>
                  <a:pt x="134" y="0"/>
                </a:cubicBezTo>
                <a:cubicBezTo>
                  <a:pt x="150" y="0"/>
                  <a:pt x="166" y="5"/>
                  <a:pt x="180" y="13"/>
                </a:cubicBezTo>
                <a:cubicBezTo>
                  <a:pt x="193" y="22"/>
                  <a:pt x="204" y="33"/>
                  <a:pt x="210" y="45"/>
                </a:cubicBezTo>
                <a:cubicBezTo>
                  <a:pt x="230" y="15"/>
                  <a:pt x="255" y="0"/>
                  <a:pt x="283" y="0"/>
                </a:cubicBezTo>
                <a:cubicBezTo>
                  <a:pt x="301" y="0"/>
                  <a:pt x="316" y="6"/>
                  <a:pt x="329" y="16"/>
                </a:cubicBezTo>
                <a:cubicBezTo>
                  <a:pt x="342" y="27"/>
                  <a:pt x="349" y="41"/>
                  <a:pt x="349" y="58"/>
                </a:cubicBezTo>
                <a:cubicBezTo>
                  <a:pt x="349" y="72"/>
                  <a:pt x="346" y="83"/>
                  <a:pt x="339" y="92"/>
                </a:cubicBezTo>
                <a:cubicBezTo>
                  <a:pt x="333" y="101"/>
                  <a:pt x="326" y="106"/>
                  <a:pt x="320" y="108"/>
                </a:cubicBezTo>
                <a:cubicBezTo>
                  <a:pt x="314" y="110"/>
                  <a:pt x="308" y="111"/>
                  <a:pt x="303" y="111"/>
                </a:cubicBezTo>
                <a:cubicBezTo>
                  <a:pt x="294" y="111"/>
                  <a:pt x="287" y="108"/>
                  <a:pt x="281" y="103"/>
                </a:cubicBezTo>
                <a:cubicBezTo>
                  <a:pt x="276" y="97"/>
                  <a:pt x="273" y="91"/>
                  <a:pt x="273" y="82"/>
                </a:cubicBezTo>
                <a:cubicBezTo>
                  <a:pt x="273" y="60"/>
                  <a:pt x="285" y="45"/>
                  <a:pt x="308" y="37"/>
                </a:cubicBezTo>
                <a:cubicBezTo>
                  <a:pt x="303" y="31"/>
                  <a:pt x="294" y="28"/>
                  <a:pt x="280" y="28"/>
                </a:cubicBezTo>
                <a:cubicBezTo>
                  <a:pt x="274" y="28"/>
                  <a:pt x="269" y="28"/>
                  <a:pt x="266" y="29"/>
                </a:cubicBezTo>
                <a:cubicBezTo>
                  <a:pt x="247" y="37"/>
                  <a:pt x="234" y="52"/>
                  <a:pt x="225" y="76"/>
                </a:cubicBezTo>
                <a:cubicBezTo>
                  <a:pt x="197" y="183"/>
                  <a:pt x="182" y="244"/>
                  <a:pt x="182" y="262"/>
                </a:cubicBezTo>
                <a:cubicBezTo>
                  <a:pt x="182" y="275"/>
                  <a:pt x="186" y="285"/>
                  <a:pt x="194" y="290"/>
                </a:cubicBezTo>
                <a:cubicBezTo>
                  <a:pt x="201" y="296"/>
                  <a:pt x="210" y="299"/>
                  <a:pt x="219" y="299"/>
                </a:cubicBezTo>
                <a:cubicBezTo>
                  <a:pt x="236" y="299"/>
                  <a:pt x="255" y="291"/>
                  <a:pt x="272" y="275"/>
                </a:cubicBezTo>
                <a:cubicBezTo>
                  <a:pt x="289" y="260"/>
                  <a:pt x="301" y="240"/>
                  <a:pt x="307" y="217"/>
                </a:cubicBezTo>
                <a:cubicBezTo>
                  <a:pt x="308" y="213"/>
                  <a:pt x="310" y="210"/>
                  <a:pt x="311" y="209"/>
                </a:cubicBezTo>
                <a:cubicBezTo>
                  <a:pt x="313" y="209"/>
                  <a:pt x="317" y="209"/>
                  <a:pt x="323" y="208"/>
                </a:cubicBezTo>
                <a:lnTo>
                  <a:pt x="326" y="208"/>
                </a:lnTo>
                <a:cubicBezTo>
                  <a:pt x="333" y="208"/>
                  <a:pt x="336" y="210"/>
                  <a:pt x="336" y="214"/>
                </a:cubicBezTo>
                <a:cubicBezTo>
                  <a:pt x="336" y="214"/>
                  <a:pt x="336" y="217"/>
                  <a:pt x="335" y="222"/>
                </a:cubicBezTo>
                <a:cubicBezTo>
                  <a:pt x="327" y="249"/>
                  <a:pt x="313" y="273"/>
                  <a:pt x="291" y="294"/>
                </a:cubicBezTo>
                <a:cubicBezTo>
                  <a:pt x="269" y="315"/>
                  <a:pt x="242" y="325"/>
                  <a:pt x="213" y="325"/>
                </a:cubicBezTo>
                <a:cubicBezTo>
                  <a:pt x="180" y="325"/>
                  <a:pt x="154" y="310"/>
                  <a:pt x="137" y="280"/>
                </a:cubicBezTo>
                <a:cubicBezTo>
                  <a:pt x="118" y="310"/>
                  <a:pt x="95" y="325"/>
                  <a:pt x="70" y="325"/>
                </a:cubicBezTo>
                <a:lnTo>
                  <a:pt x="66" y="325"/>
                </a:lnTo>
                <a:cubicBezTo>
                  <a:pt x="42" y="325"/>
                  <a:pt x="26" y="318"/>
                  <a:pt x="16" y="306"/>
                </a:cubicBezTo>
                <a:cubicBezTo>
                  <a:pt x="6" y="294"/>
                  <a:pt x="1" y="281"/>
                  <a:pt x="0" y="267"/>
                </a:cubicBezTo>
                <a:cubicBezTo>
                  <a:pt x="0" y="251"/>
                  <a:pt x="5" y="239"/>
                  <a:pt x="14" y="230"/>
                </a:cubicBezTo>
                <a:cubicBezTo>
                  <a:pt x="23" y="220"/>
                  <a:pt x="33" y="215"/>
                  <a:pt x="46" y="215"/>
                </a:cubicBezTo>
                <a:cubicBezTo>
                  <a:pt x="66" y="215"/>
                  <a:pt x="77" y="225"/>
                  <a:pt x="77" y="245"/>
                </a:cubicBezTo>
                <a:cubicBezTo>
                  <a:pt x="77" y="255"/>
                  <a:pt x="74" y="263"/>
                  <a:pt x="68" y="270"/>
                </a:cubicBezTo>
                <a:cubicBezTo>
                  <a:pt x="62" y="277"/>
                  <a:pt x="57" y="282"/>
                  <a:pt x="52" y="285"/>
                </a:cubicBezTo>
                <a:cubicBezTo>
                  <a:pt x="46" y="287"/>
                  <a:pt x="43" y="288"/>
                  <a:pt x="42" y="288"/>
                </a:cubicBezTo>
                <a:lnTo>
                  <a:pt x="40" y="289"/>
                </a:lnTo>
                <a:cubicBezTo>
                  <a:pt x="40" y="289"/>
                  <a:pt x="42" y="290"/>
                  <a:pt x="44" y="292"/>
                </a:cubicBezTo>
                <a:cubicBezTo>
                  <a:pt x="47" y="293"/>
                  <a:pt x="51" y="295"/>
                  <a:pt x="56" y="297"/>
                </a:cubicBezTo>
                <a:cubicBezTo>
                  <a:pt x="61" y="299"/>
                  <a:pt x="65" y="299"/>
                  <a:pt x="69" y="299"/>
                </a:cubicBezTo>
                <a:cubicBezTo>
                  <a:pt x="87" y="299"/>
                  <a:pt x="101" y="288"/>
                  <a:pt x="114" y="267"/>
                </a:cubicBezTo>
                <a:cubicBezTo>
                  <a:pt x="118" y="259"/>
                  <a:pt x="123" y="243"/>
                  <a:pt x="130" y="218"/>
                </a:cubicBezTo>
                <a:cubicBezTo>
                  <a:pt x="137" y="193"/>
                  <a:pt x="144" y="168"/>
                  <a:pt x="150" y="141"/>
                </a:cubicBezTo>
                <a:cubicBezTo>
                  <a:pt x="157" y="113"/>
                  <a:pt x="161" y="97"/>
                  <a:pt x="162" y="93"/>
                </a:cubicBezTo>
                <a:cubicBezTo>
                  <a:pt x="164" y="80"/>
                  <a:pt x="165" y="70"/>
                  <a:pt x="165" y="65"/>
                </a:cubicBezTo>
                <a:cubicBezTo>
                  <a:pt x="165" y="51"/>
                  <a:pt x="162" y="42"/>
                  <a:pt x="154" y="36"/>
                </a:cubicBezTo>
                <a:cubicBezTo>
                  <a:pt x="147" y="30"/>
                  <a:pt x="139" y="28"/>
                  <a:pt x="130" y="28"/>
                </a:cubicBezTo>
                <a:cubicBezTo>
                  <a:pt x="111" y="28"/>
                  <a:pt x="93" y="35"/>
                  <a:pt x="77" y="50"/>
                </a:cubicBezTo>
                <a:cubicBezTo>
                  <a:pt x="60" y="66"/>
                  <a:pt x="48" y="85"/>
                  <a:pt x="42" y="109"/>
                </a:cubicBezTo>
                <a:cubicBezTo>
                  <a:pt x="41" y="113"/>
                  <a:pt x="39" y="116"/>
                  <a:pt x="38" y="116"/>
                </a:cubicBezTo>
                <a:cubicBezTo>
                  <a:pt x="37" y="117"/>
                  <a:pt x="33" y="117"/>
                  <a:pt x="26" y="118"/>
                </a:cubicBezTo>
                <a:lnTo>
                  <a:pt x="16" y="118"/>
                </a:lnTo>
                <a:cubicBezTo>
                  <a:pt x="14" y="115"/>
                  <a:pt x="12" y="112"/>
                  <a:pt x="12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9433800" y="1467000"/>
            <a:ext cx="209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14240" y="2576160"/>
            <a:ext cx="27691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nABCD: scale-free dissimilarity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62" name=""/>
          <p:cNvSpPr/>
          <p:nvPr/>
        </p:nvSpPr>
        <p:spPr>
          <a:xfrm>
            <a:off x="4375440" y="3681360"/>
            <a:ext cx="133200" cy="114120"/>
          </a:xfrm>
          <a:custGeom>
            <a:avLst/>
            <a:gdLst/>
            <a:ahLst/>
            <a:rect l="0" t="0" r="r" b="b"/>
            <a:pathLst>
              <a:path w="370" h="317">
                <a:moveTo>
                  <a:pt x="11" y="284"/>
                </a:moveTo>
                <a:lnTo>
                  <a:pt x="21" y="284"/>
                </a:lnTo>
                <a:cubicBezTo>
                  <a:pt x="40" y="284"/>
                  <a:pt x="51" y="281"/>
                  <a:pt x="55" y="274"/>
                </a:cubicBezTo>
                <a:lnTo>
                  <a:pt x="55" y="268"/>
                </a:lnTo>
                <a:cubicBezTo>
                  <a:pt x="55" y="264"/>
                  <a:pt x="55" y="259"/>
                  <a:pt x="55" y="252"/>
                </a:cubicBezTo>
                <a:cubicBezTo>
                  <a:pt x="55" y="245"/>
                  <a:pt x="55" y="238"/>
                  <a:pt x="55" y="230"/>
                </a:cubicBezTo>
                <a:cubicBezTo>
                  <a:pt x="55" y="222"/>
                  <a:pt x="55" y="212"/>
                  <a:pt x="55" y="202"/>
                </a:cubicBezTo>
                <a:cubicBezTo>
                  <a:pt x="56" y="191"/>
                  <a:pt x="56" y="181"/>
                  <a:pt x="55" y="172"/>
                </a:cubicBezTo>
                <a:cubicBezTo>
                  <a:pt x="55" y="157"/>
                  <a:pt x="55" y="141"/>
                  <a:pt x="55" y="125"/>
                </a:cubicBezTo>
                <a:cubicBezTo>
                  <a:pt x="55" y="108"/>
                  <a:pt x="55" y="94"/>
                  <a:pt x="55" y="82"/>
                </a:cubicBezTo>
                <a:lnTo>
                  <a:pt x="55" y="66"/>
                </a:lnTo>
                <a:cubicBezTo>
                  <a:pt x="53" y="57"/>
                  <a:pt x="50" y="51"/>
                  <a:pt x="45" y="48"/>
                </a:cubicBezTo>
                <a:cubicBezTo>
                  <a:pt x="39" y="45"/>
                  <a:pt x="29" y="42"/>
                  <a:pt x="12" y="41"/>
                </a:cubicBezTo>
                <a:lnTo>
                  <a:pt x="0" y="41"/>
                </a:lnTo>
                <a:lnTo>
                  <a:pt x="0" y="24"/>
                </a:lnTo>
                <a:cubicBezTo>
                  <a:pt x="0" y="13"/>
                  <a:pt x="0" y="8"/>
                  <a:pt x="1" y="8"/>
                </a:cubicBezTo>
                <a:lnTo>
                  <a:pt x="8" y="7"/>
                </a:lnTo>
                <a:cubicBezTo>
                  <a:pt x="13" y="7"/>
                  <a:pt x="20" y="6"/>
                  <a:pt x="28" y="6"/>
                </a:cubicBezTo>
                <a:cubicBezTo>
                  <a:pt x="37" y="5"/>
                  <a:pt x="46" y="5"/>
                  <a:pt x="55" y="4"/>
                </a:cubicBezTo>
                <a:cubicBezTo>
                  <a:pt x="63" y="4"/>
                  <a:pt x="71" y="3"/>
                  <a:pt x="80" y="3"/>
                </a:cubicBezTo>
                <a:cubicBezTo>
                  <a:pt x="89" y="2"/>
                  <a:pt x="96" y="2"/>
                  <a:pt x="101" y="1"/>
                </a:cubicBezTo>
                <a:cubicBezTo>
                  <a:pt x="106" y="0"/>
                  <a:pt x="108" y="-1"/>
                  <a:pt x="109" y="0"/>
                </a:cubicBezTo>
                <a:lnTo>
                  <a:pt x="111" y="0"/>
                </a:lnTo>
                <a:lnTo>
                  <a:pt x="111" y="29"/>
                </a:lnTo>
                <a:cubicBezTo>
                  <a:pt x="111" y="48"/>
                  <a:pt x="111" y="57"/>
                  <a:pt x="112" y="57"/>
                </a:cubicBezTo>
                <a:cubicBezTo>
                  <a:pt x="112" y="57"/>
                  <a:pt x="113" y="56"/>
                  <a:pt x="115" y="53"/>
                </a:cubicBezTo>
                <a:cubicBezTo>
                  <a:pt x="117" y="51"/>
                  <a:pt x="120" y="47"/>
                  <a:pt x="124" y="41"/>
                </a:cubicBezTo>
                <a:cubicBezTo>
                  <a:pt x="128" y="37"/>
                  <a:pt x="132" y="32"/>
                  <a:pt x="138" y="29"/>
                </a:cubicBezTo>
                <a:cubicBezTo>
                  <a:pt x="143" y="25"/>
                  <a:pt x="150" y="20"/>
                  <a:pt x="158" y="15"/>
                </a:cubicBezTo>
                <a:cubicBezTo>
                  <a:pt x="167" y="10"/>
                  <a:pt x="176" y="6"/>
                  <a:pt x="185" y="4"/>
                </a:cubicBezTo>
                <a:cubicBezTo>
                  <a:pt x="195" y="1"/>
                  <a:pt x="207" y="0"/>
                  <a:pt x="223" y="0"/>
                </a:cubicBezTo>
                <a:cubicBezTo>
                  <a:pt x="277" y="2"/>
                  <a:pt x="308" y="29"/>
                  <a:pt x="314" y="82"/>
                </a:cubicBezTo>
                <a:cubicBezTo>
                  <a:pt x="314" y="85"/>
                  <a:pt x="314" y="118"/>
                  <a:pt x="314" y="181"/>
                </a:cubicBezTo>
                <a:lnTo>
                  <a:pt x="314" y="243"/>
                </a:lnTo>
                <a:cubicBezTo>
                  <a:pt x="314" y="261"/>
                  <a:pt x="315" y="271"/>
                  <a:pt x="316" y="275"/>
                </a:cubicBezTo>
                <a:cubicBezTo>
                  <a:pt x="317" y="278"/>
                  <a:pt x="319" y="281"/>
                  <a:pt x="324" y="282"/>
                </a:cubicBezTo>
                <a:cubicBezTo>
                  <a:pt x="334" y="283"/>
                  <a:pt x="345" y="284"/>
                  <a:pt x="359" y="284"/>
                </a:cubicBezTo>
                <a:lnTo>
                  <a:pt x="370" y="284"/>
                </a:lnTo>
                <a:lnTo>
                  <a:pt x="370" y="317"/>
                </a:lnTo>
                <a:lnTo>
                  <a:pt x="364" y="317"/>
                </a:lnTo>
                <a:lnTo>
                  <a:pt x="347" y="316"/>
                </a:lnTo>
                <a:cubicBezTo>
                  <a:pt x="336" y="316"/>
                  <a:pt x="324" y="316"/>
                  <a:pt x="312" y="316"/>
                </a:cubicBezTo>
                <a:cubicBezTo>
                  <a:pt x="299" y="316"/>
                  <a:pt x="290" y="315"/>
                  <a:pt x="284" y="315"/>
                </a:cubicBezTo>
                <a:cubicBezTo>
                  <a:pt x="235" y="315"/>
                  <a:pt x="209" y="316"/>
                  <a:pt x="203" y="317"/>
                </a:cubicBezTo>
                <a:lnTo>
                  <a:pt x="198" y="317"/>
                </a:lnTo>
                <a:lnTo>
                  <a:pt x="198" y="284"/>
                </a:lnTo>
                <a:lnTo>
                  <a:pt x="210" y="284"/>
                </a:lnTo>
                <a:cubicBezTo>
                  <a:pt x="239" y="284"/>
                  <a:pt x="254" y="280"/>
                  <a:pt x="254" y="273"/>
                </a:cubicBezTo>
                <a:cubicBezTo>
                  <a:pt x="254" y="272"/>
                  <a:pt x="254" y="239"/>
                  <a:pt x="254" y="174"/>
                </a:cubicBezTo>
                <a:cubicBezTo>
                  <a:pt x="254" y="110"/>
                  <a:pt x="253" y="76"/>
                  <a:pt x="253" y="72"/>
                </a:cubicBezTo>
                <a:cubicBezTo>
                  <a:pt x="250" y="58"/>
                  <a:pt x="245" y="48"/>
                  <a:pt x="239" y="41"/>
                </a:cubicBezTo>
                <a:cubicBezTo>
                  <a:pt x="232" y="34"/>
                  <a:pt x="226" y="30"/>
                  <a:pt x="221" y="29"/>
                </a:cubicBezTo>
                <a:cubicBezTo>
                  <a:pt x="217" y="27"/>
                  <a:pt x="211" y="27"/>
                  <a:pt x="202" y="27"/>
                </a:cubicBezTo>
                <a:cubicBezTo>
                  <a:pt x="180" y="27"/>
                  <a:pt x="162" y="35"/>
                  <a:pt x="145" y="52"/>
                </a:cubicBezTo>
                <a:cubicBezTo>
                  <a:pt x="133" y="65"/>
                  <a:pt x="124" y="78"/>
                  <a:pt x="121" y="92"/>
                </a:cubicBezTo>
                <a:cubicBezTo>
                  <a:pt x="118" y="105"/>
                  <a:pt x="116" y="125"/>
                  <a:pt x="115" y="151"/>
                </a:cubicBezTo>
                <a:lnTo>
                  <a:pt x="115" y="197"/>
                </a:lnTo>
                <a:lnTo>
                  <a:pt x="115" y="240"/>
                </a:lnTo>
                <a:cubicBezTo>
                  <a:pt x="115" y="254"/>
                  <a:pt x="116" y="264"/>
                  <a:pt x="116" y="268"/>
                </a:cubicBezTo>
                <a:cubicBezTo>
                  <a:pt x="117" y="273"/>
                  <a:pt x="117" y="276"/>
                  <a:pt x="118" y="278"/>
                </a:cubicBezTo>
                <a:cubicBezTo>
                  <a:pt x="119" y="279"/>
                  <a:pt x="121" y="281"/>
                  <a:pt x="125" y="282"/>
                </a:cubicBezTo>
                <a:cubicBezTo>
                  <a:pt x="135" y="283"/>
                  <a:pt x="146" y="284"/>
                  <a:pt x="160" y="284"/>
                </a:cubicBezTo>
                <a:lnTo>
                  <a:pt x="171" y="284"/>
                </a:lnTo>
                <a:lnTo>
                  <a:pt x="171" y="317"/>
                </a:lnTo>
                <a:lnTo>
                  <a:pt x="165" y="317"/>
                </a:lnTo>
                <a:lnTo>
                  <a:pt x="149" y="316"/>
                </a:lnTo>
                <a:cubicBezTo>
                  <a:pt x="138" y="316"/>
                  <a:pt x="125" y="316"/>
                  <a:pt x="112" y="316"/>
                </a:cubicBezTo>
                <a:cubicBezTo>
                  <a:pt x="100" y="316"/>
                  <a:pt x="91" y="315"/>
                  <a:pt x="85" y="315"/>
                </a:cubicBezTo>
                <a:cubicBezTo>
                  <a:pt x="36" y="315"/>
                  <a:pt x="10" y="316"/>
                  <a:pt x="5" y="317"/>
                </a:cubicBezTo>
                <a:lnTo>
                  <a:pt x="0" y="317"/>
                </a:lnTo>
                <a:lnTo>
                  <a:pt x="0" y="284"/>
                </a:lnTo>
                <a:lnTo>
                  <a:pt x="11" y="28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3" name=""/>
          <p:cNvSpPr/>
          <p:nvPr/>
        </p:nvSpPr>
        <p:spPr>
          <a:xfrm>
            <a:off x="4520160" y="3610800"/>
            <a:ext cx="176760" cy="184680"/>
          </a:xfrm>
          <a:custGeom>
            <a:avLst/>
            <a:gdLst/>
            <a:ahLst/>
            <a:rect l="0" t="0" r="r" b="b"/>
            <a:pathLst>
              <a:path w="491" h="513">
                <a:moveTo>
                  <a:pt x="160" y="513"/>
                </a:moveTo>
                <a:cubicBezTo>
                  <a:pt x="152" y="512"/>
                  <a:pt x="125" y="511"/>
                  <a:pt x="77" y="511"/>
                </a:cubicBezTo>
                <a:cubicBezTo>
                  <a:pt x="33" y="511"/>
                  <a:pt x="9" y="512"/>
                  <a:pt x="5" y="513"/>
                </a:cubicBezTo>
                <a:lnTo>
                  <a:pt x="0" y="513"/>
                </a:lnTo>
                <a:lnTo>
                  <a:pt x="0" y="480"/>
                </a:lnTo>
                <a:lnTo>
                  <a:pt x="11" y="480"/>
                </a:lnTo>
                <a:cubicBezTo>
                  <a:pt x="45" y="479"/>
                  <a:pt x="67" y="469"/>
                  <a:pt x="77" y="450"/>
                </a:cubicBezTo>
                <a:cubicBezTo>
                  <a:pt x="77" y="449"/>
                  <a:pt x="90" y="410"/>
                  <a:pt x="115" y="337"/>
                </a:cubicBezTo>
                <a:cubicBezTo>
                  <a:pt x="139" y="263"/>
                  <a:pt x="164" y="190"/>
                  <a:pt x="188" y="117"/>
                </a:cubicBezTo>
                <a:cubicBezTo>
                  <a:pt x="212" y="43"/>
                  <a:pt x="225" y="6"/>
                  <a:pt x="226" y="6"/>
                </a:cubicBezTo>
                <a:cubicBezTo>
                  <a:pt x="227" y="2"/>
                  <a:pt x="232" y="0"/>
                  <a:pt x="239" y="0"/>
                </a:cubicBezTo>
                <a:lnTo>
                  <a:pt x="246" y="0"/>
                </a:lnTo>
                <a:cubicBezTo>
                  <a:pt x="256" y="1"/>
                  <a:pt x="261" y="2"/>
                  <a:pt x="263" y="5"/>
                </a:cubicBezTo>
                <a:cubicBezTo>
                  <a:pt x="264" y="6"/>
                  <a:pt x="290" y="82"/>
                  <a:pt x="340" y="233"/>
                </a:cubicBezTo>
                <a:lnTo>
                  <a:pt x="419" y="465"/>
                </a:lnTo>
                <a:cubicBezTo>
                  <a:pt x="423" y="471"/>
                  <a:pt x="427" y="475"/>
                  <a:pt x="433" y="477"/>
                </a:cubicBezTo>
                <a:cubicBezTo>
                  <a:pt x="439" y="478"/>
                  <a:pt x="451" y="479"/>
                  <a:pt x="469" y="480"/>
                </a:cubicBezTo>
                <a:lnTo>
                  <a:pt x="491" y="480"/>
                </a:lnTo>
                <a:lnTo>
                  <a:pt x="491" y="513"/>
                </a:lnTo>
                <a:lnTo>
                  <a:pt x="484" y="513"/>
                </a:lnTo>
                <a:cubicBezTo>
                  <a:pt x="480" y="512"/>
                  <a:pt x="450" y="511"/>
                  <a:pt x="393" y="511"/>
                </a:cubicBezTo>
                <a:cubicBezTo>
                  <a:pt x="334" y="511"/>
                  <a:pt x="300" y="512"/>
                  <a:pt x="290" y="513"/>
                </a:cubicBezTo>
                <a:lnTo>
                  <a:pt x="283" y="513"/>
                </a:lnTo>
                <a:lnTo>
                  <a:pt x="283" y="480"/>
                </a:lnTo>
                <a:lnTo>
                  <a:pt x="292" y="480"/>
                </a:lnTo>
                <a:cubicBezTo>
                  <a:pt x="325" y="480"/>
                  <a:pt x="342" y="476"/>
                  <a:pt x="342" y="467"/>
                </a:cubicBezTo>
                <a:cubicBezTo>
                  <a:pt x="342" y="466"/>
                  <a:pt x="336" y="449"/>
                  <a:pt x="325" y="413"/>
                </a:cubicBezTo>
                <a:lnTo>
                  <a:pt x="308" y="363"/>
                </a:lnTo>
                <a:lnTo>
                  <a:pt x="141" y="363"/>
                </a:lnTo>
                <a:lnTo>
                  <a:pt x="127" y="405"/>
                </a:lnTo>
                <a:cubicBezTo>
                  <a:pt x="117" y="433"/>
                  <a:pt x="112" y="449"/>
                  <a:pt x="112" y="452"/>
                </a:cubicBezTo>
                <a:cubicBezTo>
                  <a:pt x="112" y="458"/>
                  <a:pt x="117" y="465"/>
                  <a:pt x="127" y="471"/>
                </a:cubicBezTo>
                <a:cubicBezTo>
                  <a:pt x="136" y="477"/>
                  <a:pt x="148" y="480"/>
                  <a:pt x="162" y="480"/>
                </a:cubicBezTo>
                <a:lnTo>
                  <a:pt x="166" y="480"/>
                </a:lnTo>
                <a:lnTo>
                  <a:pt x="166" y="513"/>
                </a:lnTo>
                <a:lnTo>
                  <a:pt x="160" y="513"/>
                </a:lnTo>
                <a:moveTo>
                  <a:pt x="297" y="330"/>
                </a:moveTo>
                <a:lnTo>
                  <a:pt x="224" y="114"/>
                </a:lnTo>
                <a:lnTo>
                  <a:pt x="152" y="329"/>
                </a:lnTo>
                <a:cubicBezTo>
                  <a:pt x="152" y="329"/>
                  <a:pt x="176" y="330"/>
                  <a:pt x="224" y="330"/>
                </a:cubicBezTo>
                <a:lnTo>
                  <a:pt x="297" y="3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4" name=""/>
          <p:cNvSpPr/>
          <p:nvPr/>
        </p:nvSpPr>
        <p:spPr>
          <a:xfrm>
            <a:off x="4712400" y="3619440"/>
            <a:ext cx="160560" cy="176040"/>
          </a:xfrm>
          <a:custGeom>
            <a:avLst/>
            <a:gdLst/>
            <a:ahLst/>
            <a:rect l="0" t="0" r="r" b="b"/>
            <a:pathLst>
              <a:path w="446" h="489">
                <a:moveTo>
                  <a:pt x="74" y="43"/>
                </a:moveTo>
                <a:cubicBezTo>
                  <a:pt x="71" y="40"/>
                  <a:pt x="68" y="38"/>
                  <a:pt x="66" y="37"/>
                </a:cubicBezTo>
                <a:cubicBezTo>
                  <a:pt x="64" y="36"/>
                  <a:pt x="61" y="35"/>
                  <a:pt x="55" y="35"/>
                </a:cubicBezTo>
                <a:cubicBezTo>
                  <a:pt x="49" y="34"/>
                  <a:pt x="39" y="33"/>
                  <a:pt x="23" y="33"/>
                </a:cubicBezTo>
                <a:lnTo>
                  <a:pt x="0" y="33"/>
                </a:lnTo>
                <a:lnTo>
                  <a:pt x="0" y="0"/>
                </a:lnTo>
                <a:lnTo>
                  <a:pt x="144" y="0"/>
                </a:lnTo>
                <a:lnTo>
                  <a:pt x="171" y="0"/>
                </a:lnTo>
                <a:lnTo>
                  <a:pt x="228" y="0"/>
                </a:lnTo>
                <a:cubicBezTo>
                  <a:pt x="265" y="0"/>
                  <a:pt x="292" y="1"/>
                  <a:pt x="309" y="3"/>
                </a:cubicBezTo>
                <a:cubicBezTo>
                  <a:pt x="326" y="6"/>
                  <a:pt x="343" y="12"/>
                  <a:pt x="360" y="23"/>
                </a:cubicBezTo>
                <a:cubicBezTo>
                  <a:pt x="381" y="34"/>
                  <a:pt x="397" y="49"/>
                  <a:pt x="409" y="66"/>
                </a:cubicBezTo>
                <a:cubicBezTo>
                  <a:pt x="421" y="84"/>
                  <a:pt x="427" y="102"/>
                  <a:pt x="427" y="122"/>
                </a:cubicBezTo>
                <a:cubicBezTo>
                  <a:pt x="427" y="146"/>
                  <a:pt x="417" y="168"/>
                  <a:pt x="397" y="188"/>
                </a:cubicBezTo>
                <a:cubicBezTo>
                  <a:pt x="378" y="208"/>
                  <a:pt x="352" y="222"/>
                  <a:pt x="321" y="231"/>
                </a:cubicBezTo>
                <a:lnTo>
                  <a:pt x="314" y="233"/>
                </a:lnTo>
                <a:cubicBezTo>
                  <a:pt x="349" y="237"/>
                  <a:pt x="379" y="250"/>
                  <a:pt x="406" y="272"/>
                </a:cubicBezTo>
                <a:cubicBezTo>
                  <a:pt x="433" y="294"/>
                  <a:pt x="446" y="321"/>
                  <a:pt x="446" y="354"/>
                </a:cubicBezTo>
                <a:cubicBezTo>
                  <a:pt x="446" y="387"/>
                  <a:pt x="434" y="415"/>
                  <a:pt x="410" y="441"/>
                </a:cubicBezTo>
                <a:cubicBezTo>
                  <a:pt x="385" y="466"/>
                  <a:pt x="354" y="481"/>
                  <a:pt x="316" y="487"/>
                </a:cubicBezTo>
                <a:cubicBezTo>
                  <a:pt x="310" y="488"/>
                  <a:pt x="256" y="489"/>
                  <a:pt x="154" y="489"/>
                </a:cubicBezTo>
                <a:lnTo>
                  <a:pt x="0" y="489"/>
                </a:lnTo>
                <a:lnTo>
                  <a:pt x="0" y="456"/>
                </a:lnTo>
                <a:lnTo>
                  <a:pt x="23" y="456"/>
                </a:lnTo>
                <a:cubicBezTo>
                  <a:pt x="44" y="456"/>
                  <a:pt x="56" y="455"/>
                  <a:pt x="61" y="454"/>
                </a:cubicBezTo>
                <a:cubicBezTo>
                  <a:pt x="65" y="453"/>
                  <a:pt x="69" y="450"/>
                  <a:pt x="74" y="445"/>
                </a:cubicBezTo>
                <a:lnTo>
                  <a:pt x="74" y="43"/>
                </a:lnTo>
                <a:moveTo>
                  <a:pt x="346" y="121"/>
                </a:moveTo>
                <a:cubicBezTo>
                  <a:pt x="346" y="99"/>
                  <a:pt x="340" y="79"/>
                  <a:pt x="327" y="63"/>
                </a:cubicBezTo>
                <a:cubicBezTo>
                  <a:pt x="315" y="47"/>
                  <a:pt x="298" y="37"/>
                  <a:pt x="278" y="33"/>
                </a:cubicBezTo>
                <a:cubicBezTo>
                  <a:pt x="277" y="33"/>
                  <a:pt x="274" y="33"/>
                  <a:pt x="269" y="33"/>
                </a:cubicBezTo>
                <a:cubicBezTo>
                  <a:pt x="263" y="33"/>
                  <a:pt x="255" y="33"/>
                  <a:pt x="246" y="33"/>
                </a:cubicBezTo>
                <a:cubicBezTo>
                  <a:pt x="236" y="33"/>
                  <a:pt x="227" y="33"/>
                  <a:pt x="219" y="33"/>
                </a:cubicBezTo>
                <a:cubicBezTo>
                  <a:pt x="187" y="33"/>
                  <a:pt x="167" y="33"/>
                  <a:pt x="160" y="33"/>
                </a:cubicBezTo>
                <a:cubicBezTo>
                  <a:pt x="153" y="34"/>
                  <a:pt x="148" y="36"/>
                  <a:pt x="146" y="39"/>
                </a:cubicBezTo>
                <a:cubicBezTo>
                  <a:pt x="145" y="41"/>
                  <a:pt x="144" y="72"/>
                  <a:pt x="144" y="131"/>
                </a:cubicBezTo>
                <a:lnTo>
                  <a:pt x="144" y="221"/>
                </a:lnTo>
                <a:lnTo>
                  <a:pt x="204" y="221"/>
                </a:lnTo>
                <a:lnTo>
                  <a:pt x="264" y="220"/>
                </a:lnTo>
                <a:lnTo>
                  <a:pt x="271" y="218"/>
                </a:lnTo>
                <a:cubicBezTo>
                  <a:pt x="273" y="218"/>
                  <a:pt x="275" y="217"/>
                  <a:pt x="279" y="216"/>
                </a:cubicBezTo>
                <a:cubicBezTo>
                  <a:pt x="282" y="215"/>
                  <a:pt x="288" y="212"/>
                  <a:pt x="297" y="207"/>
                </a:cubicBezTo>
                <a:cubicBezTo>
                  <a:pt x="305" y="202"/>
                  <a:pt x="313" y="196"/>
                  <a:pt x="319" y="190"/>
                </a:cubicBezTo>
                <a:cubicBezTo>
                  <a:pt x="326" y="184"/>
                  <a:pt x="332" y="174"/>
                  <a:pt x="337" y="162"/>
                </a:cubicBezTo>
                <a:cubicBezTo>
                  <a:pt x="343" y="150"/>
                  <a:pt x="345" y="136"/>
                  <a:pt x="346" y="121"/>
                </a:cubicBezTo>
                <a:moveTo>
                  <a:pt x="364" y="354"/>
                </a:moveTo>
                <a:cubicBezTo>
                  <a:pt x="364" y="329"/>
                  <a:pt x="358" y="307"/>
                  <a:pt x="344" y="286"/>
                </a:cubicBezTo>
                <a:cubicBezTo>
                  <a:pt x="331" y="266"/>
                  <a:pt x="312" y="253"/>
                  <a:pt x="288" y="248"/>
                </a:cubicBezTo>
                <a:lnTo>
                  <a:pt x="216" y="247"/>
                </a:lnTo>
                <a:lnTo>
                  <a:pt x="144" y="247"/>
                </a:lnTo>
                <a:lnTo>
                  <a:pt x="144" y="345"/>
                </a:lnTo>
                <a:lnTo>
                  <a:pt x="144" y="405"/>
                </a:lnTo>
                <a:cubicBezTo>
                  <a:pt x="144" y="433"/>
                  <a:pt x="145" y="449"/>
                  <a:pt x="148" y="452"/>
                </a:cubicBezTo>
                <a:cubicBezTo>
                  <a:pt x="151" y="454"/>
                  <a:pt x="175" y="455"/>
                  <a:pt x="219" y="455"/>
                </a:cubicBezTo>
                <a:lnTo>
                  <a:pt x="254" y="455"/>
                </a:lnTo>
                <a:cubicBezTo>
                  <a:pt x="274" y="455"/>
                  <a:pt x="289" y="454"/>
                  <a:pt x="297" y="451"/>
                </a:cubicBezTo>
                <a:cubicBezTo>
                  <a:pt x="318" y="444"/>
                  <a:pt x="334" y="431"/>
                  <a:pt x="346" y="414"/>
                </a:cubicBezTo>
                <a:cubicBezTo>
                  <a:pt x="358" y="396"/>
                  <a:pt x="364" y="376"/>
                  <a:pt x="364" y="3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5" name=""/>
          <p:cNvSpPr/>
          <p:nvPr/>
        </p:nvSpPr>
        <p:spPr>
          <a:xfrm>
            <a:off x="4901760" y="3613680"/>
            <a:ext cx="157320" cy="187200"/>
          </a:xfrm>
          <a:custGeom>
            <a:avLst/>
            <a:gdLst/>
            <a:ahLst/>
            <a:rect l="0" t="0" r="r" b="b"/>
            <a:pathLst>
              <a:path w="437" h="520">
                <a:moveTo>
                  <a:pt x="0" y="260"/>
                </a:moveTo>
                <a:cubicBezTo>
                  <a:pt x="0" y="219"/>
                  <a:pt x="8" y="182"/>
                  <a:pt x="23" y="147"/>
                </a:cubicBezTo>
                <a:cubicBezTo>
                  <a:pt x="39" y="113"/>
                  <a:pt x="59" y="86"/>
                  <a:pt x="84" y="64"/>
                </a:cubicBezTo>
                <a:cubicBezTo>
                  <a:pt x="109" y="44"/>
                  <a:pt x="136" y="28"/>
                  <a:pt x="163" y="17"/>
                </a:cubicBezTo>
                <a:cubicBezTo>
                  <a:pt x="190" y="6"/>
                  <a:pt x="216" y="0"/>
                  <a:pt x="240" y="0"/>
                </a:cubicBezTo>
                <a:cubicBezTo>
                  <a:pt x="242" y="0"/>
                  <a:pt x="244" y="0"/>
                  <a:pt x="247" y="0"/>
                </a:cubicBezTo>
                <a:cubicBezTo>
                  <a:pt x="250" y="0"/>
                  <a:pt x="252" y="0"/>
                  <a:pt x="253" y="1"/>
                </a:cubicBezTo>
                <a:cubicBezTo>
                  <a:pt x="296" y="1"/>
                  <a:pt x="334" y="17"/>
                  <a:pt x="368" y="49"/>
                </a:cubicBezTo>
                <a:lnTo>
                  <a:pt x="377" y="58"/>
                </a:lnTo>
                <a:lnTo>
                  <a:pt x="398" y="30"/>
                </a:lnTo>
                <a:cubicBezTo>
                  <a:pt x="411" y="12"/>
                  <a:pt x="419" y="3"/>
                  <a:pt x="421" y="1"/>
                </a:cubicBezTo>
                <a:cubicBezTo>
                  <a:pt x="421" y="1"/>
                  <a:pt x="422" y="1"/>
                  <a:pt x="423" y="1"/>
                </a:cubicBezTo>
                <a:cubicBezTo>
                  <a:pt x="425" y="1"/>
                  <a:pt x="426" y="0"/>
                  <a:pt x="428" y="0"/>
                </a:cubicBezTo>
                <a:lnTo>
                  <a:pt x="431" y="0"/>
                </a:lnTo>
                <a:cubicBezTo>
                  <a:pt x="432" y="0"/>
                  <a:pt x="434" y="1"/>
                  <a:pt x="437" y="4"/>
                </a:cubicBezTo>
                <a:lnTo>
                  <a:pt x="437" y="205"/>
                </a:lnTo>
                <a:lnTo>
                  <a:pt x="433" y="210"/>
                </a:lnTo>
                <a:lnTo>
                  <a:pt x="408" y="210"/>
                </a:lnTo>
                <a:cubicBezTo>
                  <a:pt x="406" y="207"/>
                  <a:pt x="404" y="203"/>
                  <a:pt x="403" y="198"/>
                </a:cubicBezTo>
                <a:cubicBezTo>
                  <a:pt x="399" y="158"/>
                  <a:pt x="388" y="125"/>
                  <a:pt x="369" y="96"/>
                </a:cubicBezTo>
                <a:cubicBezTo>
                  <a:pt x="350" y="66"/>
                  <a:pt x="328" y="48"/>
                  <a:pt x="301" y="39"/>
                </a:cubicBezTo>
                <a:cubicBezTo>
                  <a:pt x="292" y="35"/>
                  <a:pt x="280" y="34"/>
                  <a:pt x="265" y="34"/>
                </a:cubicBezTo>
                <a:cubicBezTo>
                  <a:pt x="216" y="34"/>
                  <a:pt x="174" y="50"/>
                  <a:pt x="141" y="85"/>
                </a:cubicBezTo>
                <a:cubicBezTo>
                  <a:pt x="102" y="122"/>
                  <a:pt x="83" y="181"/>
                  <a:pt x="83" y="260"/>
                </a:cubicBezTo>
                <a:cubicBezTo>
                  <a:pt x="83" y="318"/>
                  <a:pt x="93" y="364"/>
                  <a:pt x="111" y="397"/>
                </a:cubicBezTo>
                <a:cubicBezTo>
                  <a:pt x="122" y="416"/>
                  <a:pt x="134" y="432"/>
                  <a:pt x="149" y="445"/>
                </a:cubicBezTo>
                <a:cubicBezTo>
                  <a:pt x="164" y="458"/>
                  <a:pt x="179" y="467"/>
                  <a:pt x="195" y="473"/>
                </a:cubicBezTo>
                <a:cubicBezTo>
                  <a:pt x="212" y="479"/>
                  <a:pt x="225" y="482"/>
                  <a:pt x="235" y="484"/>
                </a:cubicBezTo>
                <a:cubicBezTo>
                  <a:pt x="246" y="486"/>
                  <a:pt x="256" y="487"/>
                  <a:pt x="267" y="488"/>
                </a:cubicBezTo>
                <a:cubicBezTo>
                  <a:pt x="309" y="488"/>
                  <a:pt x="343" y="471"/>
                  <a:pt x="369" y="439"/>
                </a:cubicBezTo>
                <a:cubicBezTo>
                  <a:pt x="395" y="406"/>
                  <a:pt x="408" y="370"/>
                  <a:pt x="408" y="331"/>
                </a:cubicBezTo>
                <a:cubicBezTo>
                  <a:pt x="408" y="327"/>
                  <a:pt x="410" y="324"/>
                  <a:pt x="413" y="321"/>
                </a:cubicBezTo>
                <a:lnTo>
                  <a:pt x="433" y="321"/>
                </a:lnTo>
                <a:lnTo>
                  <a:pt x="437" y="326"/>
                </a:lnTo>
                <a:lnTo>
                  <a:pt x="437" y="336"/>
                </a:lnTo>
                <a:cubicBezTo>
                  <a:pt x="435" y="385"/>
                  <a:pt x="416" y="428"/>
                  <a:pt x="383" y="465"/>
                </a:cubicBezTo>
                <a:cubicBezTo>
                  <a:pt x="349" y="502"/>
                  <a:pt x="304" y="520"/>
                  <a:pt x="249" y="520"/>
                </a:cubicBezTo>
                <a:cubicBezTo>
                  <a:pt x="182" y="520"/>
                  <a:pt x="124" y="495"/>
                  <a:pt x="73" y="446"/>
                </a:cubicBezTo>
                <a:cubicBezTo>
                  <a:pt x="24" y="396"/>
                  <a:pt x="0" y="334"/>
                  <a:pt x="0" y="26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6" name=""/>
          <p:cNvSpPr/>
          <p:nvPr/>
        </p:nvSpPr>
        <p:spPr>
          <a:xfrm>
            <a:off x="5079960" y="3619440"/>
            <a:ext cx="175680" cy="176040"/>
          </a:xfrm>
          <a:custGeom>
            <a:avLst/>
            <a:gdLst/>
            <a:ahLst/>
            <a:rect l="0" t="0" r="r" b="b"/>
            <a:pathLst>
              <a:path w="488" h="489">
                <a:moveTo>
                  <a:pt x="74" y="43"/>
                </a:moveTo>
                <a:cubicBezTo>
                  <a:pt x="71" y="40"/>
                  <a:pt x="68" y="38"/>
                  <a:pt x="66" y="37"/>
                </a:cubicBezTo>
                <a:cubicBezTo>
                  <a:pt x="64" y="36"/>
                  <a:pt x="60" y="35"/>
                  <a:pt x="55" y="35"/>
                </a:cubicBezTo>
                <a:cubicBezTo>
                  <a:pt x="49" y="34"/>
                  <a:pt x="39" y="33"/>
                  <a:pt x="24" y="33"/>
                </a:cubicBezTo>
                <a:lnTo>
                  <a:pt x="0" y="33"/>
                </a:lnTo>
                <a:lnTo>
                  <a:pt x="0" y="0"/>
                </a:lnTo>
                <a:lnTo>
                  <a:pt x="144" y="0"/>
                </a:lnTo>
                <a:cubicBezTo>
                  <a:pt x="227" y="0"/>
                  <a:pt x="272" y="0"/>
                  <a:pt x="282" y="0"/>
                </a:cubicBezTo>
                <a:cubicBezTo>
                  <a:pt x="291" y="0"/>
                  <a:pt x="301" y="2"/>
                  <a:pt x="312" y="5"/>
                </a:cubicBezTo>
                <a:cubicBezTo>
                  <a:pt x="332" y="9"/>
                  <a:pt x="352" y="17"/>
                  <a:pt x="372" y="30"/>
                </a:cubicBezTo>
                <a:cubicBezTo>
                  <a:pt x="392" y="42"/>
                  <a:pt x="412" y="58"/>
                  <a:pt x="430" y="78"/>
                </a:cubicBezTo>
                <a:cubicBezTo>
                  <a:pt x="448" y="98"/>
                  <a:pt x="462" y="123"/>
                  <a:pt x="472" y="152"/>
                </a:cubicBezTo>
                <a:cubicBezTo>
                  <a:pt x="482" y="181"/>
                  <a:pt x="487" y="213"/>
                  <a:pt x="488" y="248"/>
                </a:cubicBezTo>
                <a:cubicBezTo>
                  <a:pt x="488" y="308"/>
                  <a:pt x="471" y="360"/>
                  <a:pt x="435" y="405"/>
                </a:cubicBezTo>
                <a:cubicBezTo>
                  <a:pt x="400" y="451"/>
                  <a:pt x="354" y="478"/>
                  <a:pt x="298" y="487"/>
                </a:cubicBezTo>
                <a:cubicBezTo>
                  <a:pt x="292" y="488"/>
                  <a:pt x="241" y="489"/>
                  <a:pt x="144" y="489"/>
                </a:cubicBezTo>
                <a:lnTo>
                  <a:pt x="0" y="489"/>
                </a:lnTo>
                <a:lnTo>
                  <a:pt x="0" y="456"/>
                </a:lnTo>
                <a:lnTo>
                  <a:pt x="24" y="456"/>
                </a:lnTo>
                <a:cubicBezTo>
                  <a:pt x="44" y="456"/>
                  <a:pt x="56" y="455"/>
                  <a:pt x="60" y="454"/>
                </a:cubicBezTo>
                <a:cubicBezTo>
                  <a:pt x="65" y="453"/>
                  <a:pt x="69" y="450"/>
                  <a:pt x="74" y="445"/>
                </a:cubicBezTo>
                <a:lnTo>
                  <a:pt x="74" y="43"/>
                </a:lnTo>
                <a:moveTo>
                  <a:pt x="406" y="246"/>
                </a:moveTo>
                <a:cubicBezTo>
                  <a:pt x="406" y="198"/>
                  <a:pt x="401" y="159"/>
                  <a:pt x="390" y="130"/>
                </a:cubicBezTo>
                <a:cubicBezTo>
                  <a:pt x="380" y="100"/>
                  <a:pt x="361" y="76"/>
                  <a:pt x="335" y="58"/>
                </a:cubicBezTo>
                <a:cubicBezTo>
                  <a:pt x="309" y="41"/>
                  <a:pt x="276" y="33"/>
                  <a:pt x="236" y="33"/>
                </a:cubicBezTo>
                <a:lnTo>
                  <a:pt x="211" y="33"/>
                </a:lnTo>
                <a:lnTo>
                  <a:pt x="191" y="33"/>
                </a:lnTo>
                <a:cubicBezTo>
                  <a:pt x="165" y="33"/>
                  <a:pt x="150" y="35"/>
                  <a:pt x="148" y="39"/>
                </a:cubicBezTo>
                <a:cubicBezTo>
                  <a:pt x="147" y="41"/>
                  <a:pt x="146" y="109"/>
                  <a:pt x="146" y="242"/>
                </a:cubicBezTo>
                <a:cubicBezTo>
                  <a:pt x="146" y="376"/>
                  <a:pt x="146" y="445"/>
                  <a:pt x="147" y="447"/>
                </a:cubicBezTo>
                <a:cubicBezTo>
                  <a:pt x="147" y="452"/>
                  <a:pt x="151" y="454"/>
                  <a:pt x="158" y="455"/>
                </a:cubicBezTo>
                <a:cubicBezTo>
                  <a:pt x="166" y="455"/>
                  <a:pt x="187" y="456"/>
                  <a:pt x="223" y="456"/>
                </a:cubicBezTo>
                <a:lnTo>
                  <a:pt x="232" y="456"/>
                </a:lnTo>
                <a:cubicBezTo>
                  <a:pt x="283" y="456"/>
                  <a:pt x="322" y="444"/>
                  <a:pt x="350" y="420"/>
                </a:cubicBezTo>
                <a:cubicBezTo>
                  <a:pt x="372" y="402"/>
                  <a:pt x="387" y="379"/>
                  <a:pt x="395" y="351"/>
                </a:cubicBezTo>
                <a:cubicBezTo>
                  <a:pt x="402" y="324"/>
                  <a:pt x="406" y="289"/>
                  <a:pt x="406" y="24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7" name=""/>
          <p:cNvSpPr/>
          <p:nvPr/>
        </p:nvSpPr>
        <p:spPr>
          <a:xfrm>
            <a:off x="5294160" y="3602160"/>
            <a:ext cx="61560" cy="257760"/>
          </a:xfrm>
          <a:custGeom>
            <a:avLst/>
            <a:gdLst/>
            <a:ahLst/>
            <a:rect l="0" t="0" r="r" b="b"/>
            <a:pathLst>
              <a:path w="171" h="716">
                <a:moveTo>
                  <a:pt x="0" y="357"/>
                </a:moveTo>
                <a:cubicBezTo>
                  <a:pt x="0" y="324"/>
                  <a:pt x="2" y="293"/>
                  <a:pt x="7" y="264"/>
                </a:cubicBezTo>
                <a:cubicBezTo>
                  <a:pt x="11" y="234"/>
                  <a:pt x="17" y="209"/>
                  <a:pt x="23" y="187"/>
                </a:cubicBezTo>
                <a:cubicBezTo>
                  <a:pt x="29" y="166"/>
                  <a:pt x="38" y="145"/>
                  <a:pt x="50" y="124"/>
                </a:cubicBezTo>
                <a:cubicBezTo>
                  <a:pt x="61" y="104"/>
                  <a:pt x="70" y="88"/>
                  <a:pt x="77" y="76"/>
                </a:cubicBezTo>
                <a:cubicBezTo>
                  <a:pt x="83" y="65"/>
                  <a:pt x="93" y="52"/>
                  <a:pt x="107" y="39"/>
                </a:cubicBezTo>
                <a:cubicBezTo>
                  <a:pt x="120" y="26"/>
                  <a:pt x="128" y="18"/>
                  <a:pt x="130" y="15"/>
                </a:cubicBezTo>
                <a:cubicBezTo>
                  <a:pt x="133" y="12"/>
                  <a:pt x="139" y="7"/>
                  <a:pt x="148" y="0"/>
                </a:cubicBezTo>
                <a:lnTo>
                  <a:pt x="158" y="0"/>
                </a:lnTo>
                <a:lnTo>
                  <a:pt x="160" y="0"/>
                </a:lnTo>
                <a:cubicBezTo>
                  <a:pt x="167" y="0"/>
                  <a:pt x="171" y="2"/>
                  <a:pt x="171" y="6"/>
                </a:cubicBezTo>
                <a:cubicBezTo>
                  <a:pt x="171" y="8"/>
                  <a:pt x="166" y="13"/>
                  <a:pt x="158" y="21"/>
                </a:cubicBezTo>
                <a:cubicBezTo>
                  <a:pt x="150" y="30"/>
                  <a:pt x="140" y="42"/>
                  <a:pt x="129" y="59"/>
                </a:cubicBezTo>
                <a:cubicBezTo>
                  <a:pt x="118" y="76"/>
                  <a:pt x="106" y="96"/>
                  <a:pt x="94" y="121"/>
                </a:cubicBezTo>
                <a:cubicBezTo>
                  <a:pt x="82" y="145"/>
                  <a:pt x="72" y="178"/>
                  <a:pt x="64" y="219"/>
                </a:cubicBezTo>
                <a:cubicBezTo>
                  <a:pt x="56" y="261"/>
                  <a:pt x="52" y="307"/>
                  <a:pt x="52" y="357"/>
                </a:cubicBezTo>
                <a:cubicBezTo>
                  <a:pt x="52" y="409"/>
                  <a:pt x="56" y="455"/>
                  <a:pt x="64" y="496"/>
                </a:cubicBezTo>
                <a:cubicBezTo>
                  <a:pt x="72" y="537"/>
                  <a:pt x="82" y="570"/>
                  <a:pt x="93" y="595"/>
                </a:cubicBezTo>
                <a:cubicBezTo>
                  <a:pt x="105" y="620"/>
                  <a:pt x="116" y="641"/>
                  <a:pt x="128" y="656"/>
                </a:cubicBezTo>
                <a:cubicBezTo>
                  <a:pt x="140" y="672"/>
                  <a:pt x="150" y="685"/>
                  <a:pt x="158" y="694"/>
                </a:cubicBezTo>
                <a:cubicBezTo>
                  <a:pt x="166" y="704"/>
                  <a:pt x="171" y="709"/>
                  <a:pt x="171" y="709"/>
                </a:cubicBezTo>
                <a:cubicBezTo>
                  <a:pt x="171" y="714"/>
                  <a:pt x="167" y="716"/>
                  <a:pt x="160" y="716"/>
                </a:cubicBezTo>
                <a:lnTo>
                  <a:pt x="158" y="716"/>
                </a:lnTo>
                <a:lnTo>
                  <a:pt x="148" y="716"/>
                </a:lnTo>
                <a:lnTo>
                  <a:pt x="128" y="699"/>
                </a:lnTo>
                <a:cubicBezTo>
                  <a:pt x="83" y="658"/>
                  <a:pt x="51" y="608"/>
                  <a:pt x="30" y="547"/>
                </a:cubicBezTo>
                <a:cubicBezTo>
                  <a:pt x="10" y="486"/>
                  <a:pt x="0" y="424"/>
                  <a:pt x="0" y="35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8" name=""/>
          <p:cNvSpPr/>
          <p:nvPr/>
        </p:nvSpPr>
        <p:spPr>
          <a:xfrm>
            <a:off x="5378040" y="362016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6"/>
                </a:moveTo>
                <a:cubicBezTo>
                  <a:pt x="4" y="486"/>
                  <a:pt x="0" y="484"/>
                  <a:pt x="0" y="479"/>
                </a:cubicBezTo>
                <a:cubicBezTo>
                  <a:pt x="0" y="478"/>
                  <a:pt x="0" y="475"/>
                  <a:pt x="2" y="469"/>
                </a:cubicBezTo>
                <a:cubicBezTo>
                  <a:pt x="4" y="462"/>
                  <a:pt x="6" y="457"/>
                  <a:pt x="8" y="456"/>
                </a:cubicBezTo>
                <a:cubicBezTo>
                  <a:pt x="9" y="455"/>
                  <a:pt x="15" y="455"/>
                  <a:pt x="24" y="454"/>
                </a:cubicBezTo>
                <a:cubicBezTo>
                  <a:pt x="37" y="454"/>
                  <a:pt x="51" y="453"/>
                  <a:pt x="67" y="452"/>
                </a:cubicBezTo>
                <a:cubicBezTo>
                  <a:pt x="74" y="451"/>
                  <a:pt x="78" y="448"/>
                  <a:pt x="80" y="443"/>
                </a:cubicBezTo>
                <a:cubicBezTo>
                  <a:pt x="81" y="441"/>
                  <a:pt x="98" y="373"/>
                  <a:pt x="131" y="241"/>
                </a:cubicBezTo>
                <a:cubicBezTo>
                  <a:pt x="164" y="110"/>
                  <a:pt x="181" y="43"/>
                  <a:pt x="181" y="41"/>
                </a:cubicBezTo>
                <a:cubicBezTo>
                  <a:pt x="181" y="38"/>
                  <a:pt x="180" y="36"/>
                  <a:pt x="178" y="36"/>
                </a:cubicBezTo>
                <a:cubicBezTo>
                  <a:pt x="175" y="35"/>
                  <a:pt x="162" y="34"/>
                  <a:pt x="141" y="33"/>
                </a:cubicBezTo>
                <a:lnTo>
                  <a:pt x="118" y="33"/>
                </a:lnTo>
                <a:cubicBezTo>
                  <a:pt x="115" y="30"/>
                  <a:pt x="114" y="28"/>
                  <a:pt x="114" y="27"/>
                </a:cubicBezTo>
                <a:cubicBezTo>
                  <a:pt x="114" y="26"/>
                  <a:pt x="115" y="22"/>
                  <a:pt x="115" y="15"/>
                </a:cubicBezTo>
                <a:cubicBezTo>
                  <a:pt x="117" y="7"/>
                  <a:pt x="120" y="2"/>
                  <a:pt x="123" y="0"/>
                </a:cubicBezTo>
                <a:lnTo>
                  <a:pt x="509" y="0"/>
                </a:lnTo>
                <a:cubicBezTo>
                  <a:pt x="512" y="2"/>
                  <a:pt x="514" y="4"/>
                  <a:pt x="514" y="8"/>
                </a:cubicBezTo>
                <a:cubicBezTo>
                  <a:pt x="514" y="10"/>
                  <a:pt x="511" y="37"/>
                  <a:pt x="505" y="88"/>
                </a:cubicBezTo>
                <a:cubicBezTo>
                  <a:pt x="499" y="139"/>
                  <a:pt x="495" y="165"/>
                  <a:pt x="495" y="166"/>
                </a:cubicBezTo>
                <a:cubicBezTo>
                  <a:pt x="494" y="170"/>
                  <a:pt x="489" y="171"/>
                  <a:pt x="480" y="171"/>
                </a:cubicBezTo>
                <a:lnTo>
                  <a:pt x="472" y="171"/>
                </a:lnTo>
                <a:cubicBezTo>
                  <a:pt x="469" y="169"/>
                  <a:pt x="467" y="166"/>
                  <a:pt x="467" y="162"/>
                </a:cubicBezTo>
                <a:cubicBezTo>
                  <a:pt x="467" y="162"/>
                  <a:pt x="468" y="156"/>
                  <a:pt x="469" y="145"/>
                </a:cubicBezTo>
                <a:cubicBezTo>
                  <a:pt x="470" y="134"/>
                  <a:pt x="471" y="121"/>
                  <a:pt x="471" y="107"/>
                </a:cubicBezTo>
                <a:cubicBezTo>
                  <a:pt x="471" y="93"/>
                  <a:pt x="469" y="81"/>
                  <a:pt x="466" y="72"/>
                </a:cubicBezTo>
                <a:cubicBezTo>
                  <a:pt x="463" y="63"/>
                  <a:pt x="458" y="56"/>
                  <a:pt x="453" y="50"/>
                </a:cubicBezTo>
                <a:cubicBezTo>
                  <a:pt x="447" y="44"/>
                  <a:pt x="438" y="40"/>
                  <a:pt x="426" y="38"/>
                </a:cubicBezTo>
                <a:cubicBezTo>
                  <a:pt x="414" y="36"/>
                  <a:pt x="402" y="35"/>
                  <a:pt x="390" y="33"/>
                </a:cubicBezTo>
                <a:cubicBezTo>
                  <a:pt x="377" y="32"/>
                  <a:pt x="360" y="32"/>
                  <a:pt x="338" y="33"/>
                </a:cubicBezTo>
                <a:lnTo>
                  <a:pt x="322" y="33"/>
                </a:lnTo>
                <a:cubicBezTo>
                  <a:pt x="283" y="33"/>
                  <a:pt x="262" y="34"/>
                  <a:pt x="260" y="35"/>
                </a:cubicBezTo>
                <a:cubicBezTo>
                  <a:pt x="257" y="36"/>
                  <a:pt x="255" y="38"/>
                  <a:pt x="254" y="41"/>
                </a:cubicBezTo>
                <a:cubicBezTo>
                  <a:pt x="254" y="41"/>
                  <a:pt x="246" y="72"/>
                  <a:pt x="230" y="134"/>
                </a:cubicBezTo>
                <a:lnTo>
                  <a:pt x="207" y="226"/>
                </a:lnTo>
                <a:lnTo>
                  <a:pt x="247" y="226"/>
                </a:lnTo>
                <a:cubicBezTo>
                  <a:pt x="248" y="226"/>
                  <a:pt x="254" y="226"/>
                  <a:pt x="263" y="226"/>
                </a:cubicBezTo>
                <a:cubicBezTo>
                  <a:pt x="273" y="226"/>
                  <a:pt x="279" y="226"/>
                  <a:pt x="283" y="226"/>
                </a:cubicBezTo>
                <a:cubicBezTo>
                  <a:pt x="287" y="225"/>
                  <a:pt x="292" y="225"/>
                  <a:pt x="299" y="224"/>
                </a:cubicBezTo>
                <a:cubicBezTo>
                  <a:pt x="306" y="223"/>
                  <a:pt x="311" y="221"/>
                  <a:pt x="316" y="219"/>
                </a:cubicBezTo>
                <a:cubicBezTo>
                  <a:pt x="321" y="216"/>
                  <a:pt x="325" y="213"/>
                  <a:pt x="328" y="210"/>
                </a:cubicBezTo>
                <a:cubicBezTo>
                  <a:pt x="334" y="204"/>
                  <a:pt x="340" y="196"/>
                  <a:pt x="344" y="186"/>
                </a:cubicBezTo>
                <a:cubicBezTo>
                  <a:pt x="348" y="176"/>
                  <a:pt x="351" y="167"/>
                  <a:pt x="353" y="159"/>
                </a:cubicBezTo>
                <a:cubicBezTo>
                  <a:pt x="355" y="151"/>
                  <a:pt x="356" y="147"/>
                  <a:pt x="357" y="146"/>
                </a:cubicBezTo>
                <a:cubicBezTo>
                  <a:pt x="358" y="144"/>
                  <a:pt x="363" y="143"/>
                  <a:pt x="370" y="143"/>
                </a:cubicBezTo>
                <a:lnTo>
                  <a:pt x="379" y="143"/>
                </a:lnTo>
                <a:cubicBezTo>
                  <a:pt x="382" y="145"/>
                  <a:pt x="384" y="148"/>
                  <a:pt x="384" y="150"/>
                </a:cubicBezTo>
                <a:cubicBezTo>
                  <a:pt x="384" y="151"/>
                  <a:pt x="377" y="183"/>
                  <a:pt x="362" y="244"/>
                </a:cubicBezTo>
                <a:cubicBezTo>
                  <a:pt x="347" y="305"/>
                  <a:pt x="339" y="336"/>
                  <a:pt x="337" y="338"/>
                </a:cubicBezTo>
                <a:cubicBezTo>
                  <a:pt x="336" y="341"/>
                  <a:pt x="332" y="343"/>
                  <a:pt x="323" y="343"/>
                </a:cubicBezTo>
                <a:lnTo>
                  <a:pt x="315" y="343"/>
                </a:lnTo>
                <a:cubicBezTo>
                  <a:pt x="311" y="340"/>
                  <a:pt x="310" y="337"/>
                  <a:pt x="310" y="334"/>
                </a:cubicBezTo>
                <a:cubicBezTo>
                  <a:pt x="310" y="333"/>
                  <a:pt x="311" y="328"/>
                  <a:pt x="313" y="319"/>
                </a:cubicBezTo>
                <a:cubicBezTo>
                  <a:pt x="316" y="310"/>
                  <a:pt x="317" y="300"/>
                  <a:pt x="317" y="290"/>
                </a:cubicBezTo>
                <a:cubicBezTo>
                  <a:pt x="317" y="276"/>
                  <a:pt x="312" y="268"/>
                  <a:pt x="302" y="264"/>
                </a:cubicBezTo>
                <a:cubicBezTo>
                  <a:pt x="293" y="261"/>
                  <a:pt x="272" y="259"/>
                  <a:pt x="239" y="259"/>
                </a:cubicBezTo>
                <a:lnTo>
                  <a:pt x="199" y="259"/>
                </a:lnTo>
                <a:lnTo>
                  <a:pt x="176" y="350"/>
                </a:lnTo>
                <a:cubicBezTo>
                  <a:pt x="160" y="410"/>
                  <a:pt x="153" y="441"/>
                  <a:pt x="153" y="444"/>
                </a:cubicBezTo>
                <a:cubicBezTo>
                  <a:pt x="153" y="451"/>
                  <a:pt x="174" y="454"/>
                  <a:pt x="217" y="454"/>
                </a:cubicBezTo>
                <a:lnTo>
                  <a:pt x="235" y="454"/>
                </a:lnTo>
                <a:cubicBezTo>
                  <a:pt x="238" y="457"/>
                  <a:pt x="239" y="459"/>
                  <a:pt x="239" y="459"/>
                </a:cubicBezTo>
                <a:cubicBezTo>
                  <a:pt x="239" y="460"/>
                  <a:pt x="239" y="464"/>
                  <a:pt x="238" y="473"/>
                </a:cubicBezTo>
                <a:cubicBezTo>
                  <a:pt x="236" y="480"/>
                  <a:pt x="234" y="484"/>
                  <a:pt x="231" y="487"/>
                </a:cubicBezTo>
                <a:lnTo>
                  <a:pt x="219" y="487"/>
                </a:lnTo>
                <a:cubicBezTo>
                  <a:pt x="199" y="486"/>
                  <a:pt x="162" y="486"/>
                  <a:pt x="110" y="486"/>
                </a:cubicBezTo>
                <a:cubicBezTo>
                  <a:pt x="79" y="486"/>
                  <a:pt x="55" y="486"/>
                  <a:pt x="39" y="486"/>
                </a:cubicBezTo>
                <a:cubicBezTo>
                  <a:pt x="23" y="486"/>
                  <a:pt x="14" y="486"/>
                  <a:pt x="12" y="4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9" name=""/>
          <p:cNvSpPr/>
          <p:nvPr/>
        </p:nvSpPr>
        <p:spPr>
          <a:xfrm>
            <a:off x="5559120" y="3712680"/>
            <a:ext cx="63000" cy="121320"/>
          </a:xfrm>
          <a:custGeom>
            <a:avLst/>
            <a:gdLst/>
            <a:ahLst/>
            <a:rect l="0" t="0" r="r" b="b"/>
            <a:pathLst>
              <a:path w="175" h="337">
                <a:moveTo>
                  <a:pt x="67" y="44"/>
                </a:moveTo>
                <a:lnTo>
                  <a:pt x="60" y="47"/>
                </a:lnTo>
                <a:cubicBezTo>
                  <a:pt x="55" y="48"/>
                  <a:pt x="49" y="50"/>
                  <a:pt x="39" y="52"/>
                </a:cubicBezTo>
                <a:cubicBezTo>
                  <a:pt x="30" y="53"/>
                  <a:pt x="20" y="55"/>
                  <a:pt x="9" y="55"/>
                </a:cubicBezTo>
                <a:lnTo>
                  <a:pt x="0" y="55"/>
                </a:lnTo>
                <a:lnTo>
                  <a:pt x="0" y="32"/>
                </a:lnTo>
                <a:lnTo>
                  <a:pt x="9" y="32"/>
                </a:lnTo>
                <a:cubicBezTo>
                  <a:pt x="25" y="31"/>
                  <a:pt x="40" y="29"/>
                  <a:pt x="54" y="24"/>
                </a:cubicBezTo>
                <a:cubicBezTo>
                  <a:pt x="68" y="20"/>
                  <a:pt x="77" y="16"/>
                  <a:pt x="83" y="12"/>
                </a:cubicBezTo>
                <a:cubicBezTo>
                  <a:pt x="88" y="9"/>
                  <a:pt x="93" y="5"/>
                  <a:pt x="97" y="1"/>
                </a:cubicBezTo>
                <a:cubicBezTo>
                  <a:pt x="98" y="0"/>
                  <a:pt x="100" y="0"/>
                  <a:pt x="103" y="0"/>
                </a:cubicBezTo>
                <a:cubicBezTo>
                  <a:pt x="106" y="0"/>
                  <a:pt x="109" y="1"/>
                  <a:pt x="112" y="3"/>
                </a:cubicBezTo>
                <a:lnTo>
                  <a:pt x="112" y="154"/>
                </a:lnTo>
                <a:lnTo>
                  <a:pt x="112" y="306"/>
                </a:lnTo>
                <a:cubicBezTo>
                  <a:pt x="114" y="309"/>
                  <a:pt x="116" y="310"/>
                  <a:pt x="118" y="311"/>
                </a:cubicBezTo>
                <a:cubicBezTo>
                  <a:pt x="120" y="312"/>
                  <a:pt x="124" y="312"/>
                  <a:pt x="130" y="313"/>
                </a:cubicBezTo>
                <a:cubicBezTo>
                  <a:pt x="137" y="314"/>
                  <a:pt x="147" y="314"/>
                  <a:pt x="162" y="314"/>
                </a:cubicBezTo>
                <a:lnTo>
                  <a:pt x="175" y="314"/>
                </a:lnTo>
                <a:lnTo>
                  <a:pt x="175" y="337"/>
                </a:lnTo>
                <a:lnTo>
                  <a:pt x="169" y="337"/>
                </a:lnTo>
                <a:cubicBezTo>
                  <a:pt x="162" y="336"/>
                  <a:pt x="135" y="336"/>
                  <a:pt x="89" y="336"/>
                </a:cubicBezTo>
                <a:cubicBezTo>
                  <a:pt x="43" y="336"/>
                  <a:pt x="15" y="336"/>
                  <a:pt x="8" y="337"/>
                </a:cubicBezTo>
                <a:lnTo>
                  <a:pt x="2" y="337"/>
                </a:lnTo>
                <a:lnTo>
                  <a:pt x="2" y="314"/>
                </a:lnTo>
                <a:lnTo>
                  <a:pt x="15" y="314"/>
                </a:lnTo>
                <a:cubicBezTo>
                  <a:pt x="23" y="314"/>
                  <a:pt x="29" y="314"/>
                  <a:pt x="35" y="314"/>
                </a:cubicBezTo>
                <a:cubicBezTo>
                  <a:pt x="40" y="314"/>
                  <a:pt x="45" y="314"/>
                  <a:pt x="48" y="314"/>
                </a:cubicBezTo>
                <a:cubicBezTo>
                  <a:pt x="51" y="313"/>
                  <a:pt x="54" y="313"/>
                  <a:pt x="56" y="312"/>
                </a:cubicBezTo>
                <a:cubicBezTo>
                  <a:pt x="59" y="311"/>
                  <a:pt x="60" y="311"/>
                  <a:pt x="60" y="311"/>
                </a:cubicBezTo>
                <a:cubicBezTo>
                  <a:pt x="61" y="311"/>
                  <a:pt x="62" y="310"/>
                  <a:pt x="64" y="308"/>
                </a:cubicBezTo>
                <a:cubicBezTo>
                  <a:pt x="65" y="307"/>
                  <a:pt x="66" y="306"/>
                  <a:pt x="67" y="306"/>
                </a:cubicBezTo>
                <a:lnTo>
                  <a:pt x="67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0" name=""/>
          <p:cNvSpPr/>
          <p:nvPr/>
        </p:nvSpPr>
        <p:spPr>
          <a:xfrm>
            <a:off x="5667840" y="3763800"/>
            <a:ext cx="34920" cy="81720"/>
          </a:xfrm>
          <a:custGeom>
            <a:avLst/>
            <a:gdLst/>
            <a:ahLst/>
            <a:rect l="0" t="0" r="r" b="b"/>
            <a:pathLst>
              <a:path w="97" h="227">
                <a:moveTo>
                  <a:pt x="0" y="63"/>
                </a:moveTo>
                <a:cubicBezTo>
                  <a:pt x="0" y="63"/>
                  <a:pt x="0" y="57"/>
                  <a:pt x="0" y="45"/>
                </a:cubicBezTo>
                <a:cubicBezTo>
                  <a:pt x="0" y="33"/>
                  <a:pt x="5" y="23"/>
                  <a:pt x="13" y="14"/>
                </a:cubicBezTo>
                <a:cubicBezTo>
                  <a:pt x="20" y="5"/>
                  <a:pt x="31" y="0"/>
                  <a:pt x="43" y="0"/>
                </a:cubicBezTo>
                <a:cubicBezTo>
                  <a:pt x="57" y="0"/>
                  <a:pt x="69" y="6"/>
                  <a:pt x="79" y="19"/>
                </a:cubicBezTo>
                <a:cubicBezTo>
                  <a:pt x="90" y="31"/>
                  <a:pt x="95" y="52"/>
                  <a:pt x="97" y="82"/>
                </a:cubicBezTo>
                <a:cubicBezTo>
                  <a:pt x="97" y="99"/>
                  <a:pt x="93" y="115"/>
                  <a:pt x="89" y="131"/>
                </a:cubicBezTo>
                <a:cubicBezTo>
                  <a:pt x="85" y="147"/>
                  <a:pt x="80" y="160"/>
                  <a:pt x="74" y="172"/>
                </a:cubicBezTo>
                <a:cubicBezTo>
                  <a:pt x="68" y="183"/>
                  <a:pt x="62" y="193"/>
                  <a:pt x="56" y="201"/>
                </a:cubicBezTo>
                <a:cubicBezTo>
                  <a:pt x="49" y="209"/>
                  <a:pt x="43" y="216"/>
                  <a:pt x="38" y="220"/>
                </a:cubicBezTo>
                <a:cubicBezTo>
                  <a:pt x="34" y="225"/>
                  <a:pt x="31" y="227"/>
                  <a:pt x="29" y="227"/>
                </a:cubicBezTo>
                <a:cubicBezTo>
                  <a:pt x="27" y="227"/>
                  <a:pt x="24" y="225"/>
                  <a:pt x="20" y="220"/>
                </a:cubicBezTo>
                <a:cubicBezTo>
                  <a:pt x="16" y="216"/>
                  <a:pt x="13" y="213"/>
                  <a:pt x="13" y="211"/>
                </a:cubicBezTo>
                <a:cubicBezTo>
                  <a:pt x="13" y="209"/>
                  <a:pt x="16" y="205"/>
                  <a:pt x="21" y="200"/>
                </a:cubicBezTo>
                <a:cubicBezTo>
                  <a:pt x="26" y="194"/>
                  <a:pt x="32" y="187"/>
                  <a:pt x="39" y="178"/>
                </a:cubicBezTo>
                <a:cubicBezTo>
                  <a:pt x="46" y="170"/>
                  <a:pt x="52" y="158"/>
                  <a:pt x="58" y="142"/>
                </a:cubicBezTo>
                <a:cubicBezTo>
                  <a:pt x="63" y="127"/>
                  <a:pt x="67" y="110"/>
                  <a:pt x="69" y="90"/>
                </a:cubicBezTo>
                <a:lnTo>
                  <a:pt x="69" y="82"/>
                </a:lnTo>
                <a:lnTo>
                  <a:pt x="68" y="82"/>
                </a:lnTo>
                <a:cubicBezTo>
                  <a:pt x="67" y="83"/>
                  <a:pt x="66" y="83"/>
                  <a:pt x="65" y="84"/>
                </a:cubicBezTo>
                <a:cubicBezTo>
                  <a:pt x="63" y="84"/>
                  <a:pt x="62" y="85"/>
                  <a:pt x="61" y="86"/>
                </a:cubicBezTo>
                <a:cubicBezTo>
                  <a:pt x="59" y="87"/>
                  <a:pt x="57" y="87"/>
                  <a:pt x="54" y="87"/>
                </a:cubicBezTo>
                <a:cubicBezTo>
                  <a:pt x="51" y="87"/>
                  <a:pt x="48" y="88"/>
                  <a:pt x="46" y="88"/>
                </a:cubicBezTo>
                <a:cubicBezTo>
                  <a:pt x="33" y="88"/>
                  <a:pt x="22" y="84"/>
                  <a:pt x="14" y="76"/>
                </a:cubicBezTo>
                <a:lnTo>
                  <a:pt x="0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1" name=""/>
          <p:cNvSpPr/>
          <p:nvPr/>
        </p:nvSpPr>
        <p:spPr>
          <a:xfrm>
            <a:off x="5770440" y="362016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6"/>
                </a:moveTo>
                <a:cubicBezTo>
                  <a:pt x="4" y="486"/>
                  <a:pt x="0" y="484"/>
                  <a:pt x="0" y="479"/>
                </a:cubicBezTo>
                <a:cubicBezTo>
                  <a:pt x="0" y="478"/>
                  <a:pt x="0" y="475"/>
                  <a:pt x="2" y="469"/>
                </a:cubicBezTo>
                <a:cubicBezTo>
                  <a:pt x="4" y="462"/>
                  <a:pt x="5" y="457"/>
                  <a:pt x="7" y="456"/>
                </a:cubicBezTo>
                <a:cubicBezTo>
                  <a:pt x="9" y="455"/>
                  <a:pt x="15" y="455"/>
                  <a:pt x="24" y="454"/>
                </a:cubicBezTo>
                <a:cubicBezTo>
                  <a:pt x="37" y="454"/>
                  <a:pt x="51" y="453"/>
                  <a:pt x="67" y="452"/>
                </a:cubicBezTo>
                <a:cubicBezTo>
                  <a:pt x="73" y="451"/>
                  <a:pt x="78" y="448"/>
                  <a:pt x="80" y="443"/>
                </a:cubicBezTo>
                <a:cubicBezTo>
                  <a:pt x="81" y="441"/>
                  <a:pt x="98" y="373"/>
                  <a:pt x="132" y="241"/>
                </a:cubicBezTo>
                <a:cubicBezTo>
                  <a:pt x="165" y="110"/>
                  <a:pt x="182" y="43"/>
                  <a:pt x="182" y="41"/>
                </a:cubicBezTo>
                <a:cubicBezTo>
                  <a:pt x="182" y="38"/>
                  <a:pt x="181" y="36"/>
                  <a:pt x="179" y="36"/>
                </a:cubicBezTo>
                <a:cubicBezTo>
                  <a:pt x="175" y="35"/>
                  <a:pt x="163" y="34"/>
                  <a:pt x="141" y="33"/>
                </a:cubicBezTo>
                <a:lnTo>
                  <a:pt x="118" y="33"/>
                </a:lnTo>
                <a:cubicBezTo>
                  <a:pt x="115" y="30"/>
                  <a:pt x="114" y="28"/>
                  <a:pt x="114" y="27"/>
                </a:cubicBezTo>
                <a:cubicBezTo>
                  <a:pt x="114" y="26"/>
                  <a:pt x="114" y="22"/>
                  <a:pt x="115" y="15"/>
                </a:cubicBezTo>
                <a:cubicBezTo>
                  <a:pt x="117" y="7"/>
                  <a:pt x="120" y="2"/>
                  <a:pt x="123" y="0"/>
                </a:cubicBezTo>
                <a:lnTo>
                  <a:pt x="509" y="0"/>
                </a:lnTo>
                <a:cubicBezTo>
                  <a:pt x="512" y="2"/>
                  <a:pt x="514" y="4"/>
                  <a:pt x="514" y="8"/>
                </a:cubicBezTo>
                <a:cubicBezTo>
                  <a:pt x="514" y="10"/>
                  <a:pt x="511" y="37"/>
                  <a:pt x="505" y="88"/>
                </a:cubicBezTo>
                <a:cubicBezTo>
                  <a:pt x="498" y="139"/>
                  <a:pt x="495" y="165"/>
                  <a:pt x="495" y="166"/>
                </a:cubicBezTo>
                <a:cubicBezTo>
                  <a:pt x="494" y="170"/>
                  <a:pt x="489" y="171"/>
                  <a:pt x="480" y="171"/>
                </a:cubicBezTo>
                <a:lnTo>
                  <a:pt x="472" y="171"/>
                </a:lnTo>
                <a:cubicBezTo>
                  <a:pt x="468" y="169"/>
                  <a:pt x="467" y="166"/>
                  <a:pt x="467" y="162"/>
                </a:cubicBezTo>
                <a:cubicBezTo>
                  <a:pt x="467" y="162"/>
                  <a:pt x="467" y="156"/>
                  <a:pt x="469" y="145"/>
                </a:cubicBezTo>
                <a:cubicBezTo>
                  <a:pt x="470" y="134"/>
                  <a:pt x="471" y="121"/>
                  <a:pt x="471" y="107"/>
                </a:cubicBezTo>
                <a:cubicBezTo>
                  <a:pt x="471" y="93"/>
                  <a:pt x="469" y="81"/>
                  <a:pt x="466" y="72"/>
                </a:cubicBezTo>
                <a:cubicBezTo>
                  <a:pt x="463" y="63"/>
                  <a:pt x="458" y="56"/>
                  <a:pt x="452" y="50"/>
                </a:cubicBezTo>
                <a:cubicBezTo>
                  <a:pt x="447" y="44"/>
                  <a:pt x="438" y="40"/>
                  <a:pt x="426" y="38"/>
                </a:cubicBezTo>
                <a:cubicBezTo>
                  <a:pt x="414" y="36"/>
                  <a:pt x="402" y="35"/>
                  <a:pt x="390" y="33"/>
                </a:cubicBezTo>
                <a:cubicBezTo>
                  <a:pt x="377" y="32"/>
                  <a:pt x="360" y="32"/>
                  <a:pt x="338" y="33"/>
                </a:cubicBezTo>
                <a:lnTo>
                  <a:pt x="322" y="33"/>
                </a:lnTo>
                <a:cubicBezTo>
                  <a:pt x="283" y="33"/>
                  <a:pt x="262" y="34"/>
                  <a:pt x="259" y="35"/>
                </a:cubicBezTo>
                <a:cubicBezTo>
                  <a:pt x="257" y="36"/>
                  <a:pt x="255" y="38"/>
                  <a:pt x="254" y="41"/>
                </a:cubicBezTo>
                <a:cubicBezTo>
                  <a:pt x="254" y="41"/>
                  <a:pt x="246" y="72"/>
                  <a:pt x="230" y="134"/>
                </a:cubicBezTo>
                <a:lnTo>
                  <a:pt x="207" y="226"/>
                </a:lnTo>
                <a:lnTo>
                  <a:pt x="247" y="226"/>
                </a:lnTo>
                <a:cubicBezTo>
                  <a:pt x="248" y="226"/>
                  <a:pt x="253" y="226"/>
                  <a:pt x="263" y="226"/>
                </a:cubicBezTo>
                <a:cubicBezTo>
                  <a:pt x="272" y="226"/>
                  <a:pt x="279" y="226"/>
                  <a:pt x="283" y="226"/>
                </a:cubicBezTo>
                <a:cubicBezTo>
                  <a:pt x="287" y="225"/>
                  <a:pt x="292" y="225"/>
                  <a:pt x="299" y="224"/>
                </a:cubicBezTo>
                <a:cubicBezTo>
                  <a:pt x="305" y="223"/>
                  <a:pt x="311" y="221"/>
                  <a:pt x="316" y="219"/>
                </a:cubicBezTo>
                <a:cubicBezTo>
                  <a:pt x="321" y="216"/>
                  <a:pt x="325" y="213"/>
                  <a:pt x="328" y="210"/>
                </a:cubicBezTo>
                <a:cubicBezTo>
                  <a:pt x="334" y="204"/>
                  <a:pt x="339" y="196"/>
                  <a:pt x="344" y="186"/>
                </a:cubicBezTo>
                <a:cubicBezTo>
                  <a:pt x="348" y="176"/>
                  <a:pt x="351" y="167"/>
                  <a:pt x="353" y="159"/>
                </a:cubicBezTo>
                <a:cubicBezTo>
                  <a:pt x="355" y="151"/>
                  <a:pt x="356" y="147"/>
                  <a:pt x="357" y="146"/>
                </a:cubicBezTo>
                <a:cubicBezTo>
                  <a:pt x="358" y="144"/>
                  <a:pt x="363" y="143"/>
                  <a:pt x="370" y="143"/>
                </a:cubicBezTo>
                <a:lnTo>
                  <a:pt x="379" y="143"/>
                </a:lnTo>
                <a:cubicBezTo>
                  <a:pt x="382" y="145"/>
                  <a:pt x="384" y="148"/>
                  <a:pt x="384" y="150"/>
                </a:cubicBezTo>
                <a:cubicBezTo>
                  <a:pt x="384" y="151"/>
                  <a:pt x="376" y="183"/>
                  <a:pt x="362" y="244"/>
                </a:cubicBezTo>
                <a:cubicBezTo>
                  <a:pt x="347" y="305"/>
                  <a:pt x="339" y="336"/>
                  <a:pt x="337" y="338"/>
                </a:cubicBezTo>
                <a:cubicBezTo>
                  <a:pt x="336" y="341"/>
                  <a:pt x="332" y="343"/>
                  <a:pt x="323" y="343"/>
                </a:cubicBezTo>
                <a:lnTo>
                  <a:pt x="314" y="343"/>
                </a:lnTo>
                <a:cubicBezTo>
                  <a:pt x="311" y="340"/>
                  <a:pt x="309" y="337"/>
                  <a:pt x="309" y="334"/>
                </a:cubicBezTo>
                <a:cubicBezTo>
                  <a:pt x="309" y="333"/>
                  <a:pt x="311" y="328"/>
                  <a:pt x="313" y="319"/>
                </a:cubicBezTo>
                <a:cubicBezTo>
                  <a:pt x="315" y="310"/>
                  <a:pt x="317" y="300"/>
                  <a:pt x="317" y="290"/>
                </a:cubicBezTo>
                <a:cubicBezTo>
                  <a:pt x="317" y="276"/>
                  <a:pt x="312" y="268"/>
                  <a:pt x="302" y="264"/>
                </a:cubicBezTo>
                <a:cubicBezTo>
                  <a:pt x="293" y="261"/>
                  <a:pt x="272" y="259"/>
                  <a:pt x="239" y="259"/>
                </a:cubicBezTo>
                <a:lnTo>
                  <a:pt x="199" y="259"/>
                </a:lnTo>
                <a:lnTo>
                  <a:pt x="176" y="350"/>
                </a:lnTo>
                <a:cubicBezTo>
                  <a:pt x="161" y="410"/>
                  <a:pt x="154" y="441"/>
                  <a:pt x="154" y="444"/>
                </a:cubicBezTo>
                <a:cubicBezTo>
                  <a:pt x="154" y="451"/>
                  <a:pt x="175" y="454"/>
                  <a:pt x="217" y="454"/>
                </a:cubicBezTo>
                <a:lnTo>
                  <a:pt x="235" y="454"/>
                </a:lnTo>
                <a:cubicBezTo>
                  <a:pt x="238" y="457"/>
                  <a:pt x="239" y="459"/>
                  <a:pt x="239" y="459"/>
                </a:cubicBezTo>
                <a:cubicBezTo>
                  <a:pt x="239" y="460"/>
                  <a:pt x="239" y="464"/>
                  <a:pt x="238" y="473"/>
                </a:cubicBezTo>
                <a:cubicBezTo>
                  <a:pt x="236" y="480"/>
                  <a:pt x="234" y="484"/>
                  <a:pt x="231" y="487"/>
                </a:cubicBezTo>
                <a:lnTo>
                  <a:pt x="219" y="487"/>
                </a:lnTo>
                <a:cubicBezTo>
                  <a:pt x="199" y="486"/>
                  <a:pt x="163" y="486"/>
                  <a:pt x="110" y="486"/>
                </a:cubicBezTo>
                <a:cubicBezTo>
                  <a:pt x="79" y="486"/>
                  <a:pt x="55" y="486"/>
                  <a:pt x="39" y="486"/>
                </a:cubicBezTo>
                <a:cubicBezTo>
                  <a:pt x="23" y="486"/>
                  <a:pt x="14" y="486"/>
                  <a:pt x="12" y="4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2" name=""/>
          <p:cNvSpPr/>
          <p:nvPr/>
        </p:nvSpPr>
        <p:spPr>
          <a:xfrm>
            <a:off x="5945400" y="3712680"/>
            <a:ext cx="73080" cy="121320"/>
          </a:xfrm>
          <a:custGeom>
            <a:avLst/>
            <a:gdLst/>
            <a:ahLst/>
            <a:rect l="0" t="0" r="r" b="b"/>
            <a:pathLst>
              <a:path w="203" h="337">
                <a:moveTo>
                  <a:pt x="30" y="119"/>
                </a:moveTo>
                <a:cubicBezTo>
                  <a:pt x="21" y="119"/>
                  <a:pt x="14" y="116"/>
                  <a:pt x="8" y="110"/>
                </a:cubicBezTo>
                <a:cubicBezTo>
                  <a:pt x="3" y="104"/>
                  <a:pt x="0" y="97"/>
                  <a:pt x="0" y="88"/>
                </a:cubicBezTo>
                <a:cubicBezTo>
                  <a:pt x="0" y="64"/>
                  <a:pt x="9" y="43"/>
                  <a:pt x="27" y="26"/>
                </a:cubicBezTo>
                <a:cubicBezTo>
                  <a:pt x="45" y="8"/>
                  <a:pt x="67" y="0"/>
                  <a:pt x="95" y="0"/>
                </a:cubicBezTo>
                <a:cubicBezTo>
                  <a:pt x="125" y="0"/>
                  <a:pt x="151" y="9"/>
                  <a:pt x="171" y="28"/>
                </a:cubicBezTo>
                <a:cubicBezTo>
                  <a:pt x="192" y="47"/>
                  <a:pt x="202" y="71"/>
                  <a:pt x="203" y="101"/>
                </a:cubicBezTo>
                <a:cubicBezTo>
                  <a:pt x="203" y="116"/>
                  <a:pt x="199" y="130"/>
                  <a:pt x="193" y="143"/>
                </a:cubicBezTo>
                <a:cubicBezTo>
                  <a:pt x="186" y="156"/>
                  <a:pt x="178" y="167"/>
                  <a:pt x="168" y="177"/>
                </a:cubicBezTo>
                <a:cubicBezTo>
                  <a:pt x="159" y="187"/>
                  <a:pt x="145" y="199"/>
                  <a:pt x="128" y="214"/>
                </a:cubicBezTo>
                <a:cubicBezTo>
                  <a:pt x="116" y="225"/>
                  <a:pt x="99" y="240"/>
                  <a:pt x="77" y="261"/>
                </a:cubicBezTo>
                <a:lnTo>
                  <a:pt x="47" y="290"/>
                </a:lnTo>
                <a:lnTo>
                  <a:pt x="86" y="291"/>
                </a:lnTo>
                <a:cubicBezTo>
                  <a:pt x="139" y="291"/>
                  <a:pt x="167" y="290"/>
                  <a:pt x="170" y="288"/>
                </a:cubicBezTo>
                <a:cubicBezTo>
                  <a:pt x="173" y="288"/>
                  <a:pt x="177" y="273"/>
                  <a:pt x="183" y="242"/>
                </a:cubicBezTo>
                <a:lnTo>
                  <a:pt x="183" y="241"/>
                </a:lnTo>
                <a:lnTo>
                  <a:pt x="203" y="241"/>
                </a:lnTo>
                <a:lnTo>
                  <a:pt x="203" y="242"/>
                </a:lnTo>
                <a:cubicBezTo>
                  <a:pt x="202" y="243"/>
                  <a:pt x="200" y="259"/>
                  <a:pt x="196" y="289"/>
                </a:cubicBezTo>
                <a:cubicBezTo>
                  <a:pt x="192" y="319"/>
                  <a:pt x="190" y="334"/>
                  <a:pt x="189" y="336"/>
                </a:cubicBezTo>
                <a:lnTo>
                  <a:pt x="189" y="337"/>
                </a:lnTo>
                <a:lnTo>
                  <a:pt x="0" y="337"/>
                </a:lnTo>
                <a:lnTo>
                  <a:pt x="0" y="328"/>
                </a:lnTo>
                <a:lnTo>
                  <a:pt x="0" y="322"/>
                </a:lnTo>
                <a:cubicBezTo>
                  <a:pt x="0" y="319"/>
                  <a:pt x="1" y="317"/>
                  <a:pt x="3" y="314"/>
                </a:cubicBezTo>
                <a:cubicBezTo>
                  <a:pt x="5" y="311"/>
                  <a:pt x="10" y="305"/>
                  <a:pt x="18" y="296"/>
                </a:cubicBezTo>
                <a:cubicBezTo>
                  <a:pt x="28" y="286"/>
                  <a:pt x="36" y="276"/>
                  <a:pt x="44" y="267"/>
                </a:cubicBezTo>
                <a:cubicBezTo>
                  <a:pt x="47" y="264"/>
                  <a:pt x="52" y="257"/>
                  <a:pt x="61" y="248"/>
                </a:cubicBezTo>
                <a:cubicBezTo>
                  <a:pt x="70" y="239"/>
                  <a:pt x="76" y="233"/>
                  <a:pt x="79" y="230"/>
                </a:cubicBezTo>
                <a:cubicBezTo>
                  <a:pt x="82" y="226"/>
                  <a:pt x="87" y="221"/>
                  <a:pt x="94" y="213"/>
                </a:cubicBezTo>
                <a:cubicBezTo>
                  <a:pt x="100" y="205"/>
                  <a:pt x="105" y="199"/>
                  <a:pt x="108" y="196"/>
                </a:cubicBezTo>
                <a:cubicBezTo>
                  <a:pt x="110" y="192"/>
                  <a:pt x="114" y="187"/>
                  <a:pt x="119" y="181"/>
                </a:cubicBezTo>
                <a:cubicBezTo>
                  <a:pt x="124" y="174"/>
                  <a:pt x="128" y="169"/>
                  <a:pt x="130" y="164"/>
                </a:cubicBezTo>
                <a:cubicBezTo>
                  <a:pt x="132" y="160"/>
                  <a:pt x="134" y="155"/>
                  <a:pt x="138" y="150"/>
                </a:cubicBezTo>
                <a:cubicBezTo>
                  <a:pt x="141" y="144"/>
                  <a:pt x="143" y="139"/>
                  <a:pt x="144" y="134"/>
                </a:cubicBezTo>
                <a:cubicBezTo>
                  <a:pt x="145" y="128"/>
                  <a:pt x="147" y="123"/>
                  <a:pt x="148" y="118"/>
                </a:cubicBezTo>
                <a:cubicBezTo>
                  <a:pt x="149" y="114"/>
                  <a:pt x="149" y="108"/>
                  <a:pt x="149" y="102"/>
                </a:cubicBezTo>
                <a:cubicBezTo>
                  <a:pt x="149" y="80"/>
                  <a:pt x="143" y="62"/>
                  <a:pt x="132" y="47"/>
                </a:cubicBezTo>
                <a:cubicBezTo>
                  <a:pt x="121" y="31"/>
                  <a:pt x="104" y="23"/>
                  <a:pt x="83" y="23"/>
                </a:cubicBezTo>
                <a:cubicBezTo>
                  <a:pt x="72" y="23"/>
                  <a:pt x="61" y="26"/>
                  <a:pt x="53" y="32"/>
                </a:cubicBezTo>
                <a:cubicBezTo>
                  <a:pt x="44" y="38"/>
                  <a:pt x="38" y="43"/>
                  <a:pt x="35" y="49"/>
                </a:cubicBezTo>
                <a:cubicBezTo>
                  <a:pt x="32" y="54"/>
                  <a:pt x="30" y="57"/>
                  <a:pt x="30" y="58"/>
                </a:cubicBezTo>
                <a:cubicBezTo>
                  <a:pt x="30" y="59"/>
                  <a:pt x="31" y="59"/>
                  <a:pt x="32" y="59"/>
                </a:cubicBezTo>
                <a:cubicBezTo>
                  <a:pt x="38" y="59"/>
                  <a:pt x="45" y="61"/>
                  <a:pt x="51" y="66"/>
                </a:cubicBezTo>
                <a:cubicBezTo>
                  <a:pt x="57" y="71"/>
                  <a:pt x="61" y="78"/>
                  <a:pt x="61" y="89"/>
                </a:cubicBezTo>
                <a:cubicBezTo>
                  <a:pt x="61" y="97"/>
                  <a:pt x="58" y="105"/>
                  <a:pt x="53" y="110"/>
                </a:cubicBezTo>
                <a:cubicBezTo>
                  <a:pt x="47" y="116"/>
                  <a:pt x="40" y="119"/>
                  <a:pt x="30" y="1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3" name=""/>
          <p:cNvSpPr/>
          <p:nvPr/>
        </p:nvSpPr>
        <p:spPr>
          <a:xfrm>
            <a:off x="6054480" y="360216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3" y="0"/>
                </a:moveTo>
                <a:lnTo>
                  <a:pt x="6" y="0"/>
                </a:lnTo>
                <a:cubicBezTo>
                  <a:pt x="8" y="0"/>
                  <a:pt x="11" y="0"/>
                  <a:pt x="13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7" y="57"/>
                  <a:pt x="120" y="108"/>
                  <a:pt x="141" y="168"/>
                </a:cubicBezTo>
                <a:cubicBezTo>
                  <a:pt x="161" y="229"/>
                  <a:pt x="172" y="292"/>
                  <a:pt x="172" y="357"/>
                </a:cubicBezTo>
                <a:cubicBezTo>
                  <a:pt x="172" y="391"/>
                  <a:pt x="169" y="422"/>
                  <a:pt x="164" y="452"/>
                </a:cubicBezTo>
                <a:cubicBezTo>
                  <a:pt x="160" y="482"/>
                  <a:pt x="154" y="507"/>
                  <a:pt x="148" y="528"/>
                </a:cubicBezTo>
                <a:cubicBezTo>
                  <a:pt x="142" y="549"/>
                  <a:pt x="133" y="570"/>
                  <a:pt x="122" y="591"/>
                </a:cubicBezTo>
                <a:cubicBezTo>
                  <a:pt x="110" y="612"/>
                  <a:pt x="101" y="628"/>
                  <a:pt x="93" y="639"/>
                </a:cubicBezTo>
                <a:cubicBezTo>
                  <a:pt x="87" y="650"/>
                  <a:pt x="77" y="662"/>
                  <a:pt x="64" y="676"/>
                </a:cubicBezTo>
                <a:cubicBezTo>
                  <a:pt x="51" y="689"/>
                  <a:pt x="44" y="697"/>
                  <a:pt x="41" y="699"/>
                </a:cubicBezTo>
                <a:cubicBezTo>
                  <a:pt x="39" y="702"/>
                  <a:pt x="33" y="706"/>
                  <a:pt x="25" y="713"/>
                </a:cubicBezTo>
                <a:cubicBezTo>
                  <a:pt x="23" y="714"/>
                  <a:pt x="22" y="715"/>
                  <a:pt x="22" y="716"/>
                </a:cubicBezTo>
                <a:lnTo>
                  <a:pt x="13" y="716"/>
                </a:lnTo>
                <a:cubicBezTo>
                  <a:pt x="9" y="716"/>
                  <a:pt x="7" y="716"/>
                  <a:pt x="5" y="716"/>
                </a:cubicBezTo>
                <a:cubicBezTo>
                  <a:pt x="4" y="716"/>
                  <a:pt x="3" y="715"/>
                  <a:pt x="2" y="714"/>
                </a:cubicBezTo>
                <a:cubicBezTo>
                  <a:pt x="1" y="712"/>
                  <a:pt x="0" y="710"/>
                  <a:pt x="0" y="707"/>
                </a:cubicBezTo>
                <a:cubicBezTo>
                  <a:pt x="0" y="707"/>
                  <a:pt x="3" y="704"/>
                  <a:pt x="8" y="698"/>
                </a:cubicBezTo>
                <a:cubicBezTo>
                  <a:pt x="81" y="621"/>
                  <a:pt x="119" y="508"/>
                  <a:pt x="119" y="357"/>
                </a:cubicBezTo>
                <a:cubicBezTo>
                  <a:pt x="119" y="208"/>
                  <a:pt x="81" y="94"/>
                  <a:pt x="8" y="18"/>
                </a:cubicBezTo>
                <a:cubicBezTo>
                  <a:pt x="3" y="12"/>
                  <a:pt x="0" y="9"/>
                  <a:pt x="0" y="8"/>
                </a:cubicBezTo>
                <a:cubicBezTo>
                  <a:pt x="0" y="4"/>
                  <a:pt x="1" y="2"/>
                  <a:pt x="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4" name=""/>
          <p:cNvSpPr/>
          <p:nvPr/>
        </p:nvSpPr>
        <p:spPr>
          <a:xfrm>
            <a:off x="6226200" y="370080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4"/>
                </a:moveTo>
                <a:cubicBezTo>
                  <a:pt x="0" y="8"/>
                  <a:pt x="4" y="3"/>
                  <a:pt x="10" y="0"/>
                </a:cubicBezTo>
                <a:lnTo>
                  <a:pt x="467" y="0"/>
                </a:lnTo>
                <a:cubicBezTo>
                  <a:pt x="474" y="3"/>
                  <a:pt x="477" y="8"/>
                  <a:pt x="477" y="14"/>
                </a:cubicBezTo>
                <a:cubicBezTo>
                  <a:pt x="477" y="19"/>
                  <a:pt x="474" y="24"/>
                  <a:pt x="467" y="27"/>
                </a:cubicBezTo>
                <a:lnTo>
                  <a:pt x="240" y="28"/>
                </a:lnTo>
                <a:lnTo>
                  <a:pt x="12" y="28"/>
                </a:lnTo>
                <a:cubicBezTo>
                  <a:pt x="4" y="26"/>
                  <a:pt x="0" y="21"/>
                  <a:pt x="0" y="14"/>
                </a:cubicBezTo>
                <a:moveTo>
                  <a:pt x="0" y="153"/>
                </a:moveTo>
                <a:cubicBezTo>
                  <a:pt x="0" y="145"/>
                  <a:pt x="4" y="141"/>
                  <a:pt x="12" y="138"/>
                </a:cubicBezTo>
                <a:lnTo>
                  <a:pt x="467" y="138"/>
                </a:lnTo>
                <a:cubicBezTo>
                  <a:pt x="474" y="143"/>
                  <a:pt x="477" y="148"/>
                  <a:pt x="477" y="153"/>
                </a:cubicBezTo>
                <a:cubicBezTo>
                  <a:pt x="477" y="160"/>
                  <a:pt x="474" y="165"/>
                  <a:pt x="467" y="168"/>
                </a:cubicBezTo>
                <a:lnTo>
                  <a:pt x="10" y="168"/>
                </a:lnTo>
                <a:cubicBezTo>
                  <a:pt x="4" y="165"/>
                  <a:pt x="0" y="160"/>
                  <a:pt x="0" y="1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5" name=""/>
          <p:cNvSpPr/>
          <p:nvPr/>
        </p:nvSpPr>
        <p:spPr>
          <a:xfrm>
            <a:off x="6553440" y="3436560"/>
            <a:ext cx="257040" cy="181800"/>
          </a:xfrm>
          <a:custGeom>
            <a:avLst/>
            <a:gdLst/>
            <a:ahLst/>
            <a:rect l="0" t="0" r="r" b="b"/>
            <a:pathLst>
              <a:path w="714" h="505">
                <a:moveTo>
                  <a:pt x="275" y="0"/>
                </a:moveTo>
                <a:cubicBezTo>
                  <a:pt x="282" y="0"/>
                  <a:pt x="294" y="0"/>
                  <a:pt x="311" y="1"/>
                </a:cubicBezTo>
                <a:cubicBezTo>
                  <a:pt x="328" y="1"/>
                  <a:pt x="344" y="2"/>
                  <a:pt x="359" y="2"/>
                </a:cubicBezTo>
                <a:cubicBezTo>
                  <a:pt x="383" y="2"/>
                  <a:pt x="403" y="2"/>
                  <a:pt x="420" y="1"/>
                </a:cubicBezTo>
                <a:cubicBezTo>
                  <a:pt x="436" y="1"/>
                  <a:pt x="445" y="1"/>
                  <a:pt x="447" y="1"/>
                </a:cubicBezTo>
                <a:cubicBezTo>
                  <a:pt x="456" y="1"/>
                  <a:pt x="460" y="3"/>
                  <a:pt x="460" y="6"/>
                </a:cubicBezTo>
                <a:cubicBezTo>
                  <a:pt x="460" y="8"/>
                  <a:pt x="460" y="12"/>
                  <a:pt x="458" y="17"/>
                </a:cubicBezTo>
                <a:cubicBezTo>
                  <a:pt x="456" y="26"/>
                  <a:pt x="454" y="30"/>
                  <a:pt x="452" y="31"/>
                </a:cubicBezTo>
                <a:cubicBezTo>
                  <a:pt x="450" y="32"/>
                  <a:pt x="445" y="33"/>
                  <a:pt x="436" y="33"/>
                </a:cubicBezTo>
                <a:cubicBezTo>
                  <a:pt x="424" y="33"/>
                  <a:pt x="415" y="35"/>
                  <a:pt x="407" y="36"/>
                </a:cubicBezTo>
                <a:cubicBezTo>
                  <a:pt x="400" y="38"/>
                  <a:pt x="395" y="40"/>
                  <a:pt x="392" y="42"/>
                </a:cubicBezTo>
                <a:cubicBezTo>
                  <a:pt x="390" y="44"/>
                  <a:pt x="389" y="46"/>
                  <a:pt x="390" y="49"/>
                </a:cubicBezTo>
                <a:cubicBezTo>
                  <a:pt x="390" y="54"/>
                  <a:pt x="394" y="111"/>
                  <a:pt x="402" y="219"/>
                </a:cubicBezTo>
                <a:cubicBezTo>
                  <a:pt x="409" y="327"/>
                  <a:pt x="413" y="384"/>
                  <a:pt x="413" y="391"/>
                </a:cubicBezTo>
                <a:lnTo>
                  <a:pt x="415" y="389"/>
                </a:lnTo>
                <a:cubicBezTo>
                  <a:pt x="415" y="387"/>
                  <a:pt x="417" y="385"/>
                  <a:pt x="419" y="381"/>
                </a:cubicBezTo>
                <a:cubicBezTo>
                  <a:pt x="421" y="378"/>
                  <a:pt x="424" y="373"/>
                  <a:pt x="427" y="368"/>
                </a:cubicBezTo>
                <a:cubicBezTo>
                  <a:pt x="431" y="362"/>
                  <a:pt x="435" y="355"/>
                  <a:pt x="440" y="346"/>
                </a:cubicBezTo>
                <a:cubicBezTo>
                  <a:pt x="444" y="338"/>
                  <a:pt x="450" y="328"/>
                  <a:pt x="457" y="317"/>
                </a:cubicBezTo>
                <a:cubicBezTo>
                  <a:pt x="464" y="306"/>
                  <a:pt x="471" y="293"/>
                  <a:pt x="478" y="277"/>
                </a:cubicBezTo>
                <a:cubicBezTo>
                  <a:pt x="485" y="263"/>
                  <a:pt x="495" y="247"/>
                  <a:pt x="506" y="229"/>
                </a:cubicBezTo>
                <a:cubicBezTo>
                  <a:pt x="556" y="142"/>
                  <a:pt x="584" y="92"/>
                  <a:pt x="590" y="79"/>
                </a:cubicBezTo>
                <a:cubicBezTo>
                  <a:pt x="597" y="67"/>
                  <a:pt x="601" y="59"/>
                  <a:pt x="601" y="56"/>
                </a:cubicBezTo>
                <a:cubicBezTo>
                  <a:pt x="601" y="49"/>
                  <a:pt x="597" y="44"/>
                  <a:pt x="588" y="39"/>
                </a:cubicBezTo>
                <a:cubicBezTo>
                  <a:pt x="579" y="35"/>
                  <a:pt x="569" y="33"/>
                  <a:pt x="558" y="33"/>
                </a:cubicBezTo>
                <a:cubicBezTo>
                  <a:pt x="551" y="33"/>
                  <a:pt x="548" y="30"/>
                  <a:pt x="548" y="26"/>
                </a:cubicBezTo>
                <a:cubicBezTo>
                  <a:pt x="548" y="24"/>
                  <a:pt x="548" y="21"/>
                  <a:pt x="549" y="16"/>
                </a:cubicBezTo>
                <a:cubicBezTo>
                  <a:pt x="551" y="9"/>
                  <a:pt x="552" y="4"/>
                  <a:pt x="553" y="3"/>
                </a:cubicBezTo>
                <a:cubicBezTo>
                  <a:pt x="554" y="1"/>
                  <a:pt x="558" y="1"/>
                  <a:pt x="563" y="1"/>
                </a:cubicBezTo>
                <a:cubicBezTo>
                  <a:pt x="565" y="1"/>
                  <a:pt x="569" y="1"/>
                  <a:pt x="575" y="1"/>
                </a:cubicBezTo>
                <a:cubicBezTo>
                  <a:pt x="582" y="1"/>
                  <a:pt x="591" y="1"/>
                  <a:pt x="603" y="1"/>
                </a:cubicBezTo>
                <a:cubicBezTo>
                  <a:pt x="615" y="1"/>
                  <a:pt x="628" y="1"/>
                  <a:pt x="642" y="1"/>
                </a:cubicBezTo>
                <a:cubicBezTo>
                  <a:pt x="674" y="1"/>
                  <a:pt x="695" y="1"/>
                  <a:pt x="704" y="0"/>
                </a:cubicBezTo>
                <a:cubicBezTo>
                  <a:pt x="710" y="0"/>
                  <a:pt x="714" y="3"/>
                  <a:pt x="714" y="8"/>
                </a:cubicBezTo>
                <a:cubicBezTo>
                  <a:pt x="714" y="11"/>
                  <a:pt x="713" y="15"/>
                  <a:pt x="712" y="20"/>
                </a:cubicBezTo>
                <a:cubicBezTo>
                  <a:pt x="710" y="25"/>
                  <a:pt x="708" y="29"/>
                  <a:pt x="707" y="31"/>
                </a:cubicBezTo>
                <a:cubicBezTo>
                  <a:pt x="705" y="33"/>
                  <a:pt x="702" y="33"/>
                  <a:pt x="699" y="33"/>
                </a:cubicBezTo>
                <a:cubicBezTo>
                  <a:pt x="689" y="33"/>
                  <a:pt x="679" y="34"/>
                  <a:pt x="671" y="37"/>
                </a:cubicBezTo>
                <a:cubicBezTo>
                  <a:pt x="661" y="40"/>
                  <a:pt x="654" y="43"/>
                  <a:pt x="648" y="47"/>
                </a:cubicBezTo>
                <a:cubicBezTo>
                  <a:pt x="643" y="51"/>
                  <a:pt x="638" y="55"/>
                  <a:pt x="635" y="59"/>
                </a:cubicBezTo>
                <a:cubicBezTo>
                  <a:pt x="631" y="64"/>
                  <a:pt x="629" y="67"/>
                  <a:pt x="626" y="71"/>
                </a:cubicBezTo>
                <a:lnTo>
                  <a:pt x="623" y="75"/>
                </a:lnTo>
                <a:lnTo>
                  <a:pt x="502" y="288"/>
                </a:lnTo>
                <a:cubicBezTo>
                  <a:pt x="422" y="429"/>
                  <a:pt x="382" y="500"/>
                  <a:pt x="382" y="500"/>
                </a:cubicBezTo>
                <a:cubicBezTo>
                  <a:pt x="379" y="503"/>
                  <a:pt x="373" y="505"/>
                  <a:pt x="364" y="505"/>
                </a:cubicBezTo>
                <a:cubicBezTo>
                  <a:pt x="357" y="505"/>
                  <a:pt x="353" y="504"/>
                  <a:pt x="351" y="501"/>
                </a:cubicBezTo>
                <a:cubicBezTo>
                  <a:pt x="349" y="500"/>
                  <a:pt x="345" y="441"/>
                  <a:pt x="337" y="326"/>
                </a:cubicBezTo>
                <a:cubicBezTo>
                  <a:pt x="330" y="209"/>
                  <a:pt x="326" y="149"/>
                  <a:pt x="325" y="145"/>
                </a:cubicBezTo>
                <a:lnTo>
                  <a:pt x="317" y="158"/>
                </a:lnTo>
                <a:cubicBezTo>
                  <a:pt x="306" y="176"/>
                  <a:pt x="276" y="229"/>
                  <a:pt x="225" y="318"/>
                </a:cubicBezTo>
                <a:cubicBezTo>
                  <a:pt x="156" y="439"/>
                  <a:pt x="122" y="499"/>
                  <a:pt x="121" y="500"/>
                </a:cubicBezTo>
                <a:cubicBezTo>
                  <a:pt x="120" y="501"/>
                  <a:pt x="119" y="502"/>
                  <a:pt x="117" y="503"/>
                </a:cubicBezTo>
                <a:cubicBezTo>
                  <a:pt x="115" y="504"/>
                  <a:pt x="110" y="505"/>
                  <a:pt x="104" y="505"/>
                </a:cubicBezTo>
                <a:cubicBezTo>
                  <a:pt x="95" y="505"/>
                  <a:pt x="90" y="503"/>
                  <a:pt x="89" y="500"/>
                </a:cubicBezTo>
                <a:cubicBezTo>
                  <a:pt x="89" y="499"/>
                  <a:pt x="84" y="423"/>
                  <a:pt x="73" y="271"/>
                </a:cubicBezTo>
                <a:cubicBezTo>
                  <a:pt x="63" y="120"/>
                  <a:pt x="57" y="45"/>
                  <a:pt x="57" y="44"/>
                </a:cubicBezTo>
                <a:cubicBezTo>
                  <a:pt x="56" y="39"/>
                  <a:pt x="54" y="37"/>
                  <a:pt x="50" y="36"/>
                </a:cubicBezTo>
                <a:cubicBezTo>
                  <a:pt x="46" y="35"/>
                  <a:pt x="37" y="34"/>
                  <a:pt x="22" y="33"/>
                </a:cubicBezTo>
                <a:lnTo>
                  <a:pt x="5" y="33"/>
                </a:lnTo>
                <a:cubicBezTo>
                  <a:pt x="1" y="30"/>
                  <a:pt x="0" y="27"/>
                  <a:pt x="0" y="25"/>
                </a:cubicBezTo>
                <a:cubicBezTo>
                  <a:pt x="0" y="14"/>
                  <a:pt x="3" y="6"/>
                  <a:pt x="9" y="0"/>
                </a:cubicBezTo>
                <a:lnTo>
                  <a:pt x="18" y="0"/>
                </a:lnTo>
                <a:cubicBezTo>
                  <a:pt x="38" y="1"/>
                  <a:pt x="62" y="2"/>
                  <a:pt x="89" y="2"/>
                </a:cubicBezTo>
                <a:cubicBezTo>
                  <a:pt x="149" y="2"/>
                  <a:pt x="181" y="1"/>
                  <a:pt x="187" y="0"/>
                </a:cubicBezTo>
                <a:lnTo>
                  <a:pt x="194" y="0"/>
                </a:lnTo>
                <a:cubicBezTo>
                  <a:pt x="197" y="3"/>
                  <a:pt x="199" y="5"/>
                  <a:pt x="199" y="6"/>
                </a:cubicBezTo>
                <a:cubicBezTo>
                  <a:pt x="199" y="8"/>
                  <a:pt x="198" y="12"/>
                  <a:pt x="197" y="19"/>
                </a:cubicBezTo>
                <a:cubicBezTo>
                  <a:pt x="195" y="26"/>
                  <a:pt x="193" y="31"/>
                  <a:pt x="191" y="33"/>
                </a:cubicBezTo>
                <a:lnTo>
                  <a:pt x="176" y="33"/>
                </a:lnTo>
                <a:cubicBezTo>
                  <a:pt x="147" y="34"/>
                  <a:pt x="131" y="38"/>
                  <a:pt x="129" y="45"/>
                </a:cubicBezTo>
                <a:cubicBezTo>
                  <a:pt x="144" y="264"/>
                  <a:pt x="152" y="381"/>
                  <a:pt x="154" y="392"/>
                </a:cubicBezTo>
                <a:lnTo>
                  <a:pt x="322" y="95"/>
                </a:lnTo>
                <a:lnTo>
                  <a:pt x="320" y="69"/>
                </a:lnTo>
                <a:cubicBezTo>
                  <a:pt x="319" y="49"/>
                  <a:pt x="316" y="38"/>
                  <a:pt x="313" y="36"/>
                </a:cubicBezTo>
                <a:cubicBezTo>
                  <a:pt x="310" y="35"/>
                  <a:pt x="300" y="33"/>
                  <a:pt x="283" y="33"/>
                </a:cubicBezTo>
                <a:cubicBezTo>
                  <a:pt x="274" y="33"/>
                  <a:pt x="268" y="32"/>
                  <a:pt x="265" y="31"/>
                </a:cubicBezTo>
                <a:cubicBezTo>
                  <a:pt x="262" y="30"/>
                  <a:pt x="261" y="28"/>
                  <a:pt x="261" y="25"/>
                </a:cubicBezTo>
                <a:cubicBezTo>
                  <a:pt x="261" y="24"/>
                  <a:pt x="261" y="21"/>
                  <a:pt x="262" y="16"/>
                </a:cubicBezTo>
                <a:cubicBezTo>
                  <a:pt x="263" y="14"/>
                  <a:pt x="263" y="12"/>
                  <a:pt x="264" y="10"/>
                </a:cubicBezTo>
                <a:cubicBezTo>
                  <a:pt x="264" y="8"/>
                  <a:pt x="264" y="6"/>
                  <a:pt x="264" y="5"/>
                </a:cubicBezTo>
                <a:cubicBezTo>
                  <a:pt x="264" y="4"/>
                  <a:pt x="265" y="3"/>
                  <a:pt x="267" y="2"/>
                </a:cubicBezTo>
                <a:cubicBezTo>
                  <a:pt x="268" y="1"/>
                  <a:pt x="269" y="1"/>
                  <a:pt x="269" y="1"/>
                </a:cubicBezTo>
                <a:cubicBezTo>
                  <a:pt x="270" y="1"/>
                  <a:pt x="272" y="0"/>
                  <a:pt x="275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6" name=""/>
          <p:cNvSpPr/>
          <p:nvPr/>
        </p:nvSpPr>
        <p:spPr>
          <a:xfrm>
            <a:off x="6806880" y="352980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7" y="44"/>
                </a:moveTo>
                <a:lnTo>
                  <a:pt x="60" y="47"/>
                </a:lnTo>
                <a:cubicBezTo>
                  <a:pt x="55" y="49"/>
                  <a:pt x="49" y="50"/>
                  <a:pt x="40" y="52"/>
                </a:cubicBezTo>
                <a:cubicBezTo>
                  <a:pt x="30" y="54"/>
                  <a:pt x="20" y="55"/>
                  <a:pt x="10" y="56"/>
                </a:cubicBezTo>
                <a:lnTo>
                  <a:pt x="0" y="56"/>
                </a:lnTo>
                <a:lnTo>
                  <a:pt x="0" y="32"/>
                </a:lnTo>
                <a:lnTo>
                  <a:pt x="10" y="32"/>
                </a:lnTo>
                <a:cubicBezTo>
                  <a:pt x="25" y="32"/>
                  <a:pt x="41" y="29"/>
                  <a:pt x="54" y="25"/>
                </a:cubicBezTo>
                <a:cubicBezTo>
                  <a:pt x="68" y="20"/>
                  <a:pt x="77" y="16"/>
                  <a:pt x="83" y="13"/>
                </a:cubicBezTo>
                <a:cubicBezTo>
                  <a:pt x="88" y="9"/>
                  <a:pt x="93" y="5"/>
                  <a:pt x="97" y="1"/>
                </a:cubicBezTo>
                <a:cubicBezTo>
                  <a:pt x="98" y="0"/>
                  <a:pt x="100" y="0"/>
                  <a:pt x="103" y="0"/>
                </a:cubicBezTo>
                <a:cubicBezTo>
                  <a:pt x="106" y="0"/>
                  <a:pt x="109" y="1"/>
                  <a:pt x="112" y="3"/>
                </a:cubicBezTo>
                <a:lnTo>
                  <a:pt x="112" y="155"/>
                </a:lnTo>
                <a:lnTo>
                  <a:pt x="112" y="307"/>
                </a:lnTo>
                <a:cubicBezTo>
                  <a:pt x="114" y="309"/>
                  <a:pt x="117" y="311"/>
                  <a:pt x="118" y="311"/>
                </a:cubicBezTo>
                <a:cubicBezTo>
                  <a:pt x="120" y="312"/>
                  <a:pt x="124" y="313"/>
                  <a:pt x="130" y="313"/>
                </a:cubicBezTo>
                <a:cubicBezTo>
                  <a:pt x="137" y="314"/>
                  <a:pt x="147" y="314"/>
                  <a:pt x="162" y="314"/>
                </a:cubicBezTo>
                <a:lnTo>
                  <a:pt x="175" y="314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5" y="336"/>
                  <a:pt x="89" y="336"/>
                </a:cubicBezTo>
                <a:cubicBezTo>
                  <a:pt x="43" y="336"/>
                  <a:pt x="16" y="337"/>
                  <a:pt x="9" y="338"/>
                </a:cubicBezTo>
                <a:lnTo>
                  <a:pt x="2" y="338"/>
                </a:lnTo>
                <a:lnTo>
                  <a:pt x="2" y="314"/>
                </a:lnTo>
                <a:lnTo>
                  <a:pt x="16" y="314"/>
                </a:lnTo>
                <a:cubicBezTo>
                  <a:pt x="23" y="314"/>
                  <a:pt x="29" y="314"/>
                  <a:pt x="35" y="314"/>
                </a:cubicBezTo>
                <a:cubicBezTo>
                  <a:pt x="41" y="314"/>
                  <a:pt x="45" y="314"/>
                  <a:pt x="48" y="314"/>
                </a:cubicBezTo>
                <a:cubicBezTo>
                  <a:pt x="51" y="313"/>
                  <a:pt x="54" y="313"/>
                  <a:pt x="57" y="312"/>
                </a:cubicBezTo>
                <a:cubicBezTo>
                  <a:pt x="59" y="312"/>
                  <a:pt x="60" y="311"/>
                  <a:pt x="61" y="311"/>
                </a:cubicBezTo>
                <a:cubicBezTo>
                  <a:pt x="61" y="311"/>
                  <a:pt x="62" y="310"/>
                  <a:pt x="64" y="309"/>
                </a:cubicBezTo>
                <a:cubicBezTo>
                  <a:pt x="65" y="307"/>
                  <a:pt x="66" y="306"/>
                  <a:pt x="67" y="307"/>
                </a:cubicBezTo>
                <a:lnTo>
                  <a:pt x="67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7" name=""/>
          <p:cNvSpPr/>
          <p:nvPr/>
        </p:nvSpPr>
        <p:spPr>
          <a:xfrm>
            <a:off x="6919920" y="341928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9"/>
                </a:moveTo>
                <a:cubicBezTo>
                  <a:pt x="0" y="326"/>
                  <a:pt x="2" y="294"/>
                  <a:pt x="7" y="265"/>
                </a:cubicBezTo>
                <a:cubicBezTo>
                  <a:pt x="12" y="235"/>
                  <a:pt x="17" y="210"/>
                  <a:pt x="23" y="188"/>
                </a:cubicBezTo>
                <a:cubicBezTo>
                  <a:pt x="30" y="167"/>
                  <a:pt x="38" y="145"/>
                  <a:pt x="50" y="124"/>
                </a:cubicBezTo>
                <a:cubicBezTo>
                  <a:pt x="61" y="104"/>
                  <a:pt x="70" y="88"/>
                  <a:pt x="78" y="77"/>
                </a:cubicBezTo>
                <a:cubicBezTo>
                  <a:pt x="85" y="65"/>
                  <a:pt x="95" y="53"/>
                  <a:pt x="108" y="39"/>
                </a:cubicBezTo>
                <a:cubicBezTo>
                  <a:pt x="121" y="26"/>
                  <a:pt x="129" y="18"/>
                  <a:pt x="132" y="15"/>
                </a:cubicBezTo>
                <a:cubicBezTo>
                  <a:pt x="134" y="12"/>
                  <a:pt x="140" y="7"/>
                  <a:pt x="149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8" y="0"/>
                  <a:pt x="172" y="2"/>
                  <a:pt x="172" y="6"/>
                </a:cubicBezTo>
                <a:cubicBezTo>
                  <a:pt x="172" y="8"/>
                  <a:pt x="168" y="13"/>
                  <a:pt x="159" y="21"/>
                </a:cubicBezTo>
                <a:cubicBezTo>
                  <a:pt x="151" y="30"/>
                  <a:pt x="142" y="43"/>
                  <a:pt x="130" y="59"/>
                </a:cubicBezTo>
                <a:cubicBezTo>
                  <a:pt x="119" y="76"/>
                  <a:pt x="107" y="97"/>
                  <a:pt x="95" y="121"/>
                </a:cubicBezTo>
                <a:cubicBezTo>
                  <a:pt x="83" y="145"/>
                  <a:pt x="72" y="179"/>
                  <a:pt x="64" y="221"/>
                </a:cubicBezTo>
                <a:cubicBezTo>
                  <a:pt x="56" y="262"/>
                  <a:pt x="52" y="308"/>
                  <a:pt x="52" y="359"/>
                </a:cubicBezTo>
                <a:cubicBezTo>
                  <a:pt x="52" y="409"/>
                  <a:pt x="56" y="455"/>
                  <a:pt x="64" y="496"/>
                </a:cubicBezTo>
                <a:cubicBezTo>
                  <a:pt x="72" y="537"/>
                  <a:pt x="83" y="570"/>
                  <a:pt x="94" y="595"/>
                </a:cubicBezTo>
                <a:cubicBezTo>
                  <a:pt x="106" y="621"/>
                  <a:pt x="118" y="641"/>
                  <a:pt x="129" y="657"/>
                </a:cubicBezTo>
                <a:cubicBezTo>
                  <a:pt x="141" y="672"/>
                  <a:pt x="151" y="685"/>
                  <a:pt x="159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49" y="716"/>
                </a:lnTo>
                <a:lnTo>
                  <a:pt x="129" y="699"/>
                </a:lnTo>
                <a:cubicBezTo>
                  <a:pt x="85" y="658"/>
                  <a:pt x="51" y="608"/>
                  <a:pt x="31" y="547"/>
                </a:cubicBezTo>
                <a:cubicBezTo>
                  <a:pt x="10" y="487"/>
                  <a:pt x="0" y="424"/>
                  <a:pt x="0" y="3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8" name=""/>
          <p:cNvSpPr/>
          <p:nvPr/>
        </p:nvSpPr>
        <p:spPr>
          <a:xfrm>
            <a:off x="7003800" y="343728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7"/>
                </a:moveTo>
                <a:cubicBezTo>
                  <a:pt x="4" y="487"/>
                  <a:pt x="0" y="484"/>
                  <a:pt x="0" y="479"/>
                </a:cubicBezTo>
                <a:cubicBezTo>
                  <a:pt x="0" y="479"/>
                  <a:pt x="1" y="475"/>
                  <a:pt x="2" y="469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5" y="455"/>
                  <a:pt x="24" y="454"/>
                </a:cubicBezTo>
                <a:cubicBezTo>
                  <a:pt x="37" y="454"/>
                  <a:pt x="51" y="454"/>
                  <a:pt x="67" y="452"/>
                </a:cubicBezTo>
                <a:cubicBezTo>
                  <a:pt x="74" y="451"/>
                  <a:pt x="78" y="448"/>
                  <a:pt x="81" y="444"/>
                </a:cubicBezTo>
                <a:cubicBezTo>
                  <a:pt x="82" y="441"/>
                  <a:pt x="99" y="373"/>
                  <a:pt x="131" y="242"/>
                </a:cubicBezTo>
                <a:cubicBezTo>
                  <a:pt x="164" y="110"/>
                  <a:pt x="181" y="43"/>
                  <a:pt x="181" y="42"/>
                </a:cubicBezTo>
                <a:cubicBezTo>
                  <a:pt x="181" y="38"/>
                  <a:pt x="181" y="37"/>
                  <a:pt x="179" y="37"/>
                </a:cubicBezTo>
                <a:cubicBezTo>
                  <a:pt x="175" y="35"/>
                  <a:pt x="162" y="34"/>
                  <a:pt x="141" y="33"/>
                </a:cubicBezTo>
                <a:lnTo>
                  <a:pt x="119" y="33"/>
                </a:lnTo>
                <a:cubicBezTo>
                  <a:pt x="116" y="30"/>
                  <a:pt x="114" y="28"/>
                  <a:pt x="114" y="27"/>
                </a:cubicBezTo>
                <a:cubicBezTo>
                  <a:pt x="114" y="26"/>
                  <a:pt x="115" y="22"/>
                  <a:pt x="116" y="15"/>
                </a:cubicBezTo>
                <a:cubicBezTo>
                  <a:pt x="118" y="7"/>
                  <a:pt x="120" y="2"/>
                  <a:pt x="123" y="0"/>
                </a:cubicBezTo>
                <a:lnTo>
                  <a:pt x="509" y="0"/>
                </a:lnTo>
                <a:cubicBezTo>
                  <a:pt x="513" y="2"/>
                  <a:pt x="514" y="5"/>
                  <a:pt x="514" y="8"/>
                </a:cubicBezTo>
                <a:cubicBezTo>
                  <a:pt x="514" y="10"/>
                  <a:pt x="511" y="37"/>
                  <a:pt x="505" y="88"/>
                </a:cubicBezTo>
                <a:cubicBezTo>
                  <a:pt x="499" y="139"/>
                  <a:pt x="495" y="165"/>
                  <a:pt x="495" y="167"/>
                </a:cubicBezTo>
                <a:cubicBezTo>
                  <a:pt x="494" y="170"/>
                  <a:pt x="489" y="172"/>
                  <a:pt x="481" y="172"/>
                </a:cubicBezTo>
                <a:lnTo>
                  <a:pt x="472" y="172"/>
                </a:lnTo>
                <a:cubicBezTo>
                  <a:pt x="469" y="169"/>
                  <a:pt x="467" y="166"/>
                  <a:pt x="467" y="162"/>
                </a:cubicBezTo>
                <a:cubicBezTo>
                  <a:pt x="467" y="162"/>
                  <a:pt x="468" y="156"/>
                  <a:pt x="469" y="145"/>
                </a:cubicBezTo>
                <a:cubicBezTo>
                  <a:pt x="471" y="134"/>
                  <a:pt x="471" y="122"/>
                  <a:pt x="471" y="107"/>
                </a:cubicBezTo>
                <a:cubicBezTo>
                  <a:pt x="471" y="93"/>
                  <a:pt x="470" y="81"/>
                  <a:pt x="466" y="72"/>
                </a:cubicBezTo>
                <a:cubicBezTo>
                  <a:pt x="463" y="63"/>
                  <a:pt x="459" y="56"/>
                  <a:pt x="453" y="50"/>
                </a:cubicBezTo>
                <a:cubicBezTo>
                  <a:pt x="447" y="44"/>
                  <a:pt x="438" y="41"/>
                  <a:pt x="426" y="39"/>
                </a:cubicBezTo>
                <a:cubicBezTo>
                  <a:pt x="414" y="37"/>
                  <a:pt x="402" y="35"/>
                  <a:pt x="390" y="34"/>
                </a:cubicBezTo>
                <a:cubicBezTo>
                  <a:pt x="377" y="32"/>
                  <a:pt x="360" y="32"/>
                  <a:pt x="338" y="33"/>
                </a:cubicBezTo>
                <a:lnTo>
                  <a:pt x="322" y="33"/>
                </a:lnTo>
                <a:cubicBezTo>
                  <a:pt x="282" y="33"/>
                  <a:pt x="261" y="34"/>
                  <a:pt x="259" y="35"/>
                </a:cubicBezTo>
                <a:cubicBezTo>
                  <a:pt x="256" y="36"/>
                  <a:pt x="255" y="38"/>
                  <a:pt x="254" y="41"/>
                </a:cubicBezTo>
                <a:cubicBezTo>
                  <a:pt x="253" y="41"/>
                  <a:pt x="245" y="73"/>
                  <a:pt x="229" y="135"/>
                </a:cubicBezTo>
                <a:lnTo>
                  <a:pt x="207" y="227"/>
                </a:lnTo>
                <a:lnTo>
                  <a:pt x="246" y="227"/>
                </a:lnTo>
                <a:cubicBezTo>
                  <a:pt x="247" y="227"/>
                  <a:pt x="253" y="227"/>
                  <a:pt x="262" y="227"/>
                </a:cubicBezTo>
                <a:cubicBezTo>
                  <a:pt x="272" y="227"/>
                  <a:pt x="278" y="227"/>
                  <a:pt x="282" y="226"/>
                </a:cubicBezTo>
                <a:cubicBezTo>
                  <a:pt x="286" y="226"/>
                  <a:pt x="291" y="225"/>
                  <a:pt x="299" y="224"/>
                </a:cubicBezTo>
                <a:cubicBezTo>
                  <a:pt x="306" y="223"/>
                  <a:pt x="311" y="221"/>
                  <a:pt x="316" y="219"/>
                </a:cubicBezTo>
                <a:cubicBezTo>
                  <a:pt x="321" y="217"/>
                  <a:pt x="325" y="214"/>
                  <a:pt x="328" y="210"/>
                </a:cubicBezTo>
                <a:cubicBezTo>
                  <a:pt x="335" y="205"/>
                  <a:pt x="340" y="197"/>
                  <a:pt x="344" y="187"/>
                </a:cubicBezTo>
                <a:cubicBezTo>
                  <a:pt x="348" y="177"/>
                  <a:pt x="351" y="168"/>
                  <a:pt x="353" y="160"/>
                </a:cubicBezTo>
                <a:cubicBezTo>
                  <a:pt x="355" y="151"/>
                  <a:pt x="356" y="147"/>
                  <a:pt x="357" y="147"/>
                </a:cubicBezTo>
                <a:cubicBezTo>
                  <a:pt x="358" y="144"/>
                  <a:pt x="363" y="143"/>
                  <a:pt x="371" y="143"/>
                </a:cubicBezTo>
                <a:lnTo>
                  <a:pt x="379" y="143"/>
                </a:lnTo>
                <a:cubicBezTo>
                  <a:pt x="382" y="145"/>
                  <a:pt x="384" y="148"/>
                  <a:pt x="384" y="150"/>
                </a:cubicBezTo>
                <a:cubicBezTo>
                  <a:pt x="384" y="152"/>
                  <a:pt x="377" y="183"/>
                  <a:pt x="362" y="244"/>
                </a:cubicBezTo>
                <a:cubicBezTo>
                  <a:pt x="347" y="305"/>
                  <a:pt x="339" y="336"/>
                  <a:pt x="338" y="338"/>
                </a:cubicBezTo>
                <a:cubicBezTo>
                  <a:pt x="337" y="342"/>
                  <a:pt x="332" y="343"/>
                  <a:pt x="323" y="343"/>
                </a:cubicBezTo>
                <a:lnTo>
                  <a:pt x="315" y="343"/>
                </a:lnTo>
                <a:cubicBezTo>
                  <a:pt x="311" y="340"/>
                  <a:pt x="310" y="338"/>
                  <a:pt x="310" y="335"/>
                </a:cubicBezTo>
                <a:cubicBezTo>
                  <a:pt x="310" y="333"/>
                  <a:pt x="311" y="328"/>
                  <a:pt x="313" y="319"/>
                </a:cubicBezTo>
                <a:cubicBezTo>
                  <a:pt x="316" y="310"/>
                  <a:pt x="317" y="300"/>
                  <a:pt x="317" y="290"/>
                </a:cubicBezTo>
                <a:cubicBezTo>
                  <a:pt x="317" y="277"/>
                  <a:pt x="312" y="268"/>
                  <a:pt x="303" y="265"/>
                </a:cubicBezTo>
                <a:cubicBezTo>
                  <a:pt x="292" y="261"/>
                  <a:pt x="271" y="260"/>
                  <a:pt x="238" y="260"/>
                </a:cubicBezTo>
                <a:lnTo>
                  <a:pt x="199" y="260"/>
                </a:lnTo>
                <a:lnTo>
                  <a:pt x="176" y="350"/>
                </a:lnTo>
                <a:cubicBezTo>
                  <a:pt x="161" y="410"/>
                  <a:pt x="153" y="442"/>
                  <a:pt x="153" y="444"/>
                </a:cubicBezTo>
                <a:cubicBezTo>
                  <a:pt x="153" y="451"/>
                  <a:pt x="174" y="454"/>
                  <a:pt x="217" y="454"/>
                </a:cubicBezTo>
                <a:lnTo>
                  <a:pt x="234" y="454"/>
                </a:lnTo>
                <a:cubicBezTo>
                  <a:pt x="237" y="457"/>
                  <a:pt x="239" y="459"/>
                  <a:pt x="239" y="459"/>
                </a:cubicBezTo>
                <a:cubicBezTo>
                  <a:pt x="239" y="460"/>
                  <a:pt x="238" y="465"/>
                  <a:pt x="237" y="474"/>
                </a:cubicBezTo>
                <a:cubicBezTo>
                  <a:pt x="235" y="480"/>
                  <a:pt x="233" y="484"/>
                  <a:pt x="230" y="487"/>
                </a:cubicBezTo>
                <a:lnTo>
                  <a:pt x="218" y="487"/>
                </a:lnTo>
                <a:cubicBezTo>
                  <a:pt x="198" y="486"/>
                  <a:pt x="162" y="486"/>
                  <a:pt x="110" y="486"/>
                </a:cubicBezTo>
                <a:cubicBezTo>
                  <a:pt x="79" y="486"/>
                  <a:pt x="55" y="486"/>
                  <a:pt x="39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9" name=""/>
          <p:cNvSpPr/>
          <p:nvPr/>
        </p:nvSpPr>
        <p:spPr>
          <a:xfrm>
            <a:off x="7184880" y="352980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7" y="44"/>
                </a:moveTo>
                <a:lnTo>
                  <a:pt x="60" y="47"/>
                </a:lnTo>
                <a:cubicBezTo>
                  <a:pt x="55" y="49"/>
                  <a:pt x="49" y="50"/>
                  <a:pt x="40" y="52"/>
                </a:cubicBezTo>
                <a:cubicBezTo>
                  <a:pt x="31" y="54"/>
                  <a:pt x="20" y="55"/>
                  <a:pt x="10" y="56"/>
                </a:cubicBezTo>
                <a:lnTo>
                  <a:pt x="0" y="56"/>
                </a:lnTo>
                <a:lnTo>
                  <a:pt x="0" y="32"/>
                </a:lnTo>
                <a:lnTo>
                  <a:pt x="10" y="32"/>
                </a:lnTo>
                <a:cubicBezTo>
                  <a:pt x="26" y="32"/>
                  <a:pt x="41" y="29"/>
                  <a:pt x="55" y="25"/>
                </a:cubicBezTo>
                <a:cubicBezTo>
                  <a:pt x="68" y="20"/>
                  <a:pt x="78" y="16"/>
                  <a:pt x="83" y="13"/>
                </a:cubicBezTo>
                <a:cubicBezTo>
                  <a:pt x="88" y="9"/>
                  <a:pt x="93" y="5"/>
                  <a:pt x="97" y="1"/>
                </a:cubicBezTo>
                <a:cubicBezTo>
                  <a:pt x="98" y="0"/>
                  <a:pt x="100" y="0"/>
                  <a:pt x="103" y="0"/>
                </a:cubicBezTo>
                <a:cubicBezTo>
                  <a:pt x="106" y="0"/>
                  <a:pt x="109" y="1"/>
                  <a:pt x="112" y="3"/>
                </a:cubicBezTo>
                <a:lnTo>
                  <a:pt x="112" y="155"/>
                </a:lnTo>
                <a:lnTo>
                  <a:pt x="112" y="307"/>
                </a:lnTo>
                <a:cubicBezTo>
                  <a:pt x="115" y="309"/>
                  <a:pt x="117" y="311"/>
                  <a:pt x="118" y="311"/>
                </a:cubicBezTo>
                <a:cubicBezTo>
                  <a:pt x="120" y="312"/>
                  <a:pt x="124" y="313"/>
                  <a:pt x="130" y="313"/>
                </a:cubicBezTo>
                <a:cubicBezTo>
                  <a:pt x="137" y="314"/>
                  <a:pt x="147" y="314"/>
                  <a:pt x="162" y="314"/>
                </a:cubicBezTo>
                <a:lnTo>
                  <a:pt x="175" y="314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6" y="336"/>
                  <a:pt x="89" y="336"/>
                </a:cubicBezTo>
                <a:cubicBezTo>
                  <a:pt x="43" y="336"/>
                  <a:pt x="16" y="337"/>
                  <a:pt x="9" y="338"/>
                </a:cubicBezTo>
                <a:lnTo>
                  <a:pt x="3" y="338"/>
                </a:lnTo>
                <a:lnTo>
                  <a:pt x="3" y="314"/>
                </a:lnTo>
                <a:lnTo>
                  <a:pt x="16" y="314"/>
                </a:lnTo>
                <a:cubicBezTo>
                  <a:pt x="23" y="314"/>
                  <a:pt x="31" y="314"/>
                  <a:pt x="36" y="314"/>
                </a:cubicBezTo>
                <a:cubicBezTo>
                  <a:pt x="41" y="314"/>
                  <a:pt x="46" y="314"/>
                  <a:pt x="49" y="314"/>
                </a:cubicBezTo>
                <a:cubicBezTo>
                  <a:pt x="52" y="313"/>
                  <a:pt x="54" y="313"/>
                  <a:pt x="57" y="312"/>
                </a:cubicBezTo>
                <a:cubicBezTo>
                  <a:pt x="59" y="312"/>
                  <a:pt x="60" y="311"/>
                  <a:pt x="61" y="311"/>
                </a:cubicBezTo>
                <a:cubicBezTo>
                  <a:pt x="61" y="311"/>
                  <a:pt x="62" y="310"/>
                  <a:pt x="64" y="309"/>
                </a:cubicBezTo>
                <a:cubicBezTo>
                  <a:pt x="65" y="307"/>
                  <a:pt x="66" y="306"/>
                  <a:pt x="67" y="307"/>
                </a:cubicBezTo>
                <a:lnTo>
                  <a:pt x="67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0" name=""/>
          <p:cNvSpPr/>
          <p:nvPr/>
        </p:nvSpPr>
        <p:spPr>
          <a:xfrm>
            <a:off x="7293600" y="3581280"/>
            <a:ext cx="34560" cy="81360"/>
          </a:xfrm>
          <a:custGeom>
            <a:avLst/>
            <a:gdLst/>
            <a:ahLst/>
            <a:rect l="0" t="0" r="r" b="b"/>
            <a:pathLst>
              <a:path w="96" h="226">
                <a:moveTo>
                  <a:pt x="0" y="61"/>
                </a:moveTo>
                <a:cubicBezTo>
                  <a:pt x="0" y="61"/>
                  <a:pt x="0" y="55"/>
                  <a:pt x="0" y="43"/>
                </a:cubicBezTo>
                <a:cubicBezTo>
                  <a:pt x="0" y="32"/>
                  <a:pt x="4" y="21"/>
                  <a:pt x="12" y="13"/>
                </a:cubicBezTo>
                <a:cubicBezTo>
                  <a:pt x="19" y="4"/>
                  <a:pt x="30" y="0"/>
                  <a:pt x="43" y="0"/>
                </a:cubicBezTo>
                <a:cubicBezTo>
                  <a:pt x="56" y="0"/>
                  <a:pt x="68" y="6"/>
                  <a:pt x="78" y="18"/>
                </a:cubicBezTo>
                <a:cubicBezTo>
                  <a:pt x="89" y="30"/>
                  <a:pt x="95" y="51"/>
                  <a:pt x="96" y="82"/>
                </a:cubicBezTo>
                <a:cubicBezTo>
                  <a:pt x="96" y="98"/>
                  <a:pt x="94" y="115"/>
                  <a:pt x="88" y="130"/>
                </a:cubicBezTo>
                <a:cubicBezTo>
                  <a:pt x="84" y="146"/>
                  <a:pt x="79" y="160"/>
                  <a:pt x="73" y="171"/>
                </a:cubicBezTo>
                <a:cubicBezTo>
                  <a:pt x="68" y="182"/>
                  <a:pt x="61" y="192"/>
                  <a:pt x="55" y="200"/>
                </a:cubicBezTo>
                <a:cubicBezTo>
                  <a:pt x="48" y="208"/>
                  <a:pt x="42" y="215"/>
                  <a:pt x="38" y="220"/>
                </a:cubicBezTo>
                <a:cubicBezTo>
                  <a:pt x="33" y="224"/>
                  <a:pt x="30" y="227"/>
                  <a:pt x="28" y="226"/>
                </a:cubicBezTo>
                <a:cubicBezTo>
                  <a:pt x="26" y="226"/>
                  <a:pt x="23" y="224"/>
                  <a:pt x="19" y="220"/>
                </a:cubicBezTo>
                <a:cubicBezTo>
                  <a:pt x="15" y="215"/>
                  <a:pt x="13" y="212"/>
                  <a:pt x="13" y="210"/>
                </a:cubicBezTo>
                <a:cubicBezTo>
                  <a:pt x="13" y="208"/>
                  <a:pt x="15" y="205"/>
                  <a:pt x="20" y="199"/>
                </a:cubicBezTo>
                <a:cubicBezTo>
                  <a:pt x="26" y="193"/>
                  <a:pt x="32" y="186"/>
                  <a:pt x="38" y="177"/>
                </a:cubicBezTo>
                <a:cubicBezTo>
                  <a:pt x="45" y="169"/>
                  <a:pt x="51" y="157"/>
                  <a:pt x="57" y="142"/>
                </a:cubicBezTo>
                <a:cubicBezTo>
                  <a:pt x="63" y="126"/>
                  <a:pt x="66" y="109"/>
                  <a:pt x="68" y="89"/>
                </a:cubicBezTo>
                <a:lnTo>
                  <a:pt x="68" y="81"/>
                </a:lnTo>
                <a:lnTo>
                  <a:pt x="68" y="82"/>
                </a:lnTo>
                <a:cubicBezTo>
                  <a:pt x="67" y="82"/>
                  <a:pt x="65" y="83"/>
                  <a:pt x="64" y="83"/>
                </a:cubicBezTo>
                <a:cubicBezTo>
                  <a:pt x="63" y="84"/>
                  <a:pt x="61" y="84"/>
                  <a:pt x="60" y="85"/>
                </a:cubicBezTo>
                <a:cubicBezTo>
                  <a:pt x="58" y="86"/>
                  <a:pt x="56" y="87"/>
                  <a:pt x="53" y="87"/>
                </a:cubicBezTo>
                <a:cubicBezTo>
                  <a:pt x="50" y="87"/>
                  <a:pt x="48" y="87"/>
                  <a:pt x="45" y="87"/>
                </a:cubicBezTo>
                <a:cubicBezTo>
                  <a:pt x="32" y="87"/>
                  <a:pt x="21" y="83"/>
                  <a:pt x="13" y="75"/>
                </a:cubicBezTo>
                <a:lnTo>
                  <a:pt x="0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1" name=""/>
          <p:cNvSpPr/>
          <p:nvPr/>
        </p:nvSpPr>
        <p:spPr>
          <a:xfrm>
            <a:off x="7396200" y="343728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7"/>
                </a:moveTo>
                <a:cubicBezTo>
                  <a:pt x="4" y="487"/>
                  <a:pt x="0" y="484"/>
                  <a:pt x="0" y="479"/>
                </a:cubicBezTo>
                <a:cubicBezTo>
                  <a:pt x="0" y="479"/>
                  <a:pt x="0" y="475"/>
                  <a:pt x="2" y="469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5" y="455"/>
                  <a:pt x="24" y="454"/>
                </a:cubicBezTo>
                <a:cubicBezTo>
                  <a:pt x="37" y="454"/>
                  <a:pt x="51" y="454"/>
                  <a:pt x="67" y="452"/>
                </a:cubicBezTo>
                <a:cubicBezTo>
                  <a:pt x="74" y="451"/>
                  <a:pt x="78" y="448"/>
                  <a:pt x="81" y="444"/>
                </a:cubicBezTo>
                <a:cubicBezTo>
                  <a:pt x="82" y="441"/>
                  <a:pt x="98" y="373"/>
                  <a:pt x="131" y="242"/>
                </a:cubicBezTo>
                <a:cubicBezTo>
                  <a:pt x="164" y="110"/>
                  <a:pt x="181" y="43"/>
                  <a:pt x="181" y="42"/>
                </a:cubicBezTo>
                <a:cubicBezTo>
                  <a:pt x="181" y="38"/>
                  <a:pt x="180" y="37"/>
                  <a:pt x="179" y="37"/>
                </a:cubicBezTo>
                <a:cubicBezTo>
                  <a:pt x="175" y="35"/>
                  <a:pt x="162" y="34"/>
                  <a:pt x="141" y="33"/>
                </a:cubicBezTo>
                <a:lnTo>
                  <a:pt x="118" y="33"/>
                </a:lnTo>
                <a:cubicBezTo>
                  <a:pt x="116" y="30"/>
                  <a:pt x="114" y="28"/>
                  <a:pt x="114" y="27"/>
                </a:cubicBezTo>
                <a:cubicBezTo>
                  <a:pt x="114" y="26"/>
                  <a:pt x="115" y="22"/>
                  <a:pt x="116" y="15"/>
                </a:cubicBezTo>
                <a:cubicBezTo>
                  <a:pt x="117" y="7"/>
                  <a:pt x="120" y="2"/>
                  <a:pt x="123" y="0"/>
                </a:cubicBezTo>
                <a:lnTo>
                  <a:pt x="509" y="0"/>
                </a:lnTo>
                <a:cubicBezTo>
                  <a:pt x="512" y="2"/>
                  <a:pt x="514" y="5"/>
                  <a:pt x="514" y="8"/>
                </a:cubicBezTo>
                <a:cubicBezTo>
                  <a:pt x="514" y="10"/>
                  <a:pt x="511" y="37"/>
                  <a:pt x="505" y="88"/>
                </a:cubicBezTo>
                <a:cubicBezTo>
                  <a:pt x="499" y="139"/>
                  <a:pt x="495" y="165"/>
                  <a:pt x="495" y="167"/>
                </a:cubicBezTo>
                <a:cubicBezTo>
                  <a:pt x="494" y="170"/>
                  <a:pt x="489" y="172"/>
                  <a:pt x="481" y="172"/>
                </a:cubicBezTo>
                <a:lnTo>
                  <a:pt x="472" y="172"/>
                </a:lnTo>
                <a:cubicBezTo>
                  <a:pt x="469" y="169"/>
                  <a:pt x="467" y="166"/>
                  <a:pt x="467" y="162"/>
                </a:cubicBezTo>
                <a:cubicBezTo>
                  <a:pt x="467" y="162"/>
                  <a:pt x="468" y="156"/>
                  <a:pt x="469" y="145"/>
                </a:cubicBezTo>
                <a:cubicBezTo>
                  <a:pt x="471" y="134"/>
                  <a:pt x="471" y="122"/>
                  <a:pt x="471" y="107"/>
                </a:cubicBezTo>
                <a:cubicBezTo>
                  <a:pt x="471" y="93"/>
                  <a:pt x="470" y="81"/>
                  <a:pt x="466" y="72"/>
                </a:cubicBezTo>
                <a:cubicBezTo>
                  <a:pt x="463" y="63"/>
                  <a:pt x="458" y="56"/>
                  <a:pt x="453" y="50"/>
                </a:cubicBezTo>
                <a:cubicBezTo>
                  <a:pt x="447" y="44"/>
                  <a:pt x="438" y="41"/>
                  <a:pt x="426" y="39"/>
                </a:cubicBezTo>
                <a:cubicBezTo>
                  <a:pt x="414" y="37"/>
                  <a:pt x="402" y="35"/>
                  <a:pt x="390" y="34"/>
                </a:cubicBezTo>
                <a:cubicBezTo>
                  <a:pt x="377" y="32"/>
                  <a:pt x="360" y="32"/>
                  <a:pt x="338" y="33"/>
                </a:cubicBezTo>
                <a:lnTo>
                  <a:pt x="322" y="33"/>
                </a:lnTo>
                <a:cubicBezTo>
                  <a:pt x="283" y="33"/>
                  <a:pt x="262" y="34"/>
                  <a:pt x="260" y="35"/>
                </a:cubicBezTo>
                <a:cubicBezTo>
                  <a:pt x="257" y="36"/>
                  <a:pt x="256" y="38"/>
                  <a:pt x="255" y="41"/>
                </a:cubicBezTo>
                <a:cubicBezTo>
                  <a:pt x="254" y="41"/>
                  <a:pt x="246" y="73"/>
                  <a:pt x="229" y="135"/>
                </a:cubicBezTo>
                <a:lnTo>
                  <a:pt x="206" y="227"/>
                </a:lnTo>
                <a:lnTo>
                  <a:pt x="247" y="227"/>
                </a:lnTo>
                <a:cubicBezTo>
                  <a:pt x="248" y="227"/>
                  <a:pt x="254" y="227"/>
                  <a:pt x="263" y="227"/>
                </a:cubicBezTo>
                <a:cubicBezTo>
                  <a:pt x="273" y="227"/>
                  <a:pt x="279" y="227"/>
                  <a:pt x="283" y="226"/>
                </a:cubicBezTo>
                <a:cubicBezTo>
                  <a:pt x="287" y="226"/>
                  <a:pt x="292" y="225"/>
                  <a:pt x="299" y="224"/>
                </a:cubicBezTo>
                <a:cubicBezTo>
                  <a:pt x="306" y="223"/>
                  <a:pt x="311" y="221"/>
                  <a:pt x="316" y="219"/>
                </a:cubicBezTo>
                <a:cubicBezTo>
                  <a:pt x="321" y="217"/>
                  <a:pt x="325" y="214"/>
                  <a:pt x="328" y="210"/>
                </a:cubicBezTo>
                <a:cubicBezTo>
                  <a:pt x="334" y="205"/>
                  <a:pt x="340" y="197"/>
                  <a:pt x="344" y="187"/>
                </a:cubicBezTo>
                <a:cubicBezTo>
                  <a:pt x="348" y="177"/>
                  <a:pt x="351" y="168"/>
                  <a:pt x="353" y="160"/>
                </a:cubicBezTo>
                <a:cubicBezTo>
                  <a:pt x="355" y="151"/>
                  <a:pt x="356" y="147"/>
                  <a:pt x="357" y="147"/>
                </a:cubicBezTo>
                <a:cubicBezTo>
                  <a:pt x="358" y="144"/>
                  <a:pt x="363" y="143"/>
                  <a:pt x="370" y="143"/>
                </a:cubicBezTo>
                <a:lnTo>
                  <a:pt x="379" y="143"/>
                </a:lnTo>
                <a:cubicBezTo>
                  <a:pt x="382" y="145"/>
                  <a:pt x="384" y="148"/>
                  <a:pt x="384" y="150"/>
                </a:cubicBezTo>
                <a:cubicBezTo>
                  <a:pt x="384" y="152"/>
                  <a:pt x="377" y="183"/>
                  <a:pt x="362" y="244"/>
                </a:cubicBezTo>
                <a:cubicBezTo>
                  <a:pt x="347" y="305"/>
                  <a:pt x="339" y="336"/>
                  <a:pt x="338" y="338"/>
                </a:cubicBezTo>
                <a:cubicBezTo>
                  <a:pt x="337" y="342"/>
                  <a:pt x="332" y="343"/>
                  <a:pt x="323" y="343"/>
                </a:cubicBezTo>
                <a:lnTo>
                  <a:pt x="315" y="343"/>
                </a:lnTo>
                <a:cubicBezTo>
                  <a:pt x="311" y="340"/>
                  <a:pt x="310" y="338"/>
                  <a:pt x="310" y="335"/>
                </a:cubicBezTo>
                <a:cubicBezTo>
                  <a:pt x="310" y="333"/>
                  <a:pt x="311" y="328"/>
                  <a:pt x="313" y="319"/>
                </a:cubicBezTo>
                <a:cubicBezTo>
                  <a:pt x="316" y="310"/>
                  <a:pt x="317" y="300"/>
                  <a:pt x="317" y="290"/>
                </a:cubicBezTo>
                <a:cubicBezTo>
                  <a:pt x="317" y="277"/>
                  <a:pt x="312" y="268"/>
                  <a:pt x="303" y="265"/>
                </a:cubicBezTo>
                <a:cubicBezTo>
                  <a:pt x="293" y="261"/>
                  <a:pt x="272" y="260"/>
                  <a:pt x="239" y="260"/>
                </a:cubicBezTo>
                <a:lnTo>
                  <a:pt x="199" y="260"/>
                </a:lnTo>
                <a:lnTo>
                  <a:pt x="176" y="350"/>
                </a:lnTo>
                <a:cubicBezTo>
                  <a:pt x="160" y="410"/>
                  <a:pt x="153" y="442"/>
                  <a:pt x="153" y="444"/>
                </a:cubicBezTo>
                <a:cubicBezTo>
                  <a:pt x="153" y="451"/>
                  <a:pt x="174" y="454"/>
                  <a:pt x="216" y="454"/>
                </a:cubicBezTo>
                <a:lnTo>
                  <a:pt x="235" y="454"/>
                </a:lnTo>
                <a:cubicBezTo>
                  <a:pt x="238" y="457"/>
                  <a:pt x="240" y="459"/>
                  <a:pt x="240" y="459"/>
                </a:cubicBezTo>
                <a:cubicBezTo>
                  <a:pt x="240" y="460"/>
                  <a:pt x="239" y="465"/>
                  <a:pt x="238" y="474"/>
                </a:cubicBezTo>
                <a:cubicBezTo>
                  <a:pt x="236" y="480"/>
                  <a:pt x="234" y="484"/>
                  <a:pt x="230" y="487"/>
                </a:cubicBezTo>
                <a:lnTo>
                  <a:pt x="218" y="487"/>
                </a:lnTo>
                <a:cubicBezTo>
                  <a:pt x="198" y="486"/>
                  <a:pt x="162" y="486"/>
                  <a:pt x="110" y="486"/>
                </a:cubicBezTo>
                <a:cubicBezTo>
                  <a:pt x="79" y="486"/>
                  <a:pt x="55" y="486"/>
                  <a:pt x="39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2" name=""/>
          <p:cNvSpPr/>
          <p:nvPr/>
        </p:nvSpPr>
        <p:spPr>
          <a:xfrm>
            <a:off x="7571160" y="3529800"/>
            <a:ext cx="73080" cy="121680"/>
          </a:xfrm>
          <a:custGeom>
            <a:avLst/>
            <a:gdLst/>
            <a:ahLst/>
            <a:rect l="0" t="0" r="r" b="b"/>
            <a:pathLst>
              <a:path w="203" h="338">
                <a:moveTo>
                  <a:pt x="30" y="121"/>
                </a:moveTo>
                <a:cubicBezTo>
                  <a:pt x="21" y="121"/>
                  <a:pt x="14" y="118"/>
                  <a:pt x="8" y="112"/>
                </a:cubicBezTo>
                <a:cubicBezTo>
                  <a:pt x="3" y="105"/>
                  <a:pt x="0" y="97"/>
                  <a:pt x="0" y="88"/>
                </a:cubicBezTo>
                <a:cubicBezTo>
                  <a:pt x="0" y="64"/>
                  <a:pt x="9" y="44"/>
                  <a:pt x="27" y="26"/>
                </a:cubicBezTo>
                <a:cubicBezTo>
                  <a:pt x="45" y="9"/>
                  <a:pt x="67" y="0"/>
                  <a:pt x="94" y="0"/>
                </a:cubicBezTo>
                <a:cubicBezTo>
                  <a:pt x="124" y="0"/>
                  <a:pt x="150" y="9"/>
                  <a:pt x="171" y="28"/>
                </a:cubicBezTo>
                <a:cubicBezTo>
                  <a:pt x="192" y="47"/>
                  <a:pt x="203" y="72"/>
                  <a:pt x="203" y="102"/>
                </a:cubicBezTo>
                <a:cubicBezTo>
                  <a:pt x="203" y="117"/>
                  <a:pt x="200" y="131"/>
                  <a:pt x="193" y="144"/>
                </a:cubicBezTo>
                <a:cubicBezTo>
                  <a:pt x="186" y="157"/>
                  <a:pt x="178" y="169"/>
                  <a:pt x="168" y="178"/>
                </a:cubicBezTo>
                <a:cubicBezTo>
                  <a:pt x="158" y="188"/>
                  <a:pt x="145" y="201"/>
                  <a:pt x="127" y="216"/>
                </a:cubicBezTo>
                <a:cubicBezTo>
                  <a:pt x="115" y="226"/>
                  <a:pt x="98" y="242"/>
                  <a:pt x="77" y="262"/>
                </a:cubicBezTo>
                <a:lnTo>
                  <a:pt x="47" y="291"/>
                </a:lnTo>
                <a:lnTo>
                  <a:pt x="85" y="291"/>
                </a:lnTo>
                <a:cubicBezTo>
                  <a:pt x="138" y="291"/>
                  <a:pt x="166" y="290"/>
                  <a:pt x="170" y="289"/>
                </a:cubicBezTo>
                <a:cubicBezTo>
                  <a:pt x="172" y="288"/>
                  <a:pt x="177" y="273"/>
                  <a:pt x="183" y="244"/>
                </a:cubicBezTo>
                <a:lnTo>
                  <a:pt x="183" y="242"/>
                </a:lnTo>
                <a:lnTo>
                  <a:pt x="203" y="242"/>
                </a:lnTo>
                <a:lnTo>
                  <a:pt x="203" y="244"/>
                </a:lnTo>
                <a:cubicBezTo>
                  <a:pt x="203" y="245"/>
                  <a:pt x="200" y="260"/>
                  <a:pt x="196" y="290"/>
                </a:cubicBezTo>
                <a:cubicBezTo>
                  <a:pt x="192" y="319"/>
                  <a:pt x="190" y="335"/>
                  <a:pt x="189" y="336"/>
                </a:cubicBezTo>
                <a:lnTo>
                  <a:pt x="189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4"/>
                </a:cubicBezTo>
                <a:cubicBezTo>
                  <a:pt x="5" y="312"/>
                  <a:pt x="10" y="306"/>
                  <a:pt x="18" y="297"/>
                </a:cubicBezTo>
                <a:cubicBezTo>
                  <a:pt x="28" y="286"/>
                  <a:pt x="37" y="276"/>
                  <a:pt x="44" y="268"/>
                </a:cubicBezTo>
                <a:cubicBezTo>
                  <a:pt x="47" y="265"/>
                  <a:pt x="52" y="259"/>
                  <a:pt x="61" y="250"/>
                </a:cubicBezTo>
                <a:cubicBezTo>
                  <a:pt x="69" y="241"/>
                  <a:pt x="75" y="234"/>
                  <a:pt x="78" y="231"/>
                </a:cubicBezTo>
                <a:cubicBezTo>
                  <a:pt x="81" y="228"/>
                  <a:pt x="86" y="222"/>
                  <a:pt x="93" y="214"/>
                </a:cubicBezTo>
                <a:cubicBezTo>
                  <a:pt x="99" y="206"/>
                  <a:pt x="104" y="201"/>
                  <a:pt x="107" y="197"/>
                </a:cubicBezTo>
                <a:cubicBezTo>
                  <a:pt x="110" y="193"/>
                  <a:pt x="113" y="188"/>
                  <a:pt x="119" y="182"/>
                </a:cubicBezTo>
                <a:cubicBezTo>
                  <a:pt x="124" y="175"/>
                  <a:pt x="127" y="170"/>
                  <a:pt x="129" y="166"/>
                </a:cubicBezTo>
                <a:cubicBezTo>
                  <a:pt x="131" y="161"/>
                  <a:pt x="134" y="156"/>
                  <a:pt x="137" y="151"/>
                </a:cubicBezTo>
                <a:cubicBezTo>
                  <a:pt x="140" y="146"/>
                  <a:pt x="142" y="140"/>
                  <a:pt x="143" y="135"/>
                </a:cubicBezTo>
                <a:cubicBezTo>
                  <a:pt x="145" y="129"/>
                  <a:pt x="146" y="124"/>
                  <a:pt x="147" y="120"/>
                </a:cubicBezTo>
                <a:cubicBezTo>
                  <a:pt x="148" y="115"/>
                  <a:pt x="148" y="109"/>
                  <a:pt x="148" y="102"/>
                </a:cubicBezTo>
                <a:cubicBezTo>
                  <a:pt x="148" y="81"/>
                  <a:pt x="143" y="62"/>
                  <a:pt x="131" y="47"/>
                </a:cubicBezTo>
                <a:cubicBezTo>
                  <a:pt x="120" y="31"/>
                  <a:pt x="103" y="24"/>
                  <a:pt x="82" y="24"/>
                </a:cubicBezTo>
                <a:cubicBezTo>
                  <a:pt x="71" y="24"/>
                  <a:pt x="61" y="27"/>
                  <a:pt x="53" y="32"/>
                </a:cubicBezTo>
                <a:cubicBezTo>
                  <a:pt x="44" y="38"/>
                  <a:pt x="38" y="44"/>
                  <a:pt x="35" y="49"/>
                </a:cubicBezTo>
                <a:cubicBezTo>
                  <a:pt x="32" y="54"/>
                  <a:pt x="30" y="58"/>
                  <a:pt x="30" y="59"/>
                </a:cubicBezTo>
                <a:cubicBezTo>
                  <a:pt x="30" y="59"/>
                  <a:pt x="31" y="59"/>
                  <a:pt x="33" y="59"/>
                </a:cubicBezTo>
                <a:cubicBezTo>
                  <a:pt x="39" y="59"/>
                  <a:pt x="45" y="61"/>
                  <a:pt x="51" y="66"/>
                </a:cubicBezTo>
                <a:cubicBezTo>
                  <a:pt x="58" y="71"/>
                  <a:pt x="61" y="79"/>
                  <a:pt x="61" y="89"/>
                </a:cubicBezTo>
                <a:cubicBezTo>
                  <a:pt x="61" y="98"/>
                  <a:pt x="58" y="105"/>
                  <a:pt x="53" y="112"/>
                </a:cubicBezTo>
                <a:cubicBezTo>
                  <a:pt x="47" y="117"/>
                  <a:pt x="40" y="120"/>
                  <a:pt x="30" y="1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3" name=""/>
          <p:cNvSpPr/>
          <p:nvPr/>
        </p:nvSpPr>
        <p:spPr>
          <a:xfrm>
            <a:off x="7680240" y="3419280"/>
            <a:ext cx="62280" cy="257760"/>
          </a:xfrm>
          <a:custGeom>
            <a:avLst/>
            <a:gdLst/>
            <a:ahLst/>
            <a:rect l="0" t="0" r="r" b="b"/>
            <a:pathLst>
              <a:path w="173" h="71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2" y="0"/>
                  <a:pt x="14" y="0"/>
                </a:cubicBezTo>
                <a:lnTo>
                  <a:pt x="23" y="0"/>
                </a:lnTo>
                <a:lnTo>
                  <a:pt x="43" y="17"/>
                </a:lnTo>
                <a:cubicBezTo>
                  <a:pt x="88" y="58"/>
                  <a:pt x="120" y="108"/>
                  <a:pt x="141" y="170"/>
                </a:cubicBezTo>
                <a:cubicBezTo>
                  <a:pt x="161" y="230"/>
                  <a:pt x="173" y="293"/>
                  <a:pt x="173" y="359"/>
                </a:cubicBezTo>
                <a:cubicBezTo>
                  <a:pt x="173" y="391"/>
                  <a:pt x="169" y="422"/>
                  <a:pt x="165" y="452"/>
                </a:cubicBezTo>
                <a:cubicBezTo>
                  <a:pt x="160" y="482"/>
                  <a:pt x="154" y="508"/>
                  <a:pt x="148" y="529"/>
                </a:cubicBezTo>
                <a:cubicBezTo>
                  <a:pt x="142" y="550"/>
                  <a:pt x="133" y="571"/>
                  <a:pt x="122" y="592"/>
                </a:cubicBezTo>
                <a:cubicBezTo>
                  <a:pt x="110" y="613"/>
                  <a:pt x="101" y="629"/>
                  <a:pt x="94" y="640"/>
                </a:cubicBezTo>
                <a:cubicBezTo>
                  <a:pt x="88" y="651"/>
                  <a:pt x="78" y="663"/>
                  <a:pt x="65" y="676"/>
                </a:cubicBezTo>
                <a:cubicBezTo>
                  <a:pt x="52" y="689"/>
                  <a:pt x="45" y="697"/>
                  <a:pt x="42" y="700"/>
                </a:cubicBezTo>
                <a:cubicBezTo>
                  <a:pt x="40" y="702"/>
                  <a:pt x="34" y="707"/>
                  <a:pt x="26" y="713"/>
                </a:cubicBezTo>
                <a:cubicBezTo>
                  <a:pt x="24" y="715"/>
                  <a:pt x="23" y="716"/>
                  <a:pt x="23" y="716"/>
                </a:cubicBezTo>
                <a:lnTo>
                  <a:pt x="14" y="716"/>
                </a:lnTo>
                <a:cubicBezTo>
                  <a:pt x="11" y="716"/>
                  <a:pt x="8" y="716"/>
                  <a:pt x="7" y="716"/>
                </a:cubicBezTo>
                <a:cubicBezTo>
                  <a:pt x="5" y="716"/>
                  <a:pt x="4" y="715"/>
                  <a:pt x="3" y="714"/>
                </a:cubicBezTo>
                <a:cubicBezTo>
                  <a:pt x="2" y="713"/>
                  <a:pt x="0" y="710"/>
                  <a:pt x="0" y="708"/>
                </a:cubicBezTo>
                <a:cubicBezTo>
                  <a:pt x="0" y="707"/>
                  <a:pt x="4" y="704"/>
                  <a:pt x="9" y="698"/>
                </a:cubicBezTo>
                <a:cubicBezTo>
                  <a:pt x="83" y="621"/>
                  <a:pt x="120" y="508"/>
                  <a:pt x="120" y="359"/>
                </a:cubicBezTo>
                <a:cubicBezTo>
                  <a:pt x="120" y="209"/>
                  <a:pt x="83" y="95"/>
                  <a:pt x="9" y="18"/>
                </a:cubicBezTo>
                <a:cubicBezTo>
                  <a:pt x="4" y="12"/>
                  <a:pt x="0" y="9"/>
                  <a:pt x="0" y="9"/>
                </a:cubicBezTo>
                <a:cubicBezTo>
                  <a:pt x="0" y="5"/>
                  <a:pt x="2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4" name=""/>
          <p:cNvSpPr/>
          <p:nvPr/>
        </p:nvSpPr>
        <p:spPr>
          <a:xfrm>
            <a:off x="6648840" y="3795840"/>
            <a:ext cx="82080" cy="176400"/>
          </a:xfrm>
          <a:custGeom>
            <a:avLst/>
            <a:gdLst/>
            <a:ahLst/>
            <a:rect l="0" t="0" r="r" b="b"/>
            <a:pathLst>
              <a:path w="228" h="490">
                <a:moveTo>
                  <a:pt x="220" y="490"/>
                </a:moveTo>
                <a:cubicBezTo>
                  <a:pt x="210" y="488"/>
                  <a:pt x="175" y="487"/>
                  <a:pt x="114" y="487"/>
                </a:cubicBezTo>
                <a:cubicBezTo>
                  <a:pt x="54" y="487"/>
                  <a:pt x="17" y="488"/>
                  <a:pt x="7" y="490"/>
                </a:cubicBezTo>
                <a:lnTo>
                  <a:pt x="0" y="490"/>
                </a:lnTo>
                <a:lnTo>
                  <a:pt x="0" y="457"/>
                </a:lnTo>
                <a:lnTo>
                  <a:pt x="15" y="457"/>
                </a:lnTo>
                <a:cubicBezTo>
                  <a:pt x="40" y="457"/>
                  <a:pt x="55" y="456"/>
                  <a:pt x="61" y="455"/>
                </a:cubicBezTo>
                <a:cubicBezTo>
                  <a:pt x="68" y="453"/>
                  <a:pt x="73" y="450"/>
                  <a:pt x="76" y="447"/>
                </a:cubicBezTo>
                <a:cubicBezTo>
                  <a:pt x="77" y="445"/>
                  <a:pt x="77" y="377"/>
                  <a:pt x="77" y="244"/>
                </a:cubicBezTo>
                <a:cubicBezTo>
                  <a:pt x="77" y="111"/>
                  <a:pt x="77" y="44"/>
                  <a:pt x="76" y="43"/>
                </a:cubicBezTo>
                <a:cubicBezTo>
                  <a:pt x="74" y="41"/>
                  <a:pt x="72" y="39"/>
                  <a:pt x="70" y="38"/>
                </a:cubicBezTo>
                <a:cubicBezTo>
                  <a:pt x="68" y="37"/>
                  <a:pt x="63" y="36"/>
                  <a:pt x="54" y="34"/>
                </a:cubicBezTo>
                <a:cubicBezTo>
                  <a:pt x="46" y="33"/>
                  <a:pt x="33" y="33"/>
                  <a:pt x="15" y="33"/>
                </a:cubicBezTo>
                <a:lnTo>
                  <a:pt x="0" y="33"/>
                </a:lnTo>
                <a:lnTo>
                  <a:pt x="0" y="0"/>
                </a:lnTo>
                <a:lnTo>
                  <a:pt x="7" y="0"/>
                </a:lnTo>
                <a:cubicBezTo>
                  <a:pt x="17" y="2"/>
                  <a:pt x="54" y="2"/>
                  <a:pt x="114" y="2"/>
                </a:cubicBezTo>
                <a:cubicBezTo>
                  <a:pt x="175" y="2"/>
                  <a:pt x="210" y="2"/>
                  <a:pt x="220" y="0"/>
                </a:cubicBezTo>
                <a:lnTo>
                  <a:pt x="228" y="0"/>
                </a:lnTo>
                <a:lnTo>
                  <a:pt x="228" y="33"/>
                </a:lnTo>
                <a:lnTo>
                  <a:pt x="212" y="33"/>
                </a:lnTo>
                <a:cubicBezTo>
                  <a:pt x="189" y="33"/>
                  <a:pt x="174" y="34"/>
                  <a:pt x="167" y="35"/>
                </a:cubicBezTo>
                <a:cubicBezTo>
                  <a:pt x="160" y="37"/>
                  <a:pt x="156" y="39"/>
                  <a:pt x="153" y="43"/>
                </a:cubicBezTo>
                <a:cubicBezTo>
                  <a:pt x="152" y="44"/>
                  <a:pt x="151" y="111"/>
                  <a:pt x="151" y="244"/>
                </a:cubicBezTo>
                <a:cubicBezTo>
                  <a:pt x="151" y="377"/>
                  <a:pt x="152" y="445"/>
                  <a:pt x="153" y="447"/>
                </a:cubicBezTo>
                <a:cubicBezTo>
                  <a:pt x="155" y="449"/>
                  <a:pt x="157" y="451"/>
                  <a:pt x="159" y="452"/>
                </a:cubicBezTo>
                <a:cubicBezTo>
                  <a:pt x="160" y="453"/>
                  <a:pt x="166" y="454"/>
                  <a:pt x="174" y="455"/>
                </a:cubicBezTo>
                <a:cubicBezTo>
                  <a:pt x="183" y="457"/>
                  <a:pt x="195" y="457"/>
                  <a:pt x="212" y="457"/>
                </a:cubicBezTo>
                <a:lnTo>
                  <a:pt x="228" y="457"/>
                </a:lnTo>
                <a:lnTo>
                  <a:pt x="228" y="490"/>
                </a:lnTo>
                <a:lnTo>
                  <a:pt x="220" y="49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5" name=""/>
          <p:cNvSpPr/>
          <p:nvPr/>
        </p:nvSpPr>
        <p:spPr>
          <a:xfrm>
            <a:off x="6750720" y="3790080"/>
            <a:ext cx="173160" cy="231840"/>
          </a:xfrm>
          <a:custGeom>
            <a:avLst/>
            <a:gdLst/>
            <a:ahLst/>
            <a:rect l="0" t="0" r="r" b="b"/>
            <a:pathLst>
              <a:path w="481" h="644">
                <a:moveTo>
                  <a:pt x="0" y="262"/>
                </a:moveTo>
                <a:cubicBezTo>
                  <a:pt x="0" y="186"/>
                  <a:pt x="24" y="124"/>
                  <a:pt x="72" y="75"/>
                </a:cubicBezTo>
                <a:cubicBezTo>
                  <a:pt x="120" y="25"/>
                  <a:pt x="175" y="0"/>
                  <a:pt x="238" y="0"/>
                </a:cubicBezTo>
                <a:cubicBezTo>
                  <a:pt x="301" y="0"/>
                  <a:pt x="357" y="25"/>
                  <a:pt x="405" y="76"/>
                </a:cubicBezTo>
                <a:cubicBezTo>
                  <a:pt x="452" y="125"/>
                  <a:pt x="476" y="187"/>
                  <a:pt x="477" y="262"/>
                </a:cubicBezTo>
                <a:cubicBezTo>
                  <a:pt x="477" y="293"/>
                  <a:pt x="472" y="322"/>
                  <a:pt x="463" y="350"/>
                </a:cubicBezTo>
                <a:cubicBezTo>
                  <a:pt x="454" y="377"/>
                  <a:pt x="444" y="399"/>
                  <a:pt x="433" y="415"/>
                </a:cubicBezTo>
                <a:cubicBezTo>
                  <a:pt x="421" y="431"/>
                  <a:pt x="408" y="446"/>
                  <a:pt x="392" y="460"/>
                </a:cubicBezTo>
                <a:cubicBezTo>
                  <a:pt x="376" y="475"/>
                  <a:pt x="365" y="484"/>
                  <a:pt x="357" y="488"/>
                </a:cubicBezTo>
                <a:cubicBezTo>
                  <a:pt x="350" y="491"/>
                  <a:pt x="343" y="495"/>
                  <a:pt x="336" y="499"/>
                </a:cubicBezTo>
                <a:cubicBezTo>
                  <a:pt x="336" y="500"/>
                  <a:pt x="335" y="500"/>
                  <a:pt x="335" y="500"/>
                </a:cubicBezTo>
                <a:cubicBezTo>
                  <a:pt x="335" y="501"/>
                  <a:pt x="336" y="503"/>
                  <a:pt x="337" y="506"/>
                </a:cubicBezTo>
                <a:cubicBezTo>
                  <a:pt x="338" y="509"/>
                  <a:pt x="340" y="514"/>
                  <a:pt x="345" y="521"/>
                </a:cubicBezTo>
                <a:cubicBezTo>
                  <a:pt x="349" y="527"/>
                  <a:pt x="353" y="533"/>
                  <a:pt x="357" y="539"/>
                </a:cubicBezTo>
                <a:cubicBezTo>
                  <a:pt x="362" y="545"/>
                  <a:pt x="368" y="550"/>
                  <a:pt x="376" y="553"/>
                </a:cubicBezTo>
                <a:cubicBezTo>
                  <a:pt x="384" y="557"/>
                  <a:pt x="392" y="559"/>
                  <a:pt x="400" y="560"/>
                </a:cubicBezTo>
                <a:cubicBezTo>
                  <a:pt x="419" y="560"/>
                  <a:pt x="434" y="555"/>
                  <a:pt x="445" y="546"/>
                </a:cubicBezTo>
                <a:cubicBezTo>
                  <a:pt x="457" y="536"/>
                  <a:pt x="464" y="523"/>
                  <a:pt x="465" y="508"/>
                </a:cubicBezTo>
                <a:cubicBezTo>
                  <a:pt x="466" y="501"/>
                  <a:pt x="468" y="498"/>
                  <a:pt x="473" y="498"/>
                </a:cubicBezTo>
                <a:cubicBezTo>
                  <a:pt x="475" y="498"/>
                  <a:pt x="478" y="500"/>
                  <a:pt x="481" y="502"/>
                </a:cubicBezTo>
                <a:lnTo>
                  <a:pt x="480" y="515"/>
                </a:lnTo>
                <a:cubicBezTo>
                  <a:pt x="480" y="551"/>
                  <a:pt x="473" y="581"/>
                  <a:pt x="459" y="606"/>
                </a:cubicBezTo>
                <a:cubicBezTo>
                  <a:pt x="445" y="630"/>
                  <a:pt x="423" y="643"/>
                  <a:pt x="394" y="644"/>
                </a:cubicBezTo>
                <a:cubicBezTo>
                  <a:pt x="373" y="644"/>
                  <a:pt x="357" y="637"/>
                  <a:pt x="345" y="624"/>
                </a:cubicBezTo>
                <a:cubicBezTo>
                  <a:pt x="333" y="611"/>
                  <a:pt x="324" y="592"/>
                  <a:pt x="317" y="565"/>
                </a:cubicBezTo>
                <a:cubicBezTo>
                  <a:pt x="310" y="536"/>
                  <a:pt x="306" y="518"/>
                  <a:pt x="306" y="511"/>
                </a:cubicBezTo>
                <a:lnTo>
                  <a:pt x="297" y="513"/>
                </a:lnTo>
                <a:cubicBezTo>
                  <a:pt x="292" y="515"/>
                  <a:pt x="283" y="517"/>
                  <a:pt x="272" y="518"/>
                </a:cubicBezTo>
                <a:cubicBezTo>
                  <a:pt x="260" y="520"/>
                  <a:pt x="249" y="521"/>
                  <a:pt x="238" y="521"/>
                </a:cubicBezTo>
                <a:cubicBezTo>
                  <a:pt x="173" y="521"/>
                  <a:pt x="118" y="497"/>
                  <a:pt x="70" y="448"/>
                </a:cubicBezTo>
                <a:cubicBezTo>
                  <a:pt x="23" y="399"/>
                  <a:pt x="0" y="337"/>
                  <a:pt x="0" y="262"/>
                </a:cubicBezTo>
                <a:moveTo>
                  <a:pt x="395" y="263"/>
                </a:moveTo>
                <a:cubicBezTo>
                  <a:pt x="395" y="220"/>
                  <a:pt x="390" y="183"/>
                  <a:pt x="380" y="151"/>
                </a:cubicBezTo>
                <a:cubicBezTo>
                  <a:pt x="370" y="119"/>
                  <a:pt x="357" y="95"/>
                  <a:pt x="340" y="78"/>
                </a:cubicBezTo>
                <a:cubicBezTo>
                  <a:pt x="324" y="60"/>
                  <a:pt x="307" y="48"/>
                  <a:pt x="290" y="40"/>
                </a:cubicBezTo>
                <a:cubicBezTo>
                  <a:pt x="273" y="33"/>
                  <a:pt x="256" y="29"/>
                  <a:pt x="240" y="29"/>
                </a:cubicBezTo>
                <a:cubicBezTo>
                  <a:pt x="223" y="29"/>
                  <a:pt x="205" y="33"/>
                  <a:pt x="187" y="40"/>
                </a:cubicBezTo>
                <a:cubicBezTo>
                  <a:pt x="169" y="48"/>
                  <a:pt x="153" y="60"/>
                  <a:pt x="137" y="78"/>
                </a:cubicBezTo>
                <a:cubicBezTo>
                  <a:pt x="121" y="95"/>
                  <a:pt x="108" y="119"/>
                  <a:pt x="97" y="151"/>
                </a:cubicBezTo>
                <a:cubicBezTo>
                  <a:pt x="86" y="183"/>
                  <a:pt x="81" y="220"/>
                  <a:pt x="81" y="263"/>
                </a:cubicBezTo>
                <a:cubicBezTo>
                  <a:pt x="81" y="357"/>
                  <a:pt x="107" y="424"/>
                  <a:pt x="158" y="465"/>
                </a:cubicBezTo>
                <a:cubicBezTo>
                  <a:pt x="169" y="473"/>
                  <a:pt x="176" y="478"/>
                  <a:pt x="178" y="478"/>
                </a:cubicBezTo>
                <a:lnTo>
                  <a:pt x="177" y="476"/>
                </a:lnTo>
                <a:cubicBezTo>
                  <a:pt x="177" y="475"/>
                  <a:pt x="177" y="474"/>
                  <a:pt x="177" y="473"/>
                </a:cubicBezTo>
                <a:cubicBezTo>
                  <a:pt x="176" y="469"/>
                  <a:pt x="175" y="464"/>
                  <a:pt x="175" y="457"/>
                </a:cubicBezTo>
                <a:cubicBezTo>
                  <a:pt x="175" y="441"/>
                  <a:pt x="181" y="427"/>
                  <a:pt x="192" y="414"/>
                </a:cubicBezTo>
                <a:cubicBezTo>
                  <a:pt x="203" y="401"/>
                  <a:pt x="220" y="395"/>
                  <a:pt x="240" y="395"/>
                </a:cubicBezTo>
                <a:cubicBezTo>
                  <a:pt x="270" y="395"/>
                  <a:pt x="295" y="415"/>
                  <a:pt x="315" y="455"/>
                </a:cubicBezTo>
                <a:lnTo>
                  <a:pt x="319" y="464"/>
                </a:lnTo>
                <a:cubicBezTo>
                  <a:pt x="342" y="448"/>
                  <a:pt x="360" y="423"/>
                  <a:pt x="374" y="388"/>
                </a:cubicBezTo>
                <a:cubicBezTo>
                  <a:pt x="388" y="355"/>
                  <a:pt x="395" y="313"/>
                  <a:pt x="395" y="263"/>
                </a:cubicBezTo>
                <a:moveTo>
                  <a:pt x="236" y="493"/>
                </a:moveTo>
                <a:cubicBezTo>
                  <a:pt x="245" y="493"/>
                  <a:pt x="255" y="491"/>
                  <a:pt x="265" y="489"/>
                </a:cubicBezTo>
                <a:cubicBezTo>
                  <a:pt x="275" y="487"/>
                  <a:pt x="283" y="484"/>
                  <a:pt x="289" y="482"/>
                </a:cubicBezTo>
                <a:cubicBezTo>
                  <a:pt x="295" y="480"/>
                  <a:pt x="298" y="478"/>
                  <a:pt x="298" y="477"/>
                </a:cubicBezTo>
                <a:cubicBezTo>
                  <a:pt x="298" y="474"/>
                  <a:pt x="297" y="470"/>
                  <a:pt x="295" y="465"/>
                </a:cubicBezTo>
                <a:cubicBezTo>
                  <a:pt x="294" y="460"/>
                  <a:pt x="289" y="453"/>
                  <a:pt x="282" y="443"/>
                </a:cubicBezTo>
                <a:cubicBezTo>
                  <a:pt x="274" y="433"/>
                  <a:pt x="265" y="426"/>
                  <a:pt x="255" y="423"/>
                </a:cubicBezTo>
                <a:cubicBezTo>
                  <a:pt x="249" y="422"/>
                  <a:pt x="242" y="422"/>
                  <a:pt x="237" y="422"/>
                </a:cubicBezTo>
                <a:cubicBezTo>
                  <a:pt x="228" y="422"/>
                  <a:pt x="220" y="425"/>
                  <a:pt x="213" y="433"/>
                </a:cubicBezTo>
                <a:cubicBezTo>
                  <a:pt x="205" y="440"/>
                  <a:pt x="202" y="448"/>
                  <a:pt x="201" y="458"/>
                </a:cubicBezTo>
                <a:cubicBezTo>
                  <a:pt x="201" y="467"/>
                  <a:pt x="204" y="475"/>
                  <a:pt x="212" y="482"/>
                </a:cubicBezTo>
                <a:cubicBezTo>
                  <a:pt x="218" y="489"/>
                  <a:pt x="226" y="493"/>
                  <a:pt x="236" y="49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6" name=""/>
          <p:cNvSpPr/>
          <p:nvPr/>
        </p:nvSpPr>
        <p:spPr>
          <a:xfrm>
            <a:off x="6943320" y="3795840"/>
            <a:ext cx="181800" cy="181800"/>
          </a:xfrm>
          <a:custGeom>
            <a:avLst/>
            <a:gdLst/>
            <a:ahLst/>
            <a:rect l="0" t="0" r="r" b="b"/>
            <a:pathLst>
              <a:path w="505" h="505">
                <a:moveTo>
                  <a:pt x="74" y="44"/>
                </a:moveTo>
                <a:cubicBezTo>
                  <a:pt x="71" y="40"/>
                  <a:pt x="68" y="38"/>
                  <a:pt x="66" y="37"/>
                </a:cubicBezTo>
                <a:cubicBezTo>
                  <a:pt x="64" y="36"/>
                  <a:pt x="60" y="36"/>
                  <a:pt x="55" y="35"/>
                </a:cubicBezTo>
                <a:cubicBezTo>
                  <a:pt x="49" y="35"/>
                  <a:pt x="39" y="34"/>
                  <a:pt x="24" y="33"/>
                </a:cubicBezTo>
                <a:lnTo>
                  <a:pt x="0" y="33"/>
                </a:lnTo>
                <a:lnTo>
                  <a:pt x="0" y="0"/>
                </a:lnTo>
                <a:lnTo>
                  <a:pt x="126" y="0"/>
                </a:lnTo>
                <a:lnTo>
                  <a:pt x="151" y="0"/>
                </a:lnTo>
                <a:lnTo>
                  <a:pt x="196" y="0"/>
                </a:lnTo>
                <a:cubicBezTo>
                  <a:pt x="233" y="0"/>
                  <a:pt x="261" y="2"/>
                  <a:pt x="280" y="4"/>
                </a:cubicBezTo>
                <a:cubicBezTo>
                  <a:pt x="300" y="7"/>
                  <a:pt x="319" y="14"/>
                  <a:pt x="339" y="25"/>
                </a:cubicBezTo>
                <a:cubicBezTo>
                  <a:pt x="385" y="48"/>
                  <a:pt x="411" y="79"/>
                  <a:pt x="417" y="119"/>
                </a:cubicBezTo>
                <a:cubicBezTo>
                  <a:pt x="418" y="121"/>
                  <a:pt x="418" y="125"/>
                  <a:pt x="418" y="130"/>
                </a:cubicBezTo>
                <a:cubicBezTo>
                  <a:pt x="418" y="146"/>
                  <a:pt x="414" y="161"/>
                  <a:pt x="407" y="175"/>
                </a:cubicBezTo>
                <a:cubicBezTo>
                  <a:pt x="399" y="188"/>
                  <a:pt x="390" y="200"/>
                  <a:pt x="380" y="208"/>
                </a:cubicBezTo>
                <a:cubicBezTo>
                  <a:pt x="369" y="217"/>
                  <a:pt x="358" y="224"/>
                  <a:pt x="347" y="230"/>
                </a:cubicBezTo>
                <a:cubicBezTo>
                  <a:pt x="336" y="237"/>
                  <a:pt x="327" y="241"/>
                  <a:pt x="319" y="243"/>
                </a:cubicBezTo>
                <a:lnTo>
                  <a:pt x="308" y="247"/>
                </a:lnTo>
                <a:cubicBezTo>
                  <a:pt x="309" y="248"/>
                  <a:pt x="312" y="250"/>
                  <a:pt x="316" y="251"/>
                </a:cubicBezTo>
                <a:cubicBezTo>
                  <a:pt x="330" y="259"/>
                  <a:pt x="342" y="267"/>
                  <a:pt x="351" y="275"/>
                </a:cubicBezTo>
                <a:cubicBezTo>
                  <a:pt x="360" y="284"/>
                  <a:pt x="367" y="296"/>
                  <a:pt x="372" y="308"/>
                </a:cubicBezTo>
                <a:cubicBezTo>
                  <a:pt x="376" y="320"/>
                  <a:pt x="380" y="331"/>
                  <a:pt x="382" y="339"/>
                </a:cubicBezTo>
                <a:cubicBezTo>
                  <a:pt x="384" y="347"/>
                  <a:pt x="386" y="360"/>
                  <a:pt x="388" y="379"/>
                </a:cubicBezTo>
                <a:cubicBezTo>
                  <a:pt x="390" y="397"/>
                  <a:pt x="393" y="412"/>
                  <a:pt x="395" y="422"/>
                </a:cubicBezTo>
                <a:cubicBezTo>
                  <a:pt x="400" y="445"/>
                  <a:pt x="406" y="460"/>
                  <a:pt x="412" y="467"/>
                </a:cubicBezTo>
                <a:cubicBezTo>
                  <a:pt x="419" y="475"/>
                  <a:pt x="428" y="478"/>
                  <a:pt x="440" y="478"/>
                </a:cubicBezTo>
                <a:lnTo>
                  <a:pt x="443" y="478"/>
                </a:lnTo>
                <a:cubicBezTo>
                  <a:pt x="450" y="478"/>
                  <a:pt x="457" y="474"/>
                  <a:pt x="464" y="467"/>
                </a:cubicBezTo>
                <a:cubicBezTo>
                  <a:pt x="471" y="459"/>
                  <a:pt x="475" y="446"/>
                  <a:pt x="477" y="427"/>
                </a:cubicBezTo>
                <a:cubicBezTo>
                  <a:pt x="477" y="422"/>
                  <a:pt x="478" y="419"/>
                  <a:pt x="480" y="417"/>
                </a:cubicBezTo>
                <a:cubicBezTo>
                  <a:pt x="482" y="416"/>
                  <a:pt x="485" y="415"/>
                  <a:pt x="491" y="414"/>
                </a:cubicBezTo>
                <a:cubicBezTo>
                  <a:pt x="497" y="414"/>
                  <a:pt x="501" y="414"/>
                  <a:pt x="503" y="416"/>
                </a:cubicBezTo>
                <a:cubicBezTo>
                  <a:pt x="504" y="417"/>
                  <a:pt x="505" y="420"/>
                  <a:pt x="505" y="425"/>
                </a:cubicBezTo>
                <a:cubicBezTo>
                  <a:pt x="505" y="440"/>
                  <a:pt x="502" y="455"/>
                  <a:pt x="494" y="470"/>
                </a:cubicBezTo>
                <a:cubicBezTo>
                  <a:pt x="486" y="485"/>
                  <a:pt x="476" y="496"/>
                  <a:pt x="462" y="501"/>
                </a:cubicBezTo>
                <a:cubicBezTo>
                  <a:pt x="455" y="504"/>
                  <a:pt x="445" y="505"/>
                  <a:pt x="432" y="505"/>
                </a:cubicBezTo>
                <a:cubicBezTo>
                  <a:pt x="361" y="502"/>
                  <a:pt x="320" y="476"/>
                  <a:pt x="309" y="425"/>
                </a:cubicBezTo>
                <a:cubicBezTo>
                  <a:pt x="308" y="420"/>
                  <a:pt x="308" y="403"/>
                  <a:pt x="308" y="373"/>
                </a:cubicBezTo>
                <a:cubicBezTo>
                  <a:pt x="308" y="343"/>
                  <a:pt x="306" y="324"/>
                  <a:pt x="303" y="314"/>
                </a:cubicBezTo>
                <a:cubicBezTo>
                  <a:pt x="294" y="285"/>
                  <a:pt x="276" y="267"/>
                  <a:pt x="249" y="260"/>
                </a:cubicBezTo>
                <a:lnTo>
                  <a:pt x="242" y="258"/>
                </a:lnTo>
                <a:lnTo>
                  <a:pt x="194" y="258"/>
                </a:lnTo>
                <a:lnTo>
                  <a:pt x="147" y="258"/>
                </a:lnTo>
                <a:lnTo>
                  <a:pt x="147" y="352"/>
                </a:lnTo>
                <a:lnTo>
                  <a:pt x="148" y="446"/>
                </a:lnTo>
                <a:cubicBezTo>
                  <a:pt x="151" y="451"/>
                  <a:pt x="155" y="454"/>
                  <a:pt x="160" y="455"/>
                </a:cubicBezTo>
                <a:cubicBezTo>
                  <a:pt x="165" y="455"/>
                  <a:pt x="178" y="456"/>
                  <a:pt x="197" y="457"/>
                </a:cubicBezTo>
                <a:lnTo>
                  <a:pt x="221" y="457"/>
                </a:lnTo>
                <a:lnTo>
                  <a:pt x="221" y="490"/>
                </a:lnTo>
                <a:lnTo>
                  <a:pt x="213" y="490"/>
                </a:lnTo>
                <a:cubicBezTo>
                  <a:pt x="203" y="488"/>
                  <a:pt x="169" y="487"/>
                  <a:pt x="110" y="487"/>
                </a:cubicBezTo>
                <a:cubicBezTo>
                  <a:pt x="52" y="487"/>
                  <a:pt x="18" y="488"/>
                  <a:pt x="8" y="490"/>
                </a:cubicBezTo>
                <a:lnTo>
                  <a:pt x="0" y="490"/>
                </a:lnTo>
                <a:lnTo>
                  <a:pt x="0" y="457"/>
                </a:lnTo>
                <a:lnTo>
                  <a:pt x="24" y="457"/>
                </a:lnTo>
                <a:cubicBezTo>
                  <a:pt x="44" y="456"/>
                  <a:pt x="56" y="455"/>
                  <a:pt x="60" y="455"/>
                </a:cubicBezTo>
                <a:cubicBezTo>
                  <a:pt x="65" y="454"/>
                  <a:pt x="69" y="451"/>
                  <a:pt x="74" y="446"/>
                </a:cubicBezTo>
                <a:lnTo>
                  <a:pt x="74" y="44"/>
                </a:lnTo>
                <a:moveTo>
                  <a:pt x="333" y="132"/>
                </a:moveTo>
                <a:lnTo>
                  <a:pt x="333" y="125"/>
                </a:lnTo>
                <a:cubicBezTo>
                  <a:pt x="333" y="116"/>
                  <a:pt x="333" y="109"/>
                  <a:pt x="332" y="103"/>
                </a:cubicBezTo>
                <a:cubicBezTo>
                  <a:pt x="332" y="97"/>
                  <a:pt x="330" y="90"/>
                  <a:pt x="326" y="81"/>
                </a:cubicBezTo>
                <a:cubicBezTo>
                  <a:pt x="322" y="72"/>
                  <a:pt x="318" y="65"/>
                  <a:pt x="312" y="59"/>
                </a:cubicBezTo>
                <a:cubicBezTo>
                  <a:pt x="307" y="53"/>
                  <a:pt x="298" y="48"/>
                  <a:pt x="285" y="43"/>
                </a:cubicBezTo>
                <a:cubicBezTo>
                  <a:pt x="272" y="38"/>
                  <a:pt x="257" y="35"/>
                  <a:pt x="241" y="34"/>
                </a:cubicBezTo>
                <a:cubicBezTo>
                  <a:pt x="240" y="34"/>
                  <a:pt x="235" y="34"/>
                  <a:pt x="225" y="34"/>
                </a:cubicBezTo>
                <a:cubicBezTo>
                  <a:pt x="216" y="34"/>
                  <a:pt x="207" y="34"/>
                  <a:pt x="199" y="33"/>
                </a:cubicBezTo>
                <a:lnTo>
                  <a:pt x="184" y="33"/>
                </a:lnTo>
                <a:cubicBezTo>
                  <a:pt x="163" y="33"/>
                  <a:pt x="151" y="35"/>
                  <a:pt x="149" y="39"/>
                </a:cubicBezTo>
                <a:cubicBezTo>
                  <a:pt x="148" y="41"/>
                  <a:pt x="147" y="74"/>
                  <a:pt x="147" y="137"/>
                </a:cubicBezTo>
                <a:lnTo>
                  <a:pt x="147" y="231"/>
                </a:lnTo>
                <a:lnTo>
                  <a:pt x="189" y="231"/>
                </a:lnTo>
                <a:cubicBezTo>
                  <a:pt x="237" y="231"/>
                  <a:pt x="271" y="227"/>
                  <a:pt x="292" y="218"/>
                </a:cubicBezTo>
                <a:cubicBezTo>
                  <a:pt x="313" y="210"/>
                  <a:pt x="326" y="191"/>
                  <a:pt x="332" y="162"/>
                </a:cubicBezTo>
                <a:cubicBezTo>
                  <a:pt x="333" y="157"/>
                  <a:pt x="333" y="147"/>
                  <a:pt x="333" y="1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7" name=""/>
          <p:cNvSpPr/>
          <p:nvPr/>
        </p:nvSpPr>
        <p:spPr>
          <a:xfrm>
            <a:off x="7138080" y="3949920"/>
            <a:ext cx="91800" cy="116280"/>
          </a:xfrm>
          <a:custGeom>
            <a:avLst/>
            <a:gdLst/>
            <a:ahLst/>
            <a:rect l="0" t="0" r="r" b="b"/>
            <a:pathLst>
              <a:path w="255" h="323">
                <a:moveTo>
                  <a:pt x="8" y="300"/>
                </a:moveTo>
                <a:lnTo>
                  <a:pt x="15" y="300"/>
                </a:lnTo>
                <a:cubicBezTo>
                  <a:pt x="28" y="300"/>
                  <a:pt x="37" y="297"/>
                  <a:pt x="40" y="293"/>
                </a:cubicBezTo>
                <a:lnTo>
                  <a:pt x="40" y="289"/>
                </a:lnTo>
                <a:cubicBezTo>
                  <a:pt x="40" y="286"/>
                  <a:pt x="40" y="283"/>
                  <a:pt x="40" y="279"/>
                </a:cubicBezTo>
                <a:cubicBezTo>
                  <a:pt x="40" y="275"/>
                  <a:pt x="40" y="270"/>
                  <a:pt x="40" y="264"/>
                </a:cubicBezTo>
                <a:cubicBezTo>
                  <a:pt x="40" y="258"/>
                  <a:pt x="40" y="251"/>
                  <a:pt x="40" y="244"/>
                </a:cubicBezTo>
                <a:cubicBezTo>
                  <a:pt x="41" y="237"/>
                  <a:pt x="41" y="230"/>
                  <a:pt x="40" y="222"/>
                </a:cubicBezTo>
                <a:cubicBezTo>
                  <a:pt x="40" y="214"/>
                  <a:pt x="40" y="206"/>
                  <a:pt x="40" y="197"/>
                </a:cubicBezTo>
                <a:cubicBezTo>
                  <a:pt x="41" y="188"/>
                  <a:pt x="41" y="180"/>
                  <a:pt x="40" y="171"/>
                </a:cubicBezTo>
                <a:cubicBezTo>
                  <a:pt x="40" y="160"/>
                  <a:pt x="40" y="148"/>
                  <a:pt x="40" y="135"/>
                </a:cubicBezTo>
                <a:cubicBezTo>
                  <a:pt x="40" y="123"/>
                  <a:pt x="40" y="112"/>
                  <a:pt x="40" y="101"/>
                </a:cubicBezTo>
                <a:cubicBezTo>
                  <a:pt x="40" y="91"/>
                  <a:pt x="40" y="82"/>
                  <a:pt x="40" y="74"/>
                </a:cubicBezTo>
                <a:cubicBezTo>
                  <a:pt x="40" y="66"/>
                  <a:pt x="40" y="60"/>
                  <a:pt x="40" y="55"/>
                </a:cubicBezTo>
                <a:cubicBezTo>
                  <a:pt x="40" y="49"/>
                  <a:pt x="40" y="47"/>
                  <a:pt x="40" y="46"/>
                </a:cubicBezTo>
                <a:cubicBezTo>
                  <a:pt x="39" y="40"/>
                  <a:pt x="36" y="36"/>
                  <a:pt x="32" y="34"/>
                </a:cubicBezTo>
                <a:cubicBezTo>
                  <a:pt x="28" y="32"/>
                  <a:pt x="20" y="30"/>
                  <a:pt x="9" y="29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10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5"/>
                  <a:pt x="21" y="4"/>
                </a:cubicBezTo>
                <a:cubicBezTo>
                  <a:pt x="27" y="4"/>
                  <a:pt x="34" y="4"/>
                  <a:pt x="40" y="3"/>
                </a:cubicBezTo>
                <a:cubicBezTo>
                  <a:pt x="46" y="3"/>
                  <a:pt x="52" y="3"/>
                  <a:pt x="59" y="2"/>
                </a:cubicBezTo>
                <a:cubicBezTo>
                  <a:pt x="66" y="2"/>
                  <a:pt x="71" y="2"/>
                  <a:pt x="74" y="1"/>
                </a:cubicBezTo>
                <a:cubicBezTo>
                  <a:pt x="78" y="0"/>
                  <a:pt x="79" y="0"/>
                  <a:pt x="80" y="0"/>
                </a:cubicBezTo>
                <a:lnTo>
                  <a:pt x="81" y="0"/>
                </a:lnTo>
                <a:lnTo>
                  <a:pt x="81" y="14"/>
                </a:lnTo>
                <a:lnTo>
                  <a:pt x="82" y="27"/>
                </a:lnTo>
                <a:lnTo>
                  <a:pt x="86" y="23"/>
                </a:lnTo>
                <a:cubicBezTo>
                  <a:pt x="106" y="8"/>
                  <a:pt x="129" y="1"/>
                  <a:pt x="156" y="1"/>
                </a:cubicBezTo>
                <a:cubicBezTo>
                  <a:pt x="183" y="1"/>
                  <a:pt x="206" y="12"/>
                  <a:pt x="225" y="33"/>
                </a:cubicBezTo>
                <a:cubicBezTo>
                  <a:pt x="245" y="55"/>
                  <a:pt x="254" y="82"/>
                  <a:pt x="255" y="116"/>
                </a:cubicBezTo>
                <a:cubicBezTo>
                  <a:pt x="255" y="150"/>
                  <a:pt x="244" y="177"/>
                  <a:pt x="222" y="199"/>
                </a:cubicBezTo>
                <a:cubicBezTo>
                  <a:pt x="200" y="220"/>
                  <a:pt x="175" y="230"/>
                  <a:pt x="148" y="230"/>
                </a:cubicBezTo>
                <a:cubicBezTo>
                  <a:pt x="125" y="230"/>
                  <a:pt x="104" y="223"/>
                  <a:pt x="87" y="208"/>
                </a:cubicBezTo>
                <a:lnTo>
                  <a:pt x="83" y="205"/>
                </a:lnTo>
                <a:lnTo>
                  <a:pt x="83" y="248"/>
                </a:lnTo>
                <a:lnTo>
                  <a:pt x="83" y="276"/>
                </a:lnTo>
                <a:cubicBezTo>
                  <a:pt x="83" y="285"/>
                  <a:pt x="83" y="291"/>
                  <a:pt x="84" y="293"/>
                </a:cubicBezTo>
                <a:cubicBezTo>
                  <a:pt x="85" y="295"/>
                  <a:pt x="86" y="296"/>
                  <a:pt x="89" y="298"/>
                </a:cubicBezTo>
                <a:cubicBezTo>
                  <a:pt x="96" y="299"/>
                  <a:pt x="105" y="300"/>
                  <a:pt x="114" y="300"/>
                </a:cubicBezTo>
                <a:lnTo>
                  <a:pt x="122" y="300"/>
                </a:lnTo>
                <a:lnTo>
                  <a:pt x="122" y="323"/>
                </a:lnTo>
                <a:lnTo>
                  <a:pt x="118" y="323"/>
                </a:lnTo>
                <a:lnTo>
                  <a:pt x="106" y="322"/>
                </a:lnTo>
                <a:cubicBezTo>
                  <a:pt x="98" y="322"/>
                  <a:pt x="90" y="322"/>
                  <a:pt x="81" y="322"/>
                </a:cubicBezTo>
                <a:cubicBezTo>
                  <a:pt x="72" y="322"/>
                  <a:pt x="65" y="322"/>
                  <a:pt x="62" y="321"/>
                </a:cubicBezTo>
                <a:cubicBezTo>
                  <a:pt x="26" y="321"/>
                  <a:pt x="7" y="322"/>
                  <a:pt x="4" y="323"/>
                </a:cubicBezTo>
                <a:lnTo>
                  <a:pt x="0" y="323"/>
                </a:lnTo>
                <a:lnTo>
                  <a:pt x="0" y="300"/>
                </a:lnTo>
                <a:lnTo>
                  <a:pt x="8" y="300"/>
                </a:lnTo>
                <a:moveTo>
                  <a:pt x="205" y="115"/>
                </a:moveTo>
                <a:cubicBezTo>
                  <a:pt x="205" y="89"/>
                  <a:pt x="199" y="67"/>
                  <a:pt x="188" y="48"/>
                </a:cubicBezTo>
                <a:cubicBezTo>
                  <a:pt x="177" y="30"/>
                  <a:pt x="162" y="21"/>
                  <a:pt x="145" y="21"/>
                </a:cubicBezTo>
                <a:cubicBezTo>
                  <a:pt x="121" y="21"/>
                  <a:pt x="100" y="32"/>
                  <a:pt x="83" y="53"/>
                </a:cubicBezTo>
                <a:lnTo>
                  <a:pt x="83" y="175"/>
                </a:lnTo>
                <a:cubicBezTo>
                  <a:pt x="96" y="200"/>
                  <a:pt x="115" y="212"/>
                  <a:pt x="139" y="212"/>
                </a:cubicBezTo>
                <a:cubicBezTo>
                  <a:pt x="157" y="212"/>
                  <a:pt x="172" y="203"/>
                  <a:pt x="185" y="184"/>
                </a:cubicBezTo>
                <a:cubicBezTo>
                  <a:pt x="198" y="166"/>
                  <a:pt x="205" y="143"/>
                  <a:pt x="205" y="11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8" name=""/>
          <p:cNvSpPr/>
          <p:nvPr/>
        </p:nvSpPr>
        <p:spPr>
          <a:xfrm>
            <a:off x="7240680" y="3948840"/>
            <a:ext cx="81000" cy="83880"/>
          </a:xfrm>
          <a:custGeom>
            <a:avLst/>
            <a:gdLst/>
            <a:ahLst/>
            <a:rect l="0" t="0" r="r" b="b"/>
            <a:pathLst>
              <a:path w="225" h="233">
                <a:moveTo>
                  <a:pt x="0" y="120"/>
                </a:moveTo>
                <a:cubicBezTo>
                  <a:pt x="0" y="88"/>
                  <a:pt x="11" y="60"/>
                  <a:pt x="33" y="37"/>
                </a:cubicBezTo>
                <a:cubicBezTo>
                  <a:pt x="55" y="14"/>
                  <a:pt x="82" y="1"/>
                  <a:pt x="113" y="0"/>
                </a:cubicBezTo>
                <a:cubicBezTo>
                  <a:pt x="144" y="0"/>
                  <a:pt x="170" y="13"/>
                  <a:pt x="192" y="36"/>
                </a:cubicBezTo>
                <a:cubicBezTo>
                  <a:pt x="214" y="59"/>
                  <a:pt x="225" y="86"/>
                  <a:pt x="225" y="119"/>
                </a:cubicBezTo>
                <a:cubicBezTo>
                  <a:pt x="225" y="151"/>
                  <a:pt x="214" y="178"/>
                  <a:pt x="193" y="200"/>
                </a:cubicBezTo>
                <a:cubicBezTo>
                  <a:pt x="171" y="222"/>
                  <a:pt x="145" y="233"/>
                  <a:pt x="113" y="233"/>
                </a:cubicBezTo>
                <a:cubicBezTo>
                  <a:pt x="81" y="233"/>
                  <a:pt x="53" y="222"/>
                  <a:pt x="32" y="199"/>
                </a:cubicBezTo>
                <a:cubicBezTo>
                  <a:pt x="11" y="176"/>
                  <a:pt x="0" y="150"/>
                  <a:pt x="0" y="120"/>
                </a:cubicBezTo>
                <a:moveTo>
                  <a:pt x="113" y="213"/>
                </a:moveTo>
                <a:cubicBezTo>
                  <a:pt x="154" y="213"/>
                  <a:pt x="175" y="185"/>
                  <a:pt x="175" y="130"/>
                </a:cubicBezTo>
                <a:lnTo>
                  <a:pt x="175" y="114"/>
                </a:lnTo>
                <a:lnTo>
                  <a:pt x="175" y="101"/>
                </a:lnTo>
                <a:cubicBezTo>
                  <a:pt x="175" y="94"/>
                  <a:pt x="175" y="88"/>
                  <a:pt x="174" y="82"/>
                </a:cubicBezTo>
                <a:cubicBezTo>
                  <a:pt x="174" y="77"/>
                  <a:pt x="173" y="70"/>
                  <a:pt x="171" y="63"/>
                </a:cubicBezTo>
                <a:cubicBezTo>
                  <a:pt x="169" y="56"/>
                  <a:pt x="166" y="50"/>
                  <a:pt x="163" y="45"/>
                </a:cubicBezTo>
                <a:cubicBezTo>
                  <a:pt x="159" y="40"/>
                  <a:pt x="154" y="35"/>
                  <a:pt x="147" y="31"/>
                </a:cubicBezTo>
                <a:cubicBezTo>
                  <a:pt x="140" y="26"/>
                  <a:pt x="132" y="23"/>
                  <a:pt x="122" y="21"/>
                </a:cubicBezTo>
                <a:cubicBezTo>
                  <a:pt x="121" y="20"/>
                  <a:pt x="118" y="20"/>
                  <a:pt x="114" y="20"/>
                </a:cubicBezTo>
                <a:cubicBezTo>
                  <a:pt x="104" y="20"/>
                  <a:pt x="95" y="22"/>
                  <a:pt x="85" y="26"/>
                </a:cubicBezTo>
                <a:cubicBezTo>
                  <a:pt x="71" y="34"/>
                  <a:pt x="61" y="44"/>
                  <a:pt x="56" y="57"/>
                </a:cubicBezTo>
                <a:cubicBezTo>
                  <a:pt x="52" y="70"/>
                  <a:pt x="50" y="86"/>
                  <a:pt x="50" y="104"/>
                </a:cubicBezTo>
                <a:lnTo>
                  <a:pt x="50" y="114"/>
                </a:lnTo>
                <a:cubicBezTo>
                  <a:pt x="50" y="146"/>
                  <a:pt x="53" y="169"/>
                  <a:pt x="59" y="182"/>
                </a:cubicBezTo>
                <a:cubicBezTo>
                  <a:pt x="71" y="202"/>
                  <a:pt x="89" y="213"/>
                  <a:pt x="113" y="21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9" name=""/>
          <p:cNvSpPr/>
          <p:nvPr/>
        </p:nvSpPr>
        <p:spPr>
          <a:xfrm>
            <a:off x="7331760" y="3948840"/>
            <a:ext cx="81000" cy="83880"/>
          </a:xfrm>
          <a:custGeom>
            <a:avLst/>
            <a:gdLst/>
            <a:ahLst/>
            <a:rect l="0" t="0" r="r" b="b"/>
            <a:pathLst>
              <a:path w="225" h="233">
                <a:moveTo>
                  <a:pt x="0" y="120"/>
                </a:moveTo>
                <a:cubicBezTo>
                  <a:pt x="0" y="88"/>
                  <a:pt x="11" y="60"/>
                  <a:pt x="33" y="37"/>
                </a:cubicBezTo>
                <a:cubicBezTo>
                  <a:pt x="56" y="14"/>
                  <a:pt x="82" y="1"/>
                  <a:pt x="113" y="0"/>
                </a:cubicBezTo>
                <a:cubicBezTo>
                  <a:pt x="143" y="0"/>
                  <a:pt x="170" y="13"/>
                  <a:pt x="191" y="36"/>
                </a:cubicBezTo>
                <a:cubicBezTo>
                  <a:pt x="213" y="59"/>
                  <a:pt x="224" y="86"/>
                  <a:pt x="225" y="119"/>
                </a:cubicBezTo>
                <a:cubicBezTo>
                  <a:pt x="225" y="151"/>
                  <a:pt x="214" y="178"/>
                  <a:pt x="192" y="200"/>
                </a:cubicBezTo>
                <a:cubicBezTo>
                  <a:pt x="171" y="222"/>
                  <a:pt x="144" y="233"/>
                  <a:pt x="113" y="233"/>
                </a:cubicBezTo>
                <a:cubicBezTo>
                  <a:pt x="80" y="233"/>
                  <a:pt x="54" y="222"/>
                  <a:pt x="32" y="199"/>
                </a:cubicBezTo>
                <a:cubicBezTo>
                  <a:pt x="11" y="176"/>
                  <a:pt x="0" y="150"/>
                  <a:pt x="0" y="120"/>
                </a:cubicBezTo>
                <a:moveTo>
                  <a:pt x="113" y="213"/>
                </a:moveTo>
                <a:cubicBezTo>
                  <a:pt x="154" y="213"/>
                  <a:pt x="175" y="185"/>
                  <a:pt x="175" y="130"/>
                </a:cubicBezTo>
                <a:lnTo>
                  <a:pt x="175" y="114"/>
                </a:lnTo>
                <a:lnTo>
                  <a:pt x="175" y="101"/>
                </a:lnTo>
                <a:cubicBezTo>
                  <a:pt x="175" y="94"/>
                  <a:pt x="175" y="88"/>
                  <a:pt x="174" y="82"/>
                </a:cubicBezTo>
                <a:cubicBezTo>
                  <a:pt x="174" y="77"/>
                  <a:pt x="173" y="70"/>
                  <a:pt x="171" y="63"/>
                </a:cubicBezTo>
                <a:cubicBezTo>
                  <a:pt x="169" y="56"/>
                  <a:pt x="166" y="50"/>
                  <a:pt x="163" y="45"/>
                </a:cubicBezTo>
                <a:cubicBezTo>
                  <a:pt x="159" y="40"/>
                  <a:pt x="154" y="35"/>
                  <a:pt x="147" y="31"/>
                </a:cubicBezTo>
                <a:cubicBezTo>
                  <a:pt x="140" y="26"/>
                  <a:pt x="132" y="23"/>
                  <a:pt x="122" y="21"/>
                </a:cubicBezTo>
                <a:cubicBezTo>
                  <a:pt x="120" y="20"/>
                  <a:pt x="118" y="20"/>
                  <a:pt x="114" y="20"/>
                </a:cubicBezTo>
                <a:cubicBezTo>
                  <a:pt x="104" y="20"/>
                  <a:pt x="94" y="22"/>
                  <a:pt x="85" y="26"/>
                </a:cubicBezTo>
                <a:cubicBezTo>
                  <a:pt x="71" y="34"/>
                  <a:pt x="61" y="44"/>
                  <a:pt x="57" y="57"/>
                </a:cubicBezTo>
                <a:cubicBezTo>
                  <a:pt x="53" y="70"/>
                  <a:pt x="50" y="86"/>
                  <a:pt x="50" y="104"/>
                </a:cubicBezTo>
                <a:lnTo>
                  <a:pt x="50" y="114"/>
                </a:lnTo>
                <a:cubicBezTo>
                  <a:pt x="50" y="146"/>
                  <a:pt x="54" y="169"/>
                  <a:pt x="60" y="182"/>
                </a:cubicBezTo>
                <a:cubicBezTo>
                  <a:pt x="71" y="202"/>
                  <a:pt x="88" y="213"/>
                  <a:pt x="113" y="21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90" name=""/>
          <p:cNvSpPr/>
          <p:nvPr/>
        </p:nvSpPr>
        <p:spPr>
          <a:xfrm>
            <a:off x="7422480" y="3904200"/>
            <a:ext cx="43200" cy="126720"/>
          </a:xfrm>
          <a:custGeom>
            <a:avLst/>
            <a:gdLst/>
            <a:ahLst/>
            <a:rect l="0" t="0" r="r" b="b"/>
            <a:pathLst>
              <a:path w="120" h="352">
                <a:moveTo>
                  <a:pt x="8" y="329"/>
                </a:moveTo>
                <a:lnTo>
                  <a:pt x="15" y="329"/>
                </a:lnTo>
                <a:cubicBezTo>
                  <a:pt x="28" y="329"/>
                  <a:pt x="37" y="326"/>
                  <a:pt x="40" y="322"/>
                </a:cubicBezTo>
                <a:lnTo>
                  <a:pt x="40" y="317"/>
                </a:lnTo>
                <a:cubicBezTo>
                  <a:pt x="40" y="314"/>
                  <a:pt x="40" y="311"/>
                  <a:pt x="40" y="306"/>
                </a:cubicBezTo>
                <a:cubicBezTo>
                  <a:pt x="40" y="301"/>
                  <a:pt x="40" y="296"/>
                  <a:pt x="40" y="289"/>
                </a:cubicBezTo>
                <a:cubicBezTo>
                  <a:pt x="40" y="283"/>
                  <a:pt x="40" y="276"/>
                  <a:pt x="40" y="267"/>
                </a:cubicBezTo>
                <a:cubicBezTo>
                  <a:pt x="40" y="259"/>
                  <a:pt x="40" y="251"/>
                  <a:pt x="40" y="242"/>
                </a:cubicBezTo>
                <a:cubicBezTo>
                  <a:pt x="40" y="233"/>
                  <a:pt x="40" y="224"/>
                  <a:pt x="40" y="214"/>
                </a:cubicBezTo>
                <a:cubicBezTo>
                  <a:pt x="40" y="204"/>
                  <a:pt x="40" y="194"/>
                  <a:pt x="40" y="185"/>
                </a:cubicBezTo>
                <a:cubicBezTo>
                  <a:pt x="40" y="172"/>
                  <a:pt x="40" y="159"/>
                  <a:pt x="40" y="145"/>
                </a:cubicBezTo>
                <a:cubicBezTo>
                  <a:pt x="40" y="131"/>
                  <a:pt x="40" y="119"/>
                  <a:pt x="40" y="107"/>
                </a:cubicBezTo>
                <a:cubicBezTo>
                  <a:pt x="40" y="96"/>
                  <a:pt x="40" y="86"/>
                  <a:pt x="40" y="77"/>
                </a:cubicBezTo>
                <a:cubicBezTo>
                  <a:pt x="40" y="68"/>
                  <a:pt x="40" y="61"/>
                  <a:pt x="40" y="55"/>
                </a:cubicBezTo>
                <a:cubicBezTo>
                  <a:pt x="39" y="49"/>
                  <a:pt x="39" y="46"/>
                  <a:pt x="40" y="46"/>
                </a:cubicBezTo>
                <a:cubicBezTo>
                  <a:pt x="39" y="40"/>
                  <a:pt x="36" y="35"/>
                  <a:pt x="32" y="33"/>
                </a:cubicBezTo>
                <a:cubicBezTo>
                  <a:pt x="28" y="31"/>
                  <a:pt x="20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4"/>
                  <a:pt x="20" y="4"/>
                </a:cubicBezTo>
                <a:cubicBezTo>
                  <a:pt x="27" y="4"/>
                  <a:pt x="34" y="3"/>
                  <a:pt x="40" y="3"/>
                </a:cubicBezTo>
                <a:cubicBezTo>
                  <a:pt x="46" y="3"/>
                  <a:pt x="52" y="2"/>
                  <a:pt x="59" y="2"/>
                </a:cubicBezTo>
                <a:cubicBezTo>
                  <a:pt x="65" y="2"/>
                  <a:pt x="71" y="1"/>
                  <a:pt x="74" y="1"/>
                </a:cubicBezTo>
                <a:cubicBezTo>
                  <a:pt x="77" y="0"/>
                  <a:pt x="79" y="0"/>
                  <a:pt x="79" y="0"/>
                </a:cubicBezTo>
                <a:lnTo>
                  <a:pt x="81" y="0"/>
                </a:lnTo>
                <a:lnTo>
                  <a:pt x="81" y="159"/>
                </a:lnTo>
                <a:cubicBezTo>
                  <a:pt x="81" y="267"/>
                  <a:pt x="81" y="321"/>
                  <a:pt x="81" y="322"/>
                </a:cubicBezTo>
                <a:cubicBezTo>
                  <a:pt x="83" y="324"/>
                  <a:pt x="85" y="326"/>
                  <a:pt x="88" y="327"/>
                </a:cubicBezTo>
                <a:cubicBezTo>
                  <a:pt x="95" y="328"/>
                  <a:pt x="103" y="329"/>
                  <a:pt x="112" y="329"/>
                </a:cubicBezTo>
                <a:lnTo>
                  <a:pt x="120" y="329"/>
                </a:lnTo>
                <a:lnTo>
                  <a:pt x="120" y="352"/>
                </a:lnTo>
                <a:lnTo>
                  <a:pt x="116" y="352"/>
                </a:lnTo>
                <a:lnTo>
                  <a:pt x="105" y="351"/>
                </a:lnTo>
                <a:cubicBezTo>
                  <a:pt x="97" y="351"/>
                  <a:pt x="89" y="351"/>
                  <a:pt x="80" y="351"/>
                </a:cubicBezTo>
                <a:cubicBezTo>
                  <a:pt x="71" y="351"/>
                  <a:pt x="65" y="351"/>
                  <a:pt x="61" y="350"/>
                </a:cubicBezTo>
                <a:cubicBezTo>
                  <a:pt x="57" y="350"/>
                  <a:pt x="50" y="350"/>
                  <a:pt x="42" y="350"/>
                </a:cubicBezTo>
                <a:cubicBezTo>
                  <a:pt x="33" y="351"/>
                  <a:pt x="23" y="351"/>
                  <a:pt x="15" y="351"/>
                </a:cubicBezTo>
                <a:lnTo>
                  <a:pt x="4" y="352"/>
                </a:lnTo>
                <a:lnTo>
                  <a:pt x="0" y="352"/>
                </a:lnTo>
                <a:lnTo>
                  <a:pt x="0" y="329"/>
                </a:lnTo>
                <a:lnTo>
                  <a:pt x="8" y="32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91" name=""/>
          <p:cNvSpPr/>
          <p:nvPr/>
        </p:nvSpPr>
        <p:spPr>
          <a:xfrm>
            <a:off x="7473240" y="3948840"/>
            <a:ext cx="70920" cy="83880"/>
          </a:xfrm>
          <a:custGeom>
            <a:avLst/>
            <a:gdLst/>
            <a:ahLst/>
            <a:rect l="0" t="0" r="r" b="b"/>
            <a:pathLst>
              <a:path w="197" h="233">
                <a:moveTo>
                  <a:pt x="0" y="118"/>
                </a:moveTo>
                <a:cubicBezTo>
                  <a:pt x="0" y="99"/>
                  <a:pt x="4" y="82"/>
                  <a:pt x="11" y="67"/>
                </a:cubicBezTo>
                <a:cubicBezTo>
                  <a:pt x="18" y="52"/>
                  <a:pt x="26" y="39"/>
                  <a:pt x="37" y="29"/>
                </a:cubicBezTo>
                <a:cubicBezTo>
                  <a:pt x="47" y="20"/>
                  <a:pt x="58" y="13"/>
                  <a:pt x="69" y="8"/>
                </a:cubicBezTo>
                <a:cubicBezTo>
                  <a:pt x="81" y="3"/>
                  <a:pt x="92" y="1"/>
                  <a:pt x="103" y="0"/>
                </a:cubicBezTo>
                <a:cubicBezTo>
                  <a:pt x="121" y="0"/>
                  <a:pt x="136" y="3"/>
                  <a:pt x="149" y="9"/>
                </a:cubicBezTo>
                <a:cubicBezTo>
                  <a:pt x="162" y="16"/>
                  <a:pt x="171" y="24"/>
                  <a:pt x="178" y="35"/>
                </a:cubicBezTo>
                <a:cubicBezTo>
                  <a:pt x="185" y="46"/>
                  <a:pt x="190" y="57"/>
                  <a:pt x="192" y="68"/>
                </a:cubicBezTo>
                <a:cubicBezTo>
                  <a:pt x="195" y="79"/>
                  <a:pt x="196" y="91"/>
                  <a:pt x="197" y="104"/>
                </a:cubicBezTo>
                <a:cubicBezTo>
                  <a:pt x="197" y="106"/>
                  <a:pt x="196" y="109"/>
                  <a:pt x="193" y="111"/>
                </a:cubicBezTo>
                <a:lnTo>
                  <a:pt x="51" y="111"/>
                </a:lnTo>
                <a:lnTo>
                  <a:pt x="51" y="119"/>
                </a:lnTo>
                <a:cubicBezTo>
                  <a:pt x="51" y="169"/>
                  <a:pt x="68" y="199"/>
                  <a:pt x="101" y="210"/>
                </a:cubicBezTo>
                <a:cubicBezTo>
                  <a:pt x="108" y="212"/>
                  <a:pt x="115" y="213"/>
                  <a:pt x="123" y="213"/>
                </a:cubicBezTo>
                <a:cubicBezTo>
                  <a:pt x="138" y="213"/>
                  <a:pt x="150" y="207"/>
                  <a:pt x="160" y="197"/>
                </a:cubicBezTo>
                <a:cubicBezTo>
                  <a:pt x="166" y="191"/>
                  <a:pt x="170" y="184"/>
                  <a:pt x="174" y="175"/>
                </a:cubicBezTo>
                <a:lnTo>
                  <a:pt x="179" y="163"/>
                </a:lnTo>
                <a:cubicBezTo>
                  <a:pt x="180" y="162"/>
                  <a:pt x="182" y="162"/>
                  <a:pt x="187" y="162"/>
                </a:cubicBezTo>
                <a:lnTo>
                  <a:pt x="188" y="162"/>
                </a:lnTo>
                <a:cubicBezTo>
                  <a:pt x="194" y="162"/>
                  <a:pt x="197" y="163"/>
                  <a:pt x="197" y="167"/>
                </a:cubicBezTo>
                <a:cubicBezTo>
                  <a:pt x="197" y="168"/>
                  <a:pt x="196" y="170"/>
                  <a:pt x="195" y="173"/>
                </a:cubicBezTo>
                <a:cubicBezTo>
                  <a:pt x="189" y="192"/>
                  <a:pt x="178" y="206"/>
                  <a:pt x="163" y="217"/>
                </a:cubicBezTo>
                <a:cubicBezTo>
                  <a:pt x="149" y="228"/>
                  <a:pt x="132" y="233"/>
                  <a:pt x="113" y="233"/>
                </a:cubicBezTo>
                <a:cubicBezTo>
                  <a:pt x="81" y="233"/>
                  <a:pt x="55" y="222"/>
                  <a:pt x="34" y="199"/>
                </a:cubicBezTo>
                <a:cubicBezTo>
                  <a:pt x="12" y="175"/>
                  <a:pt x="0" y="148"/>
                  <a:pt x="0" y="118"/>
                </a:cubicBezTo>
                <a:moveTo>
                  <a:pt x="155" y="89"/>
                </a:moveTo>
                <a:cubicBezTo>
                  <a:pt x="152" y="45"/>
                  <a:pt x="136" y="22"/>
                  <a:pt x="107" y="19"/>
                </a:cubicBezTo>
                <a:lnTo>
                  <a:pt x="106" y="19"/>
                </a:lnTo>
                <a:cubicBezTo>
                  <a:pt x="104" y="19"/>
                  <a:pt x="101" y="19"/>
                  <a:pt x="98" y="20"/>
                </a:cubicBezTo>
                <a:cubicBezTo>
                  <a:pt x="96" y="20"/>
                  <a:pt x="91" y="21"/>
                  <a:pt x="86" y="24"/>
                </a:cubicBezTo>
                <a:cubicBezTo>
                  <a:pt x="80" y="26"/>
                  <a:pt x="75" y="30"/>
                  <a:pt x="71" y="34"/>
                </a:cubicBezTo>
                <a:cubicBezTo>
                  <a:pt x="67" y="39"/>
                  <a:pt x="63" y="46"/>
                  <a:pt x="59" y="56"/>
                </a:cubicBezTo>
                <a:cubicBezTo>
                  <a:pt x="56" y="65"/>
                  <a:pt x="53" y="76"/>
                  <a:pt x="51" y="89"/>
                </a:cubicBezTo>
                <a:lnTo>
                  <a:pt x="51" y="93"/>
                </a:lnTo>
                <a:lnTo>
                  <a:pt x="155" y="93"/>
                </a:lnTo>
                <a:lnTo>
                  <a:pt x="155" y="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92" name=""/>
          <p:cNvSpPr/>
          <p:nvPr/>
        </p:nvSpPr>
        <p:spPr>
          <a:xfrm>
            <a:off x="7555320" y="3904200"/>
            <a:ext cx="91440" cy="128520"/>
          </a:xfrm>
          <a:custGeom>
            <a:avLst/>
            <a:gdLst/>
            <a:ahLst/>
            <a:rect l="0" t="0" r="r" b="b"/>
            <a:pathLst>
              <a:path w="254" h="357">
                <a:moveTo>
                  <a:pt x="174" y="102"/>
                </a:moveTo>
                <a:cubicBezTo>
                  <a:pt x="174" y="96"/>
                  <a:pt x="174" y="89"/>
                  <a:pt x="174" y="81"/>
                </a:cubicBezTo>
                <a:cubicBezTo>
                  <a:pt x="174" y="73"/>
                  <a:pt x="174" y="68"/>
                  <a:pt x="174" y="65"/>
                </a:cubicBezTo>
                <a:cubicBezTo>
                  <a:pt x="174" y="50"/>
                  <a:pt x="172" y="40"/>
                  <a:pt x="169" y="36"/>
                </a:cubicBezTo>
                <a:cubicBezTo>
                  <a:pt x="166" y="33"/>
                  <a:pt x="157" y="31"/>
                  <a:pt x="143" y="30"/>
                </a:cubicBezTo>
                <a:lnTo>
                  <a:pt x="133" y="30"/>
                </a:lnTo>
                <a:lnTo>
                  <a:pt x="133" y="18"/>
                </a:lnTo>
                <a:cubicBezTo>
                  <a:pt x="133" y="9"/>
                  <a:pt x="133" y="6"/>
                  <a:pt x="134" y="6"/>
                </a:cubicBezTo>
                <a:lnTo>
                  <a:pt x="140" y="5"/>
                </a:lnTo>
                <a:cubicBezTo>
                  <a:pt x="144" y="5"/>
                  <a:pt x="148" y="4"/>
                  <a:pt x="155" y="4"/>
                </a:cubicBezTo>
                <a:cubicBezTo>
                  <a:pt x="161" y="4"/>
                  <a:pt x="167" y="3"/>
                  <a:pt x="174" y="3"/>
                </a:cubicBezTo>
                <a:cubicBezTo>
                  <a:pt x="179" y="3"/>
                  <a:pt x="186" y="2"/>
                  <a:pt x="192" y="2"/>
                </a:cubicBezTo>
                <a:cubicBezTo>
                  <a:pt x="199" y="2"/>
                  <a:pt x="204" y="1"/>
                  <a:pt x="207" y="1"/>
                </a:cubicBezTo>
                <a:cubicBezTo>
                  <a:pt x="211" y="0"/>
                  <a:pt x="213" y="0"/>
                  <a:pt x="213" y="0"/>
                </a:cubicBezTo>
                <a:lnTo>
                  <a:pt x="214" y="0"/>
                </a:lnTo>
                <a:lnTo>
                  <a:pt x="214" y="155"/>
                </a:lnTo>
                <a:cubicBezTo>
                  <a:pt x="214" y="258"/>
                  <a:pt x="215" y="310"/>
                  <a:pt x="215" y="311"/>
                </a:cubicBezTo>
                <a:cubicBezTo>
                  <a:pt x="216" y="318"/>
                  <a:pt x="218" y="322"/>
                  <a:pt x="222" y="324"/>
                </a:cubicBezTo>
                <a:cubicBezTo>
                  <a:pt x="226" y="326"/>
                  <a:pt x="233" y="328"/>
                  <a:pt x="245" y="329"/>
                </a:cubicBezTo>
                <a:lnTo>
                  <a:pt x="254" y="329"/>
                </a:lnTo>
                <a:lnTo>
                  <a:pt x="254" y="352"/>
                </a:lnTo>
                <a:cubicBezTo>
                  <a:pt x="253" y="352"/>
                  <a:pt x="240" y="353"/>
                  <a:pt x="215" y="354"/>
                </a:cubicBezTo>
                <a:cubicBezTo>
                  <a:pt x="191" y="356"/>
                  <a:pt x="177" y="357"/>
                  <a:pt x="176" y="357"/>
                </a:cubicBezTo>
                <a:lnTo>
                  <a:pt x="172" y="357"/>
                </a:lnTo>
                <a:lnTo>
                  <a:pt x="172" y="330"/>
                </a:lnTo>
                <a:lnTo>
                  <a:pt x="168" y="333"/>
                </a:lnTo>
                <a:cubicBezTo>
                  <a:pt x="148" y="349"/>
                  <a:pt x="126" y="357"/>
                  <a:pt x="101" y="357"/>
                </a:cubicBezTo>
                <a:cubicBezTo>
                  <a:pt x="75" y="357"/>
                  <a:pt x="52" y="347"/>
                  <a:pt x="31" y="327"/>
                </a:cubicBezTo>
                <a:cubicBezTo>
                  <a:pt x="10" y="306"/>
                  <a:pt x="0" y="278"/>
                  <a:pt x="0" y="243"/>
                </a:cubicBezTo>
                <a:cubicBezTo>
                  <a:pt x="0" y="209"/>
                  <a:pt x="10" y="182"/>
                  <a:pt x="31" y="161"/>
                </a:cubicBezTo>
                <a:cubicBezTo>
                  <a:pt x="53" y="140"/>
                  <a:pt x="77" y="129"/>
                  <a:pt x="106" y="128"/>
                </a:cubicBezTo>
                <a:cubicBezTo>
                  <a:pt x="131" y="128"/>
                  <a:pt x="154" y="137"/>
                  <a:pt x="174" y="153"/>
                </a:cubicBezTo>
                <a:lnTo>
                  <a:pt x="174" y="102"/>
                </a:lnTo>
                <a:moveTo>
                  <a:pt x="172" y="179"/>
                </a:moveTo>
                <a:cubicBezTo>
                  <a:pt x="157" y="158"/>
                  <a:pt x="137" y="147"/>
                  <a:pt x="114" y="147"/>
                </a:cubicBezTo>
                <a:cubicBezTo>
                  <a:pt x="97" y="147"/>
                  <a:pt x="83" y="153"/>
                  <a:pt x="70" y="165"/>
                </a:cubicBezTo>
                <a:cubicBezTo>
                  <a:pt x="61" y="175"/>
                  <a:pt x="55" y="186"/>
                  <a:pt x="53" y="198"/>
                </a:cubicBezTo>
                <a:cubicBezTo>
                  <a:pt x="50" y="210"/>
                  <a:pt x="49" y="226"/>
                  <a:pt x="49" y="245"/>
                </a:cubicBezTo>
                <a:cubicBezTo>
                  <a:pt x="49" y="264"/>
                  <a:pt x="50" y="279"/>
                  <a:pt x="52" y="291"/>
                </a:cubicBezTo>
                <a:cubicBezTo>
                  <a:pt x="55" y="303"/>
                  <a:pt x="60" y="313"/>
                  <a:pt x="70" y="322"/>
                </a:cubicBezTo>
                <a:cubicBezTo>
                  <a:pt x="80" y="333"/>
                  <a:pt x="93" y="339"/>
                  <a:pt x="109" y="339"/>
                </a:cubicBezTo>
                <a:cubicBezTo>
                  <a:pt x="133" y="339"/>
                  <a:pt x="155" y="326"/>
                  <a:pt x="172" y="300"/>
                </a:cubicBezTo>
                <a:lnTo>
                  <a:pt x="172" y="1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93" name=""/>
          <p:cNvSpPr/>
          <p:nvPr/>
        </p:nvSpPr>
        <p:spPr>
          <a:xfrm>
            <a:off x="6514560" y="3723120"/>
            <a:ext cx="1277640" cy="15840"/>
          </a:xfrm>
          <a:custGeom>
            <a:avLst/>
            <a:gdLst/>
            <a:ahLst/>
            <a:rect l="0" t="0" r="r" b="b"/>
            <a:pathLst>
              <a:path w="3549" h="44">
                <a:moveTo>
                  <a:pt x="0" y="44"/>
                </a:moveTo>
                <a:lnTo>
                  <a:pt x="0" y="0"/>
                </a:lnTo>
                <a:lnTo>
                  <a:pt x="3549" y="0"/>
                </a:lnTo>
                <a:lnTo>
                  <a:pt x="3549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pic>
        <p:nvPicPr>
          <p:cNvPr id="294" name=""/>
          <p:cNvPicPr/>
          <p:nvPr/>
        </p:nvPicPr>
        <p:blipFill>
          <a:blip r:embed="rId1"/>
          <a:stretch/>
        </p:blipFill>
        <p:spPr>
          <a:xfrm>
            <a:off x="3314520" y="4152960"/>
            <a:ext cx="5562360" cy="238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"/>
          <p:cNvSpPr txBox="1"/>
          <p:nvPr/>
        </p:nvSpPr>
        <p:spPr>
          <a:xfrm>
            <a:off x="714240" y="3019320"/>
            <a:ext cx="7357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Normalized by the pooled IQR — a one-IQR location shift yields nABCD = 1.0.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6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571320" y="151920"/>
            <a:ext cx="730152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Defining nABCD: Wasserstein-1 over IQR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6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7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2" name=""/>
          <p:cNvSpPr/>
          <p:nvPr/>
        </p:nvSpPr>
        <p:spPr>
          <a:xfrm>
            <a:off x="576000" y="3348000"/>
            <a:ext cx="11039760" cy="2105280"/>
          </a:xfrm>
          <a:custGeom>
            <a:avLst/>
            <a:gdLst/>
            <a:ahLst/>
            <a:rect l="0" t="0" r="r" b="b"/>
            <a:pathLst>
              <a:path w="30666" h="5848">
                <a:moveTo>
                  <a:pt x="0" y="570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2"/>
                </a:cubicBezTo>
                <a:cubicBezTo>
                  <a:pt x="30559" y="4"/>
                  <a:pt x="30568" y="7"/>
                  <a:pt x="30577" y="11"/>
                </a:cubicBezTo>
                <a:cubicBezTo>
                  <a:pt x="30585" y="14"/>
                  <a:pt x="30594" y="19"/>
                  <a:pt x="30602" y="24"/>
                </a:cubicBezTo>
                <a:cubicBezTo>
                  <a:pt x="30610" y="29"/>
                  <a:pt x="30617" y="35"/>
                  <a:pt x="30624" y="42"/>
                </a:cubicBezTo>
                <a:cubicBezTo>
                  <a:pt x="30631" y="49"/>
                  <a:pt x="30637" y="56"/>
                  <a:pt x="30642" y="64"/>
                </a:cubicBezTo>
                <a:cubicBezTo>
                  <a:pt x="30647" y="72"/>
                  <a:pt x="30652" y="81"/>
                  <a:pt x="30655" y="89"/>
                </a:cubicBezTo>
                <a:cubicBezTo>
                  <a:pt x="30659" y="98"/>
                  <a:pt x="30662" y="107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5702"/>
                </a:lnTo>
                <a:cubicBezTo>
                  <a:pt x="30666" y="5712"/>
                  <a:pt x="30665" y="5721"/>
                  <a:pt x="30664" y="5731"/>
                </a:cubicBezTo>
                <a:cubicBezTo>
                  <a:pt x="30662" y="5740"/>
                  <a:pt x="30659" y="5749"/>
                  <a:pt x="30655" y="5758"/>
                </a:cubicBezTo>
                <a:cubicBezTo>
                  <a:pt x="30652" y="5767"/>
                  <a:pt x="30647" y="5775"/>
                  <a:pt x="30642" y="5783"/>
                </a:cubicBezTo>
                <a:cubicBezTo>
                  <a:pt x="30637" y="5791"/>
                  <a:pt x="30631" y="5799"/>
                  <a:pt x="30624" y="5805"/>
                </a:cubicBezTo>
                <a:cubicBezTo>
                  <a:pt x="30617" y="5812"/>
                  <a:pt x="30610" y="5818"/>
                  <a:pt x="30602" y="5823"/>
                </a:cubicBezTo>
                <a:cubicBezTo>
                  <a:pt x="30594" y="5829"/>
                  <a:pt x="30585" y="5833"/>
                  <a:pt x="30577" y="5837"/>
                </a:cubicBezTo>
                <a:cubicBezTo>
                  <a:pt x="30568" y="5840"/>
                  <a:pt x="30559" y="5843"/>
                  <a:pt x="30549" y="5845"/>
                </a:cubicBezTo>
                <a:cubicBezTo>
                  <a:pt x="30540" y="5847"/>
                  <a:pt x="30530" y="5848"/>
                  <a:pt x="30521" y="5848"/>
                </a:cubicBezTo>
                <a:lnTo>
                  <a:pt x="146" y="5848"/>
                </a:lnTo>
                <a:cubicBezTo>
                  <a:pt x="136" y="5848"/>
                  <a:pt x="127" y="5847"/>
                  <a:pt x="117" y="5845"/>
                </a:cubicBezTo>
                <a:cubicBezTo>
                  <a:pt x="108" y="5843"/>
                  <a:pt x="99" y="5840"/>
                  <a:pt x="90" y="5837"/>
                </a:cubicBezTo>
                <a:cubicBezTo>
                  <a:pt x="81" y="5833"/>
                  <a:pt x="73" y="5829"/>
                  <a:pt x="65" y="5823"/>
                </a:cubicBezTo>
                <a:cubicBezTo>
                  <a:pt x="57" y="5818"/>
                  <a:pt x="50" y="5812"/>
                  <a:pt x="43" y="5805"/>
                </a:cubicBezTo>
                <a:cubicBezTo>
                  <a:pt x="36" y="5799"/>
                  <a:pt x="30" y="5791"/>
                  <a:pt x="25" y="5783"/>
                </a:cubicBezTo>
                <a:cubicBezTo>
                  <a:pt x="19" y="5775"/>
                  <a:pt x="15" y="5767"/>
                  <a:pt x="11" y="5758"/>
                </a:cubicBezTo>
                <a:cubicBezTo>
                  <a:pt x="8" y="5749"/>
                  <a:pt x="5" y="5740"/>
                  <a:pt x="3" y="5731"/>
                </a:cubicBezTo>
                <a:cubicBezTo>
                  <a:pt x="1" y="5721"/>
                  <a:pt x="0" y="5712"/>
                  <a:pt x="0" y="5702"/>
                </a:cubicBezTo>
                <a:close/>
              </a:path>
            </a:pathLst>
          </a:custGeom>
          <a:noFill/>
          <a:ln w="9360">
            <a:solidFill>
              <a:srgbClr val="E0E0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13" name=""/>
          <p:cNvSpPr/>
          <p:nvPr/>
        </p:nvSpPr>
        <p:spPr>
          <a:xfrm>
            <a:off x="580680" y="3352680"/>
            <a:ext cx="11030400" cy="381240"/>
          </a:xfrm>
          <a:custGeom>
            <a:avLst/>
            <a:gdLst/>
            <a:ahLst/>
            <a:rect l="0" t="0" r="r" b="b"/>
            <a:pathLst>
              <a:path w="30640" h="1059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30508" y="0"/>
                </a:lnTo>
                <a:cubicBezTo>
                  <a:pt x="30544" y="0"/>
                  <a:pt x="30576" y="13"/>
                  <a:pt x="30601" y="39"/>
                </a:cubicBezTo>
                <a:cubicBezTo>
                  <a:pt x="30627" y="64"/>
                  <a:pt x="30640" y="96"/>
                  <a:pt x="30640" y="132"/>
                </a:cubicBezTo>
                <a:lnTo>
                  <a:pt x="30640" y="1059"/>
                </a:lnTo>
                <a:lnTo>
                  <a:pt x="0" y="1059"/>
                </a:lnTo>
                <a:lnTo>
                  <a:pt x="0" y="132"/>
                </a:lnTo>
                <a:cubicBezTo>
                  <a:pt x="0" y="96"/>
                  <a:pt x="13" y="64"/>
                  <a:pt x="39" y="39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4" name=""/>
          <p:cNvSpPr/>
          <p:nvPr/>
        </p:nvSpPr>
        <p:spPr>
          <a:xfrm>
            <a:off x="580680" y="3733560"/>
            <a:ext cx="11030400" cy="1715040"/>
          </a:xfrm>
          <a:custGeom>
            <a:avLst/>
            <a:gdLst/>
            <a:ahLst/>
            <a:rect l="0" t="0" r="r" b="b"/>
            <a:pathLst>
              <a:path w="30640" h="4764">
                <a:moveTo>
                  <a:pt x="30640" y="4631"/>
                </a:moveTo>
                <a:cubicBezTo>
                  <a:pt x="30640" y="4668"/>
                  <a:pt x="30627" y="4699"/>
                  <a:pt x="30601" y="4725"/>
                </a:cubicBezTo>
                <a:cubicBezTo>
                  <a:pt x="30576" y="4751"/>
                  <a:pt x="30544" y="4764"/>
                  <a:pt x="30508" y="4764"/>
                </a:cubicBezTo>
                <a:lnTo>
                  <a:pt x="133" y="4764"/>
                </a:lnTo>
                <a:cubicBezTo>
                  <a:pt x="96" y="4764"/>
                  <a:pt x="65" y="4751"/>
                  <a:pt x="39" y="4725"/>
                </a:cubicBezTo>
                <a:cubicBezTo>
                  <a:pt x="13" y="4699"/>
                  <a:pt x="0" y="4668"/>
                  <a:pt x="0" y="4631"/>
                </a:cubicBezTo>
                <a:lnTo>
                  <a:pt x="0" y="0"/>
                </a:lnTo>
                <a:lnTo>
                  <a:pt x="30640" y="0"/>
                </a:lnTo>
                <a:lnTo>
                  <a:pt x="30640" y="4631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15" name=""/>
          <p:cNvSpPr/>
          <p:nvPr/>
        </p:nvSpPr>
        <p:spPr>
          <a:xfrm>
            <a:off x="3819240" y="2707920"/>
            <a:ext cx="257040" cy="181800"/>
          </a:xfrm>
          <a:custGeom>
            <a:avLst/>
            <a:gdLst/>
            <a:ahLst/>
            <a:rect l="0" t="0" r="r" b="b"/>
            <a:pathLst>
              <a:path w="714" h="505">
                <a:moveTo>
                  <a:pt x="275" y="0"/>
                </a:moveTo>
                <a:cubicBezTo>
                  <a:pt x="282" y="0"/>
                  <a:pt x="294" y="0"/>
                  <a:pt x="311" y="1"/>
                </a:cubicBezTo>
                <a:cubicBezTo>
                  <a:pt x="328" y="1"/>
                  <a:pt x="344" y="2"/>
                  <a:pt x="359" y="2"/>
                </a:cubicBezTo>
                <a:cubicBezTo>
                  <a:pt x="383" y="2"/>
                  <a:pt x="403" y="2"/>
                  <a:pt x="420" y="2"/>
                </a:cubicBezTo>
                <a:cubicBezTo>
                  <a:pt x="437" y="1"/>
                  <a:pt x="446" y="1"/>
                  <a:pt x="449" y="1"/>
                </a:cubicBezTo>
                <a:cubicBezTo>
                  <a:pt x="457" y="1"/>
                  <a:pt x="461" y="3"/>
                  <a:pt x="461" y="7"/>
                </a:cubicBezTo>
                <a:cubicBezTo>
                  <a:pt x="461" y="8"/>
                  <a:pt x="461" y="12"/>
                  <a:pt x="459" y="17"/>
                </a:cubicBezTo>
                <a:cubicBezTo>
                  <a:pt x="457" y="26"/>
                  <a:pt x="455" y="31"/>
                  <a:pt x="453" y="32"/>
                </a:cubicBezTo>
                <a:cubicBezTo>
                  <a:pt x="451" y="33"/>
                  <a:pt x="446" y="33"/>
                  <a:pt x="437" y="33"/>
                </a:cubicBezTo>
                <a:cubicBezTo>
                  <a:pt x="424" y="33"/>
                  <a:pt x="415" y="35"/>
                  <a:pt x="408" y="37"/>
                </a:cubicBezTo>
                <a:cubicBezTo>
                  <a:pt x="400" y="38"/>
                  <a:pt x="395" y="40"/>
                  <a:pt x="393" y="42"/>
                </a:cubicBezTo>
                <a:cubicBezTo>
                  <a:pt x="390" y="44"/>
                  <a:pt x="389" y="46"/>
                  <a:pt x="390" y="49"/>
                </a:cubicBezTo>
                <a:cubicBezTo>
                  <a:pt x="390" y="54"/>
                  <a:pt x="394" y="111"/>
                  <a:pt x="402" y="219"/>
                </a:cubicBezTo>
                <a:cubicBezTo>
                  <a:pt x="409" y="328"/>
                  <a:pt x="413" y="385"/>
                  <a:pt x="413" y="391"/>
                </a:cubicBezTo>
                <a:lnTo>
                  <a:pt x="415" y="389"/>
                </a:lnTo>
                <a:cubicBezTo>
                  <a:pt x="416" y="387"/>
                  <a:pt x="417" y="385"/>
                  <a:pt x="419" y="381"/>
                </a:cubicBezTo>
                <a:cubicBezTo>
                  <a:pt x="421" y="378"/>
                  <a:pt x="424" y="374"/>
                  <a:pt x="429" y="368"/>
                </a:cubicBezTo>
                <a:cubicBezTo>
                  <a:pt x="432" y="362"/>
                  <a:pt x="436" y="355"/>
                  <a:pt x="441" y="346"/>
                </a:cubicBezTo>
                <a:cubicBezTo>
                  <a:pt x="445" y="338"/>
                  <a:pt x="451" y="328"/>
                  <a:pt x="458" y="317"/>
                </a:cubicBezTo>
                <a:cubicBezTo>
                  <a:pt x="465" y="306"/>
                  <a:pt x="472" y="293"/>
                  <a:pt x="479" y="278"/>
                </a:cubicBezTo>
                <a:cubicBezTo>
                  <a:pt x="486" y="263"/>
                  <a:pt x="496" y="247"/>
                  <a:pt x="507" y="230"/>
                </a:cubicBezTo>
                <a:cubicBezTo>
                  <a:pt x="557" y="142"/>
                  <a:pt x="585" y="92"/>
                  <a:pt x="592" y="79"/>
                </a:cubicBezTo>
                <a:cubicBezTo>
                  <a:pt x="598" y="67"/>
                  <a:pt x="602" y="59"/>
                  <a:pt x="602" y="57"/>
                </a:cubicBezTo>
                <a:cubicBezTo>
                  <a:pt x="602" y="49"/>
                  <a:pt x="598" y="44"/>
                  <a:pt x="589" y="39"/>
                </a:cubicBezTo>
                <a:cubicBezTo>
                  <a:pt x="580" y="35"/>
                  <a:pt x="570" y="33"/>
                  <a:pt x="559" y="33"/>
                </a:cubicBezTo>
                <a:cubicBezTo>
                  <a:pt x="552" y="33"/>
                  <a:pt x="549" y="31"/>
                  <a:pt x="549" y="26"/>
                </a:cubicBezTo>
                <a:cubicBezTo>
                  <a:pt x="549" y="24"/>
                  <a:pt x="549" y="21"/>
                  <a:pt x="550" y="17"/>
                </a:cubicBezTo>
                <a:cubicBezTo>
                  <a:pt x="552" y="9"/>
                  <a:pt x="553" y="4"/>
                  <a:pt x="554" y="3"/>
                </a:cubicBezTo>
                <a:cubicBezTo>
                  <a:pt x="555" y="2"/>
                  <a:pt x="559" y="1"/>
                  <a:pt x="564" y="1"/>
                </a:cubicBezTo>
                <a:cubicBezTo>
                  <a:pt x="566" y="1"/>
                  <a:pt x="570" y="1"/>
                  <a:pt x="577" y="1"/>
                </a:cubicBezTo>
                <a:cubicBezTo>
                  <a:pt x="583" y="1"/>
                  <a:pt x="593" y="1"/>
                  <a:pt x="604" y="1"/>
                </a:cubicBezTo>
                <a:cubicBezTo>
                  <a:pt x="616" y="1"/>
                  <a:pt x="629" y="1"/>
                  <a:pt x="643" y="2"/>
                </a:cubicBezTo>
                <a:cubicBezTo>
                  <a:pt x="674" y="2"/>
                  <a:pt x="695" y="1"/>
                  <a:pt x="704" y="0"/>
                </a:cubicBezTo>
                <a:cubicBezTo>
                  <a:pt x="710" y="0"/>
                  <a:pt x="714" y="3"/>
                  <a:pt x="714" y="8"/>
                </a:cubicBezTo>
                <a:cubicBezTo>
                  <a:pt x="714" y="11"/>
                  <a:pt x="713" y="15"/>
                  <a:pt x="712" y="20"/>
                </a:cubicBezTo>
                <a:cubicBezTo>
                  <a:pt x="710" y="25"/>
                  <a:pt x="709" y="29"/>
                  <a:pt x="707" y="31"/>
                </a:cubicBezTo>
                <a:cubicBezTo>
                  <a:pt x="705" y="33"/>
                  <a:pt x="702" y="33"/>
                  <a:pt x="700" y="33"/>
                </a:cubicBezTo>
                <a:cubicBezTo>
                  <a:pt x="689" y="33"/>
                  <a:pt x="679" y="34"/>
                  <a:pt x="671" y="37"/>
                </a:cubicBezTo>
                <a:cubicBezTo>
                  <a:pt x="662" y="40"/>
                  <a:pt x="655" y="43"/>
                  <a:pt x="649" y="47"/>
                </a:cubicBezTo>
                <a:cubicBezTo>
                  <a:pt x="644" y="51"/>
                  <a:pt x="639" y="55"/>
                  <a:pt x="636" y="59"/>
                </a:cubicBezTo>
                <a:cubicBezTo>
                  <a:pt x="633" y="64"/>
                  <a:pt x="630" y="68"/>
                  <a:pt x="627" y="71"/>
                </a:cubicBezTo>
                <a:lnTo>
                  <a:pt x="624" y="75"/>
                </a:lnTo>
                <a:lnTo>
                  <a:pt x="504" y="287"/>
                </a:lnTo>
                <a:cubicBezTo>
                  <a:pt x="423" y="429"/>
                  <a:pt x="382" y="500"/>
                  <a:pt x="382" y="500"/>
                </a:cubicBezTo>
                <a:cubicBezTo>
                  <a:pt x="379" y="503"/>
                  <a:pt x="373" y="505"/>
                  <a:pt x="365" y="505"/>
                </a:cubicBezTo>
                <a:cubicBezTo>
                  <a:pt x="357" y="505"/>
                  <a:pt x="353" y="504"/>
                  <a:pt x="351" y="502"/>
                </a:cubicBezTo>
                <a:cubicBezTo>
                  <a:pt x="350" y="500"/>
                  <a:pt x="345" y="442"/>
                  <a:pt x="337" y="326"/>
                </a:cubicBezTo>
                <a:cubicBezTo>
                  <a:pt x="330" y="209"/>
                  <a:pt x="326" y="149"/>
                  <a:pt x="325" y="145"/>
                </a:cubicBezTo>
                <a:lnTo>
                  <a:pt x="317" y="158"/>
                </a:lnTo>
                <a:cubicBezTo>
                  <a:pt x="306" y="176"/>
                  <a:pt x="276" y="229"/>
                  <a:pt x="225" y="319"/>
                </a:cubicBezTo>
                <a:cubicBezTo>
                  <a:pt x="157" y="439"/>
                  <a:pt x="122" y="499"/>
                  <a:pt x="121" y="500"/>
                </a:cubicBezTo>
                <a:cubicBezTo>
                  <a:pt x="120" y="501"/>
                  <a:pt x="119" y="502"/>
                  <a:pt x="117" y="503"/>
                </a:cubicBezTo>
                <a:cubicBezTo>
                  <a:pt x="115" y="504"/>
                  <a:pt x="111" y="505"/>
                  <a:pt x="104" y="505"/>
                </a:cubicBezTo>
                <a:cubicBezTo>
                  <a:pt x="95" y="505"/>
                  <a:pt x="90" y="503"/>
                  <a:pt x="89" y="500"/>
                </a:cubicBezTo>
                <a:cubicBezTo>
                  <a:pt x="89" y="499"/>
                  <a:pt x="84" y="423"/>
                  <a:pt x="74" y="271"/>
                </a:cubicBezTo>
                <a:cubicBezTo>
                  <a:pt x="63" y="120"/>
                  <a:pt x="58" y="45"/>
                  <a:pt x="57" y="44"/>
                </a:cubicBezTo>
                <a:cubicBezTo>
                  <a:pt x="56" y="39"/>
                  <a:pt x="54" y="37"/>
                  <a:pt x="50" y="36"/>
                </a:cubicBezTo>
                <a:cubicBezTo>
                  <a:pt x="46" y="35"/>
                  <a:pt x="37" y="34"/>
                  <a:pt x="22" y="33"/>
                </a:cubicBezTo>
                <a:lnTo>
                  <a:pt x="5" y="33"/>
                </a:lnTo>
                <a:cubicBezTo>
                  <a:pt x="2" y="30"/>
                  <a:pt x="0" y="27"/>
                  <a:pt x="0" y="25"/>
                </a:cubicBezTo>
                <a:cubicBezTo>
                  <a:pt x="1" y="14"/>
                  <a:pt x="4" y="6"/>
                  <a:pt x="9" y="0"/>
                </a:cubicBezTo>
                <a:lnTo>
                  <a:pt x="18" y="0"/>
                </a:lnTo>
                <a:cubicBezTo>
                  <a:pt x="38" y="2"/>
                  <a:pt x="62" y="2"/>
                  <a:pt x="89" y="2"/>
                </a:cubicBezTo>
                <a:cubicBezTo>
                  <a:pt x="149" y="2"/>
                  <a:pt x="182" y="2"/>
                  <a:pt x="187" y="0"/>
                </a:cubicBezTo>
                <a:lnTo>
                  <a:pt x="194" y="0"/>
                </a:lnTo>
                <a:cubicBezTo>
                  <a:pt x="197" y="3"/>
                  <a:pt x="199" y="5"/>
                  <a:pt x="199" y="7"/>
                </a:cubicBezTo>
                <a:cubicBezTo>
                  <a:pt x="199" y="8"/>
                  <a:pt x="198" y="12"/>
                  <a:pt x="197" y="19"/>
                </a:cubicBezTo>
                <a:cubicBezTo>
                  <a:pt x="195" y="27"/>
                  <a:pt x="193" y="31"/>
                  <a:pt x="191" y="33"/>
                </a:cubicBezTo>
                <a:lnTo>
                  <a:pt x="176" y="33"/>
                </a:lnTo>
                <a:cubicBezTo>
                  <a:pt x="147" y="34"/>
                  <a:pt x="131" y="38"/>
                  <a:pt x="129" y="45"/>
                </a:cubicBezTo>
                <a:cubicBezTo>
                  <a:pt x="144" y="264"/>
                  <a:pt x="152" y="381"/>
                  <a:pt x="154" y="392"/>
                </a:cubicBezTo>
                <a:lnTo>
                  <a:pt x="322" y="95"/>
                </a:lnTo>
                <a:lnTo>
                  <a:pt x="320" y="69"/>
                </a:lnTo>
                <a:cubicBezTo>
                  <a:pt x="319" y="49"/>
                  <a:pt x="317" y="38"/>
                  <a:pt x="313" y="37"/>
                </a:cubicBezTo>
                <a:cubicBezTo>
                  <a:pt x="310" y="35"/>
                  <a:pt x="300" y="33"/>
                  <a:pt x="283" y="33"/>
                </a:cubicBezTo>
                <a:cubicBezTo>
                  <a:pt x="274" y="33"/>
                  <a:pt x="268" y="33"/>
                  <a:pt x="265" y="32"/>
                </a:cubicBezTo>
                <a:cubicBezTo>
                  <a:pt x="262" y="31"/>
                  <a:pt x="261" y="28"/>
                  <a:pt x="261" y="25"/>
                </a:cubicBezTo>
                <a:cubicBezTo>
                  <a:pt x="261" y="24"/>
                  <a:pt x="261" y="21"/>
                  <a:pt x="262" y="17"/>
                </a:cubicBezTo>
                <a:cubicBezTo>
                  <a:pt x="263" y="15"/>
                  <a:pt x="263" y="13"/>
                  <a:pt x="264" y="10"/>
                </a:cubicBezTo>
                <a:cubicBezTo>
                  <a:pt x="264" y="8"/>
                  <a:pt x="265" y="6"/>
                  <a:pt x="265" y="5"/>
                </a:cubicBezTo>
                <a:cubicBezTo>
                  <a:pt x="265" y="4"/>
                  <a:pt x="265" y="3"/>
                  <a:pt x="267" y="2"/>
                </a:cubicBezTo>
                <a:cubicBezTo>
                  <a:pt x="268" y="1"/>
                  <a:pt x="269" y="1"/>
                  <a:pt x="270" y="1"/>
                </a:cubicBezTo>
                <a:cubicBezTo>
                  <a:pt x="270" y="1"/>
                  <a:pt x="272" y="1"/>
                  <a:pt x="275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6" name=""/>
          <p:cNvSpPr/>
          <p:nvPr/>
        </p:nvSpPr>
        <p:spPr>
          <a:xfrm>
            <a:off x="4072680" y="280116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7" y="44"/>
                </a:moveTo>
                <a:lnTo>
                  <a:pt x="60" y="47"/>
                </a:lnTo>
                <a:cubicBezTo>
                  <a:pt x="55" y="49"/>
                  <a:pt x="49" y="50"/>
                  <a:pt x="40" y="52"/>
                </a:cubicBezTo>
                <a:cubicBezTo>
                  <a:pt x="31" y="54"/>
                  <a:pt x="21" y="55"/>
                  <a:pt x="10" y="56"/>
                </a:cubicBezTo>
                <a:lnTo>
                  <a:pt x="0" y="56"/>
                </a:lnTo>
                <a:lnTo>
                  <a:pt x="0" y="32"/>
                </a:lnTo>
                <a:lnTo>
                  <a:pt x="10" y="32"/>
                </a:lnTo>
                <a:cubicBezTo>
                  <a:pt x="26" y="32"/>
                  <a:pt x="41" y="29"/>
                  <a:pt x="55" y="25"/>
                </a:cubicBezTo>
                <a:cubicBezTo>
                  <a:pt x="68" y="20"/>
                  <a:pt x="77" y="16"/>
                  <a:pt x="83" y="13"/>
                </a:cubicBezTo>
                <a:cubicBezTo>
                  <a:pt x="88" y="9"/>
                  <a:pt x="93" y="5"/>
                  <a:pt x="97" y="2"/>
                </a:cubicBezTo>
                <a:cubicBezTo>
                  <a:pt x="98" y="1"/>
                  <a:pt x="100" y="0"/>
                  <a:pt x="103" y="0"/>
                </a:cubicBezTo>
                <a:cubicBezTo>
                  <a:pt x="106" y="0"/>
                  <a:pt x="109" y="1"/>
                  <a:pt x="112" y="3"/>
                </a:cubicBezTo>
                <a:lnTo>
                  <a:pt x="112" y="155"/>
                </a:lnTo>
                <a:lnTo>
                  <a:pt x="112" y="307"/>
                </a:lnTo>
                <a:cubicBezTo>
                  <a:pt x="115" y="309"/>
                  <a:pt x="117" y="311"/>
                  <a:pt x="118" y="311"/>
                </a:cubicBezTo>
                <a:cubicBezTo>
                  <a:pt x="120" y="312"/>
                  <a:pt x="124" y="313"/>
                  <a:pt x="130" y="313"/>
                </a:cubicBezTo>
                <a:cubicBezTo>
                  <a:pt x="137" y="314"/>
                  <a:pt x="147" y="314"/>
                  <a:pt x="162" y="314"/>
                </a:cubicBezTo>
                <a:lnTo>
                  <a:pt x="175" y="314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5" y="336"/>
                  <a:pt x="89" y="336"/>
                </a:cubicBezTo>
                <a:cubicBezTo>
                  <a:pt x="43" y="336"/>
                  <a:pt x="16" y="337"/>
                  <a:pt x="9" y="338"/>
                </a:cubicBezTo>
                <a:lnTo>
                  <a:pt x="3" y="338"/>
                </a:lnTo>
                <a:lnTo>
                  <a:pt x="3" y="314"/>
                </a:lnTo>
                <a:lnTo>
                  <a:pt x="16" y="314"/>
                </a:lnTo>
                <a:cubicBezTo>
                  <a:pt x="24" y="314"/>
                  <a:pt x="30" y="314"/>
                  <a:pt x="36" y="314"/>
                </a:cubicBezTo>
                <a:cubicBezTo>
                  <a:pt x="41" y="314"/>
                  <a:pt x="45" y="314"/>
                  <a:pt x="49" y="314"/>
                </a:cubicBezTo>
                <a:cubicBezTo>
                  <a:pt x="52" y="314"/>
                  <a:pt x="54" y="313"/>
                  <a:pt x="57" y="312"/>
                </a:cubicBezTo>
                <a:cubicBezTo>
                  <a:pt x="59" y="312"/>
                  <a:pt x="60" y="311"/>
                  <a:pt x="61" y="311"/>
                </a:cubicBezTo>
                <a:cubicBezTo>
                  <a:pt x="61" y="311"/>
                  <a:pt x="62" y="311"/>
                  <a:pt x="64" y="309"/>
                </a:cubicBezTo>
                <a:cubicBezTo>
                  <a:pt x="65" y="307"/>
                  <a:pt x="66" y="306"/>
                  <a:pt x="67" y="307"/>
                </a:cubicBezTo>
                <a:lnTo>
                  <a:pt x="67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7" name=""/>
          <p:cNvSpPr/>
          <p:nvPr/>
        </p:nvSpPr>
        <p:spPr>
          <a:xfrm>
            <a:off x="4185720" y="26906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9"/>
                </a:moveTo>
                <a:cubicBezTo>
                  <a:pt x="0" y="326"/>
                  <a:pt x="2" y="295"/>
                  <a:pt x="7" y="265"/>
                </a:cubicBezTo>
                <a:cubicBezTo>
                  <a:pt x="12" y="235"/>
                  <a:pt x="17" y="210"/>
                  <a:pt x="24" y="189"/>
                </a:cubicBezTo>
                <a:cubicBezTo>
                  <a:pt x="31" y="167"/>
                  <a:pt x="39" y="146"/>
                  <a:pt x="51" y="126"/>
                </a:cubicBezTo>
                <a:cubicBezTo>
                  <a:pt x="62" y="105"/>
                  <a:pt x="71" y="89"/>
                  <a:pt x="78" y="78"/>
                </a:cubicBezTo>
                <a:cubicBezTo>
                  <a:pt x="85" y="66"/>
                  <a:pt x="95" y="54"/>
                  <a:pt x="108" y="41"/>
                </a:cubicBezTo>
                <a:cubicBezTo>
                  <a:pt x="121" y="27"/>
                  <a:pt x="129" y="18"/>
                  <a:pt x="132" y="15"/>
                </a:cubicBezTo>
                <a:cubicBezTo>
                  <a:pt x="134" y="12"/>
                  <a:pt x="140" y="7"/>
                  <a:pt x="149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8" y="0"/>
                  <a:pt x="172" y="2"/>
                  <a:pt x="172" y="7"/>
                </a:cubicBezTo>
                <a:cubicBezTo>
                  <a:pt x="172" y="8"/>
                  <a:pt x="168" y="13"/>
                  <a:pt x="159" y="22"/>
                </a:cubicBezTo>
                <a:cubicBezTo>
                  <a:pt x="151" y="31"/>
                  <a:pt x="142" y="44"/>
                  <a:pt x="130" y="61"/>
                </a:cubicBezTo>
                <a:cubicBezTo>
                  <a:pt x="119" y="77"/>
                  <a:pt x="107" y="98"/>
                  <a:pt x="95" y="122"/>
                </a:cubicBezTo>
                <a:cubicBezTo>
                  <a:pt x="83" y="146"/>
                  <a:pt x="73" y="179"/>
                  <a:pt x="65" y="221"/>
                </a:cubicBezTo>
                <a:cubicBezTo>
                  <a:pt x="57" y="262"/>
                  <a:pt x="53" y="308"/>
                  <a:pt x="53" y="359"/>
                </a:cubicBezTo>
                <a:cubicBezTo>
                  <a:pt x="53" y="409"/>
                  <a:pt x="57" y="455"/>
                  <a:pt x="65" y="496"/>
                </a:cubicBezTo>
                <a:cubicBezTo>
                  <a:pt x="73" y="537"/>
                  <a:pt x="83" y="570"/>
                  <a:pt x="94" y="595"/>
                </a:cubicBezTo>
                <a:cubicBezTo>
                  <a:pt x="106" y="621"/>
                  <a:pt x="118" y="641"/>
                  <a:pt x="129" y="657"/>
                </a:cubicBezTo>
                <a:cubicBezTo>
                  <a:pt x="141" y="673"/>
                  <a:pt x="151" y="685"/>
                  <a:pt x="159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49" y="716"/>
                </a:lnTo>
                <a:lnTo>
                  <a:pt x="129" y="699"/>
                </a:lnTo>
                <a:cubicBezTo>
                  <a:pt x="85" y="658"/>
                  <a:pt x="52" y="608"/>
                  <a:pt x="32" y="547"/>
                </a:cubicBezTo>
                <a:cubicBezTo>
                  <a:pt x="10" y="487"/>
                  <a:pt x="0" y="424"/>
                  <a:pt x="0" y="3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8" name=""/>
          <p:cNvSpPr/>
          <p:nvPr/>
        </p:nvSpPr>
        <p:spPr>
          <a:xfrm>
            <a:off x="4269600" y="270864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7"/>
                </a:moveTo>
                <a:cubicBezTo>
                  <a:pt x="4" y="487"/>
                  <a:pt x="0" y="484"/>
                  <a:pt x="0" y="480"/>
                </a:cubicBezTo>
                <a:cubicBezTo>
                  <a:pt x="0" y="479"/>
                  <a:pt x="1" y="475"/>
                  <a:pt x="2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5" y="455"/>
                  <a:pt x="24" y="455"/>
                </a:cubicBezTo>
                <a:cubicBezTo>
                  <a:pt x="37" y="455"/>
                  <a:pt x="51" y="454"/>
                  <a:pt x="67" y="452"/>
                </a:cubicBezTo>
                <a:cubicBezTo>
                  <a:pt x="74" y="451"/>
                  <a:pt x="78" y="448"/>
                  <a:pt x="81" y="444"/>
                </a:cubicBezTo>
                <a:cubicBezTo>
                  <a:pt x="82" y="441"/>
                  <a:pt x="98" y="374"/>
                  <a:pt x="131" y="243"/>
                </a:cubicBezTo>
                <a:cubicBezTo>
                  <a:pt x="164" y="111"/>
                  <a:pt x="181" y="45"/>
                  <a:pt x="181" y="43"/>
                </a:cubicBezTo>
                <a:cubicBezTo>
                  <a:pt x="181" y="39"/>
                  <a:pt x="180" y="38"/>
                  <a:pt x="179" y="38"/>
                </a:cubicBezTo>
                <a:cubicBezTo>
                  <a:pt x="175" y="36"/>
                  <a:pt x="162" y="35"/>
                  <a:pt x="141" y="34"/>
                </a:cubicBezTo>
                <a:lnTo>
                  <a:pt x="119" y="34"/>
                </a:lnTo>
                <a:cubicBezTo>
                  <a:pt x="116" y="31"/>
                  <a:pt x="114" y="29"/>
                  <a:pt x="114" y="28"/>
                </a:cubicBezTo>
                <a:cubicBezTo>
                  <a:pt x="114" y="27"/>
                  <a:pt x="115" y="23"/>
                  <a:pt x="116" y="16"/>
                </a:cubicBezTo>
                <a:cubicBezTo>
                  <a:pt x="118" y="7"/>
                  <a:pt x="120" y="2"/>
                  <a:pt x="123" y="0"/>
                </a:cubicBezTo>
                <a:lnTo>
                  <a:pt x="509" y="0"/>
                </a:lnTo>
                <a:cubicBezTo>
                  <a:pt x="512" y="2"/>
                  <a:pt x="514" y="5"/>
                  <a:pt x="514" y="8"/>
                </a:cubicBezTo>
                <a:cubicBezTo>
                  <a:pt x="514" y="12"/>
                  <a:pt x="511" y="38"/>
                  <a:pt x="505" y="89"/>
                </a:cubicBezTo>
                <a:cubicBezTo>
                  <a:pt x="499" y="140"/>
                  <a:pt x="495" y="166"/>
                  <a:pt x="495" y="168"/>
                </a:cubicBezTo>
                <a:cubicBezTo>
                  <a:pt x="494" y="171"/>
                  <a:pt x="489" y="173"/>
                  <a:pt x="481" y="173"/>
                </a:cubicBezTo>
                <a:lnTo>
                  <a:pt x="472" y="173"/>
                </a:lnTo>
                <a:cubicBezTo>
                  <a:pt x="469" y="170"/>
                  <a:pt x="467" y="167"/>
                  <a:pt x="467" y="164"/>
                </a:cubicBezTo>
                <a:cubicBezTo>
                  <a:pt x="467" y="163"/>
                  <a:pt x="468" y="157"/>
                  <a:pt x="469" y="146"/>
                </a:cubicBezTo>
                <a:cubicBezTo>
                  <a:pt x="471" y="135"/>
                  <a:pt x="471" y="123"/>
                  <a:pt x="471" y="109"/>
                </a:cubicBezTo>
                <a:cubicBezTo>
                  <a:pt x="471" y="94"/>
                  <a:pt x="470" y="83"/>
                  <a:pt x="466" y="73"/>
                </a:cubicBezTo>
                <a:cubicBezTo>
                  <a:pt x="463" y="64"/>
                  <a:pt x="458" y="57"/>
                  <a:pt x="453" y="51"/>
                </a:cubicBezTo>
                <a:cubicBezTo>
                  <a:pt x="447" y="46"/>
                  <a:pt x="438" y="42"/>
                  <a:pt x="426" y="40"/>
                </a:cubicBezTo>
                <a:cubicBezTo>
                  <a:pt x="414" y="38"/>
                  <a:pt x="402" y="36"/>
                  <a:pt x="390" y="35"/>
                </a:cubicBezTo>
                <a:cubicBezTo>
                  <a:pt x="377" y="33"/>
                  <a:pt x="360" y="33"/>
                  <a:pt x="338" y="34"/>
                </a:cubicBezTo>
                <a:lnTo>
                  <a:pt x="322" y="34"/>
                </a:lnTo>
                <a:cubicBezTo>
                  <a:pt x="283" y="35"/>
                  <a:pt x="262" y="35"/>
                  <a:pt x="260" y="36"/>
                </a:cubicBezTo>
                <a:cubicBezTo>
                  <a:pt x="257" y="37"/>
                  <a:pt x="256" y="39"/>
                  <a:pt x="255" y="42"/>
                </a:cubicBezTo>
                <a:cubicBezTo>
                  <a:pt x="254" y="42"/>
                  <a:pt x="246" y="74"/>
                  <a:pt x="230" y="136"/>
                </a:cubicBezTo>
                <a:lnTo>
                  <a:pt x="207" y="228"/>
                </a:lnTo>
                <a:lnTo>
                  <a:pt x="247" y="228"/>
                </a:lnTo>
                <a:cubicBezTo>
                  <a:pt x="248" y="228"/>
                  <a:pt x="254" y="228"/>
                  <a:pt x="263" y="228"/>
                </a:cubicBezTo>
                <a:cubicBezTo>
                  <a:pt x="273" y="228"/>
                  <a:pt x="279" y="228"/>
                  <a:pt x="283" y="227"/>
                </a:cubicBezTo>
                <a:cubicBezTo>
                  <a:pt x="287" y="227"/>
                  <a:pt x="292" y="226"/>
                  <a:pt x="299" y="225"/>
                </a:cubicBezTo>
                <a:cubicBezTo>
                  <a:pt x="306" y="224"/>
                  <a:pt x="311" y="222"/>
                  <a:pt x="316" y="220"/>
                </a:cubicBezTo>
                <a:cubicBezTo>
                  <a:pt x="321" y="218"/>
                  <a:pt x="325" y="215"/>
                  <a:pt x="328" y="211"/>
                </a:cubicBezTo>
                <a:cubicBezTo>
                  <a:pt x="334" y="206"/>
                  <a:pt x="340" y="198"/>
                  <a:pt x="344" y="188"/>
                </a:cubicBezTo>
                <a:cubicBezTo>
                  <a:pt x="348" y="178"/>
                  <a:pt x="351" y="169"/>
                  <a:pt x="353" y="161"/>
                </a:cubicBezTo>
                <a:cubicBezTo>
                  <a:pt x="355" y="153"/>
                  <a:pt x="356" y="148"/>
                  <a:pt x="357" y="148"/>
                </a:cubicBezTo>
                <a:cubicBezTo>
                  <a:pt x="358" y="145"/>
                  <a:pt x="363" y="144"/>
                  <a:pt x="370" y="144"/>
                </a:cubicBezTo>
                <a:lnTo>
                  <a:pt x="379" y="144"/>
                </a:lnTo>
                <a:cubicBezTo>
                  <a:pt x="382" y="147"/>
                  <a:pt x="384" y="149"/>
                  <a:pt x="384" y="151"/>
                </a:cubicBezTo>
                <a:cubicBezTo>
                  <a:pt x="384" y="153"/>
                  <a:pt x="377" y="184"/>
                  <a:pt x="362" y="245"/>
                </a:cubicBezTo>
                <a:cubicBezTo>
                  <a:pt x="347" y="306"/>
                  <a:pt x="339" y="338"/>
                  <a:pt x="338" y="339"/>
                </a:cubicBezTo>
                <a:cubicBezTo>
                  <a:pt x="337" y="343"/>
                  <a:pt x="332" y="344"/>
                  <a:pt x="323" y="344"/>
                </a:cubicBezTo>
                <a:lnTo>
                  <a:pt x="315" y="344"/>
                </a:lnTo>
                <a:cubicBezTo>
                  <a:pt x="311" y="342"/>
                  <a:pt x="310" y="339"/>
                  <a:pt x="310" y="336"/>
                </a:cubicBezTo>
                <a:cubicBezTo>
                  <a:pt x="310" y="334"/>
                  <a:pt x="311" y="329"/>
                  <a:pt x="313" y="320"/>
                </a:cubicBezTo>
                <a:cubicBezTo>
                  <a:pt x="316" y="311"/>
                  <a:pt x="317" y="302"/>
                  <a:pt x="317" y="292"/>
                </a:cubicBezTo>
                <a:cubicBezTo>
                  <a:pt x="317" y="278"/>
                  <a:pt x="312" y="269"/>
                  <a:pt x="303" y="266"/>
                </a:cubicBezTo>
                <a:cubicBezTo>
                  <a:pt x="293" y="262"/>
                  <a:pt x="272" y="261"/>
                  <a:pt x="239" y="261"/>
                </a:cubicBezTo>
                <a:lnTo>
                  <a:pt x="200" y="261"/>
                </a:lnTo>
                <a:lnTo>
                  <a:pt x="176" y="352"/>
                </a:lnTo>
                <a:cubicBezTo>
                  <a:pt x="160" y="411"/>
                  <a:pt x="153" y="442"/>
                  <a:pt x="153" y="445"/>
                </a:cubicBezTo>
                <a:cubicBezTo>
                  <a:pt x="153" y="451"/>
                  <a:pt x="174" y="455"/>
                  <a:pt x="217" y="455"/>
                </a:cubicBezTo>
                <a:lnTo>
                  <a:pt x="235" y="455"/>
                </a:lnTo>
                <a:cubicBezTo>
                  <a:pt x="238" y="457"/>
                  <a:pt x="240" y="459"/>
                  <a:pt x="240" y="460"/>
                </a:cubicBezTo>
                <a:cubicBezTo>
                  <a:pt x="240" y="460"/>
                  <a:pt x="239" y="465"/>
                  <a:pt x="238" y="474"/>
                </a:cubicBezTo>
                <a:cubicBezTo>
                  <a:pt x="236" y="480"/>
                  <a:pt x="234" y="485"/>
                  <a:pt x="231" y="487"/>
                </a:cubicBezTo>
                <a:lnTo>
                  <a:pt x="219" y="487"/>
                </a:lnTo>
                <a:cubicBezTo>
                  <a:pt x="199" y="486"/>
                  <a:pt x="162" y="486"/>
                  <a:pt x="110" y="486"/>
                </a:cubicBezTo>
                <a:cubicBezTo>
                  <a:pt x="79" y="486"/>
                  <a:pt x="55" y="486"/>
                  <a:pt x="39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9" name=""/>
          <p:cNvSpPr/>
          <p:nvPr/>
        </p:nvSpPr>
        <p:spPr>
          <a:xfrm>
            <a:off x="4450680" y="280116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7" y="44"/>
                </a:moveTo>
                <a:lnTo>
                  <a:pt x="60" y="47"/>
                </a:lnTo>
                <a:cubicBezTo>
                  <a:pt x="55" y="49"/>
                  <a:pt x="49" y="50"/>
                  <a:pt x="40" y="52"/>
                </a:cubicBezTo>
                <a:cubicBezTo>
                  <a:pt x="31" y="54"/>
                  <a:pt x="21" y="55"/>
                  <a:pt x="11" y="56"/>
                </a:cubicBezTo>
                <a:lnTo>
                  <a:pt x="0" y="56"/>
                </a:lnTo>
                <a:lnTo>
                  <a:pt x="0" y="32"/>
                </a:lnTo>
                <a:lnTo>
                  <a:pt x="11" y="32"/>
                </a:lnTo>
                <a:cubicBezTo>
                  <a:pt x="26" y="32"/>
                  <a:pt x="41" y="29"/>
                  <a:pt x="54" y="25"/>
                </a:cubicBezTo>
                <a:cubicBezTo>
                  <a:pt x="68" y="20"/>
                  <a:pt x="77" y="16"/>
                  <a:pt x="83" y="13"/>
                </a:cubicBezTo>
                <a:cubicBezTo>
                  <a:pt x="88" y="9"/>
                  <a:pt x="93" y="5"/>
                  <a:pt x="97" y="2"/>
                </a:cubicBezTo>
                <a:cubicBezTo>
                  <a:pt x="98" y="1"/>
                  <a:pt x="100" y="0"/>
                  <a:pt x="103" y="0"/>
                </a:cubicBezTo>
                <a:cubicBezTo>
                  <a:pt x="106" y="0"/>
                  <a:pt x="109" y="1"/>
                  <a:pt x="112" y="3"/>
                </a:cubicBezTo>
                <a:lnTo>
                  <a:pt x="112" y="155"/>
                </a:lnTo>
                <a:lnTo>
                  <a:pt x="112" y="307"/>
                </a:lnTo>
                <a:cubicBezTo>
                  <a:pt x="114" y="309"/>
                  <a:pt x="116" y="311"/>
                  <a:pt x="118" y="311"/>
                </a:cubicBezTo>
                <a:cubicBezTo>
                  <a:pt x="120" y="312"/>
                  <a:pt x="124" y="313"/>
                  <a:pt x="130" y="313"/>
                </a:cubicBezTo>
                <a:cubicBezTo>
                  <a:pt x="137" y="314"/>
                  <a:pt x="147" y="314"/>
                  <a:pt x="162" y="314"/>
                </a:cubicBezTo>
                <a:lnTo>
                  <a:pt x="175" y="314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5" y="336"/>
                  <a:pt x="89" y="336"/>
                </a:cubicBezTo>
                <a:cubicBezTo>
                  <a:pt x="43" y="336"/>
                  <a:pt x="17" y="337"/>
                  <a:pt x="9" y="338"/>
                </a:cubicBezTo>
                <a:lnTo>
                  <a:pt x="2" y="338"/>
                </a:lnTo>
                <a:lnTo>
                  <a:pt x="2" y="314"/>
                </a:lnTo>
                <a:lnTo>
                  <a:pt x="17" y="314"/>
                </a:lnTo>
                <a:cubicBezTo>
                  <a:pt x="24" y="314"/>
                  <a:pt x="30" y="314"/>
                  <a:pt x="36" y="314"/>
                </a:cubicBezTo>
                <a:cubicBezTo>
                  <a:pt x="41" y="314"/>
                  <a:pt x="45" y="314"/>
                  <a:pt x="48" y="314"/>
                </a:cubicBezTo>
                <a:cubicBezTo>
                  <a:pt x="51" y="314"/>
                  <a:pt x="54" y="313"/>
                  <a:pt x="57" y="312"/>
                </a:cubicBezTo>
                <a:cubicBezTo>
                  <a:pt x="59" y="312"/>
                  <a:pt x="60" y="311"/>
                  <a:pt x="61" y="311"/>
                </a:cubicBezTo>
                <a:cubicBezTo>
                  <a:pt x="61" y="311"/>
                  <a:pt x="62" y="311"/>
                  <a:pt x="64" y="309"/>
                </a:cubicBezTo>
                <a:cubicBezTo>
                  <a:pt x="65" y="307"/>
                  <a:pt x="66" y="306"/>
                  <a:pt x="67" y="307"/>
                </a:cubicBezTo>
                <a:lnTo>
                  <a:pt x="67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0" name=""/>
          <p:cNvSpPr/>
          <p:nvPr/>
        </p:nvSpPr>
        <p:spPr>
          <a:xfrm>
            <a:off x="4559400" y="2852640"/>
            <a:ext cx="34560" cy="81360"/>
          </a:xfrm>
          <a:custGeom>
            <a:avLst/>
            <a:gdLst/>
            <a:ahLst/>
            <a:rect l="0" t="0" r="r" b="b"/>
            <a:pathLst>
              <a:path w="96" h="226">
                <a:moveTo>
                  <a:pt x="0" y="61"/>
                </a:moveTo>
                <a:cubicBezTo>
                  <a:pt x="0" y="61"/>
                  <a:pt x="0" y="55"/>
                  <a:pt x="0" y="44"/>
                </a:cubicBezTo>
                <a:cubicBezTo>
                  <a:pt x="0" y="32"/>
                  <a:pt x="4" y="21"/>
                  <a:pt x="12" y="13"/>
                </a:cubicBezTo>
                <a:cubicBezTo>
                  <a:pt x="19" y="4"/>
                  <a:pt x="29" y="0"/>
                  <a:pt x="42" y="0"/>
                </a:cubicBezTo>
                <a:cubicBezTo>
                  <a:pt x="56" y="0"/>
                  <a:pt x="68" y="6"/>
                  <a:pt x="79" y="18"/>
                </a:cubicBezTo>
                <a:cubicBezTo>
                  <a:pt x="90" y="30"/>
                  <a:pt x="95" y="51"/>
                  <a:pt x="96" y="82"/>
                </a:cubicBezTo>
                <a:cubicBezTo>
                  <a:pt x="96" y="98"/>
                  <a:pt x="93" y="115"/>
                  <a:pt x="89" y="130"/>
                </a:cubicBezTo>
                <a:cubicBezTo>
                  <a:pt x="85" y="146"/>
                  <a:pt x="80" y="160"/>
                  <a:pt x="74" y="171"/>
                </a:cubicBezTo>
                <a:cubicBezTo>
                  <a:pt x="67" y="182"/>
                  <a:pt x="61" y="192"/>
                  <a:pt x="55" y="200"/>
                </a:cubicBezTo>
                <a:cubicBezTo>
                  <a:pt x="48" y="208"/>
                  <a:pt x="42" y="215"/>
                  <a:pt x="37" y="220"/>
                </a:cubicBezTo>
                <a:cubicBezTo>
                  <a:pt x="33" y="224"/>
                  <a:pt x="29" y="227"/>
                  <a:pt x="28" y="226"/>
                </a:cubicBezTo>
                <a:cubicBezTo>
                  <a:pt x="26" y="226"/>
                  <a:pt x="23" y="224"/>
                  <a:pt x="19" y="220"/>
                </a:cubicBezTo>
                <a:cubicBezTo>
                  <a:pt x="14" y="215"/>
                  <a:pt x="12" y="212"/>
                  <a:pt x="12" y="210"/>
                </a:cubicBezTo>
                <a:cubicBezTo>
                  <a:pt x="12" y="208"/>
                  <a:pt x="15" y="205"/>
                  <a:pt x="20" y="199"/>
                </a:cubicBezTo>
                <a:cubicBezTo>
                  <a:pt x="25" y="193"/>
                  <a:pt x="31" y="186"/>
                  <a:pt x="38" y="177"/>
                </a:cubicBezTo>
                <a:cubicBezTo>
                  <a:pt x="45" y="169"/>
                  <a:pt x="51" y="157"/>
                  <a:pt x="57" y="142"/>
                </a:cubicBezTo>
                <a:cubicBezTo>
                  <a:pt x="62" y="126"/>
                  <a:pt x="66" y="109"/>
                  <a:pt x="68" y="90"/>
                </a:cubicBezTo>
                <a:lnTo>
                  <a:pt x="68" y="81"/>
                </a:lnTo>
                <a:lnTo>
                  <a:pt x="67" y="82"/>
                </a:lnTo>
                <a:cubicBezTo>
                  <a:pt x="66" y="82"/>
                  <a:pt x="65" y="83"/>
                  <a:pt x="64" y="83"/>
                </a:cubicBezTo>
                <a:cubicBezTo>
                  <a:pt x="62" y="84"/>
                  <a:pt x="61" y="84"/>
                  <a:pt x="60" y="85"/>
                </a:cubicBezTo>
                <a:cubicBezTo>
                  <a:pt x="58" y="86"/>
                  <a:pt x="56" y="87"/>
                  <a:pt x="53" y="87"/>
                </a:cubicBezTo>
                <a:cubicBezTo>
                  <a:pt x="50" y="87"/>
                  <a:pt x="47" y="87"/>
                  <a:pt x="45" y="87"/>
                </a:cubicBezTo>
                <a:cubicBezTo>
                  <a:pt x="32" y="87"/>
                  <a:pt x="21" y="83"/>
                  <a:pt x="13" y="75"/>
                </a:cubicBezTo>
                <a:lnTo>
                  <a:pt x="0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1" name=""/>
          <p:cNvSpPr/>
          <p:nvPr/>
        </p:nvSpPr>
        <p:spPr>
          <a:xfrm>
            <a:off x="4661640" y="2708640"/>
            <a:ext cx="185400" cy="175320"/>
          </a:xfrm>
          <a:custGeom>
            <a:avLst/>
            <a:gdLst/>
            <a:ahLst/>
            <a:rect l="0" t="0" r="r" b="b"/>
            <a:pathLst>
              <a:path w="515" h="487">
                <a:moveTo>
                  <a:pt x="13" y="487"/>
                </a:moveTo>
                <a:cubicBezTo>
                  <a:pt x="5" y="487"/>
                  <a:pt x="0" y="484"/>
                  <a:pt x="0" y="480"/>
                </a:cubicBezTo>
                <a:cubicBezTo>
                  <a:pt x="0" y="479"/>
                  <a:pt x="1" y="475"/>
                  <a:pt x="3" y="470"/>
                </a:cubicBezTo>
                <a:cubicBezTo>
                  <a:pt x="5" y="462"/>
                  <a:pt x="6" y="458"/>
                  <a:pt x="8" y="457"/>
                </a:cubicBezTo>
                <a:cubicBezTo>
                  <a:pt x="10" y="456"/>
                  <a:pt x="16" y="455"/>
                  <a:pt x="25" y="455"/>
                </a:cubicBezTo>
                <a:cubicBezTo>
                  <a:pt x="38" y="455"/>
                  <a:pt x="52" y="454"/>
                  <a:pt x="68" y="452"/>
                </a:cubicBezTo>
                <a:cubicBezTo>
                  <a:pt x="74" y="451"/>
                  <a:pt x="79" y="448"/>
                  <a:pt x="81" y="444"/>
                </a:cubicBezTo>
                <a:cubicBezTo>
                  <a:pt x="82" y="441"/>
                  <a:pt x="99" y="374"/>
                  <a:pt x="132" y="243"/>
                </a:cubicBezTo>
                <a:cubicBezTo>
                  <a:pt x="166" y="111"/>
                  <a:pt x="183" y="45"/>
                  <a:pt x="183" y="43"/>
                </a:cubicBezTo>
                <a:cubicBezTo>
                  <a:pt x="183" y="39"/>
                  <a:pt x="182" y="38"/>
                  <a:pt x="180" y="38"/>
                </a:cubicBezTo>
                <a:cubicBezTo>
                  <a:pt x="176" y="36"/>
                  <a:pt x="164" y="35"/>
                  <a:pt x="142" y="34"/>
                </a:cubicBezTo>
                <a:lnTo>
                  <a:pt x="119" y="34"/>
                </a:lnTo>
                <a:cubicBezTo>
                  <a:pt x="116" y="31"/>
                  <a:pt x="115" y="29"/>
                  <a:pt x="115" y="28"/>
                </a:cubicBezTo>
                <a:cubicBezTo>
                  <a:pt x="115" y="27"/>
                  <a:pt x="115" y="23"/>
                  <a:pt x="116" y="16"/>
                </a:cubicBezTo>
                <a:cubicBezTo>
                  <a:pt x="118" y="7"/>
                  <a:pt x="121" y="2"/>
                  <a:pt x="123" y="0"/>
                </a:cubicBezTo>
                <a:lnTo>
                  <a:pt x="510" y="0"/>
                </a:lnTo>
                <a:cubicBezTo>
                  <a:pt x="513" y="2"/>
                  <a:pt x="515" y="5"/>
                  <a:pt x="515" y="8"/>
                </a:cubicBezTo>
                <a:cubicBezTo>
                  <a:pt x="515" y="12"/>
                  <a:pt x="512" y="38"/>
                  <a:pt x="506" y="89"/>
                </a:cubicBezTo>
                <a:cubicBezTo>
                  <a:pt x="499" y="140"/>
                  <a:pt x="496" y="166"/>
                  <a:pt x="495" y="168"/>
                </a:cubicBezTo>
                <a:cubicBezTo>
                  <a:pt x="495" y="171"/>
                  <a:pt x="490" y="173"/>
                  <a:pt x="481" y="173"/>
                </a:cubicBezTo>
                <a:lnTo>
                  <a:pt x="473" y="173"/>
                </a:lnTo>
                <a:cubicBezTo>
                  <a:pt x="469" y="170"/>
                  <a:pt x="468" y="167"/>
                  <a:pt x="468" y="164"/>
                </a:cubicBezTo>
                <a:cubicBezTo>
                  <a:pt x="468" y="163"/>
                  <a:pt x="468" y="157"/>
                  <a:pt x="470" y="146"/>
                </a:cubicBezTo>
                <a:cubicBezTo>
                  <a:pt x="471" y="135"/>
                  <a:pt x="472" y="123"/>
                  <a:pt x="472" y="109"/>
                </a:cubicBezTo>
                <a:cubicBezTo>
                  <a:pt x="472" y="94"/>
                  <a:pt x="470" y="83"/>
                  <a:pt x="467" y="73"/>
                </a:cubicBezTo>
                <a:cubicBezTo>
                  <a:pt x="464" y="64"/>
                  <a:pt x="459" y="57"/>
                  <a:pt x="453" y="51"/>
                </a:cubicBezTo>
                <a:cubicBezTo>
                  <a:pt x="448" y="46"/>
                  <a:pt x="439" y="42"/>
                  <a:pt x="427" y="40"/>
                </a:cubicBezTo>
                <a:cubicBezTo>
                  <a:pt x="415" y="38"/>
                  <a:pt x="403" y="36"/>
                  <a:pt x="390" y="35"/>
                </a:cubicBezTo>
                <a:cubicBezTo>
                  <a:pt x="378" y="33"/>
                  <a:pt x="361" y="33"/>
                  <a:pt x="339" y="34"/>
                </a:cubicBezTo>
                <a:lnTo>
                  <a:pt x="322" y="34"/>
                </a:lnTo>
                <a:cubicBezTo>
                  <a:pt x="283" y="35"/>
                  <a:pt x="263" y="35"/>
                  <a:pt x="260" y="36"/>
                </a:cubicBezTo>
                <a:cubicBezTo>
                  <a:pt x="258" y="37"/>
                  <a:pt x="256" y="39"/>
                  <a:pt x="255" y="42"/>
                </a:cubicBezTo>
                <a:cubicBezTo>
                  <a:pt x="255" y="42"/>
                  <a:pt x="247" y="74"/>
                  <a:pt x="231" y="136"/>
                </a:cubicBezTo>
                <a:lnTo>
                  <a:pt x="208" y="228"/>
                </a:lnTo>
                <a:lnTo>
                  <a:pt x="247" y="228"/>
                </a:lnTo>
                <a:cubicBezTo>
                  <a:pt x="249" y="228"/>
                  <a:pt x="254" y="228"/>
                  <a:pt x="264" y="228"/>
                </a:cubicBezTo>
                <a:cubicBezTo>
                  <a:pt x="273" y="228"/>
                  <a:pt x="280" y="228"/>
                  <a:pt x="284" y="227"/>
                </a:cubicBezTo>
                <a:cubicBezTo>
                  <a:pt x="288" y="227"/>
                  <a:pt x="293" y="226"/>
                  <a:pt x="300" y="225"/>
                </a:cubicBezTo>
                <a:cubicBezTo>
                  <a:pt x="306" y="224"/>
                  <a:pt x="312" y="222"/>
                  <a:pt x="317" y="220"/>
                </a:cubicBezTo>
                <a:cubicBezTo>
                  <a:pt x="322" y="218"/>
                  <a:pt x="326" y="215"/>
                  <a:pt x="329" y="211"/>
                </a:cubicBezTo>
                <a:cubicBezTo>
                  <a:pt x="335" y="206"/>
                  <a:pt x="340" y="198"/>
                  <a:pt x="345" y="188"/>
                </a:cubicBezTo>
                <a:cubicBezTo>
                  <a:pt x="349" y="178"/>
                  <a:pt x="352" y="169"/>
                  <a:pt x="354" y="161"/>
                </a:cubicBezTo>
                <a:cubicBezTo>
                  <a:pt x="356" y="153"/>
                  <a:pt x="357" y="148"/>
                  <a:pt x="358" y="148"/>
                </a:cubicBezTo>
                <a:cubicBezTo>
                  <a:pt x="359" y="145"/>
                  <a:pt x="363" y="144"/>
                  <a:pt x="371" y="144"/>
                </a:cubicBezTo>
                <a:lnTo>
                  <a:pt x="380" y="144"/>
                </a:lnTo>
                <a:cubicBezTo>
                  <a:pt x="383" y="147"/>
                  <a:pt x="385" y="149"/>
                  <a:pt x="385" y="151"/>
                </a:cubicBezTo>
                <a:cubicBezTo>
                  <a:pt x="385" y="153"/>
                  <a:pt x="377" y="184"/>
                  <a:pt x="363" y="245"/>
                </a:cubicBezTo>
                <a:cubicBezTo>
                  <a:pt x="348" y="306"/>
                  <a:pt x="340" y="338"/>
                  <a:pt x="338" y="339"/>
                </a:cubicBezTo>
                <a:cubicBezTo>
                  <a:pt x="337" y="343"/>
                  <a:pt x="332" y="344"/>
                  <a:pt x="324" y="344"/>
                </a:cubicBezTo>
                <a:lnTo>
                  <a:pt x="315" y="344"/>
                </a:lnTo>
                <a:cubicBezTo>
                  <a:pt x="312" y="342"/>
                  <a:pt x="310" y="339"/>
                  <a:pt x="310" y="336"/>
                </a:cubicBezTo>
                <a:cubicBezTo>
                  <a:pt x="310" y="334"/>
                  <a:pt x="312" y="329"/>
                  <a:pt x="314" y="320"/>
                </a:cubicBezTo>
                <a:cubicBezTo>
                  <a:pt x="316" y="311"/>
                  <a:pt x="317" y="302"/>
                  <a:pt x="317" y="292"/>
                </a:cubicBezTo>
                <a:cubicBezTo>
                  <a:pt x="317" y="278"/>
                  <a:pt x="313" y="269"/>
                  <a:pt x="303" y="266"/>
                </a:cubicBezTo>
                <a:cubicBezTo>
                  <a:pt x="294" y="262"/>
                  <a:pt x="272" y="261"/>
                  <a:pt x="240" y="261"/>
                </a:cubicBezTo>
                <a:lnTo>
                  <a:pt x="200" y="261"/>
                </a:lnTo>
                <a:lnTo>
                  <a:pt x="177" y="352"/>
                </a:lnTo>
                <a:cubicBezTo>
                  <a:pt x="162" y="411"/>
                  <a:pt x="154" y="442"/>
                  <a:pt x="154" y="445"/>
                </a:cubicBezTo>
                <a:cubicBezTo>
                  <a:pt x="154" y="451"/>
                  <a:pt x="176" y="455"/>
                  <a:pt x="218" y="455"/>
                </a:cubicBezTo>
                <a:lnTo>
                  <a:pt x="236" y="455"/>
                </a:lnTo>
                <a:cubicBezTo>
                  <a:pt x="239" y="457"/>
                  <a:pt x="240" y="459"/>
                  <a:pt x="240" y="460"/>
                </a:cubicBezTo>
                <a:cubicBezTo>
                  <a:pt x="240" y="460"/>
                  <a:pt x="240" y="465"/>
                  <a:pt x="239" y="474"/>
                </a:cubicBezTo>
                <a:cubicBezTo>
                  <a:pt x="237" y="480"/>
                  <a:pt x="235" y="485"/>
                  <a:pt x="232" y="487"/>
                </a:cubicBezTo>
                <a:lnTo>
                  <a:pt x="220" y="487"/>
                </a:lnTo>
                <a:cubicBezTo>
                  <a:pt x="200" y="486"/>
                  <a:pt x="164" y="486"/>
                  <a:pt x="111" y="486"/>
                </a:cubicBezTo>
                <a:cubicBezTo>
                  <a:pt x="80" y="486"/>
                  <a:pt x="56" y="486"/>
                  <a:pt x="40" y="486"/>
                </a:cubicBezTo>
                <a:cubicBezTo>
                  <a:pt x="24" y="486"/>
                  <a:pt x="15" y="486"/>
                  <a:pt x="13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2" name=""/>
          <p:cNvSpPr/>
          <p:nvPr/>
        </p:nvSpPr>
        <p:spPr>
          <a:xfrm>
            <a:off x="4836960" y="2801160"/>
            <a:ext cx="73080" cy="121680"/>
          </a:xfrm>
          <a:custGeom>
            <a:avLst/>
            <a:gdLst/>
            <a:ahLst/>
            <a:rect l="0" t="0" r="r" b="b"/>
            <a:pathLst>
              <a:path w="203" h="338">
                <a:moveTo>
                  <a:pt x="30" y="121"/>
                </a:moveTo>
                <a:cubicBezTo>
                  <a:pt x="21" y="121"/>
                  <a:pt x="13" y="118"/>
                  <a:pt x="8" y="111"/>
                </a:cubicBezTo>
                <a:cubicBezTo>
                  <a:pt x="3" y="105"/>
                  <a:pt x="0" y="97"/>
                  <a:pt x="0" y="88"/>
                </a:cubicBezTo>
                <a:cubicBezTo>
                  <a:pt x="0" y="65"/>
                  <a:pt x="9" y="44"/>
                  <a:pt x="27" y="26"/>
                </a:cubicBezTo>
                <a:cubicBezTo>
                  <a:pt x="45" y="9"/>
                  <a:pt x="67" y="0"/>
                  <a:pt x="93" y="0"/>
                </a:cubicBezTo>
                <a:cubicBezTo>
                  <a:pt x="124" y="0"/>
                  <a:pt x="151" y="9"/>
                  <a:pt x="171" y="28"/>
                </a:cubicBezTo>
                <a:cubicBezTo>
                  <a:pt x="192" y="47"/>
                  <a:pt x="202" y="72"/>
                  <a:pt x="203" y="102"/>
                </a:cubicBezTo>
                <a:cubicBezTo>
                  <a:pt x="203" y="117"/>
                  <a:pt x="199" y="131"/>
                  <a:pt x="192" y="144"/>
                </a:cubicBezTo>
                <a:cubicBezTo>
                  <a:pt x="186" y="157"/>
                  <a:pt x="178" y="169"/>
                  <a:pt x="168" y="178"/>
                </a:cubicBezTo>
                <a:cubicBezTo>
                  <a:pt x="159" y="188"/>
                  <a:pt x="145" y="201"/>
                  <a:pt x="127" y="216"/>
                </a:cubicBezTo>
                <a:cubicBezTo>
                  <a:pt x="115" y="226"/>
                  <a:pt x="98" y="242"/>
                  <a:pt x="76" y="262"/>
                </a:cubicBezTo>
                <a:lnTo>
                  <a:pt x="46" y="291"/>
                </a:lnTo>
                <a:lnTo>
                  <a:pt x="85" y="291"/>
                </a:lnTo>
                <a:cubicBezTo>
                  <a:pt x="139" y="291"/>
                  <a:pt x="167" y="290"/>
                  <a:pt x="170" y="289"/>
                </a:cubicBezTo>
                <a:cubicBezTo>
                  <a:pt x="173" y="288"/>
                  <a:pt x="177" y="273"/>
                  <a:pt x="182" y="244"/>
                </a:cubicBezTo>
                <a:lnTo>
                  <a:pt x="182" y="242"/>
                </a:lnTo>
                <a:lnTo>
                  <a:pt x="203" y="242"/>
                </a:lnTo>
                <a:lnTo>
                  <a:pt x="203" y="244"/>
                </a:lnTo>
                <a:cubicBezTo>
                  <a:pt x="202" y="245"/>
                  <a:pt x="200" y="260"/>
                  <a:pt x="196" y="290"/>
                </a:cubicBezTo>
                <a:cubicBezTo>
                  <a:pt x="192" y="319"/>
                  <a:pt x="189" y="335"/>
                  <a:pt x="188" y="336"/>
                </a:cubicBezTo>
                <a:lnTo>
                  <a:pt x="188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4"/>
                </a:cubicBezTo>
                <a:cubicBezTo>
                  <a:pt x="5" y="312"/>
                  <a:pt x="10" y="306"/>
                  <a:pt x="18" y="297"/>
                </a:cubicBezTo>
                <a:cubicBezTo>
                  <a:pt x="28" y="286"/>
                  <a:pt x="36" y="276"/>
                  <a:pt x="43" y="268"/>
                </a:cubicBezTo>
                <a:cubicBezTo>
                  <a:pt x="46" y="265"/>
                  <a:pt x="52" y="259"/>
                  <a:pt x="61" y="250"/>
                </a:cubicBezTo>
                <a:cubicBezTo>
                  <a:pt x="69" y="241"/>
                  <a:pt x="75" y="234"/>
                  <a:pt x="78" y="231"/>
                </a:cubicBezTo>
                <a:cubicBezTo>
                  <a:pt x="81" y="228"/>
                  <a:pt x="86" y="222"/>
                  <a:pt x="92" y="214"/>
                </a:cubicBezTo>
                <a:cubicBezTo>
                  <a:pt x="99" y="207"/>
                  <a:pt x="104" y="201"/>
                  <a:pt x="107" y="197"/>
                </a:cubicBezTo>
                <a:cubicBezTo>
                  <a:pt x="109" y="193"/>
                  <a:pt x="113" y="188"/>
                  <a:pt x="118" y="182"/>
                </a:cubicBezTo>
                <a:cubicBezTo>
                  <a:pt x="123" y="176"/>
                  <a:pt x="127" y="170"/>
                  <a:pt x="129" y="166"/>
                </a:cubicBezTo>
                <a:cubicBezTo>
                  <a:pt x="131" y="161"/>
                  <a:pt x="134" y="157"/>
                  <a:pt x="137" y="151"/>
                </a:cubicBezTo>
                <a:cubicBezTo>
                  <a:pt x="140" y="146"/>
                  <a:pt x="143" y="140"/>
                  <a:pt x="144" y="135"/>
                </a:cubicBezTo>
                <a:cubicBezTo>
                  <a:pt x="145" y="130"/>
                  <a:pt x="146" y="125"/>
                  <a:pt x="147" y="120"/>
                </a:cubicBezTo>
                <a:cubicBezTo>
                  <a:pt x="148" y="114"/>
                  <a:pt x="149" y="109"/>
                  <a:pt x="149" y="102"/>
                </a:cubicBezTo>
                <a:cubicBezTo>
                  <a:pt x="149" y="81"/>
                  <a:pt x="143" y="63"/>
                  <a:pt x="131" y="47"/>
                </a:cubicBezTo>
                <a:cubicBezTo>
                  <a:pt x="119" y="32"/>
                  <a:pt x="103" y="24"/>
                  <a:pt x="82" y="24"/>
                </a:cubicBezTo>
                <a:cubicBezTo>
                  <a:pt x="71" y="24"/>
                  <a:pt x="61" y="27"/>
                  <a:pt x="52" y="32"/>
                </a:cubicBezTo>
                <a:cubicBezTo>
                  <a:pt x="44" y="38"/>
                  <a:pt x="38" y="44"/>
                  <a:pt x="35" y="49"/>
                </a:cubicBezTo>
                <a:cubicBezTo>
                  <a:pt x="31" y="54"/>
                  <a:pt x="30" y="58"/>
                  <a:pt x="30" y="59"/>
                </a:cubicBezTo>
                <a:cubicBezTo>
                  <a:pt x="30" y="59"/>
                  <a:pt x="31" y="59"/>
                  <a:pt x="32" y="59"/>
                </a:cubicBezTo>
                <a:cubicBezTo>
                  <a:pt x="38" y="59"/>
                  <a:pt x="45" y="62"/>
                  <a:pt x="51" y="66"/>
                </a:cubicBezTo>
                <a:cubicBezTo>
                  <a:pt x="57" y="71"/>
                  <a:pt x="61" y="79"/>
                  <a:pt x="61" y="89"/>
                </a:cubicBezTo>
                <a:cubicBezTo>
                  <a:pt x="61" y="98"/>
                  <a:pt x="58" y="105"/>
                  <a:pt x="52" y="111"/>
                </a:cubicBezTo>
                <a:cubicBezTo>
                  <a:pt x="47" y="117"/>
                  <a:pt x="39" y="120"/>
                  <a:pt x="30" y="1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3" name=""/>
          <p:cNvSpPr/>
          <p:nvPr/>
        </p:nvSpPr>
        <p:spPr>
          <a:xfrm>
            <a:off x="4945680" y="26906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2" y="0"/>
                  <a:pt x="14" y="0"/>
                </a:cubicBezTo>
                <a:lnTo>
                  <a:pt x="23" y="0"/>
                </a:lnTo>
                <a:lnTo>
                  <a:pt x="43" y="17"/>
                </a:lnTo>
                <a:cubicBezTo>
                  <a:pt x="87" y="59"/>
                  <a:pt x="121" y="109"/>
                  <a:pt x="142" y="170"/>
                </a:cubicBezTo>
                <a:cubicBezTo>
                  <a:pt x="162" y="230"/>
                  <a:pt x="172" y="293"/>
                  <a:pt x="172" y="359"/>
                </a:cubicBezTo>
                <a:cubicBezTo>
                  <a:pt x="172" y="391"/>
                  <a:pt x="170" y="422"/>
                  <a:pt x="165" y="452"/>
                </a:cubicBezTo>
                <a:cubicBezTo>
                  <a:pt x="160" y="482"/>
                  <a:pt x="155" y="508"/>
                  <a:pt x="149" y="529"/>
                </a:cubicBezTo>
                <a:cubicBezTo>
                  <a:pt x="142" y="550"/>
                  <a:pt x="134" y="571"/>
                  <a:pt x="122" y="592"/>
                </a:cubicBezTo>
                <a:cubicBezTo>
                  <a:pt x="110" y="613"/>
                  <a:pt x="101" y="629"/>
                  <a:pt x="94" y="640"/>
                </a:cubicBezTo>
                <a:cubicBezTo>
                  <a:pt x="87" y="651"/>
                  <a:pt x="78" y="663"/>
                  <a:pt x="65" y="676"/>
                </a:cubicBezTo>
                <a:cubicBezTo>
                  <a:pt x="52" y="689"/>
                  <a:pt x="44" y="697"/>
                  <a:pt x="42" y="700"/>
                </a:cubicBezTo>
                <a:cubicBezTo>
                  <a:pt x="39" y="702"/>
                  <a:pt x="34" y="707"/>
                  <a:pt x="25" y="713"/>
                </a:cubicBezTo>
                <a:cubicBezTo>
                  <a:pt x="24" y="715"/>
                  <a:pt x="23" y="716"/>
                  <a:pt x="23" y="716"/>
                </a:cubicBezTo>
                <a:lnTo>
                  <a:pt x="14" y="716"/>
                </a:lnTo>
                <a:cubicBezTo>
                  <a:pt x="10" y="716"/>
                  <a:pt x="8" y="716"/>
                  <a:pt x="6" y="716"/>
                </a:cubicBezTo>
                <a:cubicBezTo>
                  <a:pt x="5" y="716"/>
                  <a:pt x="3" y="715"/>
                  <a:pt x="3" y="714"/>
                </a:cubicBezTo>
                <a:cubicBezTo>
                  <a:pt x="2" y="713"/>
                  <a:pt x="1" y="710"/>
                  <a:pt x="0" y="708"/>
                </a:cubicBezTo>
                <a:cubicBezTo>
                  <a:pt x="1" y="707"/>
                  <a:pt x="3" y="704"/>
                  <a:pt x="8" y="698"/>
                </a:cubicBezTo>
                <a:cubicBezTo>
                  <a:pt x="82" y="622"/>
                  <a:pt x="120" y="508"/>
                  <a:pt x="120" y="359"/>
                </a:cubicBezTo>
                <a:cubicBezTo>
                  <a:pt x="120" y="209"/>
                  <a:pt x="82" y="96"/>
                  <a:pt x="8" y="18"/>
                </a:cubicBezTo>
                <a:cubicBezTo>
                  <a:pt x="3" y="12"/>
                  <a:pt x="1" y="9"/>
                  <a:pt x="0" y="9"/>
                </a:cubicBezTo>
                <a:cubicBezTo>
                  <a:pt x="0" y="5"/>
                  <a:pt x="2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4" name=""/>
          <p:cNvSpPr/>
          <p:nvPr/>
        </p:nvSpPr>
        <p:spPr>
          <a:xfrm>
            <a:off x="5117760" y="278928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4"/>
                </a:moveTo>
                <a:cubicBezTo>
                  <a:pt x="0" y="8"/>
                  <a:pt x="3" y="3"/>
                  <a:pt x="10" y="0"/>
                </a:cubicBezTo>
                <a:lnTo>
                  <a:pt x="466" y="0"/>
                </a:lnTo>
                <a:cubicBezTo>
                  <a:pt x="473" y="4"/>
                  <a:pt x="477" y="9"/>
                  <a:pt x="477" y="14"/>
                </a:cubicBezTo>
                <a:cubicBezTo>
                  <a:pt x="477" y="21"/>
                  <a:pt x="474" y="25"/>
                  <a:pt x="467" y="29"/>
                </a:cubicBezTo>
                <a:lnTo>
                  <a:pt x="239" y="30"/>
                </a:lnTo>
                <a:lnTo>
                  <a:pt x="11" y="30"/>
                </a:lnTo>
                <a:cubicBezTo>
                  <a:pt x="4" y="27"/>
                  <a:pt x="0" y="22"/>
                  <a:pt x="0" y="14"/>
                </a:cubicBezTo>
                <a:moveTo>
                  <a:pt x="0" y="154"/>
                </a:moveTo>
                <a:cubicBezTo>
                  <a:pt x="0" y="147"/>
                  <a:pt x="4" y="142"/>
                  <a:pt x="11" y="140"/>
                </a:cubicBezTo>
                <a:lnTo>
                  <a:pt x="467" y="140"/>
                </a:lnTo>
                <a:cubicBezTo>
                  <a:pt x="474" y="144"/>
                  <a:pt x="477" y="149"/>
                  <a:pt x="477" y="154"/>
                </a:cubicBezTo>
                <a:cubicBezTo>
                  <a:pt x="477" y="160"/>
                  <a:pt x="473" y="165"/>
                  <a:pt x="466" y="168"/>
                </a:cubicBezTo>
                <a:lnTo>
                  <a:pt x="10" y="168"/>
                </a:lnTo>
                <a:cubicBezTo>
                  <a:pt x="3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5" name=""/>
          <p:cNvSpPr/>
          <p:nvPr/>
        </p:nvSpPr>
        <p:spPr>
          <a:xfrm>
            <a:off x="5548320" y="2768400"/>
            <a:ext cx="84240" cy="118440"/>
          </a:xfrm>
          <a:custGeom>
            <a:avLst/>
            <a:gdLst/>
            <a:ahLst/>
            <a:rect l="0" t="0" r="r" b="b"/>
            <a:pathLst>
              <a:path w="234" h="329">
                <a:moveTo>
                  <a:pt x="189" y="95"/>
                </a:moveTo>
                <a:cubicBezTo>
                  <a:pt x="189" y="76"/>
                  <a:pt x="182" y="60"/>
                  <a:pt x="169" y="46"/>
                </a:cubicBezTo>
                <a:cubicBezTo>
                  <a:pt x="156" y="32"/>
                  <a:pt x="138" y="25"/>
                  <a:pt x="114" y="25"/>
                </a:cubicBezTo>
                <a:cubicBezTo>
                  <a:pt x="96" y="25"/>
                  <a:pt x="81" y="29"/>
                  <a:pt x="68" y="35"/>
                </a:cubicBezTo>
                <a:cubicBezTo>
                  <a:pt x="54" y="44"/>
                  <a:pt x="47" y="56"/>
                  <a:pt x="47" y="72"/>
                </a:cubicBezTo>
                <a:cubicBezTo>
                  <a:pt x="46" y="74"/>
                  <a:pt x="46" y="77"/>
                  <a:pt x="47" y="81"/>
                </a:cubicBezTo>
                <a:cubicBezTo>
                  <a:pt x="47" y="85"/>
                  <a:pt x="51" y="91"/>
                  <a:pt x="58" y="98"/>
                </a:cubicBezTo>
                <a:cubicBezTo>
                  <a:pt x="65" y="106"/>
                  <a:pt x="76" y="112"/>
                  <a:pt x="90" y="116"/>
                </a:cubicBezTo>
                <a:cubicBezTo>
                  <a:pt x="99" y="119"/>
                  <a:pt x="109" y="121"/>
                  <a:pt x="121" y="123"/>
                </a:cubicBezTo>
                <a:cubicBezTo>
                  <a:pt x="134" y="125"/>
                  <a:pt x="144" y="127"/>
                  <a:pt x="153" y="129"/>
                </a:cubicBezTo>
                <a:cubicBezTo>
                  <a:pt x="161" y="131"/>
                  <a:pt x="169" y="135"/>
                  <a:pt x="176" y="138"/>
                </a:cubicBezTo>
                <a:cubicBezTo>
                  <a:pt x="184" y="142"/>
                  <a:pt x="192" y="147"/>
                  <a:pt x="199" y="153"/>
                </a:cubicBezTo>
                <a:cubicBezTo>
                  <a:pt x="207" y="158"/>
                  <a:pt x="215" y="168"/>
                  <a:pt x="222" y="182"/>
                </a:cubicBezTo>
                <a:cubicBezTo>
                  <a:pt x="230" y="196"/>
                  <a:pt x="234" y="211"/>
                  <a:pt x="234" y="226"/>
                </a:cubicBezTo>
                <a:cubicBezTo>
                  <a:pt x="234" y="256"/>
                  <a:pt x="225" y="280"/>
                  <a:pt x="207" y="299"/>
                </a:cubicBezTo>
                <a:cubicBezTo>
                  <a:pt x="189" y="318"/>
                  <a:pt x="160" y="328"/>
                  <a:pt x="119" y="329"/>
                </a:cubicBezTo>
                <a:lnTo>
                  <a:pt x="114" y="329"/>
                </a:lnTo>
                <a:cubicBezTo>
                  <a:pt x="89" y="329"/>
                  <a:pt x="65" y="320"/>
                  <a:pt x="44" y="303"/>
                </a:cubicBezTo>
                <a:lnTo>
                  <a:pt x="38" y="308"/>
                </a:lnTo>
                <a:lnTo>
                  <a:pt x="32" y="314"/>
                </a:lnTo>
                <a:cubicBezTo>
                  <a:pt x="29" y="317"/>
                  <a:pt x="26" y="320"/>
                  <a:pt x="23" y="322"/>
                </a:cubicBezTo>
                <a:lnTo>
                  <a:pt x="15" y="329"/>
                </a:lnTo>
                <a:lnTo>
                  <a:pt x="10" y="329"/>
                </a:lnTo>
                <a:lnTo>
                  <a:pt x="7" y="329"/>
                </a:lnTo>
                <a:cubicBezTo>
                  <a:pt x="5" y="329"/>
                  <a:pt x="3" y="328"/>
                  <a:pt x="0" y="325"/>
                </a:cubicBezTo>
                <a:lnTo>
                  <a:pt x="0" y="268"/>
                </a:lnTo>
                <a:lnTo>
                  <a:pt x="0" y="227"/>
                </a:lnTo>
                <a:cubicBezTo>
                  <a:pt x="0" y="217"/>
                  <a:pt x="1" y="211"/>
                  <a:pt x="2" y="209"/>
                </a:cubicBezTo>
                <a:cubicBezTo>
                  <a:pt x="3" y="207"/>
                  <a:pt x="5" y="206"/>
                  <a:pt x="9" y="206"/>
                </a:cubicBezTo>
                <a:lnTo>
                  <a:pt x="15" y="206"/>
                </a:lnTo>
                <a:cubicBezTo>
                  <a:pt x="21" y="206"/>
                  <a:pt x="25" y="207"/>
                  <a:pt x="27" y="208"/>
                </a:cubicBezTo>
                <a:cubicBezTo>
                  <a:pt x="29" y="210"/>
                  <a:pt x="30" y="213"/>
                  <a:pt x="30" y="217"/>
                </a:cubicBezTo>
                <a:cubicBezTo>
                  <a:pt x="31" y="221"/>
                  <a:pt x="33" y="227"/>
                  <a:pt x="35" y="236"/>
                </a:cubicBezTo>
                <a:cubicBezTo>
                  <a:pt x="38" y="245"/>
                  <a:pt x="43" y="255"/>
                  <a:pt x="49" y="266"/>
                </a:cubicBezTo>
                <a:cubicBezTo>
                  <a:pt x="66" y="291"/>
                  <a:pt x="90" y="303"/>
                  <a:pt x="119" y="303"/>
                </a:cubicBezTo>
                <a:cubicBezTo>
                  <a:pt x="166" y="303"/>
                  <a:pt x="189" y="284"/>
                  <a:pt x="189" y="247"/>
                </a:cubicBezTo>
                <a:cubicBezTo>
                  <a:pt x="189" y="233"/>
                  <a:pt x="184" y="222"/>
                  <a:pt x="176" y="213"/>
                </a:cubicBezTo>
                <a:cubicBezTo>
                  <a:pt x="166" y="202"/>
                  <a:pt x="146" y="193"/>
                  <a:pt x="116" y="188"/>
                </a:cubicBezTo>
                <a:cubicBezTo>
                  <a:pt x="86" y="182"/>
                  <a:pt x="66" y="177"/>
                  <a:pt x="56" y="171"/>
                </a:cubicBezTo>
                <a:cubicBezTo>
                  <a:pt x="39" y="163"/>
                  <a:pt x="25" y="152"/>
                  <a:pt x="15" y="138"/>
                </a:cubicBezTo>
                <a:cubicBezTo>
                  <a:pt x="5" y="125"/>
                  <a:pt x="0" y="110"/>
                  <a:pt x="0" y="94"/>
                </a:cubicBezTo>
                <a:cubicBezTo>
                  <a:pt x="0" y="75"/>
                  <a:pt x="4" y="60"/>
                  <a:pt x="12" y="47"/>
                </a:cubicBezTo>
                <a:cubicBezTo>
                  <a:pt x="21" y="34"/>
                  <a:pt x="31" y="24"/>
                  <a:pt x="43" y="17"/>
                </a:cubicBezTo>
                <a:cubicBezTo>
                  <a:pt x="56" y="11"/>
                  <a:pt x="68" y="7"/>
                  <a:pt x="79" y="4"/>
                </a:cubicBezTo>
                <a:cubicBezTo>
                  <a:pt x="91" y="2"/>
                  <a:pt x="102" y="1"/>
                  <a:pt x="111" y="1"/>
                </a:cubicBezTo>
                <a:lnTo>
                  <a:pt x="119" y="1"/>
                </a:lnTo>
                <a:cubicBezTo>
                  <a:pt x="138" y="1"/>
                  <a:pt x="155" y="4"/>
                  <a:pt x="169" y="12"/>
                </a:cubicBezTo>
                <a:lnTo>
                  <a:pt x="180" y="17"/>
                </a:lnTo>
                <a:lnTo>
                  <a:pt x="186" y="12"/>
                </a:lnTo>
                <a:cubicBezTo>
                  <a:pt x="191" y="8"/>
                  <a:pt x="197" y="4"/>
                  <a:pt x="202" y="0"/>
                </a:cubicBezTo>
                <a:lnTo>
                  <a:pt x="208" y="0"/>
                </a:lnTo>
                <a:lnTo>
                  <a:pt x="211" y="0"/>
                </a:lnTo>
                <a:cubicBezTo>
                  <a:pt x="212" y="0"/>
                  <a:pt x="214" y="2"/>
                  <a:pt x="217" y="4"/>
                </a:cubicBezTo>
                <a:lnTo>
                  <a:pt x="217" y="100"/>
                </a:lnTo>
                <a:lnTo>
                  <a:pt x="213" y="104"/>
                </a:lnTo>
                <a:lnTo>
                  <a:pt x="193" y="104"/>
                </a:lnTo>
                <a:cubicBezTo>
                  <a:pt x="190" y="101"/>
                  <a:pt x="189" y="98"/>
                  <a:pt x="189" y="9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6" name=""/>
          <p:cNvSpPr/>
          <p:nvPr/>
        </p:nvSpPr>
        <p:spPr>
          <a:xfrm>
            <a:off x="5647680" y="2769840"/>
            <a:ext cx="133560" cy="117000"/>
          </a:xfrm>
          <a:custGeom>
            <a:avLst/>
            <a:gdLst/>
            <a:ahLst/>
            <a:rect l="0" t="0" r="r" b="b"/>
            <a:pathLst>
              <a:path w="371" h="325">
                <a:moveTo>
                  <a:pt x="256" y="276"/>
                </a:moveTo>
                <a:cubicBezTo>
                  <a:pt x="230" y="308"/>
                  <a:pt x="199" y="325"/>
                  <a:pt x="165" y="325"/>
                </a:cubicBezTo>
                <a:lnTo>
                  <a:pt x="160" y="325"/>
                </a:lnTo>
                <a:cubicBezTo>
                  <a:pt x="101" y="325"/>
                  <a:pt x="67" y="301"/>
                  <a:pt x="57" y="254"/>
                </a:cubicBezTo>
                <a:cubicBezTo>
                  <a:pt x="57" y="250"/>
                  <a:pt x="57" y="217"/>
                  <a:pt x="56" y="155"/>
                </a:cubicBezTo>
                <a:cubicBezTo>
                  <a:pt x="56" y="103"/>
                  <a:pt x="55" y="74"/>
                  <a:pt x="55" y="68"/>
                </a:cubicBezTo>
                <a:cubicBezTo>
                  <a:pt x="55" y="61"/>
                  <a:pt x="54" y="56"/>
                  <a:pt x="51" y="53"/>
                </a:cubicBezTo>
                <a:cubicBezTo>
                  <a:pt x="46" y="45"/>
                  <a:pt x="32" y="41"/>
                  <a:pt x="8" y="41"/>
                </a:cubicBezTo>
                <a:lnTo>
                  <a:pt x="0" y="41"/>
                </a:lnTo>
                <a:lnTo>
                  <a:pt x="0" y="25"/>
                </a:lnTo>
                <a:cubicBezTo>
                  <a:pt x="0" y="14"/>
                  <a:pt x="1" y="8"/>
                  <a:pt x="2" y="8"/>
                </a:cubicBezTo>
                <a:lnTo>
                  <a:pt x="10" y="8"/>
                </a:lnTo>
                <a:cubicBezTo>
                  <a:pt x="14" y="7"/>
                  <a:pt x="21" y="7"/>
                  <a:pt x="30" y="6"/>
                </a:cubicBezTo>
                <a:cubicBezTo>
                  <a:pt x="39" y="6"/>
                  <a:pt x="48" y="5"/>
                  <a:pt x="57" y="5"/>
                </a:cubicBezTo>
                <a:cubicBezTo>
                  <a:pt x="66" y="4"/>
                  <a:pt x="74" y="4"/>
                  <a:pt x="84" y="3"/>
                </a:cubicBezTo>
                <a:cubicBezTo>
                  <a:pt x="93" y="3"/>
                  <a:pt x="101" y="2"/>
                  <a:pt x="105" y="1"/>
                </a:cubicBezTo>
                <a:cubicBezTo>
                  <a:pt x="110" y="0"/>
                  <a:pt x="113" y="0"/>
                  <a:pt x="114" y="0"/>
                </a:cubicBezTo>
                <a:lnTo>
                  <a:pt x="116" y="0"/>
                </a:lnTo>
                <a:lnTo>
                  <a:pt x="116" y="130"/>
                </a:lnTo>
                <a:cubicBezTo>
                  <a:pt x="117" y="218"/>
                  <a:pt x="117" y="265"/>
                  <a:pt x="118" y="272"/>
                </a:cubicBezTo>
                <a:cubicBezTo>
                  <a:pt x="120" y="279"/>
                  <a:pt x="123" y="285"/>
                  <a:pt x="128" y="289"/>
                </a:cubicBezTo>
                <a:cubicBezTo>
                  <a:pt x="138" y="295"/>
                  <a:pt x="152" y="299"/>
                  <a:pt x="171" y="299"/>
                </a:cubicBezTo>
                <a:cubicBezTo>
                  <a:pt x="184" y="299"/>
                  <a:pt x="195" y="297"/>
                  <a:pt x="205" y="292"/>
                </a:cubicBezTo>
                <a:cubicBezTo>
                  <a:pt x="215" y="288"/>
                  <a:pt x="222" y="283"/>
                  <a:pt x="228" y="276"/>
                </a:cubicBezTo>
                <a:cubicBezTo>
                  <a:pt x="233" y="269"/>
                  <a:pt x="238" y="262"/>
                  <a:pt x="242" y="253"/>
                </a:cubicBezTo>
                <a:cubicBezTo>
                  <a:pt x="246" y="243"/>
                  <a:pt x="249" y="236"/>
                  <a:pt x="251" y="231"/>
                </a:cubicBezTo>
                <a:cubicBezTo>
                  <a:pt x="252" y="225"/>
                  <a:pt x="253" y="219"/>
                  <a:pt x="253" y="213"/>
                </a:cubicBezTo>
                <a:cubicBezTo>
                  <a:pt x="253" y="213"/>
                  <a:pt x="253" y="209"/>
                  <a:pt x="253" y="201"/>
                </a:cubicBezTo>
                <a:cubicBezTo>
                  <a:pt x="253" y="194"/>
                  <a:pt x="254" y="184"/>
                  <a:pt x="254" y="173"/>
                </a:cubicBezTo>
                <a:cubicBezTo>
                  <a:pt x="255" y="161"/>
                  <a:pt x="255" y="150"/>
                  <a:pt x="254" y="139"/>
                </a:cubicBezTo>
                <a:lnTo>
                  <a:pt x="254" y="91"/>
                </a:lnTo>
                <a:cubicBezTo>
                  <a:pt x="254" y="69"/>
                  <a:pt x="252" y="56"/>
                  <a:pt x="247" y="50"/>
                </a:cubicBezTo>
                <a:cubicBezTo>
                  <a:pt x="242" y="45"/>
                  <a:pt x="230" y="42"/>
                  <a:pt x="211" y="41"/>
                </a:cubicBezTo>
                <a:lnTo>
                  <a:pt x="198" y="41"/>
                </a:lnTo>
                <a:lnTo>
                  <a:pt x="198" y="8"/>
                </a:lnTo>
                <a:cubicBezTo>
                  <a:pt x="199" y="8"/>
                  <a:pt x="217" y="7"/>
                  <a:pt x="253" y="5"/>
                </a:cubicBezTo>
                <a:cubicBezTo>
                  <a:pt x="288" y="2"/>
                  <a:pt x="307" y="1"/>
                  <a:pt x="309" y="0"/>
                </a:cubicBezTo>
                <a:lnTo>
                  <a:pt x="314" y="0"/>
                </a:lnTo>
                <a:lnTo>
                  <a:pt x="314" y="128"/>
                </a:lnTo>
                <a:cubicBezTo>
                  <a:pt x="314" y="213"/>
                  <a:pt x="314" y="258"/>
                  <a:pt x="315" y="259"/>
                </a:cubicBezTo>
                <a:cubicBezTo>
                  <a:pt x="316" y="269"/>
                  <a:pt x="320" y="275"/>
                  <a:pt x="325" y="278"/>
                </a:cubicBezTo>
                <a:cubicBezTo>
                  <a:pt x="330" y="281"/>
                  <a:pt x="341" y="283"/>
                  <a:pt x="357" y="285"/>
                </a:cubicBezTo>
                <a:lnTo>
                  <a:pt x="371" y="285"/>
                </a:lnTo>
                <a:lnTo>
                  <a:pt x="371" y="317"/>
                </a:lnTo>
                <a:cubicBezTo>
                  <a:pt x="370" y="317"/>
                  <a:pt x="351" y="319"/>
                  <a:pt x="316" y="321"/>
                </a:cubicBezTo>
                <a:cubicBezTo>
                  <a:pt x="281" y="323"/>
                  <a:pt x="263" y="325"/>
                  <a:pt x="261" y="325"/>
                </a:cubicBezTo>
                <a:lnTo>
                  <a:pt x="256" y="325"/>
                </a:lnTo>
                <a:lnTo>
                  <a:pt x="256" y="2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7" name=""/>
          <p:cNvSpPr/>
          <p:nvPr/>
        </p:nvSpPr>
        <p:spPr>
          <a:xfrm>
            <a:off x="5789520" y="2769840"/>
            <a:ext cx="129600" cy="164160"/>
          </a:xfrm>
          <a:custGeom>
            <a:avLst/>
            <a:gdLst/>
            <a:ahLst/>
            <a:rect l="0" t="0" r="r" b="b"/>
            <a:pathLst>
              <a:path w="360" h="456">
                <a:moveTo>
                  <a:pt x="12" y="423"/>
                </a:moveTo>
                <a:lnTo>
                  <a:pt x="22" y="423"/>
                </a:lnTo>
                <a:cubicBezTo>
                  <a:pt x="40" y="423"/>
                  <a:pt x="51" y="420"/>
                  <a:pt x="55" y="413"/>
                </a:cubicBezTo>
                <a:lnTo>
                  <a:pt x="55" y="407"/>
                </a:lnTo>
                <a:cubicBezTo>
                  <a:pt x="55" y="404"/>
                  <a:pt x="55" y="400"/>
                  <a:pt x="55" y="394"/>
                </a:cubicBezTo>
                <a:cubicBezTo>
                  <a:pt x="55" y="388"/>
                  <a:pt x="55" y="381"/>
                  <a:pt x="55" y="372"/>
                </a:cubicBezTo>
                <a:cubicBezTo>
                  <a:pt x="55" y="364"/>
                  <a:pt x="55" y="355"/>
                  <a:pt x="56" y="345"/>
                </a:cubicBezTo>
                <a:cubicBezTo>
                  <a:pt x="56" y="335"/>
                  <a:pt x="56" y="324"/>
                  <a:pt x="56" y="313"/>
                </a:cubicBezTo>
                <a:cubicBezTo>
                  <a:pt x="55" y="302"/>
                  <a:pt x="55" y="290"/>
                  <a:pt x="56" y="278"/>
                </a:cubicBezTo>
                <a:cubicBezTo>
                  <a:pt x="56" y="266"/>
                  <a:pt x="56" y="254"/>
                  <a:pt x="56" y="241"/>
                </a:cubicBezTo>
                <a:cubicBezTo>
                  <a:pt x="56" y="224"/>
                  <a:pt x="56" y="207"/>
                  <a:pt x="56" y="190"/>
                </a:cubicBezTo>
                <a:cubicBezTo>
                  <a:pt x="56" y="172"/>
                  <a:pt x="56" y="157"/>
                  <a:pt x="56" y="143"/>
                </a:cubicBezTo>
                <a:cubicBezTo>
                  <a:pt x="56" y="129"/>
                  <a:pt x="56" y="116"/>
                  <a:pt x="56" y="105"/>
                </a:cubicBezTo>
                <a:cubicBezTo>
                  <a:pt x="56" y="93"/>
                  <a:pt x="56" y="84"/>
                  <a:pt x="55" y="77"/>
                </a:cubicBezTo>
                <a:cubicBezTo>
                  <a:pt x="55" y="70"/>
                  <a:pt x="55" y="66"/>
                  <a:pt x="55" y="65"/>
                </a:cubicBezTo>
                <a:cubicBezTo>
                  <a:pt x="54" y="56"/>
                  <a:pt x="50" y="50"/>
                  <a:pt x="45" y="48"/>
                </a:cubicBezTo>
                <a:cubicBezTo>
                  <a:pt x="40" y="45"/>
                  <a:pt x="29" y="43"/>
                  <a:pt x="13" y="41"/>
                </a:cubicBezTo>
                <a:lnTo>
                  <a:pt x="0" y="41"/>
                </a:lnTo>
                <a:lnTo>
                  <a:pt x="0" y="25"/>
                </a:lnTo>
                <a:cubicBezTo>
                  <a:pt x="0" y="14"/>
                  <a:pt x="1" y="8"/>
                  <a:pt x="2" y="8"/>
                </a:cubicBezTo>
                <a:lnTo>
                  <a:pt x="9" y="8"/>
                </a:lnTo>
                <a:cubicBezTo>
                  <a:pt x="14" y="7"/>
                  <a:pt x="20" y="7"/>
                  <a:pt x="30" y="6"/>
                </a:cubicBezTo>
                <a:cubicBezTo>
                  <a:pt x="39" y="6"/>
                  <a:pt x="47" y="5"/>
                  <a:pt x="56" y="5"/>
                </a:cubicBezTo>
                <a:cubicBezTo>
                  <a:pt x="64" y="4"/>
                  <a:pt x="73" y="4"/>
                  <a:pt x="82" y="3"/>
                </a:cubicBezTo>
                <a:cubicBezTo>
                  <a:pt x="92" y="3"/>
                  <a:pt x="99" y="2"/>
                  <a:pt x="104" y="1"/>
                </a:cubicBezTo>
                <a:cubicBezTo>
                  <a:pt x="109" y="0"/>
                  <a:pt x="111" y="0"/>
                  <a:pt x="112" y="0"/>
                </a:cubicBezTo>
                <a:lnTo>
                  <a:pt x="114" y="0"/>
                </a:lnTo>
                <a:lnTo>
                  <a:pt x="114" y="19"/>
                </a:lnTo>
                <a:lnTo>
                  <a:pt x="115" y="38"/>
                </a:lnTo>
                <a:lnTo>
                  <a:pt x="120" y="33"/>
                </a:lnTo>
                <a:cubicBezTo>
                  <a:pt x="148" y="12"/>
                  <a:pt x="181" y="1"/>
                  <a:pt x="220" y="1"/>
                </a:cubicBezTo>
                <a:cubicBezTo>
                  <a:pt x="259" y="1"/>
                  <a:pt x="291" y="16"/>
                  <a:pt x="319" y="47"/>
                </a:cubicBezTo>
                <a:cubicBezTo>
                  <a:pt x="346" y="77"/>
                  <a:pt x="360" y="116"/>
                  <a:pt x="360" y="162"/>
                </a:cubicBezTo>
                <a:cubicBezTo>
                  <a:pt x="360" y="210"/>
                  <a:pt x="345" y="249"/>
                  <a:pt x="314" y="280"/>
                </a:cubicBezTo>
                <a:cubicBezTo>
                  <a:pt x="283" y="310"/>
                  <a:pt x="248" y="325"/>
                  <a:pt x="209" y="325"/>
                </a:cubicBezTo>
                <a:cubicBezTo>
                  <a:pt x="175" y="325"/>
                  <a:pt x="147" y="315"/>
                  <a:pt x="122" y="294"/>
                </a:cubicBezTo>
                <a:lnTo>
                  <a:pt x="116" y="289"/>
                </a:lnTo>
                <a:lnTo>
                  <a:pt x="116" y="350"/>
                </a:lnTo>
                <a:lnTo>
                  <a:pt x="116" y="390"/>
                </a:lnTo>
                <a:cubicBezTo>
                  <a:pt x="116" y="402"/>
                  <a:pt x="116" y="410"/>
                  <a:pt x="117" y="413"/>
                </a:cubicBezTo>
                <a:cubicBezTo>
                  <a:pt x="118" y="416"/>
                  <a:pt x="121" y="419"/>
                  <a:pt x="125" y="421"/>
                </a:cubicBezTo>
                <a:cubicBezTo>
                  <a:pt x="135" y="422"/>
                  <a:pt x="147" y="423"/>
                  <a:pt x="160" y="423"/>
                </a:cubicBezTo>
                <a:lnTo>
                  <a:pt x="172" y="423"/>
                </a:lnTo>
                <a:lnTo>
                  <a:pt x="172" y="456"/>
                </a:lnTo>
                <a:lnTo>
                  <a:pt x="166" y="456"/>
                </a:lnTo>
                <a:lnTo>
                  <a:pt x="149" y="455"/>
                </a:lnTo>
                <a:cubicBezTo>
                  <a:pt x="138" y="455"/>
                  <a:pt x="126" y="455"/>
                  <a:pt x="113" y="455"/>
                </a:cubicBezTo>
                <a:cubicBezTo>
                  <a:pt x="100" y="455"/>
                  <a:pt x="91" y="454"/>
                  <a:pt x="86" y="454"/>
                </a:cubicBezTo>
                <a:cubicBezTo>
                  <a:pt x="37" y="454"/>
                  <a:pt x="10" y="455"/>
                  <a:pt x="6" y="456"/>
                </a:cubicBezTo>
                <a:lnTo>
                  <a:pt x="0" y="456"/>
                </a:lnTo>
                <a:lnTo>
                  <a:pt x="0" y="423"/>
                </a:lnTo>
                <a:lnTo>
                  <a:pt x="12" y="423"/>
                </a:lnTo>
                <a:moveTo>
                  <a:pt x="290" y="161"/>
                </a:moveTo>
                <a:cubicBezTo>
                  <a:pt x="290" y="125"/>
                  <a:pt x="282" y="95"/>
                  <a:pt x="266" y="68"/>
                </a:cubicBezTo>
                <a:cubicBezTo>
                  <a:pt x="250" y="42"/>
                  <a:pt x="229" y="29"/>
                  <a:pt x="204" y="29"/>
                </a:cubicBezTo>
                <a:cubicBezTo>
                  <a:pt x="170" y="29"/>
                  <a:pt x="141" y="44"/>
                  <a:pt x="116" y="75"/>
                </a:cubicBezTo>
                <a:lnTo>
                  <a:pt x="116" y="246"/>
                </a:lnTo>
                <a:cubicBezTo>
                  <a:pt x="135" y="282"/>
                  <a:pt x="162" y="299"/>
                  <a:pt x="196" y="299"/>
                </a:cubicBezTo>
                <a:cubicBezTo>
                  <a:pt x="221" y="299"/>
                  <a:pt x="243" y="286"/>
                  <a:pt x="261" y="260"/>
                </a:cubicBezTo>
                <a:cubicBezTo>
                  <a:pt x="280" y="233"/>
                  <a:pt x="290" y="201"/>
                  <a:pt x="290" y="16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8" name=""/>
          <p:cNvSpPr/>
          <p:nvPr/>
        </p:nvSpPr>
        <p:spPr>
          <a:xfrm>
            <a:off x="5398920" y="2976840"/>
            <a:ext cx="43200" cy="182160"/>
          </a:xfrm>
          <a:custGeom>
            <a:avLst/>
            <a:gdLst/>
            <a:ahLst/>
            <a:rect l="0" t="0" r="r" b="b"/>
            <a:pathLst>
              <a:path w="120" h="506">
                <a:moveTo>
                  <a:pt x="1" y="7"/>
                </a:moveTo>
                <a:cubicBezTo>
                  <a:pt x="2" y="2"/>
                  <a:pt x="6" y="0"/>
                  <a:pt x="11" y="0"/>
                </a:cubicBezTo>
                <a:cubicBezTo>
                  <a:pt x="15" y="0"/>
                  <a:pt x="17" y="1"/>
                  <a:pt x="19" y="5"/>
                </a:cubicBezTo>
                <a:cubicBezTo>
                  <a:pt x="20" y="6"/>
                  <a:pt x="21" y="90"/>
                  <a:pt x="21" y="253"/>
                </a:cubicBezTo>
                <a:cubicBezTo>
                  <a:pt x="21" y="417"/>
                  <a:pt x="20" y="499"/>
                  <a:pt x="19" y="500"/>
                </a:cubicBezTo>
                <a:cubicBezTo>
                  <a:pt x="17" y="504"/>
                  <a:pt x="14" y="506"/>
                  <a:pt x="10" y="506"/>
                </a:cubicBezTo>
                <a:cubicBezTo>
                  <a:pt x="8" y="506"/>
                  <a:pt x="5" y="505"/>
                  <a:pt x="3" y="503"/>
                </a:cubicBezTo>
                <a:lnTo>
                  <a:pt x="3" y="502"/>
                </a:lnTo>
                <a:cubicBezTo>
                  <a:pt x="1" y="502"/>
                  <a:pt x="1" y="491"/>
                  <a:pt x="1" y="470"/>
                </a:cubicBezTo>
                <a:cubicBezTo>
                  <a:pt x="1" y="449"/>
                  <a:pt x="1" y="377"/>
                  <a:pt x="0" y="253"/>
                </a:cubicBezTo>
                <a:cubicBezTo>
                  <a:pt x="0" y="91"/>
                  <a:pt x="0" y="8"/>
                  <a:pt x="1" y="7"/>
                </a:cubicBezTo>
                <a:moveTo>
                  <a:pt x="101" y="5"/>
                </a:moveTo>
                <a:cubicBezTo>
                  <a:pt x="103" y="1"/>
                  <a:pt x="105" y="0"/>
                  <a:pt x="109" y="0"/>
                </a:cubicBezTo>
                <a:cubicBezTo>
                  <a:pt x="112" y="0"/>
                  <a:pt x="114" y="1"/>
                  <a:pt x="117" y="3"/>
                </a:cubicBezTo>
                <a:lnTo>
                  <a:pt x="118" y="3"/>
                </a:lnTo>
                <a:cubicBezTo>
                  <a:pt x="119" y="4"/>
                  <a:pt x="120" y="15"/>
                  <a:pt x="120" y="35"/>
                </a:cubicBezTo>
                <a:cubicBezTo>
                  <a:pt x="120" y="56"/>
                  <a:pt x="120" y="130"/>
                  <a:pt x="120" y="253"/>
                </a:cubicBezTo>
                <a:cubicBezTo>
                  <a:pt x="120" y="377"/>
                  <a:pt x="120" y="449"/>
                  <a:pt x="120" y="470"/>
                </a:cubicBezTo>
                <a:cubicBezTo>
                  <a:pt x="120" y="490"/>
                  <a:pt x="119" y="501"/>
                  <a:pt x="118" y="502"/>
                </a:cubicBezTo>
                <a:lnTo>
                  <a:pt x="117" y="503"/>
                </a:lnTo>
                <a:cubicBezTo>
                  <a:pt x="115" y="505"/>
                  <a:pt x="113" y="506"/>
                  <a:pt x="110" y="506"/>
                </a:cubicBezTo>
                <a:cubicBezTo>
                  <a:pt x="106" y="506"/>
                  <a:pt x="103" y="504"/>
                  <a:pt x="101" y="500"/>
                </a:cubicBezTo>
                <a:cubicBezTo>
                  <a:pt x="100" y="499"/>
                  <a:pt x="100" y="417"/>
                  <a:pt x="100" y="253"/>
                </a:cubicBezTo>
                <a:cubicBezTo>
                  <a:pt x="100" y="90"/>
                  <a:pt x="100" y="6"/>
                  <a:pt x="101" y="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9" name=""/>
          <p:cNvSpPr/>
          <p:nvPr/>
        </p:nvSpPr>
        <p:spPr>
          <a:xfrm>
            <a:off x="5475960" y="2984760"/>
            <a:ext cx="90360" cy="165960"/>
          </a:xfrm>
          <a:custGeom>
            <a:avLst/>
            <a:gdLst/>
            <a:ahLst/>
            <a:rect l="0" t="0" r="r" b="b"/>
            <a:pathLst>
              <a:path w="251" h="461">
                <a:moveTo>
                  <a:pt x="32" y="439"/>
                </a:moveTo>
                <a:cubicBezTo>
                  <a:pt x="33" y="439"/>
                  <a:pt x="34" y="440"/>
                  <a:pt x="35" y="440"/>
                </a:cubicBezTo>
                <a:cubicBezTo>
                  <a:pt x="36" y="441"/>
                  <a:pt x="38" y="442"/>
                  <a:pt x="41" y="442"/>
                </a:cubicBezTo>
                <a:cubicBezTo>
                  <a:pt x="43" y="442"/>
                  <a:pt x="45" y="443"/>
                  <a:pt x="47" y="443"/>
                </a:cubicBezTo>
                <a:cubicBezTo>
                  <a:pt x="51" y="443"/>
                  <a:pt x="55" y="440"/>
                  <a:pt x="59" y="436"/>
                </a:cubicBezTo>
                <a:cubicBezTo>
                  <a:pt x="62" y="432"/>
                  <a:pt x="65" y="427"/>
                  <a:pt x="67" y="421"/>
                </a:cubicBezTo>
                <a:cubicBezTo>
                  <a:pt x="70" y="412"/>
                  <a:pt x="76" y="386"/>
                  <a:pt x="84" y="344"/>
                </a:cubicBezTo>
                <a:cubicBezTo>
                  <a:pt x="92" y="301"/>
                  <a:pt x="100" y="261"/>
                  <a:pt x="107" y="223"/>
                </a:cubicBezTo>
                <a:cubicBezTo>
                  <a:pt x="115" y="183"/>
                  <a:pt x="118" y="164"/>
                  <a:pt x="118" y="164"/>
                </a:cubicBezTo>
                <a:lnTo>
                  <a:pt x="118" y="162"/>
                </a:lnTo>
                <a:lnTo>
                  <a:pt x="95" y="162"/>
                </a:lnTo>
                <a:cubicBezTo>
                  <a:pt x="79" y="162"/>
                  <a:pt x="70" y="162"/>
                  <a:pt x="69" y="161"/>
                </a:cubicBezTo>
                <a:cubicBezTo>
                  <a:pt x="68" y="160"/>
                  <a:pt x="67" y="158"/>
                  <a:pt x="67" y="156"/>
                </a:cubicBezTo>
                <a:lnTo>
                  <a:pt x="71" y="142"/>
                </a:lnTo>
                <a:cubicBezTo>
                  <a:pt x="72" y="140"/>
                  <a:pt x="73" y="139"/>
                  <a:pt x="75" y="139"/>
                </a:cubicBezTo>
                <a:cubicBezTo>
                  <a:pt x="77" y="139"/>
                  <a:pt x="85" y="139"/>
                  <a:pt x="99" y="139"/>
                </a:cubicBezTo>
                <a:cubicBezTo>
                  <a:pt x="115" y="139"/>
                  <a:pt x="123" y="139"/>
                  <a:pt x="123" y="138"/>
                </a:cubicBezTo>
                <a:cubicBezTo>
                  <a:pt x="123" y="138"/>
                  <a:pt x="124" y="129"/>
                  <a:pt x="127" y="113"/>
                </a:cubicBezTo>
                <a:cubicBezTo>
                  <a:pt x="130" y="97"/>
                  <a:pt x="133" y="87"/>
                  <a:pt x="134" y="84"/>
                </a:cubicBezTo>
                <a:cubicBezTo>
                  <a:pt x="146" y="28"/>
                  <a:pt x="172" y="0"/>
                  <a:pt x="208" y="0"/>
                </a:cubicBezTo>
                <a:cubicBezTo>
                  <a:pt x="221" y="1"/>
                  <a:pt x="231" y="5"/>
                  <a:pt x="239" y="11"/>
                </a:cubicBezTo>
                <a:cubicBezTo>
                  <a:pt x="247" y="18"/>
                  <a:pt x="251" y="27"/>
                  <a:pt x="251" y="38"/>
                </a:cubicBezTo>
                <a:cubicBezTo>
                  <a:pt x="251" y="50"/>
                  <a:pt x="248" y="59"/>
                  <a:pt x="241" y="64"/>
                </a:cubicBezTo>
                <a:cubicBezTo>
                  <a:pt x="234" y="70"/>
                  <a:pt x="227" y="73"/>
                  <a:pt x="219" y="73"/>
                </a:cubicBezTo>
                <a:cubicBezTo>
                  <a:pt x="205" y="73"/>
                  <a:pt x="197" y="66"/>
                  <a:pt x="197" y="52"/>
                </a:cubicBezTo>
                <a:cubicBezTo>
                  <a:pt x="197" y="45"/>
                  <a:pt x="199" y="40"/>
                  <a:pt x="203" y="35"/>
                </a:cubicBezTo>
                <a:cubicBezTo>
                  <a:pt x="206" y="30"/>
                  <a:pt x="211" y="27"/>
                  <a:pt x="215" y="25"/>
                </a:cubicBezTo>
                <a:lnTo>
                  <a:pt x="219" y="22"/>
                </a:lnTo>
                <a:cubicBezTo>
                  <a:pt x="214" y="20"/>
                  <a:pt x="209" y="19"/>
                  <a:pt x="204" y="19"/>
                </a:cubicBezTo>
                <a:cubicBezTo>
                  <a:pt x="200" y="19"/>
                  <a:pt x="196" y="21"/>
                  <a:pt x="193" y="24"/>
                </a:cubicBezTo>
                <a:cubicBezTo>
                  <a:pt x="189" y="27"/>
                  <a:pt x="186" y="32"/>
                  <a:pt x="185" y="38"/>
                </a:cubicBezTo>
                <a:cubicBezTo>
                  <a:pt x="183" y="48"/>
                  <a:pt x="180" y="61"/>
                  <a:pt x="177" y="78"/>
                </a:cubicBezTo>
                <a:cubicBezTo>
                  <a:pt x="174" y="94"/>
                  <a:pt x="171" y="108"/>
                  <a:pt x="169" y="120"/>
                </a:cubicBezTo>
                <a:cubicBezTo>
                  <a:pt x="167" y="131"/>
                  <a:pt x="165" y="137"/>
                  <a:pt x="165" y="138"/>
                </a:cubicBezTo>
                <a:cubicBezTo>
                  <a:pt x="165" y="138"/>
                  <a:pt x="175" y="139"/>
                  <a:pt x="193" y="139"/>
                </a:cubicBezTo>
                <a:cubicBezTo>
                  <a:pt x="208" y="139"/>
                  <a:pt x="217" y="139"/>
                  <a:pt x="219" y="139"/>
                </a:cubicBezTo>
                <a:cubicBezTo>
                  <a:pt x="222" y="140"/>
                  <a:pt x="224" y="141"/>
                  <a:pt x="225" y="142"/>
                </a:cubicBezTo>
                <a:cubicBezTo>
                  <a:pt x="225" y="144"/>
                  <a:pt x="225" y="147"/>
                  <a:pt x="224" y="151"/>
                </a:cubicBezTo>
                <a:cubicBezTo>
                  <a:pt x="223" y="155"/>
                  <a:pt x="222" y="158"/>
                  <a:pt x="221" y="159"/>
                </a:cubicBezTo>
                <a:cubicBezTo>
                  <a:pt x="221" y="161"/>
                  <a:pt x="219" y="161"/>
                  <a:pt x="217" y="161"/>
                </a:cubicBezTo>
                <a:cubicBezTo>
                  <a:pt x="215" y="161"/>
                  <a:pt x="205" y="162"/>
                  <a:pt x="190" y="162"/>
                </a:cubicBezTo>
                <a:lnTo>
                  <a:pt x="160" y="162"/>
                </a:lnTo>
                <a:lnTo>
                  <a:pt x="149" y="225"/>
                </a:lnTo>
                <a:cubicBezTo>
                  <a:pt x="133" y="308"/>
                  <a:pt x="121" y="360"/>
                  <a:pt x="115" y="381"/>
                </a:cubicBezTo>
                <a:cubicBezTo>
                  <a:pt x="106" y="410"/>
                  <a:pt x="94" y="431"/>
                  <a:pt x="79" y="445"/>
                </a:cubicBezTo>
                <a:cubicBezTo>
                  <a:pt x="67" y="456"/>
                  <a:pt x="55" y="461"/>
                  <a:pt x="43" y="461"/>
                </a:cubicBezTo>
                <a:cubicBezTo>
                  <a:pt x="32" y="461"/>
                  <a:pt x="22" y="458"/>
                  <a:pt x="13" y="452"/>
                </a:cubicBezTo>
                <a:cubicBezTo>
                  <a:pt x="4" y="445"/>
                  <a:pt x="0" y="436"/>
                  <a:pt x="0" y="424"/>
                </a:cubicBezTo>
                <a:cubicBezTo>
                  <a:pt x="0" y="412"/>
                  <a:pt x="4" y="403"/>
                  <a:pt x="11" y="397"/>
                </a:cubicBezTo>
                <a:cubicBezTo>
                  <a:pt x="18" y="391"/>
                  <a:pt x="25" y="388"/>
                  <a:pt x="32" y="388"/>
                </a:cubicBezTo>
                <a:cubicBezTo>
                  <a:pt x="47" y="388"/>
                  <a:pt x="54" y="396"/>
                  <a:pt x="54" y="410"/>
                </a:cubicBezTo>
                <a:cubicBezTo>
                  <a:pt x="54" y="416"/>
                  <a:pt x="52" y="422"/>
                  <a:pt x="49" y="426"/>
                </a:cubicBezTo>
                <a:cubicBezTo>
                  <a:pt x="45" y="431"/>
                  <a:pt x="41" y="435"/>
                  <a:pt x="36" y="437"/>
                </a:cubicBezTo>
                <a:lnTo>
                  <a:pt x="32" y="43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0" name=""/>
          <p:cNvSpPr/>
          <p:nvPr/>
        </p:nvSpPr>
        <p:spPr>
          <a:xfrm>
            <a:off x="5590080" y="2976840"/>
            <a:ext cx="43200" cy="182160"/>
          </a:xfrm>
          <a:custGeom>
            <a:avLst/>
            <a:gdLst/>
            <a:ahLst/>
            <a:rect l="0" t="0" r="r" b="b"/>
            <a:pathLst>
              <a:path w="120" h="506">
                <a:moveTo>
                  <a:pt x="0" y="7"/>
                </a:moveTo>
                <a:cubicBezTo>
                  <a:pt x="2" y="2"/>
                  <a:pt x="6" y="0"/>
                  <a:pt x="11" y="0"/>
                </a:cubicBezTo>
                <a:cubicBezTo>
                  <a:pt x="14" y="0"/>
                  <a:pt x="17" y="1"/>
                  <a:pt x="19" y="5"/>
                </a:cubicBezTo>
                <a:cubicBezTo>
                  <a:pt x="20" y="6"/>
                  <a:pt x="20" y="90"/>
                  <a:pt x="20" y="253"/>
                </a:cubicBezTo>
                <a:cubicBezTo>
                  <a:pt x="20" y="417"/>
                  <a:pt x="20" y="499"/>
                  <a:pt x="19" y="500"/>
                </a:cubicBezTo>
                <a:cubicBezTo>
                  <a:pt x="17" y="504"/>
                  <a:pt x="14" y="506"/>
                  <a:pt x="10" y="506"/>
                </a:cubicBezTo>
                <a:cubicBezTo>
                  <a:pt x="7" y="506"/>
                  <a:pt x="5" y="505"/>
                  <a:pt x="3" y="503"/>
                </a:cubicBezTo>
                <a:lnTo>
                  <a:pt x="3" y="502"/>
                </a:lnTo>
                <a:cubicBezTo>
                  <a:pt x="1" y="502"/>
                  <a:pt x="0" y="491"/>
                  <a:pt x="0" y="470"/>
                </a:cubicBezTo>
                <a:cubicBezTo>
                  <a:pt x="0" y="449"/>
                  <a:pt x="0" y="377"/>
                  <a:pt x="0" y="253"/>
                </a:cubicBezTo>
                <a:cubicBezTo>
                  <a:pt x="0" y="91"/>
                  <a:pt x="0" y="8"/>
                  <a:pt x="0" y="7"/>
                </a:cubicBezTo>
                <a:moveTo>
                  <a:pt x="100" y="5"/>
                </a:moveTo>
                <a:cubicBezTo>
                  <a:pt x="101" y="1"/>
                  <a:pt x="104" y="0"/>
                  <a:pt x="109" y="0"/>
                </a:cubicBezTo>
                <a:cubicBezTo>
                  <a:pt x="112" y="0"/>
                  <a:pt x="114" y="1"/>
                  <a:pt x="117" y="3"/>
                </a:cubicBezTo>
                <a:cubicBezTo>
                  <a:pt x="119" y="4"/>
                  <a:pt x="119" y="15"/>
                  <a:pt x="119" y="35"/>
                </a:cubicBezTo>
                <a:cubicBezTo>
                  <a:pt x="119" y="56"/>
                  <a:pt x="119" y="130"/>
                  <a:pt x="120" y="253"/>
                </a:cubicBezTo>
                <a:cubicBezTo>
                  <a:pt x="120" y="377"/>
                  <a:pt x="120" y="449"/>
                  <a:pt x="120" y="470"/>
                </a:cubicBezTo>
                <a:cubicBezTo>
                  <a:pt x="119" y="490"/>
                  <a:pt x="119" y="501"/>
                  <a:pt x="117" y="502"/>
                </a:cubicBezTo>
                <a:lnTo>
                  <a:pt x="117" y="503"/>
                </a:lnTo>
                <a:cubicBezTo>
                  <a:pt x="115" y="505"/>
                  <a:pt x="112" y="506"/>
                  <a:pt x="110" y="506"/>
                </a:cubicBezTo>
                <a:cubicBezTo>
                  <a:pt x="105" y="506"/>
                  <a:pt x="102" y="504"/>
                  <a:pt x="100" y="500"/>
                </a:cubicBezTo>
                <a:cubicBezTo>
                  <a:pt x="99" y="499"/>
                  <a:pt x="99" y="417"/>
                  <a:pt x="99" y="253"/>
                </a:cubicBezTo>
                <a:cubicBezTo>
                  <a:pt x="99" y="90"/>
                  <a:pt x="99" y="6"/>
                  <a:pt x="100" y="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1" name=""/>
          <p:cNvSpPr/>
          <p:nvPr/>
        </p:nvSpPr>
        <p:spPr>
          <a:xfrm>
            <a:off x="5666400" y="3052440"/>
            <a:ext cx="72000" cy="88200"/>
          </a:xfrm>
          <a:custGeom>
            <a:avLst/>
            <a:gdLst/>
            <a:ahLst/>
            <a:rect l="0" t="0" r="r" b="b"/>
            <a:pathLst>
              <a:path w="200" h="245">
                <a:moveTo>
                  <a:pt x="36" y="22"/>
                </a:moveTo>
                <a:cubicBezTo>
                  <a:pt x="35" y="20"/>
                  <a:pt x="33" y="19"/>
                  <a:pt x="32" y="19"/>
                </a:cubicBezTo>
                <a:cubicBezTo>
                  <a:pt x="32" y="18"/>
                  <a:pt x="30" y="18"/>
                  <a:pt x="27" y="18"/>
                </a:cubicBezTo>
                <a:cubicBezTo>
                  <a:pt x="24" y="18"/>
                  <a:pt x="19" y="17"/>
                  <a:pt x="11" y="17"/>
                </a:cubicBezTo>
                <a:lnTo>
                  <a:pt x="0" y="17"/>
                </a:lnTo>
                <a:lnTo>
                  <a:pt x="0" y="0"/>
                </a:lnTo>
                <a:lnTo>
                  <a:pt x="4" y="0"/>
                </a:lnTo>
                <a:cubicBezTo>
                  <a:pt x="6" y="1"/>
                  <a:pt x="24" y="1"/>
                  <a:pt x="56" y="1"/>
                </a:cubicBezTo>
                <a:cubicBezTo>
                  <a:pt x="91" y="1"/>
                  <a:pt x="110" y="1"/>
                  <a:pt x="116" y="0"/>
                </a:cubicBezTo>
                <a:lnTo>
                  <a:pt x="120" y="0"/>
                </a:lnTo>
                <a:lnTo>
                  <a:pt x="120" y="17"/>
                </a:lnTo>
                <a:lnTo>
                  <a:pt x="111" y="17"/>
                </a:lnTo>
                <a:cubicBezTo>
                  <a:pt x="96" y="17"/>
                  <a:pt x="87" y="17"/>
                  <a:pt x="84" y="17"/>
                </a:cubicBezTo>
                <a:cubicBezTo>
                  <a:pt x="79" y="18"/>
                  <a:pt x="76" y="20"/>
                  <a:pt x="74" y="22"/>
                </a:cubicBezTo>
                <a:lnTo>
                  <a:pt x="74" y="122"/>
                </a:lnTo>
                <a:lnTo>
                  <a:pt x="74" y="199"/>
                </a:lnTo>
                <a:cubicBezTo>
                  <a:pt x="74" y="216"/>
                  <a:pt x="74" y="226"/>
                  <a:pt x="75" y="227"/>
                </a:cubicBezTo>
                <a:cubicBezTo>
                  <a:pt x="77" y="228"/>
                  <a:pt x="87" y="229"/>
                  <a:pt x="104" y="229"/>
                </a:cubicBezTo>
                <a:cubicBezTo>
                  <a:pt x="120" y="229"/>
                  <a:pt x="132" y="228"/>
                  <a:pt x="138" y="226"/>
                </a:cubicBezTo>
                <a:cubicBezTo>
                  <a:pt x="152" y="222"/>
                  <a:pt x="163" y="216"/>
                  <a:pt x="170" y="206"/>
                </a:cubicBezTo>
                <a:cubicBezTo>
                  <a:pt x="176" y="197"/>
                  <a:pt x="181" y="182"/>
                  <a:pt x="183" y="165"/>
                </a:cubicBezTo>
                <a:cubicBezTo>
                  <a:pt x="183" y="164"/>
                  <a:pt x="183" y="162"/>
                  <a:pt x="184" y="159"/>
                </a:cubicBezTo>
                <a:cubicBezTo>
                  <a:pt x="184" y="157"/>
                  <a:pt x="184" y="154"/>
                  <a:pt x="185" y="151"/>
                </a:cubicBezTo>
                <a:cubicBezTo>
                  <a:pt x="185" y="149"/>
                  <a:pt x="185" y="147"/>
                  <a:pt x="185" y="147"/>
                </a:cubicBezTo>
                <a:cubicBezTo>
                  <a:pt x="185" y="147"/>
                  <a:pt x="188" y="147"/>
                  <a:pt x="193" y="147"/>
                </a:cubicBezTo>
                <a:lnTo>
                  <a:pt x="200" y="147"/>
                </a:lnTo>
                <a:lnTo>
                  <a:pt x="200" y="149"/>
                </a:lnTo>
                <a:cubicBezTo>
                  <a:pt x="199" y="149"/>
                  <a:pt x="198" y="165"/>
                  <a:pt x="195" y="196"/>
                </a:cubicBezTo>
                <a:cubicBezTo>
                  <a:pt x="192" y="227"/>
                  <a:pt x="190" y="243"/>
                  <a:pt x="190" y="244"/>
                </a:cubicBezTo>
                <a:lnTo>
                  <a:pt x="190" y="245"/>
                </a:lnTo>
                <a:lnTo>
                  <a:pt x="0" y="245"/>
                </a:lnTo>
                <a:lnTo>
                  <a:pt x="0" y="229"/>
                </a:lnTo>
                <a:lnTo>
                  <a:pt x="11" y="229"/>
                </a:lnTo>
                <a:cubicBezTo>
                  <a:pt x="21" y="229"/>
                  <a:pt x="27" y="228"/>
                  <a:pt x="30" y="228"/>
                </a:cubicBezTo>
                <a:cubicBezTo>
                  <a:pt x="32" y="227"/>
                  <a:pt x="34" y="226"/>
                  <a:pt x="36" y="224"/>
                </a:cubicBezTo>
                <a:lnTo>
                  <a:pt x="36" y="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2" name=""/>
          <p:cNvSpPr/>
          <p:nvPr/>
        </p:nvSpPr>
        <p:spPr>
          <a:xfrm>
            <a:off x="5746680" y="3054240"/>
            <a:ext cx="29880" cy="86400"/>
          </a:xfrm>
          <a:custGeom>
            <a:avLst/>
            <a:gdLst/>
            <a:ahLst/>
            <a:rect l="0" t="0" r="r" b="b"/>
            <a:pathLst>
              <a:path w="83" h="240">
                <a:moveTo>
                  <a:pt x="16" y="23"/>
                </a:moveTo>
                <a:cubicBezTo>
                  <a:pt x="16" y="16"/>
                  <a:pt x="18" y="11"/>
                  <a:pt x="22" y="7"/>
                </a:cubicBezTo>
                <a:cubicBezTo>
                  <a:pt x="26" y="3"/>
                  <a:pt x="32" y="0"/>
                  <a:pt x="39" y="0"/>
                </a:cubicBezTo>
                <a:cubicBezTo>
                  <a:pt x="44" y="2"/>
                  <a:pt x="49" y="4"/>
                  <a:pt x="53" y="7"/>
                </a:cubicBezTo>
                <a:cubicBezTo>
                  <a:pt x="57" y="11"/>
                  <a:pt x="59" y="16"/>
                  <a:pt x="59" y="23"/>
                </a:cubicBezTo>
                <a:cubicBezTo>
                  <a:pt x="59" y="30"/>
                  <a:pt x="57" y="35"/>
                  <a:pt x="53" y="39"/>
                </a:cubicBezTo>
                <a:cubicBezTo>
                  <a:pt x="49" y="42"/>
                  <a:pt x="44" y="44"/>
                  <a:pt x="38" y="44"/>
                </a:cubicBezTo>
                <a:cubicBezTo>
                  <a:pt x="31" y="44"/>
                  <a:pt x="26" y="42"/>
                  <a:pt x="22" y="39"/>
                </a:cubicBezTo>
                <a:cubicBezTo>
                  <a:pt x="18" y="35"/>
                  <a:pt x="16" y="30"/>
                  <a:pt x="16" y="23"/>
                </a:cubicBezTo>
                <a:moveTo>
                  <a:pt x="80" y="240"/>
                </a:moveTo>
                <a:cubicBezTo>
                  <a:pt x="77" y="240"/>
                  <a:pt x="64" y="239"/>
                  <a:pt x="43" y="239"/>
                </a:cubicBezTo>
                <a:cubicBezTo>
                  <a:pt x="40" y="239"/>
                  <a:pt x="36" y="239"/>
                  <a:pt x="29" y="239"/>
                </a:cubicBezTo>
                <a:cubicBezTo>
                  <a:pt x="23" y="239"/>
                  <a:pt x="17" y="240"/>
                  <a:pt x="11" y="240"/>
                </a:cubicBezTo>
                <a:lnTo>
                  <a:pt x="3" y="240"/>
                </a:lnTo>
                <a:lnTo>
                  <a:pt x="0" y="240"/>
                </a:lnTo>
                <a:lnTo>
                  <a:pt x="0" y="224"/>
                </a:lnTo>
                <a:lnTo>
                  <a:pt x="6" y="224"/>
                </a:lnTo>
                <a:cubicBezTo>
                  <a:pt x="13" y="224"/>
                  <a:pt x="19" y="224"/>
                  <a:pt x="24" y="223"/>
                </a:cubicBezTo>
                <a:cubicBezTo>
                  <a:pt x="26" y="222"/>
                  <a:pt x="27" y="221"/>
                  <a:pt x="27" y="219"/>
                </a:cubicBezTo>
                <a:cubicBezTo>
                  <a:pt x="28" y="217"/>
                  <a:pt x="28" y="212"/>
                  <a:pt x="28" y="204"/>
                </a:cubicBezTo>
                <a:lnTo>
                  <a:pt x="28" y="167"/>
                </a:lnTo>
                <a:lnTo>
                  <a:pt x="28" y="136"/>
                </a:lnTo>
                <a:cubicBezTo>
                  <a:pt x="28" y="123"/>
                  <a:pt x="28" y="115"/>
                  <a:pt x="27" y="112"/>
                </a:cubicBezTo>
                <a:cubicBezTo>
                  <a:pt x="27" y="109"/>
                  <a:pt x="25" y="107"/>
                  <a:pt x="22" y="105"/>
                </a:cubicBezTo>
                <a:cubicBezTo>
                  <a:pt x="19" y="104"/>
                  <a:pt x="14" y="103"/>
                  <a:pt x="6" y="103"/>
                </a:cubicBezTo>
                <a:lnTo>
                  <a:pt x="2" y="103"/>
                </a:lnTo>
                <a:lnTo>
                  <a:pt x="2" y="95"/>
                </a:lnTo>
                <a:cubicBezTo>
                  <a:pt x="2" y="89"/>
                  <a:pt x="2" y="86"/>
                  <a:pt x="2" y="86"/>
                </a:cubicBezTo>
                <a:lnTo>
                  <a:pt x="6" y="86"/>
                </a:lnTo>
                <a:cubicBezTo>
                  <a:pt x="8" y="86"/>
                  <a:pt x="12" y="86"/>
                  <a:pt x="16" y="85"/>
                </a:cubicBezTo>
                <a:cubicBezTo>
                  <a:pt x="20" y="85"/>
                  <a:pt x="25" y="85"/>
                  <a:pt x="29" y="85"/>
                </a:cubicBezTo>
                <a:cubicBezTo>
                  <a:pt x="33" y="84"/>
                  <a:pt x="38" y="84"/>
                  <a:pt x="43" y="84"/>
                </a:cubicBezTo>
                <a:cubicBezTo>
                  <a:pt x="47" y="84"/>
                  <a:pt x="51" y="83"/>
                  <a:pt x="53" y="83"/>
                </a:cubicBezTo>
                <a:cubicBezTo>
                  <a:pt x="55" y="82"/>
                  <a:pt x="57" y="82"/>
                  <a:pt x="57" y="82"/>
                </a:cubicBezTo>
                <a:lnTo>
                  <a:pt x="58" y="82"/>
                </a:lnTo>
                <a:lnTo>
                  <a:pt x="58" y="218"/>
                </a:lnTo>
                <a:cubicBezTo>
                  <a:pt x="59" y="221"/>
                  <a:pt x="61" y="222"/>
                  <a:pt x="62" y="223"/>
                </a:cubicBezTo>
                <a:cubicBezTo>
                  <a:pt x="64" y="223"/>
                  <a:pt x="68" y="223"/>
                  <a:pt x="75" y="224"/>
                </a:cubicBezTo>
                <a:lnTo>
                  <a:pt x="83" y="224"/>
                </a:lnTo>
                <a:lnTo>
                  <a:pt x="83" y="240"/>
                </a:lnTo>
                <a:lnTo>
                  <a:pt x="80" y="24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3" name=""/>
          <p:cNvSpPr/>
          <p:nvPr/>
        </p:nvSpPr>
        <p:spPr>
          <a:xfrm>
            <a:off x="5781960" y="3083400"/>
            <a:ext cx="64800" cy="82440"/>
          </a:xfrm>
          <a:custGeom>
            <a:avLst/>
            <a:gdLst/>
            <a:ahLst/>
            <a:rect l="0" t="0" r="r" b="b"/>
            <a:pathLst>
              <a:path w="180" h="229">
                <a:moveTo>
                  <a:pt x="5" y="212"/>
                </a:moveTo>
                <a:lnTo>
                  <a:pt x="10" y="212"/>
                </a:lnTo>
                <a:cubicBezTo>
                  <a:pt x="20" y="212"/>
                  <a:pt x="25" y="211"/>
                  <a:pt x="27" y="207"/>
                </a:cubicBezTo>
                <a:lnTo>
                  <a:pt x="27" y="204"/>
                </a:lnTo>
                <a:cubicBezTo>
                  <a:pt x="27" y="203"/>
                  <a:pt x="27" y="201"/>
                  <a:pt x="27" y="198"/>
                </a:cubicBezTo>
                <a:cubicBezTo>
                  <a:pt x="27" y="195"/>
                  <a:pt x="27" y="191"/>
                  <a:pt x="27" y="187"/>
                </a:cubicBezTo>
                <a:cubicBezTo>
                  <a:pt x="27" y="183"/>
                  <a:pt x="27" y="178"/>
                  <a:pt x="27" y="172"/>
                </a:cubicBezTo>
                <a:cubicBezTo>
                  <a:pt x="28" y="167"/>
                  <a:pt x="28" y="162"/>
                  <a:pt x="27" y="156"/>
                </a:cubicBezTo>
                <a:cubicBezTo>
                  <a:pt x="27" y="151"/>
                  <a:pt x="27" y="145"/>
                  <a:pt x="27" y="139"/>
                </a:cubicBezTo>
                <a:cubicBezTo>
                  <a:pt x="28" y="133"/>
                  <a:pt x="28" y="126"/>
                  <a:pt x="27" y="121"/>
                </a:cubicBezTo>
                <a:cubicBezTo>
                  <a:pt x="27" y="112"/>
                  <a:pt x="27" y="104"/>
                  <a:pt x="27" y="95"/>
                </a:cubicBezTo>
                <a:cubicBezTo>
                  <a:pt x="27" y="86"/>
                  <a:pt x="27" y="78"/>
                  <a:pt x="27" y="72"/>
                </a:cubicBezTo>
                <a:cubicBezTo>
                  <a:pt x="27" y="65"/>
                  <a:pt x="27" y="58"/>
                  <a:pt x="27" y="53"/>
                </a:cubicBezTo>
                <a:cubicBezTo>
                  <a:pt x="27" y="47"/>
                  <a:pt x="27" y="42"/>
                  <a:pt x="27" y="39"/>
                </a:cubicBezTo>
                <a:cubicBezTo>
                  <a:pt x="27" y="35"/>
                  <a:pt x="27" y="33"/>
                  <a:pt x="27" y="33"/>
                </a:cubicBezTo>
                <a:cubicBezTo>
                  <a:pt x="26" y="28"/>
                  <a:pt x="25" y="25"/>
                  <a:pt x="22" y="24"/>
                </a:cubicBezTo>
                <a:cubicBezTo>
                  <a:pt x="19" y="23"/>
                  <a:pt x="14" y="22"/>
                  <a:pt x="6" y="21"/>
                </a:cubicBezTo>
                <a:lnTo>
                  <a:pt x="0" y="21"/>
                </a:lnTo>
                <a:lnTo>
                  <a:pt x="0" y="13"/>
                </a:lnTo>
                <a:cubicBezTo>
                  <a:pt x="0" y="7"/>
                  <a:pt x="0" y="4"/>
                  <a:pt x="0" y="4"/>
                </a:cubicBezTo>
                <a:lnTo>
                  <a:pt x="4" y="4"/>
                </a:lnTo>
                <a:cubicBezTo>
                  <a:pt x="6" y="4"/>
                  <a:pt x="10" y="4"/>
                  <a:pt x="14" y="3"/>
                </a:cubicBezTo>
                <a:cubicBezTo>
                  <a:pt x="19" y="3"/>
                  <a:pt x="23" y="3"/>
                  <a:pt x="27" y="3"/>
                </a:cubicBezTo>
                <a:cubicBezTo>
                  <a:pt x="31" y="2"/>
                  <a:pt x="36" y="2"/>
                  <a:pt x="41" y="2"/>
                </a:cubicBezTo>
                <a:cubicBezTo>
                  <a:pt x="45" y="2"/>
                  <a:pt x="49" y="1"/>
                  <a:pt x="51" y="1"/>
                </a:cubicBezTo>
                <a:cubicBezTo>
                  <a:pt x="54" y="0"/>
                  <a:pt x="55" y="0"/>
                  <a:pt x="55" y="0"/>
                </a:cubicBezTo>
                <a:lnTo>
                  <a:pt x="56" y="0"/>
                </a:lnTo>
                <a:lnTo>
                  <a:pt x="56" y="10"/>
                </a:lnTo>
                <a:lnTo>
                  <a:pt x="57" y="19"/>
                </a:lnTo>
                <a:lnTo>
                  <a:pt x="60" y="17"/>
                </a:lnTo>
                <a:cubicBezTo>
                  <a:pt x="74" y="6"/>
                  <a:pt x="90" y="1"/>
                  <a:pt x="109" y="1"/>
                </a:cubicBezTo>
                <a:cubicBezTo>
                  <a:pt x="128" y="1"/>
                  <a:pt x="146" y="8"/>
                  <a:pt x="159" y="24"/>
                </a:cubicBezTo>
                <a:cubicBezTo>
                  <a:pt x="173" y="39"/>
                  <a:pt x="180" y="58"/>
                  <a:pt x="180" y="81"/>
                </a:cubicBezTo>
                <a:cubicBezTo>
                  <a:pt x="180" y="105"/>
                  <a:pt x="172" y="125"/>
                  <a:pt x="157" y="140"/>
                </a:cubicBezTo>
                <a:cubicBezTo>
                  <a:pt x="141" y="155"/>
                  <a:pt x="123" y="162"/>
                  <a:pt x="103" y="162"/>
                </a:cubicBezTo>
                <a:cubicBezTo>
                  <a:pt x="87" y="162"/>
                  <a:pt x="73" y="157"/>
                  <a:pt x="60" y="147"/>
                </a:cubicBezTo>
                <a:lnTo>
                  <a:pt x="57" y="144"/>
                </a:lnTo>
                <a:lnTo>
                  <a:pt x="57" y="174"/>
                </a:lnTo>
                <a:lnTo>
                  <a:pt x="57" y="196"/>
                </a:lnTo>
                <a:cubicBezTo>
                  <a:pt x="57" y="202"/>
                  <a:pt x="58" y="206"/>
                  <a:pt x="58" y="207"/>
                </a:cubicBezTo>
                <a:cubicBezTo>
                  <a:pt x="59" y="209"/>
                  <a:pt x="60" y="210"/>
                  <a:pt x="62" y="211"/>
                </a:cubicBezTo>
                <a:cubicBezTo>
                  <a:pt x="67" y="212"/>
                  <a:pt x="73" y="212"/>
                  <a:pt x="80" y="212"/>
                </a:cubicBezTo>
                <a:lnTo>
                  <a:pt x="85" y="212"/>
                </a:lnTo>
                <a:lnTo>
                  <a:pt x="85" y="229"/>
                </a:lnTo>
                <a:lnTo>
                  <a:pt x="82" y="229"/>
                </a:lnTo>
                <a:lnTo>
                  <a:pt x="74" y="228"/>
                </a:lnTo>
                <a:cubicBezTo>
                  <a:pt x="68" y="228"/>
                  <a:pt x="62" y="228"/>
                  <a:pt x="56" y="228"/>
                </a:cubicBezTo>
                <a:cubicBezTo>
                  <a:pt x="50" y="228"/>
                  <a:pt x="45" y="228"/>
                  <a:pt x="42" y="228"/>
                </a:cubicBezTo>
                <a:cubicBezTo>
                  <a:pt x="18" y="228"/>
                  <a:pt x="5" y="228"/>
                  <a:pt x="2" y="229"/>
                </a:cubicBezTo>
                <a:lnTo>
                  <a:pt x="0" y="229"/>
                </a:lnTo>
                <a:lnTo>
                  <a:pt x="0" y="212"/>
                </a:lnTo>
                <a:lnTo>
                  <a:pt x="5" y="212"/>
                </a:lnTo>
                <a:moveTo>
                  <a:pt x="145" y="81"/>
                </a:moveTo>
                <a:cubicBezTo>
                  <a:pt x="145" y="63"/>
                  <a:pt x="141" y="48"/>
                  <a:pt x="132" y="34"/>
                </a:cubicBezTo>
                <a:cubicBezTo>
                  <a:pt x="124" y="21"/>
                  <a:pt x="113" y="15"/>
                  <a:pt x="101" y="15"/>
                </a:cubicBezTo>
                <a:cubicBezTo>
                  <a:pt x="84" y="15"/>
                  <a:pt x="70" y="22"/>
                  <a:pt x="57" y="38"/>
                </a:cubicBezTo>
                <a:lnTo>
                  <a:pt x="57" y="123"/>
                </a:lnTo>
                <a:cubicBezTo>
                  <a:pt x="67" y="141"/>
                  <a:pt x="80" y="149"/>
                  <a:pt x="97" y="149"/>
                </a:cubicBezTo>
                <a:cubicBezTo>
                  <a:pt x="110" y="149"/>
                  <a:pt x="120" y="143"/>
                  <a:pt x="130" y="130"/>
                </a:cubicBezTo>
                <a:cubicBezTo>
                  <a:pt x="140" y="117"/>
                  <a:pt x="145" y="101"/>
                  <a:pt x="145" y="8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4" name=""/>
          <p:cNvSpPr/>
          <p:nvPr/>
        </p:nvSpPr>
        <p:spPr>
          <a:xfrm>
            <a:off x="5874840" y="2997360"/>
            <a:ext cx="111600" cy="141120"/>
          </a:xfrm>
          <a:custGeom>
            <a:avLst/>
            <a:gdLst/>
            <a:ahLst/>
            <a:rect l="0" t="0" r="r" b="b"/>
            <a:pathLst>
              <a:path w="310" h="392">
                <a:moveTo>
                  <a:pt x="300" y="0"/>
                </a:moveTo>
                <a:cubicBezTo>
                  <a:pt x="303" y="0"/>
                  <a:pt x="305" y="1"/>
                  <a:pt x="307" y="3"/>
                </a:cubicBezTo>
                <a:cubicBezTo>
                  <a:pt x="309" y="5"/>
                  <a:pt x="310" y="8"/>
                  <a:pt x="310" y="11"/>
                </a:cubicBezTo>
                <a:cubicBezTo>
                  <a:pt x="310" y="14"/>
                  <a:pt x="309" y="16"/>
                  <a:pt x="307" y="18"/>
                </a:cubicBezTo>
                <a:cubicBezTo>
                  <a:pt x="306" y="18"/>
                  <a:pt x="261" y="40"/>
                  <a:pt x="170" y="84"/>
                </a:cubicBezTo>
                <a:lnTo>
                  <a:pt x="35" y="148"/>
                </a:lnTo>
                <a:lnTo>
                  <a:pt x="161" y="207"/>
                </a:lnTo>
                <a:cubicBezTo>
                  <a:pt x="258" y="253"/>
                  <a:pt x="307" y="277"/>
                  <a:pt x="309" y="279"/>
                </a:cubicBezTo>
                <a:cubicBezTo>
                  <a:pt x="310" y="281"/>
                  <a:pt x="310" y="282"/>
                  <a:pt x="310" y="284"/>
                </a:cubicBezTo>
                <a:cubicBezTo>
                  <a:pt x="310" y="290"/>
                  <a:pt x="307" y="294"/>
                  <a:pt x="301" y="294"/>
                </a:cubicBezTo>
                <a:lnTo>
                  <a:pt x="298" y="294"/>
                </a:lnTo>
                <a:lnTo>
                  <a:pt x="151" y="226"/>
                </a:lnTo>
                <a:cubicBezTo>
                  <a:pt x="54" y="179"/>
                  <a:pt x="5" y="156"/>
                  <a:pt x="4" y="155"/>
                </a:cubicBezTo>
                <a:cubicBezTo>
                  <a:pt x="2" y="154"/>
                  <a:pt x="0" y="151"/>
                  <a:pt x="0" y="147"/>
                </a:cubicBezTo>
                <a:cubicBezTo>
                  <a:pt x="1" y="143"/>
                  <a:pt x="3" y="140"/>
                  <a:pt x="7" y="138"/>
                </a:cubicBezTo>
                <a:cubicBezTo>
                  <a:pt x="10" y="137"/>
                  <a:pt x="58" y="114"/>
                  <a:pt x="151" y="69"/>
                </a:cubicBezTo>
                <a:cubicBezTo>
                  <a:pt x="246" y="25"/>
                  <a:pt x="294" y="2"/>
                  <a:pt x="296" y="1"/>
                </a:cubicBezTo>
                <a:cubicBezTo>
                  <a:pt x="297" y="0"/>
                  <a:pt x="298" y="0"/>
                  <a:pt x="300" y="0"/>
                </a:cubicBezTo>
                <a:moveTo>
                  <a:pt x="1" y="382"/>
                </a:moveTo>
                <a:cubicBezTo>
                  <a:pt x="1" y="379"/>
                  <a:pt x="3" y="375"/>
                  <a:pt x="8" y="372"/>
                </a:cubicBezTo>
                <a:lnTo>
                  <a:pt x="302" y="372"/>
                </a:lnTo>
                <a:cubicBezTo>
                  <a:pt x="307" y="374"/>
                  <a:pt x="310" y="378"/>
                  <a:pt x="310" y="382"/>
                </a:cubicBezTo>
                <a:cubicBezTo>
                  <a:pt x="310" y="386"/>
                  <a:pt x="308" y="390"/>
                  <a:pt x="303" y="392"/>
                </a:cubicBezTo>
                <a:lnTo>
                  <a:pt x="8" y="392"/>
                </a:lnTo>
                <a:cubicBezTo>
                  <a:pt x="3" y="390"/>
                  <a:pt x="1" y="387"/>
                  <a:pt x="1" y="38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5" name=""/>
          <p:cNvSpPr/>
          <p:nvPr/>
        </p:nvSpPr>
        <p:spPr>
          <a:xfrm>
            <a:off x="6016680" y="2991960"/>
            <a:ext cx="62640" cy="121680"/>
          </a:xfrm>
          <a:custGeom>
            <a:avLst/>
            <a:gdLst/>
            <a:ahLst/>
            <a:rect l="0" t="0" r="r" b="b"/>
            <a:pathLst>
              <a:path w="174" h="338">
                <a:moveTo>
                  <a:pt x="65" y="44"/>
                </a:moveTo>
                <a:lnTo>
                  <a:pt x="59" y="47"/>
                </a:lnTo>
                <a:cubicBezTo>
                  <a:pt x="54" y="49"/>
                  <a:pt x="47" y="50"/>
                  <a:pt x="39" y="52"/>
                </a:cubicBezTo>
                <a:cubicBezTo>
                  <a:pt x="30" y="54"/>
                  <a:pt x="20" y="55"/>
                  <a:pt x="9" y="56"/>
                </a:cubicBezTo>
                <a:lnTo>
                  <a:pt x="0" y="56"/>
                </a:lnTo>
                <a:lnTo>
                  <a:pt x="0" y="32"/>
                </a:lnTo>
                <a:lnTo>
                  <a:pt x="9" y="32"/>
                </a:lnTo>
                <a:cubicBezTo>
                  <a:pt x="25" y="32"/>
                  <a:pt x="40" y="29"/>
                  <a:pt x="53" y="25"/>
                </a:cubicBezTo>
                <a:cubicBezTo>
                  <a:pt x="67" y="20"/>
                  <a:pt x="76" y="16"/>
                  <a:pt x="81" y="13"/>
                </a:cubicBezTo>
                <a:cubicBezTo>
                  <a:pt x="87" y="9"/>
                  <a:pt x="92" y="5"/>
                  <a:pt x="96" y="1"/>
                </a:cubicBezTo>
                <a:cubicBezTo>
                  <a:pt x="96" y="0"/>
                  <a:pt x="98" y="0"/>
                  <a:pt x="102" y="0"/>
                </a:cubicBezTo>
                <a:cubicBezTo>
                  <a:pt x="105" y="0"/>
                  <a:pt x="108" y="1"/>
                  <a:pt x="110" y="3"/>
                </a:cubicBezTo>
                <a:lnTo>
                  <a:pt x="110" y="154"/>
                </a:lnTo>
                <a:lnTo>
                  <a:pt x="111" y="307"/>
                </a:lnTo>
                <a:cubicBezTo>
                  <a:pt x="113" y="309"/>
                  <a:pt x="115" y="311"/>
                  <a:pt x="117" y="311"/>
                </a:cubicBezTo>
                <a:cubicBezTo>
                  <a:pt x="119" y="312"/>
                  <a:pt x="123" y="313"/>
                  <a:pt x="129" y="313"/>
                </a:cubicBezTo>
                <a:cubicBezTo>
                  <a:pt x="135" y="314"/>
                  <a:pt x="146" y="314"/>
                  <a:pt x="161" y="314"/>
                </a:cubicBezTo>
                <a:lnTo>
                  <a:pt x="174" y="314"/>
                </a:lnTo>
                <a:lnTo>
                  <a:pt x="174" y="338"/>
                </a:lnTo>
                <a:lnTo>
                  <a:pt x="169" y="338"/>
                </a:lnTo>
                <a:cubicBezTo>
                  <a:pt x="162" y="337"/>
                  <a:pt x="134" y="336"/>
                  <a:pt x="88" y="336"/>
                </a:cubicBezTo>
                <a:cubicBezTo>
                  <a:pt x="42" y="336"/>
                  <a:pt x="15" y="337"/>
                  <a:pt x="8" y="338"/>
                </a:cubicBezTo>
                <a:lnTo>
                  <a:pt x="2" y="338"/>
                </a:lnTo>
                <a:lnTo>
                  <a:pt x="2" y="314"/>
                </a:lnTo>
                <a:lnTo>
                  <a:pt x="15" y="314"/>
                </a:lnTo>
                <a:cubicBezTo>
                  <a:pt x="23" y="314"/>
                  <a:pt x="29" y="314"/>
                  <a:pt x="34" y="314"/>
                </a:cubicBezTo>
                <a:cubicBezTo>
                  <a:pt x="40" y="314"/>
                  <a:pt x="44" y="314"/>
                  <a:pt x="47" y="314"/>
                </a:cubicBezTo>
                <a:cubicBezTo>
                  <a:pt x="50" y="314"/>
                  <a:pt x="53" y="313"/>
                  <a:pt x="55" y="312"/>
                </a:cubicBezTo>
                <a:cubicBezTo>
                  <a:pt x="58" y="312"/>
                  <a:pt x="59" y="311"/>
                  <a:pt x="59" y="311"/>
                </a:cubicBezTo>
                <a:cubicBezTo>
                  <a:pt x="60" y="311"/>
                  <a:pt x="61" y="310"/>
                  <a:pt x="62" y="309"/>
                </a:cubicBezTo>
                <a:cubicBezTo>
                  <a:pt x="64" y="307"/>
                  <a:pt x="65" y="306"/>
                  <a:pt x="65" y="307"/>
                </a:cubicBezTo>
                <a:lnTo>
                  <a:pt x="65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6" name=""/>
          <p:cNvSpPr/>
          <p:nvPr/>
        </p:nvSpPr>
        <p:spPr>
          <a:xfrm>
            <a:off x="6172920" y="2533320"/>
            <a:ext cx="10800" cy="572400"/>
          </a:xfrm>
          <a:custGeom>
            <a:avLst/>
            <a:gdLst/>
            <a:ahLst/>
            <a:rect l="0" t="0" r="r" b="b"/>
            <a:pathLst>
              <a:path w="30" h="1590">
                <a:moveTo>
                  <a:pt x="0" y="1590"/>
                </a:moveTo>
                <a:lnTo>
                  <a:pt x="0" y="795"/>
                </a:lnTo>
                <a:lnTo>
                  <a:pt x="1" y="0"/>
                </a:lnTo>
                <a:lnTo>
                  <a:pt x="30" y="0"/>
                </a:lnTo>
                <a:lnTo>
                  <a:pt x="30" y="1590"/>
                </a:lnTo>
                <a:lnTo>
                  <a:pt x="0" y="159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7" name=""/>
          <p:cNvSpPr/>
          <p:nvPr/>
        </p:nvSpPr>
        <p:spPr>
          <a:xfrm>
            <a:off x="6235200" y="2533320"/>
            <a:ext cx="229320" cy="572400"/>
          </a:xfrm>
          <a:custGeom>
            <a:avLst/>
            <a:gdLst/>
            <a:ahLst/>
            <a:rect l="0" t="0" r="r" b="b"/>
            <a:pathLst>
              <a:path w="637" h="1590">
                <a:moveTo>
                  <a:pt x="42" y="1544"/>
                </a:moveTo>
                <a:cubicBezTo>
                  <a:pt x="51" y="1557"/>
                  <a:pt x="63" y="1563"/>
                  <a:pt x="79" y="1563"/>
                </a:cubicBezTo>
                <a:lnTo>
                  <a:pt x="80" y="1563"/>
                </a:lnTo>
                <a:cubicBezTo>
                  <a:pt x="94" y="1563"/>
                  <a:pt x="107" y="1548"/>
                  <a:pt x="120" y="1520"/>
                </a:cubicBezTo>
                <a:cubicBezTo>
                  <a:pt x="134" y="1491"/>
                  <a:pt x="147" y="1452"/>
                  <a:pt x="158" y="1403"/>
                </a:cubicBezTo>
                <a:cubicBezTo>
                  <a:pt x="170" y="1353"/>
                  <a:pt x="181" y="1303"/>
                  <a:pt x="191" y="1253"/>
                </a:cubicBezTo>
                <a:cubicBezTo>
                  <a:pt x="201" y="1203"/>
                  <a:pt x="211" y="1149"/>
                  <a:pt x="221" y="1091"/>
                </a:cubicBezTo>
                <a:cubicBezTo>
                  <a:pt x="222" y="1081"/>
                  <a:pt x="223" y="1074"/>
                  <a:pt x="224" y="1069"/>
                </a:cubicBezTo>
                <a:cubicBezTo>
                  <a:pt x="258" y="866"/>
                  <a:pt x="296" y="678"/>
                  <a:pt x="336" y="505"/>
                </a:cubicBezTo>
                <a:cubicBezTo>
                  <a:pt x="376" y="332"/>
                  <a:pt x="405" y="220"/>
                  <a:pt x="423" y="168"/>
                </a:cubicBezTo>
                <a:cubicBezTo>
                  <a:pt x="426" y="159"/>
                  <a:pt x="428" y="152"/>
                  <a:pt x="430" y="147"/>
                </a:cubicBezTo>
                <a:cubicBezTo>
                  <a:pt x="432" y="141"/>
                  <a:pt x="436" y="130"/>
                  <a:pt x="442" y="115"/>
                </a:cubicBezTo>
                <a:cubicBezTo>
                  <a:pt x="448" y="99"/>
                  <a:pt x="455" y="85"/>
                  <a:pt x="462" y="74"/>
                </a:cubicBezTo>
                <a:cubicBezTo>
                  <a:pt x="468" y="63"/>
                  <a:pt x="476" y="51"/>
                  <a:pt x="486" y="39"/>
                </a:cubicBezTo>
                <a:cubicBezTo>
                  <a:pt x="495" y="27"/>
                  <a:pt x="506" y="18"/>
                  <a:pt x="517" y="10"/>
                </a:cubicBezTo>
                <a:cubicBezTo>
                  <a:pt x="529" y="3"/>
                  <a:pt x="541" y="0"/>
                  <a:pt x="554" y="0"/>
                </a:cubicBezTo>
                <a:cubicBezTo>
                  <a:pt x="580" y="0"/>
                  <a:pt x="600" y="9"/>
                  <a:pt x="614" y="25"/>
                </a:cubicBezTo>
                <a:cubicBezTo>
                  <a:pt x="627" y="42"/>
                  <a:pt x="635" y="61"/>
                  <a:pt x="637" y="83"/>
                </a:cubicBezTo>
                <a:cubicBezTo>
                  <a:pt x="637" y="95"/>
                  <a:pt x="634" y="104"/>
                  <a:pt x="628" y="112"/>
                </a:cubicBezTo>
                <a:cubicBezTo>
                  <a:pt x="622" y="119"/>
                  <a:pt x="617" y="124"/>
                  <a:pt x="612" y="126"/>
                </a:cubicBezTo>
                <a:cubicBezTo>
                  <a:pt x="606" y="128"/>
                  <a:pt x="601" y="128"/>
                  <a:pt x="596" y="128"/>
                </a:cubicBezTo>
                <a:cubicBezTo>
                  <a:pt x="586" y="128"/>
                  <a:pt x="577" y="124"/>
                  <a:pt x="569" y="117"/>
                </a:cubicBezTo>
                <a:cubicBezTo>
                  <a:pt x="561" y="110"/>
                  <a:pt x="557" y="99"/>
                  <a:pt x="557" y="87"/>
                </a:cubicBezTo>
                <a:cubicBezTo>
                  <a:pt x="557" y="64"/>
                  <a:pt x="569" y="50"/>
                  <a:pt x="595" y="46"/>
                </a:cubicBezTo>
                <a:lnTo>
                  <a:pt x="592" y="43"/>
                </a:lnTo>
                <a:cubicBezTo>
                  <a:pt x="591" y="42"/>
                  <a:pt x="589" y="40"/>
                  <a:pt x="587" y="38"/>
                </a:cubicBezTo>
                <a:cubicBezTo>
                  <a:pt x="584" y="36"/>
                  <a:pt x="582" y="35"/>
                  <a:pt x="581" y="34"/>
                </a:cubicBezTo>
                <a:cubicBezTo>
                  <a:pt x="574" y="29"/>
                  <a:pt x="566" y="27"/>
                  <a:pt x="557" y="27"/>
                </a:cubicBezTo>
                <a:cubicBezTo>
                  <a:pt x="551" y="27"/>
                  <a:pt x="544" y="30"/>
                  <a:pt x="539" y="35"/>
                </a:cubicBezTo>
                <a:cubicBezTo>
                  <a:pt x="533" y="41"/>
                  <a:pt x="525" y="55"/>
                  <a:pt x="516" y="75"/>
                </a:cubicBezTo>
                <a:cubicBezTo>
                  <a:pt x="506" y="96"/>
                  <a:pt x="497" y="125"/>
                  <a:pt x="488" y="159"/>
                </a:cubicBezTo>
                <a:cubicBezTo>
                  <a:pt x="479" y="194"/>
                  <a:pt x="468" y="242"/>
                  <a:pt x="454" y="305"/>
                </a:cubicBezTo>
                <a:cubicBezTo>
                  <a:pt x="441" y="367"/>
                  <a:pt x="428" y="440"/>
                  <a:pt x="414" y="525"/>
                </a:cubicBezTo>
                <a:cubicBezTo>
                  <a:pt x="386" y="684"/>
                  <a:pt x="357" y="835"/>
                  <a:pt x="326" y="977"/>
                </a:cubicBezTo>
                <a:cubicBezTo>
                  <a:pt x="296" y="1119"/>
                  <a:pt x="272" y="1222"/>
                  <a:pt x="255" y="1286"/>
                </a:cubicBezTo>
                <a:cubicBezTo>
                  <a:pt x="238" y="1350"/>
                  <a:pt x="225" y="1396"/>
                  <a:pt x="216" y="1423"/>
                </a:cubicBezTo>
                <a:cubicBezTo>
                  <a:pt x="179" y="1534"/>
                  <a:pt x="133" y="1590"/>
                  <a:pt x="79" y="1590"/>
                </a:cubicBezTo>
                <a:cubicBezTo>
                  <a:pt x="60" y="1590"/>
                  <a:pt x="42" y="1583"/>
                  <a:pt x="27" y="1568"/>
                </a:cubicBezTo>
                <a:cubicBezTo>
                  <a:pt x="11" y="1553"/>
                  <a:pt x="2" y="1533"/>
                  <a:pt x="0" y="1507"/>
                </a:cubicBezTo>
                <a:cubicBezTo>
                  <a:pt x="0" y="1490"/>
                  <a:pt x="5" y="1479"/>
                  <a:pt x="14" y="1473"/>
                </a:cubicBezTo>
                <a:cubicBezTo>
                  <a:pt x="23" y="1466"/>
                  <a:pt x="32" y="1463"/>
                  <a:pt x="41" y="1463"/>
                </a:cubicBezTo>
                <a:cubicBezTo>
                  <a:pt x="51" y="1463"/>
                  <a:pt x="60" y="1467"/>
                  <a:pt x="68" y="1474"/>
                </a:cubicBezTo>
                <a:cubicBezTo>
                  <a:pt x="76" y="1481"/>
                  <a:pt x="80" y="1491"/>
                  <a:pt x="80" y="1503"/>
                </a:cubicBezTo>
                <a:cubicBezTo>
                  <a:pt x="80" y="1526"/>
                  <a:pt x="68" y="1540"/>
                  <a:pt x="42" y="15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8" name=""/>
          <p:cNvSpPr/>
          <p:nvPr/>
        </p:nvSpPr>
        <p:spPr>
          <a:xfrm>
            <a:off x="6521040" y="2702160"/>
            <a:ext cx="127800" cy="234720"/>
          </a:xfrm>
          <a:custGeom>
            <a:avLst/>
            <a:gdLst/>
            <a:ahLst/>
            <a:rect l="0" t="0" r="r" b="b"/>
            <a:pathLst>
              <a:path w="355" h="652">
                <a:moveTo>
                  <a:pt x="45" y="621"/>
                </a:moveTo>
                <a:cubicBezTo>
                  <a:pt x="46" y="621"/>
                  <a:pt x="48" y="622"/>
                  <a:pt x="50" y="623"/>
                </a:cubicBezTo>
                <a:cubicBezTo>
                  <a:pt x="51" y="624"/>
                  <a:pt x="54" y="624"/>
                  <a:pt x="57" y="625"/>
                </a:cubicBezTo>
                <a:cubicBezTo>
                  <a:pt x="61" y="625"/>
                  <a:pt x="64" y="626"/>
                  <a:pt x="67" y="626"/>
                </a:cubicBezTo>
                <a:cubicBezTo>
                  <a:pt x="73" y="626"/>
                  <a:pt x="79" y="622"/>
                  <a:pt x="84" y="615"/>
                </a:cubicBezTo>
                <a:cubicBezTo>
                  <a:pt x="89" y="609"/>
                  <a:pt x="93" y="602"/>
                  <a:pt x="96" y="594"/>
                </a:cubicBezTo>
                <a:cubicBezTo>
                  <a:pt x="100" y="582"/>
                  <a:pt x="108" y="545"/>
                  <a:pt x="120" y="485"/>
                </a:cubicBezTo>
                <a:cubicBezTo>
                  <a:pt x="131" y="425"/>
                  <a:pt x="142" y="368"/>
                  <a:pt x="153" y="314"/>
                </a:cubicBezTo>
                <a:cubicBezTo>
                  <a:pt x="163" y="259"/>
                  <a:pt x="168" y="232"/>
                  <a:pt x="168" y="231"/>
                </a:cubicBezTo>
                <a:lnTo>
                  <a:pt x="168" y="229"/>
                </a:lnTo>
                <a:lnTo>
                  <a:pt x="135" y="229"/>
                </a:lnTo>
                <a:cubicBezTo>
                  <a:pt x="112" y="229"/>
                  <a:pt x="101" y="229"/>
                  <a:pt x="99" y="228"/>
                </a:cubicBezTo>
                <a:cubicBezTo>
                  <a:pt x="97" y="226"/>
                  <a:pt x="96" y="224"/>
                  <a:pt x="96" y="221"/>
                </a:cubicBezTo>
                <a:lnTo>
                  <a:pt x="101" y="201"/>
                </a:lnTo>
                <a:cubicBezTo>
                  <a:pt x="102" y="198"/>
                  <a:pt x="104" y="197"/>
                  <a:pt x="107" y="197"/>
                </a:cubicBezTo>
                <a:cubicBezTo>
                  <a:pt x="110" y="197"/>
                  <a:pt x="121" y="197"/>
                  <a:pt x="141" y="196"/>
                </a:cubicBezTo>
                <a:cubicBezTo>
                  <a:pt x="163" y="196"/>
                  <a:pt x="175" y="196"/>
                  <a:pt x="175" y="196"/>
                </a:cubicBezTo>
                <a:cubicBezTo>
                  <a:pt x="175" y="195"/>
                  <a:pt x="177" y="183"/>
                  <a:pt x="181" y="160"/>
                </a:cubicBezTo>
                <a:cubicBezTo>
                  <a:pt x="186" y="137"/>
                  <a:pt x="188" y="123"/>
                  <a:pt x="190" y="118"/>
                </a:cubicBezTo>
                <a:cubicBezTo>
                  <a:pt x="208" y="40"/>
                  <a:pt x="242" y="0"/>
                  <a:pt x="294" y="0"/>
                </a:cubicBezTo>
                <a:cubicBezTo>
                  <a:pt x="312" y="1"/>
                  <a:pt x="326" y="7"/>
                  <a:pt x="338" y="16"/>
                </a:cubicBezTo>
                <a:cubicBezTo>
                  <a:pt x="349" y="26"/>
                  <a:pt x="355" y="38"/>
                  <a:pt x="355" y="54"/>
                </a:cubicBezTo>
                <a:cubicBezTo>
                  <a:pt x="355" y="71"/>
                  <a:pt x="350" y="84"/>
                  <a:pt x="340" y="91"/>
                </a:cubicBezTo>
                <a:cubicBezTo>
                  <a:pt x="330" y="99"/>
                  <a:pt x="320" y="103"/>
                  <a:pt x="310" y="103"/>
                </a:cubicBezTo>
                <a:cubicBezTo>
                  <a:pt x="289" y="103"/>
                  <a:pt x="279" y="93"/>
                  <a:pt x="279" y="73"/>
                </a:cubicBezTo>
                <a:cubicBezTo>
                  <a:pt x="279" y="64"/>
                  <a:pt x="281" y="56"/>
                  <a:pt x="286" y="50"/>
                </a:cubicBezTo>
                <a:cubicBezTo>
                  <a:pt x="292" y="43"/>
                  <a:pt x="297" y="38"/>
                  <a:pt x="304" y="35"/>
                </a:cubicBezTo>
                <a:lnTo>
                  <a:pt x="310" y="31"/>
                </a:lnTo>
                <a:cubicBezTo>
                  <a:pt x="302" y="28"/>
                  <a:pt x="295" y="27"/>
                  <a:pt x="289" y="27"/>
                </a:cubicBezTo>
                <a:cubicBezTo>
                  <a:pt x="283" y="27"/>
                  <a:pt x="277" y="29"/>
                  <a:pt x="272" y="34"/>
                </a:cubicBezTo>
                <a:cubicBezTo>
                  <a:pt x="267" y="39"/>
                  <a:pt x="263" y="45"/>
                  <a:pt x="261" y="54"/>
                </a:cubicBezTo>
                <a:cubicBezTo>
                  <a:pt x="258" y="68"/>
                  <a:pt x="254" y="86"/>
                  <a:pt x="250" y="110"/>
                </a:cubicBezTo>
                <a:cubicBezTo>
                  <a:pt x="246" y="133"/>
                  <a:pt x="242" y="153"/>
                  <a:pt x="239" y="169"/>
                </a:cubicBezTo>
                <a:cubicBezTo>
                  <a:pt x="235" y="185"/>
                  <a:pt x="234" y="194"/>
                  <a:pt x="234" y="195"/>
                </a:cubicBezTo>
                <a:cubicBezTo>
                  <a:pt x="234" y="196"/>
                  <a:pt x="247" y="196"/>
                  <a:pt x="273" y="196"/>
                </a:cubicBezTo>
                <a:cubicBezTo>
                  <a:pt x="294" y="196"/>
                  <a:pt x="307" y="197"/>
                  <a:pt x="310" y="197"/>
                </a:cubicBezTo>
                <a:cubicBezTo>
                  <a:pt x="313" y="197"/>
                  <a:pt x="316" y="199"/>
                  <a:pt x="318" y="201"/>
                </a:cubicBezTo>
                <a:cubicBezTo>
                  <a:pt x="318" y="203"/>
                  <a:pt x="318" y="207"/>
                  <a:pt x="316" y="213"/>
                </a:cubicBezTo>
                <a:cubicBezTo>
                  <a:pt x="315" y="220"/>
                  <a:pt x="314" y="223"/>
                  <a:pt x="313" y="225"/>
                </a:cubicBezTo>
                <a:cubicBezTo>
                  <a:pt x="312" y="227"/>
                  <a:pt x="310" y="228"/>
                  <a:pt x="306" y="228"/>
                </a:cubicBezTo>
                <a:cubicBezTo>
                  <a:pt x="303" y="228"/>
                  <a:pt x="290" y="229"/>
                  <a:pt x="268" y="229"/>
                </a:cubicBezTo>
                <a:lnTo>
                  <a:pt x="228" y="229"/>
                </a:lnTo>
                <a:lnTo>
                  <a:pt x="211" y="316"/>
                </a:lnTo>
                <a:cubicBezTo>
                  <a:pt x="188" y="435"/>
                  <a:pt x="173" y="508"/>
                  <a:pt x="163" y="538"/>
                </a:cubicBezTo>
                <a:cubicBezTo>
                  <a:pt x="151" y="579"/>
                  <a:pt x="134" y="609"/>
                  <a:pt x="113" y="629"/>
                </a:cubicBezTo>
                <a:cubicBezTo>
                  <a:pt x="96" y="644"/>
                  <a:pt x="78" y="652"/>
                  <a:pt x="60" y="652"/>
                </a:cubicBezTo>
                <a:cubicBezTo>
                  <a:pt x="45" y="652"/>
                  <a:pt x="31" y="647"/>
                  <a:pt x="19" y="638"/>
                </a:cubicBezTo>
                <a:cubicBezTo>
                  <a:pt x="6" y="629"/>
                  <a:pt x="0" y="615"/>
                  <a:pt x="0" y="599"/>
                </a:cubicBezTo>
                <a:cubicBezTo>
                  <a:pt x="0" y="581"/>
                  <a:pt x="5" y="568"/>
                  <a:pt x="15" y="560"/>
                </a:cubicBezTo>
                <a:cubicBezTo>
                  <a:pt x="25" y="552"/>
                  <a:pt x="35" y="548"/>
                  <a:pt x="45" y="548"/>
                </a:cubicBezTo>
                <a:cubicBezTo>
                  <a:pt x="67" y="548"/>
                  <a:pt x="78" y="558"/>
                  <a:pt x="78" y="578"/>
                </a:cubicBezTo>
                <a:cubicBezTo>
                  <a:pt x="78" y="587"/>
                  <a:pt x="75" y="595"/>
                  <a:pt x="70" y="602"/>
                </a:cubicBezTo>
                <a:cubicBezTo>
                  <a:pt x="64" y="608"/>
                  <a:pt x="58" y="613"/>
                  <a:pt x="52" y="617"/>
                </a:cubicBezTo>
                <a:lnTo>
                  <a:pt x="45" y="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9" name=""/>
          <p:cNvSpPr/>
          <p:nvPr/>
        </p:nvSpPr>
        <p:spPr>
          <a:xfrm>
            <a:off x="6699960" y="2705040"/>
            <a:ext cx="126360" cy="181800"/>
          </a:xfrm>
          <a:custGeom>
            <a:avLst/>
            <a:gdLst/>
            <a:ahLst/>
            <a:rect l="0" t="0" r="r" b="b"/>
            <a:pathLst>
              <a:path w="351" h="505">
                <a:moveTo>
                  <a:pt x="239" y="8"/>
                </a:moveTo>
                <a:cubicBezTo>
                  <a:pt x="240" y="8"/>
                  <a:pt x="257" y="7"/>
                  <a:pt x="291" y="5"/>
                </a:cubicBezTo>
                <a:cubicBezTo>
                  <a:pt x="324" y="2"/>
                  <a:pt x="342" y="1"/>
                  <a:pt x="343" y="0"/>
                </a:cubicBezTo>
                <a:cubicBezTo>
                  <a:pt x="348" y="0"/>
                  <a:pt x="351" y="2"/>
                  <a:pt x="351" y="6"/>
                </a:cubicBezTo>
                <a:cubicBezTo>
                  <a:pt x="351" y="9"/>
                  <a:pt x="334" y="81"/>
                  <a:pt x="299" y="222"/>
                </a:cubicBezTo>
                <a:cubicBezTo>
                  <a:pt x="264" y="363"/>
                  <a:pt x="246" y="435"/>
                  <a:pt x="246" y="438"/>
                </a:cubicBezTo>
                <a:cubicBezTo>
                  <a:pt x="245" y="441"/>
                  <a:pt x="244" y="444"/>
                  <a:pt x="245" y="449"/>
                </a:cubicBezTo>
                <a:cubicBezTo>
                  <a:pt x="245" y="469"/>
                  <a:pt x="251" y="479"/>
                  <a:pt x="265" y="479"/>
                </a:cubicBezTo>
                <a:cubicBezTo>
                  <a:pt x="269" y="478"/>
                  <a:pt x="274" y="476"/>
                  <a:pt x="279" y="472"/>
                </a:cubicBezTo>
                <a:cubicBezTo>
                  <a:pt x="289" y="463"/>
                  <a:pt x="299" y="440"/>
                  <a:pt x="308" y="404"/>
                </a:cubicBezTo>
                <a:cubicBezTo>
                  <a:pt x="311" y="394"/>
                  <a:pt x="314" y="389"/>
                  <a:pt x="316" y="389"/>
                </a:cubicBezTo>
                <a:cubicBezTo>
                  <a:pt x="317" y="388"/>
                  <a:pt x="319" y="388"/>
                  <a:pt x="323" y="388"/>
                </a:cubicBezTo>
                <a:lnTo>
                  <a:pt x="326" y="388"/>
                </a:lnTo>
                <a:lnTo>
                  <a:pt x="328" y="388"/>
                </a:lnTo>
                <a:cubicBezTo>
                  <a:pt x="336" y="388"/>
                  <a:pt x="339" y="390"/>
                  <a:pt x="339" y="394"/>
                </a:cubicBezTo>
                <a:cubicBezTo>
                  <a:pt x="339" y="396"/>
                  <a:pt x="338" y="400"/>
                  <a:pt x="337" y="405"/>
                </a:cubicBezTo>
                <a:cubicBezTo>
                  <a:pt x="331" y="429"/>
                  <a:pt x="324" y="448"/>
                  <a:pt x="316" y="463"/>
                </a:cubicBezTo>
                <a:cubicBezTo>
                  <a:pt x="307" y="478"/>
                  <a:pt x="301" y="487"/>
                  <a:pt x="296" y="492"/>
                </a:cubicBezTo>
                <a:cubicBezTo>
                  <a:pt x="290" y="496"/>
                  <a:pt x="284" y="500"/>
                  <a:pt x="276" y="503"/>
                </a:cubicBezTo>
                <a:cubicBezTo>
                  <a:pt x="272" y="504"/>
                  <a:pt x="266" y="505"/>
                  <a:pt x="258" y="505"/>
                </a:cubicBezTo>
                <a:cubicBezTo>
                  <a:pt x="242" y="505"/>
                  <a:pt x="229" y="501"/>
                  <a:pt x="218" y="494"/>
                </a:cubicBezTo>
                <a:cubicBezTo>
                  <a:pt x="207" y="487"/>
                  <a:pt x="200" y="479"/>
                  <a:pt x="196" y="472"/>
                </a:cubicBezTo>
                <a:lnTo>
                  <a:pt x="192" y="461"/>
                </a:lnTo>
                <a:cubicBezTo>
                  <a:pt x="191" y="460"/>
                  <a:pt x="190" y="461"/>
                  <a:pt x="189" y="462"/>
                </a:cubicBezTo>
                <a:cubicBezTo>
                  <a:pt x="188" y="463"/>
                  <a:pt x="187" y="464"/>
                  <a:pt x="186" y="465"/>
                </a:cubicBezTo>
                <a:cubicBezTo>
                  <a:pt x="158" y="491"/>
                  <a:pt x="129" y="505"/>
                  <a:pt x="99" y="505"/>
                </a:cubicBezTo>
                <a:cubicBezTo>
                  <a:pt x="73" y="505"/>
                  <a:pt x="50" y="495"/>
                  <a:pt x="30" y="476"/>
                </a:cubicBezTo>
                <a:cubicBezTo>
                  <a:pt x="10" y="457"/>
                  <a:pt x="0" y="427"/>
                  <a:pt x="0" y="385"/>
                </a:cubicBezTo>
                <a:cubicBezTo>
                  <a:pt x="0" y="362"/>
                  <a:pt x="5" y="339"/>
                  <a:pt x="14" y="315"/>
                </a:cubicBezTo>
                <a:cubicBezTo>
                  <a:pt x="24" y="291"/>
                  <a:pt x="35" y="270"/>
                  <a:pt x="49" y="253"/>
                </a:cubicBezTo>
                <a:cubicBezTo>
                  <a:pt x="71" y="225"/>
                  <a:pt x="93" y="207"/>
                  <a:pt x="117" y="196"/>
                </a:cubicBezTo>
                <a:cubicBezTo>
                  <a:pt x="139" y="186"/>
                  <a:pt x="160" y="180"/>
                  <a:pt x="178" y="180"/>
                </a:cubicBezTo>
                <a:cubicBezTo>
                  <a:pt x="204" y="180"/>
                  <a:pt x="224" y="190"/>
                  <a:pt x="238" y="210"/>
                </a:cubicBezTo>
                <a:cubicBezTo>
                  <a:pt x="240" y="213"/>
                  <a:pt x="241" y="214"/>
                  <a:pt x="241" y="213"/>
                </a:cubicBezTo>
                <a:cubicBezTo>
                  <a:pt x="242" y="211"/>
                  <a:pt x="248" y="185"/>
                  <a:pt x="261" y="135"/>
                </a:cubicBezTo>
                <a:cubicBezTo>
                  <a:pt x="273" y="85"/>
                  <a:pt x="280" y="59"/>
                  <a:pt x="281" y="56"/>
                </a:cubicBezTo>
                <a:cubicBezTo>
                  <a:pt x="281" y="50"/>
                  <a:pt x="279" y="46"/>
                  <a:pt x="276" y="45"/>
                </a:cubicBezTo>
                <a:cubicBezTo>
                  <a:pt x="272" y="43"/>
                  <a:pt x="263" y="42"/>
                  <a:pt x="248" y="41"/>
                </a:cubicBezTo>
                <a:lnTo>
                  <a:pt x="233" y="41"/>
                </a:lnTo>
                <a:cubicBezTo>
                  <a:pt x="230" y="38"/>
                  <a:pt x="228" y="36"/>
                  <a:pt x="228" y="35"/>
                </a:cubicBezTo>
                <a:cubicBezTo>
                  <a:pt x="228" y="34"/>
                  <a:pt x="229" y="30"/>
                  <a:pt x="230" y="22"/>
                </a:cubicBezTo>
                <a:cubicBezTo>
                  <a:pt x="232" y="13"/>
                  <a:pt x="235" y="8"/>
                  <a:pt x="239" y="8"/>
                </a:cubicBezTo>
                <a:moveTo>
                  <a:pt x="229" y="263"/>
                </a:moveTo>
                <a:cubicBezTo>
                  <a:pt x="218" y="226"/>
                  <a:pt x="200" y="207"/>
                  <a:pt x="175" y="207"/>
                </a:cubicBezTo>
                <a:cubicBezTo>
                  <a:pt x="159" y="207"/>
                  <a:pt x="143" y="214"/>
                  <a:pt x="128" y="229"/>
                </a:cubicBezTo>
                <a:cubicBezTo>
                  <a:pt x="111" y="244"/>
                  <a:pt x="99" y="263"/>
                  <a:pt x="91" y="288"/>
                </a:cubicBezTo>
                <a:cubicBezTo>
                  <a:pt x="77" y="326"/>
                  <a:pt x="67" y="365"/>
                  <a:pt x="62" y="405"/>
                </a:cubicBezTo>
                <a:cubicBezTo>
                  <a:pt x="62" y="407"/>
                  <a:pt x="62" y="409"/>
                  <a:pt x="62" y="413"/>
                </a:cubicBezTo>
                <a:cubicBezTo>
                  <a:pt x="62" y="417"/>
                  <a:pt x="61" y="420"/>
                  <a:pt x="61" y="422"/>
                </a:cubicBezTo>
                <a:cubicBezTo>
                  <a:pt x="61" y="443"/>
                  <a:pt x="65" y="458"/>
                  <a:pt x="74" y="466"/>
                </a:cubicBezTo>
                <a:cubicBezTo>
                  <a:pt x="82" y="474"/>
                  <a:pt x="92" y="478"/>
                  <a:pt x="104" y="479"/>
                </a:cubicBezTo>
                <a:cubicBezTo>
                  <a:pt x="131" y="479"/>
                  <a:pt x="158" y="462"/>
                  <a:pt x="185" y="427"/>
                </a:cubicBezTo>
                <a:lnTo>
                  <a:pt x="190" y="419"/>
                </a:lnTo>
                <a:lnTo>
                  <a:pt x="229" y="2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0" name=""/>
          <p:cNvSpPr/>
          <p:nvPr/>
        </p:nvSpPr>
        <p:spPr>
          <a:xfrm>
            <a:off x="6833160" y="2708640"/>
            <a:ext cx="185400" cy="175320"/>
          </a:xfrm>
          <a:custGeom>
            <a:avLst/>
            <a:gdLst/>
            <a:ahLst/>
            <a:rect l="0" t="0" r="r" b="b"/>
            <a:pathLst>
              <a:path w="515" h="487">
                <a:moveTo>
                  <a:pt x="13" y="487"/>
                </a:moveTo>
                <a:cubicBezTo>
                  <a:pt x="4" y="487"/>
                  <a:pt x="0" y="484"/>
                  <a:pt x="0" y="480"/>
                </a:cubicBezTo>
                <a:cubicBezTo>
                  <a:pt x="0" y="479"/>
                  <a:pt x="1" y="475"/>
                  <a:pt x="2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6" y="455"/>
                  <a:pt x="25" y="455"/>
                </a:cubicBezTo>
                <a:cubicBezTo>
                  <a:pt x="38" y="455"/>
                  <a:pt x="52" y="454"/>
                  <a:pt x="68" y="452"/>
                </a:cubicBezTo>
                <a:cubicBezTo>
                  <a:pt x="74" y="451"/>
                  <a:pt x="79" y="448"/>
                  <a:pt x="81" y="444"/>
                </a:cubicBezTo>
                <a:cubicBezTo>
                  <a:pt x="82" y="441"/>
                  <a:pt x="99" y="374"/>
                  <a:pt x="132" y="243"/>
                </a:cubicBezTo>
                <a:cubicBezTo>
                  <a:pt x="165" y="111"/>
                  <a:pt x="181" y="45"/>
                  <a:pt x="182" y="43"/>
                </a:cubicBezTo>
                <a:cubicBezTo>
                  <a:pt x="182" y="39"/>
                  <a:pt x="181" y="38"/>
                  <a:pt x="179" y="38"/>
                </a:cubicBezTo>
                <a:cubicBezTo>
                  <a:pt x="175" y="36"/>
                  <a:pt x="163" y="35"/>
                  <a:pt x="141" y="34"/>
                </a:cubicBezTo>
                <a:lnTo>
                  <a:pt x="119" y="34"/>
                </a:lnTo>
                <a:cubicBezTo>
                  <a:pt x="116" y="31"/>
                  <a:pt x="115" y="29"/>
                  <a:pt x="115" y="28"/>
                </a:cubicBezTo>
                <a:cubicBezTo>
                  <a:pt x="115" y="27"/>
                  <a:pt x="115" y="23"/>
                  <a:pt x="116" y="16"/>
                </a:cubicBezTo>
                <a:cubicBezTo>
                  <a:pt x="118" y="7"/>
                  <a:pt x="120" y="2"/>
                  <a:pt x="123" y="0"/>
                </a:cubicBezTo>
                <a:lnTo>
                  <a:pt x="510" y="0"/>
                </a:lnTo>
                <a:cubicBezTo>
                  <a:pt x="513" y="2"/>
                  <a:pt x="515" y="5"/>
                  <a:pt x="515" y="8"/>
                </a:cubicBezTo>
                <a:cubicBezTo>
                  <a:pt x="515" y="12"/>
                  <a:pt x="512" y="38"/>
                  <a:pt x="505" y="89"/>
                </a:cubicBezTo>
                <a:cubicBezTo>
                  <a:pt x="499" y="140"/>
                  <a:pt x="496" y="166"/>
                  <a:pt x="495" y="168"/>
                </a:cubicBezTo>
                <a:cubicBezTo>
                  <a:pt x="494" y="171"/>
                  <a:pt x="490" y="173"/>
                  <a:pt x="481" y="173"/>
                </a:cubicBezTo>
                <a:lnTo>
                  <a:pt x="472" y="173"/>
                </a:lnTo>
                <a:cubicBezTo>
                  <a:pt x="469" y="170"/>
                  <a:pt x="467" y="167"/>
                  <a:pt x="467" y="164"/>
                </a:cubicBezTo>
                <a:cubicBezTo>
                  <a:pt x="467" y="163"/>
                  <a:pt x="468" y="157"/>
                  <a:pt x="470" y="146"/>
                </a:cubicBezTo>
                <a:cubicBezTo>
                  <a:pt x="471" y="135"/>
                  <a:pt x="472" y="123"/>
                  <a:pt x="472" y="109"/>
                </a:cubicBezTo>
                <a:cubicBezTo>
                  <a:pt x="472" y="94"/>
                  <a:pt x="470" y="83"/>
                  <a:pt x="467" y="73"/>
                </a:cubicBezTo>
                <a:cubicBezTo>
                  <a:pt x="463" y="64"/>
                  <a:pt x="459" y="57"/>
                  <a:pt x="453" y="51"/>
                </a:cubicBezTo>
                <a:cubicBezTo>
                  <a:pt x="447" y="46"/>
                  <a:pt x="439" y="42"/>
                  <a:pt x="427" y="40"/>
                </a:cubicBezTo>
                <a:cubicBezTo>
                  <a:pt x="415" y="38"/>
                  <a:pt x="403" y="36"/>
                  <a:pt x="390" y="35"/>
                </a:cubicBezTo>
                <a:cubicBezTo>
                  <a:pt x="378" y="33"/>
                  <a:pt x="361" y="33"/>
                  <a:pt x="339" y="34"/>
                </a:cubicBezTo>
                <a:lnTo>
                  <a:pt x="322" y="34"/>
                </a:lnTo>
                <a:cubicBezTo>
                  <a:pt x="283" y="35"/>
                  <a:pt x="263" y="35"/>
                  <a:pt x="260" y="36"/>
                </a:cubicBezTo>
                <a:cubicBezTo>
                  <a:pt x="258" y="37"/>
                  <a:pt x="255" y="39"/>
                  <a:pt x="254" y="42"/>
                </a:cubicBezTo>
                <a:cubicBezTo>
                  <a:pt x="254" y="42"/>
                  <a:pt x="246" y="74"/>
                  <a:pt x="230" y="136"/>
                </a:cubicBezTo>
                <a:lnTo>
                  <a:pt x="207" y="228"/>
                </a:lnTo>
                <a:lnTo>
                  <a:pt x="246" y="228"/>
                </a:lnTo>
                <a:cubicBezTo>
                  <a:pt x="248" y="228"/>
                  <a:pt x="253" y="228"/>
                  <a:pt x="264" y="228"/>
                </a:cubicBezTo>
                <a:cubicBezTo>
                  <a:pt x="273" y="228"/>
                  <a:pt x="280" y="228"/>
                  <a:pt x="284" y="227"/>
                </a:cubicBezTo>
                <a:cubicBezTo>
                  <a:pt x="288" y="227"/>
                  <a:pt x="293" y="226"/>
                  <a:pt x="299" y="225"/>
                </a:cubicBezTo>
                <a:cubicBezTo>
                  <a:pt x="306" y="224"/>
                  <a:pt x="312" y="222"/>
                  <a:pt x="317" y="220"/>
                </a:cubicBezTo>
                <a:cubicBezTo>
                  <a:pt x="321" y="218"/>
                  <a:pt x="325" y="215"/>
                  <a:pt x="329" y="211"/>
                </a:cubicBezTo>
                <a:cubicBezTo>
                  <a:pt x="335" y="206"/>
                  <a:pt x="340" y="198"/>
                  <a:pt x="345" y="188"/>
                </a:cubicBezTo>
                <a:cubicBezTo>
                  <a:pt x="349" y="178"/>
                  <a:pt x="352" y="169"/>
                  <a:pt x="354" y="161"/>
                </a:cubicBezTo>
                <a:cubicBezTo>
                  <a:pt x="356" y="153"/>
                  <a:pt x="357" y="148"/>
                  <a:pt x="357" y="148"/>
                </a:cubicBezTo>
                <a:cubicBezTo>
                  <a:pt x="359" y="145"/>
                  <a:pt x="363" y="144"/>
                  <a:pt x="371" y="144"/>
                </a:cubicBezTo>
                <a:lnTo>
                  <a:pt x="380" y="144"/>
                </a:lnTo>
                <a:cubicBezTo>
                  <a:pt x="383" y="147"/>
                  <a:pt x="385" y="149"/>
                  <a:pt x="385" y="151"/>
                </a:cubicBezTo>
                <a:cubicBezTo>
                  <a:pt x="385" y="153"/>
                  <a:pt x="377" y="184"/>
                  <a:pt x="362" y="245"/>
                </a:cubicBezTo>
                <a:cubicBezTo>
                  <a:pt x="348" y="306"/>
                  <a:pt x="340" y="338"/>
                  <a:pt x="338" y="339"/>
                </a:cubicBezTo>
                <a:cubicBezTo>
                  <a:pt x="337" y="343"/>
                  <a:pt x="332" y="344"/>
                  <a:pt x="324" y="344"/>
                </a:cubicBezTo>
                <a:lnTo>
                  <a:pt x="315" y="344"/>
                </a:lnTo>
                <a:cubicBezTo>
                  <a:pt x="312" y="342"/>
                  <a:pt x="310" y="339"/>
                  <a:pt x="310" y="336"/>
                </a:cubicBezTo>
                <a:cubicBezTo>
                  <a:pt x="310" y="334"/>
                  <a:pt x="311" y="329"/>
                  <a:pt x="314" y="320"/>
                </a:cubicBezTo>
                <a:cubicBezTo>
                  <a:pt x="316" y="311"/>
                  <a:pt x="317" y="302"/>
                  <a:pt x="317" y="292"/>
                </a:cubicBezTo>
                <a:cubicBezTo>
                  <a:pt x="317" y="278"/>
                  <a:pt x="313" y="269"/>
                  <a:pt x="303" y="266"/>
                </a:cubicBezTo>
                <a:cubicBezTo>
                  <a:pt x="294" y="262"/>
                  <a:pt x="272" y="261"/>
                  <a:pt x="238" y="261"/>
                </a:cubicBezTo>
                <a:lnTo>
                  <a:pt x="199" y="261"/>
                </a:lnTo>
                <a:lnTo>
                  <a:pt x="176" y="352"/>
                </a:lnTo>
                <a:cubicBezTo>
                  <a:pt x="161" y="411"/>
                  <a:pt x="153" y="442"/>
                  <a:pt x="153" y="445"/>
                </a:cubicBezTo>
                <a:cubicBezTo>
                  <a:pt x="153" y="451"/>
                  <a:pt x="175" y="455"/>
                  <a:pt x="217" y="455"/>
                </a:cubicBezTo>
                <a:lnTo>
                  <a:pt x="235" y="455"/>
                </a:lnTo>
                <a:cubicBezTo>
                  <a:pt x="238" y="457"/>
                  <a:pt x="239" y="459"/>
                  <a:pt x="239" y="460"/>
                </a:cubicBezTo>
                <a:cubicBezTo>
                  <a:pt x="239" y="460"/>
                  <a:pt x="239" y="465"/>
                  <a:pt x="238" y="474"/>
                </a:cubicBezTo>
                <a:cubicBezTo>
                  <a:pt x="236" y="480"/>
                  <a:pt x="233" y="485"/>
                  <a:pt x="231" y="487"/>
                </a:cubicBezTo>
                <a:lnTo>
                  <a:pt x="218" y="487"/>
                </a:lnTo>
                <a:cubicBezTo>
                  <a:pt x="199" y="486"/>
                  <a:pt x="163" y="486"/>
                  <a:pt x="110" y="486"/>
                </a:cubicBezTo>
                <a:cubicBezTo>
                  <a:pt x="79" y="486"/>
                  <a:pt x="56" y="486"/>
                  <a:pt x="40" y="486"/>
                </a:cubicBezTo>
                <a:cubicBezTo>
                  <a:pt x="23" y="486"/>
                  <a:pt x="14" y="486"/>
                  <a:pt x="13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1" name=""/>
          <p:cNvSpPr/>
          <p:nvPr/>
        </p:nvSpPr>
        <p:spPr>
          <a:xfrm>
            <a:off x="7014240" y="280116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6" y="44"/>
                </a:moveTo>
                <a:lnTo>
                  <a:pt x="60" y="47"/>
                </a:lnTo>
                <a:cubicBezTo>
                  <a:pt x="55" y="49"/>
                  <a:pt x="48" y="50"/>
                  <a:pt x="39" y="52"/>
                </a:cubicBezTo>
                <a:cubicBezTo>
                  <a:pt x="31" y="54"/>
                  <a:pt x="21" y="55"/>
                  <a:pt x="10" y="56"/>
                </a:cubicBezTo>
                <a:lnTo>
                  <a:pt x="0" y="56"/>
                </a:lnTo>
                <a:lnTo>
                  <a:pt x="0" y="32"/>
                </a:lnTo>
                <a:lnTo>
                  <a:pt x="10" y="32"/>
                </a:lnTo>
                <a:cubicBezTo>
                  <a:pt x="26" y="32"/>
                  <a:pt x="41" y="29"/>
                  <a:pt x="54" y="25"/>
                </a:cubicBezTo>
                <a:cubicBezTo>
                  <a:pt x="67" y="20"/>
                  <a:pt x="77" y="16"/>
                  <a:pt x="82" y="13"/>
                </a:cubicBezTo>
                <a:cubicBezTo>
                  <a:pt x="88" y="9"/>
                  <a:pt x="92" y="5"/>
                  <a:pt x="96" y="2"/>
                </a:cubicBezTo>
                <a:cubicBezTo>
                  <a:pt x="97" y="1"/>
                  <a:pt x="99" y="0"/>
                  <a:pt x="103" y="0"/>
                </a:cubicBezTo>
                <a:cubicBezTo>
                  <a:pt x="106" y="0"/>
                  <a:pt x="108" y="1"/>
                  <a:pt x="111" y="3"/>
                </a:cubicBezTo>
                <a:lnTo>
                  <a:pt x="111" y="155"/>
                </a:lnTo>
                <a:lnTo>
                  <a:pt x="112" y="307"/>
                </a:lnTo>
                <a:cubicBezTo>
                  <a:pt x="114" y="309"/>
                  <a:pt x="116" y="311"/>
                  <a:pt x="118" y="311"/>
                </a:cubicBezTo>
                <a:cubicBezTo>
                  <a:pt x="119" y="312"/>
                  <a:pt x="123" y="313"/>
                  <a:pt x="130" y="313"/>
                </a:cubicBezTo>
                <a:cubicBezTo>
                  <a:pt x="136" y="314"/>
                  <a:pt x="147" y="314"/>
                  <a:pt x="162" y="314"/>
                </a:cubicBezTo>
                <a:lnTo>
                  <a:pt x="175" y="314"/>
                </a:lnTo>
                <a:lnTo>
                  <a:pt x="175" y="338"/>
                </a:lnTo>
                <a:lnTo>
                  <a:pt x="170" y="338"/>
                </a:lnTo>
                <a:cubicBezTo>
                  <a:pt x="163" y="337"/>
                  <a:pt x="135" y="336"/>
                  <a:pt x="88" y="336"/>
                </a:cubicBezTo>
                <a:cubicBezTo>
                  <a:pt x="43" y="336"/>
                  <a:pt x="16" y="337"/>
                  <a:pt x="9" y="338"/>
                </a:cubicBezTo>
                <a:lnTo>
                  <a:pt x="3" y="338"/>
                </a:lnTo>
                <a:lnTo>
                  <a:pt x="3" y="314"/>
                </a:lnTo>
                <a:lnTo>
                  <a:pt x="16" y="314"/>
                </a:lnTo>
                <a:cubicBezTo>
                  <a:pt x="23" y="314"/>
                  <a:pt x="30" y="314"/>
                  <a:pt x="35" y="314"/>
                </a:cubicBezTo>
                <a:cubicBezTo>
                  <a:pt x="41" y="314"/>
                  <a:pt x="45" y="314"/>
                  <a:pt x="48" y="314"/>
                </a:cubicBezTo>
                <a:cubicBezTo>
                  <a:pt x="51" y="314"/>
                  <a:pt x="54" y="313"/>
                  <a:pt x="56" y="312"/>
                </a:cubicBezTo>
                <a:cubicBezTo>
                  <a:pt x="58" y="312"/>
                  <a:pt x="60" y="311"/>
                  <a:pt x="60" y="311"/>
                </a:cubicBezTo>
                <a:cubicBezTo>
                  <a:pt x="60" y="311"/>
                  <a:pt x="61" y="311"/>
                  <a:pt x="63" y="309"/>
                </a:cubicBezTo>
                <a:cubicBezTo>
                  <a:pt x="65" y="307"/>
                  <a:pt x="66" y="306"/>
                  <a:pt x="66" y="307"/>
                </a:cubicBezTo>
                <a:lnTo>
                  <a:pt x="66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2" name=""/>
          <p:cNvSpPr/>
          <p:nvPr/>
        </p:nvSpPr>
        <p:spPr>
          <a:xfrm>
            <a:off x="7182000" y="2814120"/>
            <a:ext cx="157320" cy="10800"/>
          </a:xfrm>
          <a:custGeom>
            <a:avLst/>
            <a:gdLst/>
            <a:ahLst/>
            <a:rect l="0" t="0" r="r" b="b"/>
            <a:pathLst>
              <a:path w="437" h="30">
                <a:moveTo>
                  <a:pt x="10" y="0"/>
                </a:moveTo>
                <a:lnTo>
                  <a:pt x="426" y="0"/>
                </a:lnTo>
                <a:cubicBezTo>
                  <a:pt x="433" y="4"/>
                  <a:pt x="437" y="10"/>
                  <a:pt x="437" y="16"/>
                </a:cubicBezTo>
                <a:cubicBezTo>
                  <a:pt x="437" y="21"/>
                  <a:pt x="433" y="26"/>
                  <a:pt x="426" y="30"/>
                </a:cubicBezTo>
                <a:lnTo>
                  <a:pt x="10" y="30"/>
                </a:lnTo>
                <a:cubicBezTo>
                  <a:pt x="3" y="27"/>
                  <a:pt x="0" y="22"/>
                  <a:pt x="0" y="16"/>
                </a:cubicBezTo>
                <a:cubicBezTo>
                  <a:pt x="0" y="8"/>
                  <a:pt x="3" y="4"/>
                  <a:pt x="1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3" name=""/>
          <p:cNvSpPr/>
          <p:nvPr/>
        </p:nvSpPr>
        <p:spPr>
          <a:xfrm>
            <a:off x="7431840" y="2533320"/>
            <a:ext cx="229320" cy="572400"/>
          </a:xfrm>
          <a:custGeom>
            <a:avLst/>
            <a:gdLst/>
            <a:ahLst/>
            <a:rect l="0" t="0" r="r" b="b"/>
            <a:pathLst>
              <a:path w="637" h="1590">
                <a:moveTo>
                  <a:pt x="42" y="1544"/>
                </a:moveTo>
                <a:cubicBezTo>
                  <a:pt x="51" y="1557"/>
                  <a:pt x="63" y="1563"/>
                  <a:pt x="79" y="1563"/>
                </a:cubicBezTo>
                <a:lnTo>
                  <a:pt x="80" y="1563"/>
                </a:lnTo>
                <a:cubicBezTo>
                  <a:pt x="94" y="1563"/>
                  <a:pt x="107" y="1548"/>
                  <a:pt x="120" y="1520"/>
                </a:cubicBezTo>
                <a:cubicBezTo>
                  <a:pt x="134" y="1491"/>
                  <a:pt x="146" y="1452"/>
                  <a:pt x="157" y="1403"/>
                </a:cubicBezTo>
                <a:cubicBezTo>
                  <a:pt x="169" y="1353"/>
                  <a:pt x="180" y="1303"/>
                  <a:pt x="190" y="1253"/>
                </a:cubicBezTo>
                <a:cubicBezTo>
                  <a:pt x="200" y="1203"/>
                  <a:pt x="210" y="1149"/>
                  <a:pt x="220" y="1091"/>
                </a:cubicBezTo>
                <a:cubicBezTo>
                  <a:pt x="221" y="1081"/>
                  <a:pt x="222" y="1074"/>
                  <a:pt x="223" y="1069"/>
                </a:cubicBezTo>
                <a:cubicBezTo>
                  <a:pt x="258" y="866"/>
                  <a:pt x="295" y="678"/>
                  <a:pt x="335" y="505"/>
                </a:cubicBezTo>
                <a:cubicBezTo>
                  <a:pt x="375" y="332"/>
                  <a:pt x="404" y="220"/>
                  <a:pt x="422" y="168"/>
                </a:cubicBezTo>
                <a:cubicBezTo>
                  <a:pt x="425" y="159"/>
                  <a:pt x="427" y="152"/>
                  <a:pt x="429" y="147"/>
                </a:cubicBezTo>
                <a:cubicBezTo>
                  <a:pt x="431" y="141"/>
                  <a:pt x="435" y="130"/>
                  <a:pt x="441" y="115"/>
                </a:cubicBezTo>
                <a:cubicBezTo>
                  <a:pt x="448" y="99"/>
                  <a:pt x="454" y="85"/>
                  <a:pt x="461" y="74"/>
                </a:cubicBezTo>
                <a:cubicBezTo>
                  <a:pt x="467" y="63"/>
                  <a:pt x="475" y="51"/>
                  <a:pt x="485" y="39"/>
                </a:cubicBezTo>
                <a:cubicBezTo>
                  <a:pt x="494" y="27"/>
                  <a:pt x="505" y="18"/>
                  <a:pt x="516" y="10"/>
                </a:cubicBezTo>
                <a:cubicBezTo>
                  <a:pt x="528" y="3"/>
                  <a:pt x="540" y="0"/>
                  <a:pt x="553" y="0"/>
                </a:cubicBezTo>
                <a:cubicBezTo>
                  <a:pt x="580" y="0"/>
                  <a:pt x="600" y="9"/>
                  <a:pt x="613" y="25"/>
                </a:cubicBezTo>
                <a:cubicBezTo>
                  <a:pt x="626" y="42"/>
                  <a:pt x="635" y="61"/>
                  <a:pt x="637" y="83"/>
                </a:cubicBezTo>
                <a:cubicBezTo>
                  <a:pt x="637" y="95"/>
                  <a:pt x="634" y="104"/>
                  <a:pt x="627" y="112"/>
                </a:cubicBezTo>
                <a:cubicBezTo>
                  <a:pt x="621" y="119"/>
                  <a:pt x="616" y="124"/>
                  <a:pt x="611" y="126"/>
                </a:cubicBezTo>
                <a:cubicBezTo>
                  <a:pt x="606" y="128"/>
                  <a:pt x="600" y="128"/>
                  <a:pt x="595" y="128"/>
                </a:cubicBezTo>
                <a:cubicBezTo>
                  <a:pt x="585" y="128"/>
                  <a:pt x="576" y="124"/>
                  <a:pt x="568" y="117"/>
                </a:cubicBezTo>
                <a:cubicBezTo>
                  <a:pt x="560" y="110"/>
                  <a:pt x="556" y="99"/>
                  <a:pt x="556" y="87"/>
                </a:cubicBezTo>
                <a:cubicBezTo>
                  <a:pt x="556" y="64"/>
                  <a:pt x="568" y="50"/>
                  <a:pt x="594" y="46"/>
                </a:cubicBezTo>
                <a:lnTo>
                  <a:pt x="591" y="43"/>
                </a:lnTo>
                <a:cubicBezTo>
                  <a:pt x="590" y="42"/>
                  <a:pt x="588" y="40"/>
                  <a:pt x="586" y="38"/>
                </a:cubicBezTo>
                <a:cubicBezTo>
                  <a:pt x="583" y="36"/>
                  <a:pt x="581" y="35"/>
                  <a:pt x="580" y="34"/>
                </a:cubicBezTo>
                <a:cubicBezTo>
                  <a:pt x="573" y="29"/>
                  <a:pt x="565" y="27"/>
                  <a:pt x="556" y="27"/>
                </a:cubicBezTo>
                <a:cubicBezTo>
                  <a:pt x="550" y="27"/>
                  <a:pt x="544" y="30"/>
                  <a:pt x="538" y="35"/>
                </a:cubicBezTo>
                <a:cubicBezTo>
                  <a:pt x="532" y="41"/>
                  <a:pt x="524" y="55"/>
                  <a:pt x="515" y="75"/>
                </a:cubicBezTo>
                <a:cubicBezTo>
                  <a:pt x="505" y="96"/>
                  <a:pt x="496" y="125"/>
                  <a:pt x="487" y="159"/>
                </a:cubicBezTo>
                <a:cubicBezTo>
                  <a:pt x="478" y="194"/>
                  <a:pt x="467" y="242"/>
                  <a:pt x="453" y="305"/>
                </a:cubicBezTo>
                <a:cubicBezTo>
                  <a:pt x="440" y="367"/>
                  <a:pt x="427" y="440"/>
                  <a:pt x="413" y="525"/>
                </a:cubicBezTo>
                <a:cubicBezTo>
                  <a:pt x="385" y="684"/>
                  <a:pt x="356" y="835"/>
                  <a:pt x="326" y="977"/>
                </a:cubicBezTo>
                <a:cubicBezTo>
                  <a:pt x="295" y="1119"/>
                  <a:pt x="271" y="1222"/>
                  <a:pt x="254" y="1286"/>
                </a:cubicBezTo>
                <a:cubicBezTo>
                  <a:pt x="237" y="1350"/>
                  <a:pt x="224" y="1396"/>
                  <a:pt x="215" y="1423"/>
                </a:cubicBezTo>
                <a:cubicBezTo>
                  <a:pt x="178" y="1534"/>
                  <a:pt x="133" y="1590"/>
                  <a:pt x="79" y="1590"/>
                </a:cubicBezTo>
                <a:cubicBezTo>
                  <a:pt x="60" y="1590"/>
                  <a:pt x="42" y="1583"/>
                  <a:pt x="27" y="1568"/>
                </a:cubicBezTo>
                <a:cubicBezTo>
                  <a:pt x="11" y="1553"/>
                  <a:pt x="2" y="1533"/>
                  <a:pt x="0" y="1507"/>
                </a:cubicBezTo>
                <a:cubicBezTo>
                  <a:pt x="0" y="1490"/>
                  <a:pt x="5" y="1479"/>
                  <a:pt x="14" y="1473"/>
                </a:cubicBezTo>
                <a:cubicBezTo>
                  <a:pt x="23" y="1466"/>
                  <a:pt x="32" y="1463"/>
                  <a:pt x="41" y="1463"/>
                </a:cubicBezTo>
                <a:cubicBezTo>
                  <a:pt x="51" y="1463"/>
                  <a:pt x="60" y="1467"/>
                  <a:pt x="68" y="1474"/>
                </a:cubicBezTo>
                <a:cubicBezTo>
                  <a:pt x="76" y="1481"/>
                  <a:pt x="80" y="1491"/>
                  <a:pt x="80" y="1503"/>
                </a:cubicBezTo>
                <a:cubicBezTo>
                  <a:pt x="80" y="1526"/>
                  <a:pt x="68" y="1540"/>
                  <a:pt x="42" y="15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4" name=""/>
          <p:cNvSpPr/>
          <p:nvPr/>
        </p:nvSpPr>
        <p:spPr>
          <a:xfrm>
            <a:off x="7717680" y="2702160"/>
            <a:ext cx="127800" cy="234720"/>
          </a:xfrm>
          <a:custGeom>
            <a:avLst/>
            <a:gdLst/>
            <a:ahLst/>
            <a:rect l="0" t="0" r="r" b="b"/>
            <a:pathLst>
              <a:path w="355" h="652">
                <a:moveTo>
                  <a:pt x="45" y="621"/>
                </a:moveTo>
                <a:cubicBezTo>
                  <a:pt x="46" y="621"/>
                  <a:pt x="48" y="622"/>
                  <a:pt x="50" y="623"/>
                </a:cubicBezTo>
                <a:cubicBezTo>
                  <a:pt x="51" y="624"/>
                  <a:pt x="54" y="624"/>
                  <a:pt x="57" y="625"/>
                </a:cubicBezTo>
                <a:cubicBezTo>
                  <a:pt x="61" y="625"/>
                  <a:pt x="64" y="626"/>
                  <a:pt x="66" y="626"/>
                </a:cubicBezTo>
                <a:cubicBezTo>
                  <a:pt x="72" y="626"/>
                  <a:pt x="78" y="622"/>
                  <a:pt x="83" y="615"/>
                </a:cubicBezTo>
                <a:cubicBezTo>
                  <a:pt x="88" y="609"/>
                  <a:pt x="92" y="602"/>
                  <a:pt x="95" y="594"/>
                </a:cubicBezTo>
                <a:cubicBezTo>
                  <a:pt x="99" y="582"/>
                  <a:pt x="107" y="545"/>
                  <a:pt x="119" y="485"/>
                </a:cubicBezTo>
                <a:cubicBezTo>
                  <a:pt x="130" y="425"/>
                  <a:pt x="141" y="368"/>
                  <a:pt x="152" y="314"/>
                </a:cubicBezTo>
                <a:cubicBezTo>
                  <a:pt x="162" y="259"/>
                  <a:pt x="167" y="232"/>
                  <a:pt x="167" y="231"/>
                </a:cubicBezTo>
                <a:lnTo>
                  <a:pt x="167" y="229"/>
                </a:lnTo>
                <a:lnTo>
                  <a:pt x="134" y="229"/>
                </a:lnTo>
                <a:cubicBezTo>
                  <a:pt x="111" y="229"/>
                  <a:pt x="100" y="229"/>
                  <a:pt x="98" y="228"/>
                </a:cubicBezTo>
                <a:cubicBezTo>
                  <a:pt x="96" y="226"/>
                  <a:pt x="95" y="224"/>
                  <a:pt x="95" y="221"/>
                </a:cubicBezTo>
                <a:lnTo>
                  <a:pt x="100" y="201"/>
                </a:lnTo>
                <a:cubicBezTo>
                  <a:pt x="101" y="198"/>
                  <a:pt x="103" y="197"/>
                  <a:pt x="106" y="197"/>
                </a:cubicBezTo>
                <a:cubicBezTo>
                  <a:pt x="109" y="197"/>
                  <a:pt x="120" y="197"/>
                  <a:pt x="140" y="196"/>
                </a:cubicBezTo>
                <a:cubicBezTo>
                  <a:pt x="162" y="196"/>
                  <a:pt x="174" y="196"/>
                  <a:pt x="174" y="196"/>
                </a:cubicBezTo>
                <a:cubicBezTo>
                  <a:pt x="174" y="195"/>
                  <a:pt x="176" y="183"/>
                  <a:pt x="180" y="160"/>
                </a:cubicBezTo>
                <a:cubicBezTo>
                  <a:pt x="185" y="137"/>
                  <a:pt x="187" y="123"/>
                  <a:pt x="189" y="118"/>
                </a:cubicBezTo>
                <a:cubicBezTo>
                  <a:pt x="207" y="40"/>
                  <a:pt x="241" y="0"/>
                  <a:pt x="294" y="0"/>
                </a:cubicBezTo>
                <a:cubicBezTo>
                  <a:pt x="312" y="1"/>
                  <a:pt x="326" y="7"/>
                  <a:pt x="338" y="16"/>
                </a:cubicBezTo>
                <a:cubicBezTo>
                  <a:pt x="349" y="26"/>
                  <a:pt x="355" y="38"/>
                  <a:pt x="355" y="54"/>
                </a:cubicBezTo>
                <a:cubicBezTo>
                  <a:pt x="355" y="71"/>
                  <a:pt x="350" y="84"/>
                  <a:pt x="340" y="91"/>
                </a:cubicBezTo>
                <a:cubicBezTo>
                  <a:pt x="330" y="99"/>
                  <a:pt x="320" y="103"/>
                  <a:pt x="310" y="103"/>
                </a:cubicBezTo>
                <a:cubicBezTo>
                  <a:pt x="289" y="103"/>
                  <a:pt x="279" y="93"/>
                  <a:pt x="279" y="73"/>
                </a:cubicBezTo>
                <a:cubicBezTo>
                  <a:pt x="279" y="64"/>
                  <a:pt x="281" y="56"/>
                  <a:pt x="286" y="50"/>
                </a:cubicBezTo>
                <a:cubicBezTo>
                  <a:pt x="292" y="43"/>
                  <a:pt x="297" y="38"/>
                  <a:pt x="304" y="35"/>
                </a:cubicBezTo>
                <a:lnTo>
                  <a:pt x="310" y="31"/>
                </a:lnTo>
                <a:cubicBezTo>
                  <a:pt x="302" y="28"/>
                  <a:pt x="295" y="27"/>
                  <a:pt x="289" y="27"/>
                </a:cubicBezTo>
                <a:cubicBezTo>
                  <a:pt x="283" y="27"/>
                  <a:pt x="277" y="29"/>
                  <a:pt x="271" y="34"/>
                </a:cubicBezTo>
                <a:cubicBezTo>
                  <a:pt x="266" y="39"/>
                  <a:pt x="262" y="45"/>
                  <a:pt x="260" y="54"/>
                </a:cubicBezTo>
                <a:cubicBezTo>
                  <a:pt x="257" y="68"/>
                  <a:pt x="253" y="86"/>
                  <a:pt x="249" y="110"/>
                </a:cubicBezTo>
                <a:cubicBezTo>
                  <a:pt x="245" y="133"/>
                  <a:pt x="241" y="153"/>
                  <a:pt x="238" y="169"/>
                </a:cubicBezTo>
                <a:cubicBezTo>
                  <a:pt x="234" y="185"/>
                  <a:pt x="233" y="194"/>
                  <a:pt x="233" y="195"/>
                </a:cubicBezTo>
                <a:cubicBezTo>
                  <a:pt x="233" y="196"/>
                  <a:pt x="246" y="196"/>
                  <a:pt x="273" y="196"/>
                </a:cubicBezTo>
                <a:cubicBezTo>
                  <a:pt x="294" y="196"/>
                  <a:pt x="307" y="197"/>
                  <a:pt x="310" y="197"/>
                </a:cubicBezTo>
                <a:cubicBezTo>
                  <a:pt x="313" y="197"/>
                  <a:pt x="316" y="199"/>
                  <a:pt x="318" y="201"/>
                </a:cubicBezTo>
                <a:cubicBezTo>
                  <a:pt x="318" y="203"/>
                  <a:pt x="318" y="207"/>
                  <a:pt x="316" y="213"/>
                </a:cubicBezTo>
                <a:cubicBezTo>
                  <a:pt x="315" y="220"/>
                  <a:pt x="314" y="223"/>
                  <a:pt x="313" y="225"/>
                </a:cubicBezTo>
                <a:cubicBezTo>
                  <a:pt x="312" y="227"/>
                  <a:pt x="310" y="228"/>
                  <a:pt x="306" y="228"/>
                </a:cubicBezTo>
                <a:cubicBezTo>
                  <a:pt x="303" y="228"/>
                  <a:pt x="290" y="229"/>
                  <a:pt x="267" y="229"/>
                </a:cubicBezTo>
                <a:lnTo>
                  <a:pt x="227" y="229"/>
                </a:lnTo>
                <a:lnTo>
                  <a:pt x="210" y="316"/>
                </a:lnTo>
                <a:cubicBezTo>
                  <a:pt x="187" y="435"/>
                  <a:pt x="172" y="508"/>
                  <a:pt x="162" y="538"/>
                </a:cubicBezTo>
                <a:cubicBezTo>
                  <a:pt x="150" y="579"/>
                  <a:pt x="133" y="609"/>
                  <a:pt x="112" y="629"/>
                </a:cubicBezTo>
                <a:cubicBezTo>
                  <a:pt x="95" y="644"/>
                  <a:pt x="77" y="652"/>
                  <a:pt x="60" y="652"/>
                </a:cubicBezTo>
                <a:cubicBezTo>
                  <a:pt x="45" y="652"/>
                  <a:pt x="31" y="647"/>
                  <a:pt x="19" y="638"/>
                </a:cubicBezTo>
                <a:cubicBezTo>
                  <a:pt x="6" y="629"/>
                  <a:pt x="0" y="615"/>
                  <a:pt x="0" y="599"/>
                </a:cubicBezTo>
                <a:cubicBezTo>
                  <a:pt x="0" y="581"/>
                  <a:pt x="5" y="568"/>
                  <a:pt x="15" y="560"/>
                </a:cubicBezTo>
                <a:cubicBezTo>
                  <a:pt x="25" y="552"/>
                  <a:pt x="35" y="548"/>
                  <a:pt x="45" y="548"/>
                </a:cubicBezTo>
                <a:cubicBezTo>
                  <a:pt x="66" y="548"/>
                  <a:pt x="77" y="558"/>
                  <a:pt x="77" y="578"/>
                </a:cubicBezTo>
                <a:cubicBezTo>
                  <a:pt x="77" y="587"/>
                  <a:pt x="74" y="595"/>
                  <a:pt x="69" y="602"/>
                </a:cubicBezTo>
                <a:cubicBezTo>
                  <a:pt x="64" y="608"/>
                  <a:pt x="58" y="613"/>
                  <a:pt x="52" y="617"/>
                </a:cubicBezTo>
                <a:lnTo>
                  <a:pt x="45" y="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5" name=""/>
          <p:cNvSpPr/>
          <p:nvPr/>
        </p:nvSpPr>
        <p:spPr>
          <a:xfrm>
            <a:off x="7896600" y="2705040"/>
            <a:ext cx="126360" cy="181800"/>
          </a:xfrm>
          <a:custGeom>
            <a:avLst/>
            <a:gdLst/>
            <a:ahLst/>
            <a:rect l="0" t="0" r="r" b="b"/>
            <a:pathLst>
              <a:path w="351" h="505">
                <a:moveTo>
                  <a:pt x="238" y="8"/>
                </a:moveTo>
                <a:cubicBezTo>
                  <a:pt x="239" y="8"/>
                  <a:pt x="256" y="7"/>
                  <a:pt x="291" y="5"/>
                </a:cubicBezTo>
                <a:cubicBezTo>
                  <a:pt x="324" y="2"/>
                  <a:pt x="342" y="1"/>
                  <a:pt x="343" y="0"/>
                </a:cubicBezTo>
                <a:cubicBezTo>
                  <a:pt x="348" y="0"/>
                  <a:pt x="351" y="2"/>
                  <a:pt x="351" y="6"/>
                </a:cubicBezTo>
                <a:cubicBezTo>
                  <a:pt x="351" y="9"/>
                  <a:pt x="334" y="81"/>
                  <a:pt x="299" y="222"/>
                </a:cubicBezTo>
                <a:cubicBezTo>
                  <a:pt x="263" y="363"/>
                  <a:pt x="245" y="435"/>
                  <a:pt x="245" y="438"/>
                </a:cubicBezTo>
                <a:cubicBezTo>
                  <a:pt x="244" y="441"/>
                  <a:pt x="243" y="444"/>
                  <a:pt x="244" y="449"/>
                </a:cubicBezTo>
                <a:cubicBezTo>
                  <a:pt x="244" y="469"/>
                  <a:pt x="251" y="479"/>
                  <a:pt x="264" y="479"/>
                </a:cubicBezTo>
                <a:cubicBezTo>
                  <a:pt x="268" y="478"/>
                  <a:pt x="273" y="476"/>
                  <a:pt x="278" y="472"/>
                </a:cubicBezTo>
                <a:cubicBezTo>
                  <a:pt x="288" y="463"/>
                  <a:pt x="299" y="440"/>
                  <a:pt x="308" y="404"/>
                </a:cubicBezTo>
                <a:cubicBezTo>
                  <a:pt x="311" y="394"/>
                  <a:pt x="314" y="389"/>
                  <a:pt x="316" y="389"/>
                </a:cubicBezTo>
                <a:cubicBezTo>
                  <a:pt x="317" y="388"/>
                  <a:pt x="319" y="388"/>
                  <a:pt x="323" y="388"/>
                </a:cubicBezTo>
                <a:lnTo>
                  <a:pt x="326" y="388"/>
                </a:lnTo>
                <a:lnTo>
                  <a:pt x="328" y="388"/>
                </a:lnTo>
                <a:cubicBezTo>
                  <a:pt x="336" y="388"/>
                  <a:pt x="339" y="390"/>
                  <a:pt x="339" y="394"/>
                </a:cubicBezTo>
                <a:cubicBezTo>
                  <a:pt x="339" y="396"/>
                  <a:pt x="338" y="400"/>
                  <a:pt x="337" y="405"/>
                </a:cubicBezTo>
                <a:cubicBezTo>
                  <a:pt x="331" y="429"/>
                  <a:pt x="324" y="448"/>
                  <a:pt x="316" y="463"/>
                </a:cubicBezTo>
                <a:cubicBezTo>
                  <a:pt x="308" y="478"/>
                  <a:pt x="301" y="487"/>
                  <a:pt x="296" y="492"/>
                </a:cubicBezTo>
                <a:cubicBezTo>
                  <a:pt x="289" y="496"/>
                  <a:pt x="283" y="500"/>
                  <a:pt x="275" y="503"/>
                </a:cubicBezTo>
                <a:cubicBezTo>
                  <a:pt x="271" y="504"/>
                  <a:pt x="265" y="505"/>
                  <a:pt x="257" y="505"/>
                </a:cubicBezTo>
                <a:cubicBezTo>
                  <a:pt x="241" y="505"/>
                  <a:pt x="228" y="501"/>
                  <a:pt x="217" y="494"/>
                </a:cubicBezTo>
                <a:cubicBezTo>
                  <a:pt x="206" y="487"/>
                  <a:pt x="199" y="479"/>
                  <a:pt x="195" y="472"/>
                </a:cubicBezTo>
                <a:lnTo>
                  <a:pt x="191" y="461"/>
                </a:lnTo>
                <a:cubicBezTo>
                  <a:pt x="190" y="460"/>
                  <a:pt x="189" y="461"/>
                  <a:pt x="188" y="462"/>
                </a:cubicBezTo>
                <a:cubicBezTo>
                  <a:pt x="187" y="463"/>
                  <a:pt x="186" y="464"/>
                  <a:pt x="185" y="465"/>
                </a:cubicBezTo>
                <a:cubicBezTo>
                  <a:pt x="157" y="491"/>
                  <a:pt x="128" y="505"/>
                  <a:pt x="99" y="505"/>
                </a:cubicBezTo>
                <a:cubicBezTo>
                  <a:pt x="73" y="505"/>
                  <a:pt x="50" y="495"/>
                  <a:pt x="30" y="476"/>
                </a:cubicBezTo>
                <a:cubicBezTo>
                  <a:pt x="10" y="457"/>
                  <a:pt x="0" y="427"/>
                  <a:pt x="0" y="385"/>
                </a:cubicBezTo>
                <a:cubicBezTo>
                  <a:pt x="0" y="362"/>
                  <a:pt x="5" y="339"/>
                  <a:pt x="14" y="315"/>
                </a:cubicBezTo>
                <a:cubicBezTo>
                  <a:pt x="24" y="291"/>
                  <a:pt x="35" y="270"/>
                  <a:pt x="49" y="253"/>
                </a:cubicBezTo>
                <a:cubicBezTo>
                  <a:pt x="71" y="225"/>
                  <a:pt x="93" y="207"/>
                  <a:pt x="116" y="196"/>
                </a:cubicBezTo>
                <a:cubicBezTo>
                  <a:pt x="138" y="186"/>
                  <a:pt x="159" y="180"/>
                  <a:pt x="177" y="180"/>
                </a:cubicBezTo>
                <a:cubicBezTo>
                  <a:pt x="203" y="180"/>
                  <a:pt x="223" y="190"/>
                  <a:pt x="237" y="210"/>
                </a:cubicBezTo>
                <a:cubicBezTo>
                  <a:pt x="239" y="213"/>
                  <a:pt x="240" y="214"/>
                  <a:pt x="240" y="213"/>
                </a:cubicBezTo>
                <a:cubicBezTo>
                  <a:pt x="241" y="211"/>
                  <a:pt x="247" y="185"/>
                  <a:pt x="260" y="135"/>
                </a:cubicBezTo>
                <a:cubicBezTo>
                  <a:pt x="272" y="85"/>
                  <a:pt x="279" y="59"/>
                  <a:pt x="280" y="56"/>
                </a:cubicBezTo>
                <a:cubicBezTo>
                  <a:pt x="280" y="50"/>
                  <a:pt x="278" y="46"/>
                  <a:pt x="275" y="45"/>
                </a:cubicBezTo>
                <a:cubicBezTo>
                  <a:pt x="271" y="43"/>
                  <a:pt x="262" y="42"/>
                  <a:pt x="247" y="41"/>
                </a:cubicBezTo>
                <a:lnTo>
                  <a:pt x="232" y="41"/>
                </a:lnTo>
                <a:cubicBezTo>
                  <a:pt x="229" y="38"/>
                  <a:pt x="227" y="36"/>
                  <a:pt x="227" y="35"/>
                </a:cubicBezTo>
                <a:cubicBezTo>
                  <a:pt x="227" y="34"/>
                  <a:pt x="228" y="30"/>
                  <a:pt x="229" y="22"/>
                </a:cubicBezTo>
                <a:cubicBezTo>
                  <a:pt x="231" y="13"/>
                  <a:pt x="234" y="8"/>
                  <a:pt x="238" y="8"/>
                </a:cubicBezTo>
                <a:moveTo>
                  <a:pt x="228" y="263"/>
                </a:moveTo>
                <a:cubicBezTo>
                  <a:pt x="217" y="226"/>
                  <a:pt x="199" y="207"/>
                  <a:pt x="174" y="207"/>
                </a:cubicBezTo>
                <a:cubicBezTo>
                  <a:pt x="158" y="207"/>
                  <a:pt x="142" y="214"/>
                  <a:pt x="127" y="229"/>
                </a:cubicBezTo>
                <a:cubicBezTo>
                  <a:pt x="111" y="244"/>
                  <a:pt x="99" y="263"/>
                  <a:pt x="91" y="288"/>
                </a:cubicBezTo>
                <a:cubicBezTo>
                  <a:pt x="77" y="326"/>
                  <a:pt x="67" y="365"/>
                  <a:pt x="62" y="405"/>
                </a:cubicBezTo>
                <a:cubicBezTo>
                  <a:pt x="62" y="407"/>
                  <a:pt x="62" y="409"/>
                  <a:pt x="62" y="413"/>
                </a:cubicBezTo>
                <a:cubicBezTo>
                  <a:pt x="62" y="417"/>
                  <a:pt x="61" y="420"/>
                  <a:pt x="61" y="422"/>
                </a:cubicBezTo>
                <a:cubicBezTo>
                  <a:pt x="61" y="443"/>
                  <a:pt x="65" y="458"/>
                  <a:pt x="74" y="466"/>
                </a:cubicBezTo>
                <a:cubicBezTo>
                  <a:pt x="82" y="474"/>
                  <a:pt x="93" y="478"/>
                  <a:pt x="104" y="479"/>
                </a:cubicBezTo>
                <a:cubicBezTo>
                  <a:pt x="130" y="479"/>
                  <a:pt x="157" y="462"/>
                  <a:pt x="184" y="427"/>
                </a:cubicBezTo>
                <a:lnTo>
                  <a:pt x="189" y="419"/>
                </a:lnTo>
                <a:lnTo>
                  <a:pt x="228" y="2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6" name=""/>
          <p:cNvSpPr/>
          <p:nvPr/>
        </p:nvSpPr>
        <p:spPr>
          <a:xfrm>
            <a:off x="8029800" y="2708640"/>
            <a:ext cx="185400" cy="175320"/>
          </a:xfrm>
          <a:custGeom>
            <a:avLst/>
            <a:gdLst/>
            <a:ahLst/>
            <a:rect l="0" t="0" r="r" b="b"/>
            <a:pathLst>
              <a:path w="515" h="487">
                <a:moveTo>
                  <a:pt x="14" y="487"/>
                </a:moveTo>
                <a:cubicBezTo>
                  <a:pt x="4" y="487"/>
                  <a:pt x="0" y="484"/>
                  <a:pt x="0" y="480"/>
                </a:cubicBezTo>
                <a:cubicBezTo>
                  <a:pt x="0" y="479"/>
                  <a:pt x="1" y="475"/>
                  <a:pt x="3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7" y="455"/>
                  <a:pt x="26" y="455"/>
                </a:cubicBezTo>
                <a:cubicBezTo>
                  <a:pt x="39" y="455"/>
                  <a:pt x="53" y="454"/>
                  <a:pt x="69" y="452"/>
                </a:cubicBezTo>
                <a:cubicBezTo>
                  <a:pt x="75" y="451"/>
                  <a:pt x="80" y="448"/>
                  <a:pt x="82" y="444"/>
                </a:cubicBezTo>
                <a:cubicBezTo>
                  <a:pt x="83" y="441"/>
                  <a:pt x="100" y="374"/>
                  <a:pt x="133" y="243"/>
                </a:cubicBezTo>
                <a:cubicBezTo>
                  <a:pt x="166" y="111"/>
                  <a:pt x="182" y="45"/>
                  <a:pt x="183" y="43"/>
                </a:cubicBezTo>
                <a:cubicBezTo>
                  <a:pt x="183" y="39"/>
                  <a:pt x="182" y="38"/>
                  <a:pt x="180" y="38"/>
                </a:cubicBezTo>
                <a:cubicBezTo>
                  <a:pt x="176" y="36"/>
                  <a:pt x="164" y="35"/>
                  <a:pt x="142" y="34"/>
                </a:cubicBezTo>
                <a:lnTo>
                  <a:pt x="120" y="34"/>
                </a:lnTo>
                <a:cubicBezTo>
                  <a:pt x="117" y="31"/>
                  <a:pt x="116" y="29"/>
                  <a:pt x="116" y="28"/>
                </a:cubicBezTo>
                <a:cubicBezTo>
                  <a:pt x="116" y="27"/>
                  <a:pt x="116" y="23"/>
                  <a:pt x="117" y="16"/>
                </a:cubicBezTo>
                <a:cubicBezTo>
                  <a:pt x="119" y="7"/>
                  <a:pt x="121" y="2"/>
                  <a:pt x="124" y="0"/>
                </a:cubicBezTo>
                <a:lnTo>
                  <a:pt x="510" y="0"/>
                </a:lnTo>
                <a:cubicBezTo>
                  <a:pt x="513" y="2"/>
                  <a:pt x="515" y="5"/>
                  <a:pt x="515" y="8"/>
                </a:cubicBezTo>
                <a:cubicBezTo>
                  <a:pt x="515" y="12"/>
                  <a:pt x="512" y="38"/>
                  <a:pt x="505" y="89"/>
                </a:cubicBezTo>
                <a:cubicBezTo>
                  <a:pt x="499" y="140"/>
                  <a:pt x="496" y="166"/>
                  <a:pt x="495" y="168"/>
                </a:cubicBezTo>
                <a:cubicBezTo>
                  <a:pt x="494" y="171"/>
                  <a:pt x="490" y="173"/>
                  <a:pt x="481" y="173"/>
                </a:cubicBezTo>
                <a:lnTo>
                  <a:pt x="472" y="173"/>
                </a:lnTo>
                <a:cubicBezTo>
                  <a:pt x="469" y="170"/>
                  <a:pt x="467" y="167"/>
                  <a:pt x="467" y="164"/>
                </a:cubicBezTo>
                <a:cubicBezTo>
                  <a:pt x="467" y="163"/>
                  <a:pt x="468" y="157"/>
                  <a:pt x="470" y="146"/>
                </a:cubicBezTo>
                <a:cubicBezTo>
                  <a:pt x="471" y="135"/>
                  <a:pt x="472" y="123"/>
                  <a:pt x="472" y="109"/>
                </a:cubicBezTo>
                <a:cubicBezTo>
                  <a:pt x="472" y="94"/>
                  <a:pt x="470" y="83"/>
                  <a:pt x="467" y="73"/>
                </a:cubicBezTo>
                <a:cubicBezTo>
                  <a:pt x="463" y="64"/>
                  <a:pt x="459" y="57"/>
                  <a:pt x="453" y="51"/>
                </a:cubicBezTo>
                <a:cubicBezTo>
                  <a:pt x="447" y="46"/>
                  <a:pt x="439" y="42"/>
                  <a:pt x="427" y="40"/>
                </a:cubicBezTo>
                <a:cubicBezTo>
                  <a:pt x="415" y="38"/>
                  <a:pt x="403" y="36"/>
                  <a:pt x="390" y="35"/>
                </a:cubicBezTo>
                <a:cubicBezTo>
                  <a:pt x="378" y="33"/>
                  <a:pt x="361" y="33"/>
                  <a:pt x="339" y="34"/>
                </a:cubicBezTo>
                <a:lnTo>
                  <a:pt x="322" y="34"/>
                </a:lnTo>
                <a:cubicBezTo>
                  <a:pt x="283" y="35"/>
                  <a:pt x="263" y="35"/>
                  <a:pt x="260" y="36"/>
                </a:cubicBezTo>
                <a:cubicBezTo>
                  <a:pt x="258" y="37"/>
                  <a:pt x="256" y="39"/>
                  <a:pt x="255" y="42"/>
                </a:cubicBezTo>
                <a:cubicBezTo>
                  <a:pt x="255" y="42"/>
                  <a:pt x="247" y="74"/>
                  <a:pt x="231" y="136"/>
                </a:cubicBezTo>
                <a:lnTo>
                  <a:pt x="208" y="228"/>
                </a:lnTo>
                <a:lnTo>
                  <a:pt x="247" y="228"/>
                </a:lnTo>
                <a:cubicBezTo>
                  <a:pt x="249" y="228"/>
                  <a:pt x="254" y="228"/>
                  <a:pt x="264" y="228"/>
                </a:cubicBezTo>
                <a:cubicBezTo>
                  <a:pt x="273" y="228"/>
                  <a:pt x="280" y="228"/>
                  <a:pt x="284" y="227"/>
                </a:cubicBezTo>
                <a:cubicBezTo>
                  <a:pt x="288" y="227"/>
                  <a:pt x="293" y="226"/>
                  <a:pt x="299" y="225"/>
                </a:cubicBezTo>
                <a:cubicBezTo>
                  <a:pt x="306" y="224"/>
                  <a:pt x="312" y="222"/>
                  <a:pt x="317" y="220"/>
                </a:cubicBezTo>
                <a:cubicBezTo>
                  <a:pt x="321" y="218"/>
                  <a:pt x="325" y="215"/>
                  <a:pt x="329" y="211"/>
                </a:cubicBezTo>
                <a:cubicBezTo>
                  <a:pt x="335" y="206"/>
                  <a:pt x="340" y="198"/>
                  <a:pt x="345" y="188"/>
                </a:cubicBezTo>
                <a:cubicBezTo>
                  <a:pt x="349" y="178"/>
                  <a:pt x="352" y="169"/>
                  <a:pt x="354" y="161"/>
                </a:cubicBezTo>
                <a:cubicBezTo>
                  <a:pt x="356" y="153"/>
                  <a:pt x="357" y="148"/>
                  <a:pt x="357" y="148"/>
                </a:cubicBezTo>
                <a:cubicBezTo>
                  <a:pt x="359" y="145"/>
                  <a:pt x="363" y="144"/>
                  <a:pt x="371" y="144"/>
                </a:cubicBezTo>
                <a:lnTo>
                  <a:pt x="380" y="144"/>
                </a:lnTo>
                <a:cubicBezTo>
                  <a:pt x="383" y="147"/>
                  <a:pt x="385" y="149"/>
                  <a:pt x="385" y="151"/>
                </a:cubicBezTo>
                <a:cubicBezTo>
                  <a:pt x="385" y="153"/>
                  <a:pt x="377" y="184"/>
                  <a:pt x="362" y="245"/>
                </a:cubicBezTo>
                <a:cubicBezTo>
                  <a:pt x="348" y="306"/>
                  <a:pt x="340" y="338"/>
                  <a:pt x="338" y="339"/>
                </a:cubicBezTo>
                <a:cubicBezTo>
                  <a:pt x="337" y="343"/>
                  <a:pt x="332" y="344"/>
                  <a:pt x="324" y="344"/>
                </a:cubicBezTo>
                <a:lnTo>
                  <a:pt x="315" y="344"/>
                </a:lnTo>
                <a:cubicBezTo>
                  <a:pt x="312" y="342"/>
                  <a:pt x="310" y="339"/>
                  <a:pt x="310" y="336"/>
                </a:cubicBezTo>
                <a:cubicBezTo>
                  <a:pt x="310" y="334"/>
                  <a:pt x="311" y="329"/>
                  <a:pt x="314" y="320"/>
                </a:cubicBezTo>
                <a:cubicBezTo>
                  <a:pt x="316" y="311"/>
                  <a:pt x="317" y="302"/>
                  <a:pt x="317" y="292"/>
                </a:cubicBezTo>
                <a:cubicBezTo>
                  <a:pt x="317" y="278"/>
                  <a:pt x="313" y="269"/>
                  <a:pt x="303" y="266"/>
                </a:cubicBezTo>
                <a:cubicBezTo>
                  <a:pt x="294" y="262"/>
                  <a:pt x="272" y="261"/>
                  <a:pt x="239" y="261"/>
                </a:cubicBezTo>
                <a:lnTo>
                  <a:pt x="200" y="261"/>
                </a:lnTo>
                <a:lnTo>
                  <a:pt x="177" y="352"/>
                </a:lnTo>
                <a:cubicBezTo>
                  <a:pt x="162" y="411"/>
                  <a:pt x="154" y="442"/>
                  <a:pt x="154" y="445"/>
                </a:cubicBezTo>
                <a:cubicBezTo>
                  <a:pt x="154" y="451"/>
                  <a:pt x="176" y="455"/>
                  <a:pt x="218" y="455"/>
                </a:cubicBezTo>
                <a:lnTo>
                  <a:pt x="236" y="455"/>
                </a:lnTo>
                <a:cubicBezTo>
                  <a:pt x="239" y="457"/>
                  <a:pt x="240" y="459"/>
                  <a:pt x="240" y="460"/>
                </a:cubicBezTo>
                <a:cubicBezTo>
                  <a:pt x="240" y="460"/>
                  <a:pt x="240" y="465"/>
                  <a:pt x="239" y="474"/>
                </a:cubicBezTo>
                <a:cubicBezTo>
                  <a:pt x="237" y="480"/>
                  <a:pt x="234" y="485"/>
                  <a:pt x="232" y="487"/>
                </a:cubicBezTo>
                <a:lnTo>
                  <a:pt x="219" y="487"/>
                </a:lnTo>
                <a:cubicBezTo>
                  <a:pt x="200" y="486"/>
                  <a:pt x="164" y="486"/>
                  <a:pt x="111" y="486"/>
                </a:cubicBezTo>
                <a:cubicBezTo>
                  <a:pt x="80" y="486"/>
                  <a:pt x="57" y="486"/>
                  <a:pt x="41" y="486"/>
                </a:cubicBezTo>
                <a:cubicBezTo>
                  <a:pt x="24" y="486"/>
                  <a:pt x="15" y="486"/>
                  <a:pt x="14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7" name=""/>
          <p:cNvSpPr/>
          <p:nvPr/>
        </p:nvSpPr>
        <p:spPr>
          <a:xfrm>
            <a:off x="8205120" y="2801160"/>
            <a:ext cx="72720" cy="121680"/>
          </a:xfrm>
          <a:custGeom>
            <a:avLst/>
            <a:gdLst/>
            <a:ahLst/>
            <a:rect l="0" t="0" r="r" b="b"/>
            <a:pathLst>
              <a:path w="202" h="338">
                <a:moveTo>
                  <a:pt x="31" y="121"/>
                </a:moveTo>
                <a:cubicBezTo>
                  <a:pt x="20" y="121"/>
                  <a:pt x="13" y="118"/>
                  <a:pt x="8" y="111"/>
                </a:cubicBezTo>
                <a:cubicBezTo>
                  <a:pt x="2" y="105"/>
                  <a:pt x="0" y="97"/>
                  <a:pt x="0" y="88"/>
                </a:cubicBezTo>
                <a:cubicBezTo>
                  <a:pt x="0" y="65"/>
                  <a:pt x="9" y="44"/>
                  <a:pt x="28" y="26"/>
                </a:cubicBezTo>
                <a:cubicBezTo>
                  <a:pt x="45" y="9"/>
                  <a:pt x="68" y="0"/>
                  <a:pt x="94" y="0"/>
                </a:cubicBezTo>
                <a:cubicBezTo>
                  <a:pt x="125" y="0"/>
                  <a:pt x="151" y="9"/>
                  <a:pt x="171" y="28"/>
                </a:cubicBezTo>
                <a:cubicBezTo>
                  <a:pt x="192" y="47"/>
                  <a:pt x="202" y="72"/>
                  <a:pt x="202" y="102"/>
                </a:cubicBezTo>
                <a:cubicBezTo>
                  <a:pt x="202" y="117"/>
                  <a:pt x="199" y="131"/>
                  <a:pt x="192" y="144"/>
                </a:cubicBezTo>
                <a:cubicBezTo>
                  <a:pt x="186" y="157"/>
                  <a:pt x="177" y="169"/>
                  <a:pt x="168" y="178"/>
                </a:cubicBezTo>
                <a:cubicBezTo>
                  <a:pt x="159" y="188"/>
                  <a:pt x="145" y="201"/>
                  <a:pt x="128" y="216"/>
                </a:cubicBezTo>
                <a:cubicBezTo>
                  <a:pt x="115" y="226"/>
                  <a:pt x="99" y="242"/>
                  <a:pt x="77" y="262"/>
                </a:cubicBezTo>
                <a:lnTo>
                  <a:pt x="47" y="291"/>
                </a:lnTo>
                <a:lnTo>
                  <a:pt x="86" y="291"/>
                </a:lnTo>
                <a:cubicBezTo>
                  <a:pt x="139" y="291"/>
                  <a:pt x="167" y="290"/>
                  <a:pt x="170" y="289"/>
                </a:cubicBezTo>
                <a:cubicBezTo>
                  <a:pt x="172" y="288"/>
                  <a:pt x="176" y="273"/>
                  <a:pt x="182" y="244"/>
                </a:cubicBezTo>
                <a:lnTo>
                  <a:pt x="182" y="242"/>
                </a:lnTo>
                <a:lnTo>
                  <a:pt x="202" y="242"/>
                </a:lnTo>
                <a:lnTo>
                  <a:pt x="202" y="244"/>
                </a:lnTo>
                <a:cubicBezTo>
                  <a:pt x="202" y="245"/>
                  <a:pt x="200" y="260"/>
                  <a:pt x="196" y="290"/>
                </a:cubicBezTo>
                <a:cubicBezTo>
                  <a:pt x="192" y="319"/>
                  <a:pt x="189" y="335"/>
                  <a:pt x="188" y="336"/>
                </a:cubicBezTo>
                <a:lnTo>
                  <a:pt x="188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4"/>
                </a:cubicBezTo>
                <a:cubicBezTo>
                  <a:pt x="5" y="312"/>
                  <a:pt x="10" y="306"/>
                  <a:pt x="18" y="297"/>
                </a:cubicBezTo>
                <a:cubicBezTo>
                  <a:pt x="29" y="286"/>
                  <a:pt x="37" y="276"/>
                  <a:pt x="44" y="268"/>
                </a:cubicBezTo>
                <a:cubicBezTo>
                  <a:pt x="47" y="265"/>
                  <a:pt x="53" y="259"/>
                  <a:pt x="61" y="250"/>
                </a:cubicBezTo>
                <a:cubicBezTo>
                  <a:pt x="70" y="241"/>
                  <a:pt x="76" y="234"/>
                  <a:pt x="79" y="231"/>
                </a:cubicBezTo>
                <a:cubicBezTo>
                  <a:pt x="82" y="228"/>
                  <a:pt x="87" y="222"/>
                  <a:pt x="93" y="214"/>
                </a:cubicBezTo>
                <a:cubicBezTo>
                  <a:pt x="100" y="207"/>
                  <a:pt x="105" y="201"/>
                  <a:pt x="107" y="197"/>
                </a:cubicBezTo>
                <a:cubicBezTo>
                  <a:pt x="110" y="193"/>
                  <a:pt x="114" y="188"/>
                  <a:pt x="119" y="182"/>
                </a:cubicBezTo>
                <a:cubicBezTo>
                  <a:pt x="124" y="176"/>
                  <a:pt x="128" y="170"/>
                  <a:pt x="130" y="166"/>
                </a:cubicBezTo>
                <a:cubicBezTo>
                  <a:pt x="132" y="161"/>
                  <a:pt x="134" y="157"/>
                  <a:pt x="137" y="151"/>
                </a:cubicBezTo>
                <a:cubicBezTo>
                  <a:pt x="140" y="146"/>
                  <a:pt x="142" y="140"/>
                  <a:pt x="144" y="135"/>
                </a:cubicBezTo>
                <a:cubicBezTo>
                  <a:pt x="145" y="130"/>
                  <a:pt x="146" y="125"/>
                  <a:pt x="147" y="120"/>
                </a:cubicBezTo>
                <a:cubicBezTo>
                  <a:pt x="148" y="114"/>
                  <a:pt x="149" y="109"/>
                  <a:pt x="149" y="102"/>
                </a:cubicBezTo>
                <a:cubicBezTo>
                  <a:pt x="149" y="81"/>
                  <a:pt x="143" y="63"/>
                  <a:pt x="132" y="47"/>
                </a:cubicBezTo>
                <a:cubicBezTo>
                  <a:pt x="120" y="32"/>
                  <a:pt x="104" y="24"/>
                  <a:pt x="83" y="24"/>
                </a:cubicBezTo>
                <a:cubicBezTo>
                  <a:pt x="72" y="24"/>
                  <a:pt x="62" y="27"/>
                  <a:pt x="53" y="32"/>
                </a:cubicBezTo>
                <a:cubicBezTo>
                  <a:pt x="45" y="38"/>
                  <a:pt x="39" y="44"/>
                  <a:pt x="36" y="49"/>
                </a:cubicBezTo>
                <a:cubicBezTo>
                  <a:pt x="32" y="54"/>
                  <a:pt x="31" y="58"/>
                  <a:pt x="31" y="59"/>
                </a:cubicBezTo>
                <a:lnTo>
                  <a:pt x="33" y="59"/>
                </a:lnTo>
                <a:cubicBezTo>
                  <a:pt x="39" y="59"/>
                  <a:pt x="45" y="62"/>
                  <a:pt x="52" y="66"/>
                </a:cubicBezTo>
                <a:cubicBezTo>
                  <a:pt x="58" y="71"/>
                  <a:pt x="61" y="79"/>
                  <a:pt x="61" y="89"/>
                </a:cubicBezTo>
                <a:cubicBezTo>
                  <a:pt x="61" y="98"/>
                  <a:pt x="59" y="105"/>
                  <a:pt x="53" y="111"/>
                </a:cubicBezTo>
                <a:cubicBezTo>
                  <a:pt x="48" y="117"/>
                  <a:pt x="40" y="120"/>
                  <a:pt x="31" y="1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8" name=""/>
          <p:cNvSpPr/>
          <p:nvPr/>
        </p:nvSpPr>
        <p:spPr>
          <a:xfrm>
            <a:off x="8337600" y="2533320"/>
            <a:ext cx="10440" cy="572400"/>
          </a:xfrm>
          <a:custGeom>
            <a:avLst/>
            <a:gdLst/>
            <a:ahLst/>
            <a:rect l="0" t="0" r="r" b="b"/>
            <a:pathLst>
              <a:path w="29" h="1590">
                <a:moveTo>
                  <a:pt x="0" y="1590"/>
                </a:moveTo>
                <a:lnTo>
                  <a:pt x="0" y="795"/>
                </a:lnTo>
                <a:lnTo>
                  <a:pt x="0" y="0"/>
                </a:lnTo>
                <a:lnTo>
                  <a:pt x="29" y="0"/>
                </a:lnTo>
                <a:lnTo>
                  <a:pt x="29" y="1590"/>
                </a:lnTo>
                <a:lnTo>
                  <a:pt x="0" y="159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571320" y="2014560"/>
            <a:ext cx="36482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Kantorovich-Rubinstein Duality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714240" y="3395520"/>
            <a:ext cx="33634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Heterogeneity Bound (Proposition 2)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51" name=""/>
          <p:cNvSpPr/>
          <p:nvPr/>
        </p:nvSpPr>
        <p:spPr>
          <a:xfrm>
            <a:off x="1804680" y="3930120"/>
            <a:ext cx="128880" cy="114480"/>
          </a:xfrm>
          <a:custGeom>
            <a:avLst/>
            <a:gdLst/>
            <a:ahLst/>
            <a:rect l="0" t="0" r="r" b="b"/>
            <a:pathLst>
              <a:path w="358" h="318">
                <a:moveTo>
                  <a:pt x="15" y="106"/>
                </a:moveTo>
                <a:cubicBezTo>
                  <a:pt x="5" y="106"/>
                  <a:pt x="0" y="103"/>
                  <a:pt x="0" y="99"/>
                </a:cubicBezTo>
                <a:cubicBezTo>
                  <a:pt x="0" y="95"/>
                  <a:pt x="7" y="85"/>
                  <a:pt x="19" y="67"/>
                </a:cubicBezTo>
                <a:cubicBezTo>
                  <a:pt x="32" y="50"/>
                  <a:pt x="45" y="35"/>
                  <a:pt x="58" y="24"/>
                </a:cubicBezTo>
                <a:cubicBezTo>
                  <a:pt x="75" y="10"/>
                  <a:pt x="90" y="3"/>
                  <a:pt x="105" y="1"/>
                </a:cubicBezTo>
                <a:cubicBezTo>
                  <a:pt x="107" y="0"/>
                  <a:pt x="147" y="0"/>
                  <a:pt x="226" y="0"/>
                </a:cubicBezTo>
                <a:cubicBezTo>
                  <a:pt x="302" y="0"/>
                  <a:pt x="341" y="0"/>
                  <a:pt x="344" y="1"/>
                </a:cubicBezTo>
                <a:cubicBezTo>
                  <a:pt x="353" y="3"/>
                  <a:pt x="358" y="10"/>
                  <a:pt x="358" y="21"/>
                </a:cubicBezTo>
                <a:cubicBezTo>
                  <a:pt x="358" y="28"/>
                  <a:pt x="356" y="34"/>
                  <a:pt x="351" y="40"/>
                </a:cubicBezTo>
                <a:cubicBezTo>
                  <a:pt x="347" y="46"/>
                  <a:pt x="342" y="50"/>
                  <a:pt x="335" y="51"/>
                </a:cubicBezTo>
                <a:cubicBezTo>
                  <a:pt x="332" y="52"/>
                  <a:pt x="309" y="53"/>
                  <a:pt x="266" y="53"/>
                </a:cubicBezTo>
                <a:cubicBezTo>
                  <a:pt x="223" y="53"/>
                  <a:pt x="202" y="53"/>
                  <a:pt x="202" y="54"/>
                </a:cubicBezTo>
                <a:cubicBezTo>
                  <a:pt x="202" y="55"/>
                  <a:pt x="198" y="74"/>
                  <a:pt x="191" y="113"/>
                </a:cubicBezTo>
                <a:cubicBezTo>
                  <a:pt x="183" y="152"/>
                  <a:pt x="176" y="191"/>
                  <a:pt x="168" y="231"/>
                </a:cubicBezTo>
                <a:cubicBezTo>
                  <a:pt x="160" y="271"/>
                  <a:pt x="155" y="292"/>
                  <a:pt x="155" y="294"/>
                </a:cubicBezTo>
                <a:cubicBezTo>
                  <a:pt x="152" y="302"/>
                  <a:pt x="147" y="307"/>
                  <a:pt x="141" y="312"/>
                </a:cubicBezTo>
                <a:cubicBezTo>
                  <a:pt x="135" y="316"/>
                  <a:pt x="128" y="318"/>
                  <a:pt x="120" y="318"/>
                </a:cubicBezTo>
                <a:cubicBezTo>
                  <a:pt x="105" y="318"/>
                  <a:pt x="97" y="310"/>
                  <a:pt x="97" y="294"/>
                </a:cubicBezTo>
                <a:lnTo>
                  <a:pt x="97" y="287"/>
                </a:lnTo>
                <a:lnTo>
                  <a:pt x="132" y="172"/>
                </a:lnTo>
                <a:cubicBezTo>
                  <a:pt x="138" y="154"/>
                  <a:pt x="143" y="135"/>
                  <a:pt x="151" y="114"/>
                </a:cubicBezTo>
                <a:cubicBezTo>
                  <a:pt x="157" y="93"/>
                  <a:pt x="162" y="78"/>
                  <a:pt x="166" y="69"/>
                </a:cubicBezTo>
                <a:lnTo>
                  <a:pt x="170" y="54"/>
                </a:lnTo>
                <a:cubicBezTo>
                  <a:pt x="170" y="53"/>
                  <a:pt x="159" y="53"/>
                  <a:pt x="136" y="53"/>
                </a:cubicBezTo>
                <a:cubicBezTo>
                  <a:pt x="135" y="53"/>
                  <a:pt x="132" y="53"/>
                  <a:pt x="128" y="53"/>
                </a:cubicBezTo>
                <a:cubicBezTo>
                  <a:pt x="124" y="53"/>
                  <a:pt x="121" y="53"/>
                  <a:pt x="118" y="52"/>
                </a:cubicBezTo>
                <a:cubicBezTo>
                  <a:pt x="81" y="52"/>
                  <a:pt x="52" y="67"/>
                  <a:pt x="31" y="98"/>
                </a:cubicBezTo>
                <a:cubicBezTo>
                  <a:pt x="29" y="102"/>
                  <a:pt x="27" y="104"/>
                  <a:pt x="25" y="104"/>
                </a:cubicBezTo>
                <a:cubicBezTo>
                  <a:pt x="24" y="105"/>
                  <a:pt x="20" y="105"/>
                  <a:pt x="15" y="10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2" name=""/>
          <p:cNvSpPr/>
          <p:nvPr/>
        </p:nvSpPr>
        <p:spPr>
          <a:xfrm>
            <a:off x="1957320" y="3848040"/>
            <a:ext cx="61920" cy="257400"/>
          </a:xfrm>
          <a:custGeom>
            <a:avLst/>
            <a:gdLst/>
            <a:ahLst/>
            <a:rect l="0" t="0" r="r" b="b"/>
            <a:pathLst>
              <a:path w="172" h="715">
                <a:moveTo>
                  <a:pt x="0" y="357"/>
                </a:moveTo>
                <a:cubicBezTo>
                  <a:pt x="0" y="324"/>
                  <a:pt x="2" y="293"/>
                  <a:pt x="7" y="263"/>
                </a:cubicBezTo>
                <a:cubicBezTo>
                  <a:pt x="12" y="234"/>
                  <a:pt x="17" y="208"/>
                  <a:pt x="24" y="187"/>
                </a:cubicBezTo>
                <a:cubicBezTo>
                  <a:pt x="30" y="165"/>
                  <a:pt x="39" y="145"/>
                  <a:pt x="50" y="124"/>
                </a:cubicBezTo>
                <a:cubicBezTo>
                  <a:pt x="62" y="104"/>
                  <a:pt x="71" y="88"/>
                  <a:pt x="77" y="76"/>
                </a:cubicBezTo>
                <a:cubicBezTo>
                  <a:pt x="84" y="65"/>
                  <a:pt x="95" y="52"/>
                  <a:pt x="108" y="39"/>
                </a:cubicBezTo>
                <a:cubicBezTo>
                  <a:pt x="122" y="26"/>
                  <a:pt x="129" y="18"/>
                  <a:pt x="132" y="15"/>
                </a:cubicBezTo>
                <a:cubicBezTo>
                  <a:pt x="134" y="12"/>
                  <a:pt x="140" y="7"/>
                  <a:pt x="150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9" y="0"/>
                  <a:pt x="172" y="2"/>
                  <a:pt x="172" y="6"/>
                </a:cubicBezTo>
                <a:cubicBezTo>
                  <a:pt x="172" y="8"/>
                  <a:pt x="168" y="13"/>
                  <a:pt x="160" y="21"/>
                </a:cubicBezTo>
                <a:cubicBezTo>
                  <a:pt x="152" y="30"/>
                  <a:pt x="142" y="42"/>
                  <a:pt x="130" y="59"/>
                </a:cubicBezTo>
                <a:cubicBezTo>
                  <a:pt x="119" y="76"/>
                  <a:pt x="107" y="96"/>
                  <a:pt x="95" y="120"/>
                </a:cubicBezTo>
                <a:cubicBezTo>
                  <a:pt x="82" y="145"/>
                  <a:pt x="72" y="178"/>
                  <a:pt x="64" y="219"/>
                </a:cubicBezTo>
                <a:cubicBezTo>
                  <a:pt x="56" y="261"/>
                  <a:pt x="52" y="307"/>
                  <a:pt x="52" y="357"/>
                </a:cubicBezTo>
                <a:cubicBezTo>
                  <a:pt x="52" y="409"/>
                  <a:pt x="56" y="454"/>
                  <a:pt x="64" y="495"/>
                </a:cubicBezTo>
                <a:cubicBezTo>
                  <a:pt x="72" y="536"/>
                  <a:pt x="82" y="569"/>
                  <a:pt x="95" y="595"/>
                </a:cubicBezTo>
                <a:cubicBezTo>
                  <a:pt x="106" y="620"/>
                  <a:pt x="118" y="640"/>
                  <a:pt x="130" y="656"/>
                </a:cubicBezTo>
                <a:cubicBezTo>
                  <a:pt x="142" y="672"/>
                  <a:pt x="152" y="684"/>
                  <a:pt x="160" y="694"/>
                </a:cubicBezTo>
                <a:cubicBezTo>
                  <a:pt x="168" y="704"/>
                  <a:pt x="172" y="709"/>
                  <a:pt x="172" y="709"/>
                </a:cubicBezTo>
                <a:cubicBezTo>
                  <a:pt x="172" y="713"/>
                  <a:pt x="168" y="715"/>
                  <a:pt x="161" y="715"/>
                </a:cubicBezTo>
                <a:lnTo>
                  <a:pt x="159" y="715"/>
                </a:lnTo>
                <a:lnTo>
                  <a:pt x="150" y="715"/>
                </a:lnTo>
                <a:lnTo>
                  <a:pt x="130" y="698"/>
                </a:lnTo>
                <a:cubicBezTo>
                  <a:pt x="84" y="658"/>
                  <a:pt x="51" y="607"/>
                  <a:pt x="31" y="547"/>
                </a:cubicBezTo>
                <a:cubicBezTo>
                  <a:pt x="10" y="486"/>
                  <a:pt x="0" y="423"/>
                  <a:pt x="0" y="35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3" name=""/>
          <p:cNvSpPr/>
          <p:nvPr/>
        </p:nvSpPr>
        <p:spPr>
          <a:xfrm>
            <a:off x="2042280" y="392724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2" y="109"/>
                </a:moveTo>
                <a:cubicBezTo>
                  <a:pt x="15" y="89"/>
                  <a:pt x="28" y="66"/>
                  <a:pt x="51" y="40"/>
                </a:cubicBezTo>
                <a:cubicBezTo>
                  <a:pt x="74" y="14"/>
                  <a:pt x="102" y="0"/>
                  <a:pt x="135" y="0"/>
                </a:cubicBezTo>
                <a:cubicBezTo>
                  <a:pt x="151" y="0"/>
                  <a:pt x="167" y="4"/>
                  <a:pt x="180" y="13"/>
                </a:cubicBezTo>
                <a:cubicBezTo>
                  <a:pt x="194" y="21"/>
                  <a:pt x="204" y="32"/>
                  <a:pt x="211" y="45"/>
                </a:cubicBezTo>
                <a:cubicBezTo>
                  <a:pt x="231" y="15"/>
                  <a:pt x="255" y="0"/>
                  <a:pt x="283" y="0"/>
                </a:cubicBezTo>
                <a:cubicBezTo>
                  <a:pt x="301" y="0"/>
                  <a:pt x="316" y="5"/>
                  <a:pt x="329" y="16"/>
                </a:cubicBezTo>
                <a:cubicBezTo>
                  <a:pt x="342" y="26"/>
                  <a:pt x="349" y="40"/>
                  <a:pt x="349" y="58"/>
                </a:cubicBezTo>
                <a:cubicBezTo>
                  <a:pt x="349" y="72"/>
                  <a:pt x="346" y="83"/>
                  <a:pt x="339" y="91"/>
                </a:cubicBezTo>
                <a:cubicBezTo>
                  <a:pt x="332" y="100"/>
                  <a:pt x="326" y="105"/>
                  <a:pt x="320" y="107"/>
                </a:cubicBezTo>
                <a:cubicBezTo>
                  <a:pt x="314" y="109"/>
                  <a:pt x="308" y="110"/>
                  <a:pt x="303" y="110"/>
                </a:cubicBezTo>
                <a:cubicBezTo>
                  <a:pt x="294" y="110"/>
                  <a:pt x="287" y="107"/>
                  <a:pt x="281" y="102"/>
                </a:cubicBezTo>
                <a:cubicBezTo>
                  <a:pt x="275" y="97"/>
                  <a:pt x="273" y="90"/>
                  <a:pt x="273" y="81"/>
                </a:cubicBezTo>
                <a:cubicBezTo>
                  <a:pt x="273" y="59"/>
                  <a:pt x="284" y="44"/>
                  <a:pt x="308" y="36"/>
                </a:cubicBezTo>
                <a:cubicBezTo>
                  <a:pt x="303" y="30"/>
                  <a:pt x="294" y="27"/>
                  <a:pt x="280" y="27"/>
                </a:cubicBezTo>
                <a:cubicBezTo>
                  <a:pt x="274" y="27"/>
                  <a:pt x="269" y="27"/>
                  <a:pt x="266" y="28"/>
                </a:cubicBezTo>
                <a:cubicBezTo>
                  <a:pt x="248" y="36"/>
                  <a:pt x="235" y="52"/>
                  <a:pt x="226" y="76"/>
                </a:cubicBezTo>
                <a:cubicBezTo>
                  <a:pt x="198" y="181"/>
                  <a:pt x="183" y="243"/>
                  <a:pt x="183" y="261"/>
                </a:cubicBezTo>
                <a:cubicBezTo>
                  <a:pt x="183" y="274"/>
                  <a:pt x="187" y="284"/>
                  <a:pt x="195" y="290"/>
                </a:cubicBezTo>
                <a:cubicBezTo>
                  <a:pt x="202" y="295"/>
                  <a:pt x="211" y="298"/>
                  <a:pt x="220" y="298"/>
                </a:cubicBezTo>
                <a:cubicBezTo>
                  <a:pt x="237" y="298"/>
                  <a:pt x="255" y="290"/>
                  <a:pt x="272" y="275"/>
                </a:cubicBezTo>
                <a:cubicBezTo>
                  <a:pt x="289" y="259"/>
                  <a:pt x="301" y="240"/>
                  <a:pt x="307" y="216"/>
                </a:cubicBezTo>
                <a:cubicBezTo>
                  <a:pt x="308" y="211"/>
                  <a:pt x="310" y="208"/>
                  <a:pt x="311" y="208"/>
                </a:cubicBezTo>
                <a:cubicBezTo>
                  <a:pt x="313" y="207"/>
                  <a:pt x="316" y="207"/>
                  <a:pt x="323" y="206"/>
                </a:cubicBezTo>
                <a:lnTo>
                  <a:pt x="325" y="206"/>
                </a:lnTo>
                <a:cubicBezTo>
                  <a:pt x="333" y="206"/>
                  <a:pt x="336" y="208"/>
                  <a:pt x="336" y="212"/>
                </a:cubicBezTo>
                <a:cubicBezTo>
                  <a:pt x="336" y="213"/>
                  <a:pt x="336" y="215"/>
                  <a:pt x="335" y="220"/>
                </a:cubicBezTo>
                <a:cubicBezTo>
                  <a:pt x="327" y="248"/>
                  <a:pt x="312" y="272"/>
                  <a:pt x="290" y="293"/>
                </a:cubicBezTo>
                <a:cubicBezTo>
                  <a:pt x="269" y="314"/>
                  <a:pt x="243" y="325"/>
                  <a:pt x="214" y="325"/>
                </a:cubicBezTo>
                <a:cubicBezTo>
                  <a:pt x="181" y="325"/>
                  <a:pt x="155" y="310"/>
                  <a:pt x="138" y="280"/>
                </a:cubicBezTo>
                <a:cubicBezTo>
                  <a:pt x="119" y="309"/>
                  <a:pt x="96" y="324"/>
                  <a:pt x="71" y="324"/>
                </a:cubicBezTo>
                <a:lnTo>
                  <a:pt x="66" y="324"/>
                </a:lnTo>
                <a:cubicBezTo>
                  <a:pt x="42" y="324"/>
                  <a:pt x="26" y="318"/>
                  <a:pt x="16" y="305"/>
                </a:cubicBezTo>
                <a:cubicBezTo>
                  <a:pt x="6" y="293"/>
                  <a:pt x="0" y="280"/>
                  <a:pt x="0" y="266"/>
                </a:cubicBezTo>
                <a:cubicBezTo>
                  <a:pt x="0" y="251"/>
                  <a:pt x="4" y="238"/>
                  <a:pt x="14" y="228"/>
                </a:cubicBezTo>
                <a:cubicBezTo>
                  <a:pt x="23" y="218"/>
                  <a:pt x="33" y="214"/>
                  <a:pt x="46" y="214"/>
                </a:cubicBezTo>
                <a:cubicBezTo>
                  <a:pt x="66" y="214"/>
                  <a:pt x="77" y="224"/>
                  <a:pt x="77" y="245"/>
                </a:cubicBezTo>
                <a:cubicBezTo>
                  <a:pt x="77" y="254"/>
                  <a:pt x="75" y="262"/>
                  <a:pt x="68" y="270"/>
                </a:cubicBezTo>
                <a:cubicBezTo>
                  <a:pt x="62" y="277"/>
                  <a:pt x="57" y="281"/>
                  <a:pt x="51" y="284"/>
                </a:cubicBezTo>
                <a:cubicBezTo>
                  <a:pt x="46" y="286"/>
                  <a:pt x="43" y="287"/>
                  <a:pt x="42" y="287"/>
                </a:cubicBezTo>
                <a:lnTo>
                  <a:pt x="40" y="288"/>
                </a:lnTo>
                <a:cubicBezTo>
                  <a:pt x="40" y="289"/>
                  <a:pt x="41" y="290"/>
                  <a:pt x="44" y="291"/>
                </a:cubicBezTo>
                <a:cubicBezTo>
                  <a:pt x="47" y="292"/>
                  <a:pt x="51" y="294"/>
                  <a:pt x="56" y="296"/>
                </a:cubicBezTo>
                <a:cubicBezTo>
                  <a:pt x="60" y="298"/>
                  <a:pt x="65" y="299"/>
                  <a:pt x="69" y="298"/>
                </a:cubicBezTo>
                <a:cubicBezTo>
                  <a:pt x="87" y="298"/>
                  <a:pt x="102" y="287"/>
                  <a:pt x="115" y="266"/>
                </a:cubicBezTo>
                <a:cubicBezTo>
                  <a:pt x="119" y="258"/>
                  <a:pt x="124" y="242"/>
                  <a:pt x="131" y="216"/>
                </a:cubicBezTo>
                <a:cubicBezTo>
                  <a:pt x="138" y="192"/>
                  <a:pt x="144" y="166"/>
                  <a:pt x="151" y="139"/>
                </a:cubicBezTo>
                <a:cubicBezTo>
                  <a:pt x="158" y="113"/>
                  <a:pt x="162" y="97"/>
                  <a:pt x="162" y="92"/>
                </a:cubicBezTo>
                <a:cubicBezTo>
                  <a:pt x="165" y="79"/>
                  <a:pt x="166" y="70"/>
                  <a:pt x="166" y="64"/>
                </a:cubicBezTo>
                <a:cubicBezTo>
                  <a:pt x="166" y="51"/>
                  <a:pt x="162" y="41"/>
                  <a:pt x="155" y="36"/>
                </a:cubicBezTo>
                <a:cubicBezTo>
                  <a:pt x="148" y="30"/>
                  <a:pt x="140" y="27"/>
                  <a:pt x="131" y="27"/>
                </a:cubicBezTo>
                <a:cubicBezTo>
                  <a:pt x="112" y="27"/>
                  <a:pt x="94" y="35"/>
                  <a:pt x="77" y="50"/>
                </a:cubicBezTo>
                <a:cubicBezTo>
                  <a:pt x="60" y="65"/>
                  <a:pt x="48" y="85"/>
                  <a:pt x="41" y="108"/>
                </a:cubicBezTo>
                <a:cubicBezTo>
                  <a:pt x="40" y="113"/>
                  <a:pt x="39" y="115"/>
                  <a:pt x="38" y="116"/>
                </a:cubicBezTo>
                <a:cubicBezTo>
                  <a:pt x="36" y="116"/>
                  <a:pt x="33" y="117"/>
                  <a:pt x="26" y="117"/>
                </a:cubicBezTo>
                <a:lnTo>
                  <a:pt x="16" y="117"/>
                </a:lnTo>
                <a:cubicBezTo>
                  <a:pt x="14" y="114"/>
                  <a:pt x="12" y="112"/>
                  <a:pt x="12" y="10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4" name=""/>
          <p:cNvSpPr/>
          <p:nvPr/>
        </p:nvSpPr>
        <p:spPr>
          <a:xfrm>
            <a:off x="2194560" y="3848040"/>
            <a:ext cx="61920" cy="257400"/>
          </a:xfrm>
          <a:custGeom>
            <a:avLst/>
            <a:gdLst/>
            <a:ahLst/>
            <a:rect l="0" t="0" r="r" b="b"/>
            <a:pathLst>
              <a:path w="172" h="715">
                <a:moveTo>
                  <a:pt x="4" y="0"/>
                </a:moveTo>
                <a:lnTo>
                  <a:pt x="7" y="0"/>
                </a:lnTo>
                <a:cubicBezTo>
                  <a:pt x="9" y="0"/>
                  <a:pt x="11" y="0"/>
                  <a:pt x="14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7" y="57"/>
                  <a:pt x="121" y="108"/>
                  <a:pt x="141" y="168"/>
                </a:cubicBezTo>
                <a:cubicBezTo>
                  <a:pt x="162" y="229"/>
                  <a:pt x="172" y="292"/>
                  <a:pt x="172" y="357"/>
                </a:cubicBezTo>
                <a:cubicBezTo>
                  <a:pt x="172" y="390"/>
                  <a:pt x="170" y="422"/>
                  <a:pt x="165" y="452"/>
                </a:cubicBezTo>
                <a:cubicBezTo>
                  <a:pt x="160" y="482"/>
                  <a:pt x="155" y="507"/>
                  <a:pt x="148" y="528"/>
                </a:cubicBezTo>
                <a:cubicBezTo>
                  <a:pt x="142" y="549"/>
                  <a:pt x="133" y="570"/>
                  <a:pt x="122" y="591"/>
                </a:cubicBezTo>
                <a:cubicBezTo>
                  <a:pt x="110" y="612"/>
                  <a:pt x="100" y="628"/>
                  <a:pt x="94" y="639"/>
                </a:cubicBezTo>
                <a:cubicBezTo>
                  <a:pt x="87" y="650"/>
                  <a:pt x="77" y="662"/>
                  <a:pt x="64" y="675"/>
                </a:cubicBezTo>
                <a:cubicBezTo>
                  <a:pt x="52" y="689"/>
                  <a:pt x="44" y="697"/>
                  <a:pt x="42" y="699"/>
                </a:cubicBezTo>
                <a:cubicBezTo>
                  <a:pt x="39" y="701"/>
                  <a:pt x="34" y="706"/>
                  <a:pt x="25" y="713"/>
                </a:cubicBezTo>
                <a:cubicBezTo>
                  <a:pt x="24" y="714"/>
                  <a:pt x="23" y="715"/>
                  <a:pt x="22" y="715"/>
                </a:cubicBezTo>
                <a:lnTo>
                  <a:pt x="14" y="715"/>
                </a:lnTo>
                <a:cubicBezTo>
                  <a:pt x="10" y="715"/>
                  <a:pt x="7" y="715"/>
                  <a:pt x="6" y="715"/>
                </a:cubicBezTo>
                <a:cubicBezTo>
                  <a:pt x="4" y="715"/>
                  <a:pt x="3" y="715"/>
                  <a:pt x="2" y="713"/>
                </a:cubicBezTo>
                <a:cubicBezTo>
                  <a:pt x="1" y="712"/>
                  <a:pt x="1" y="710"/>
                  <a:pt x="0" y="707"/>
                </a:cubicBezTo>
                <a:cubicBezTo>
                  <a:pt x="1" y="706"/>
                  <a:pt x="3" y="703"/>
                  <a:pt x="8" y="698"/>
                </a:cubicBezTo>
                <a:cubicBezTo>
                  <a:pt x="82" y="621"/>
                  <a:pt x="120" y="508"/>
                  <a:pt x="120" y="357"/>
                </a:cubicBezTo>
                <a:cubicBezTo>
                  <a:pt x="120" y="207"/>
                  <a:pt x="82" y="94"/>
                  <a:pt x="8" y="18"/>
                </a:cubicBezTo>
                <a:cubicBezTo>
                  <a:pt x="3" y="12"/>
                  <a:pt x="1" y="9"/>
                  <a:pt x="0" y="8"/>
                </a:cubicBezTo>
                <a:cubicBezTo>
                  <a:pt x="0" y="4"/>
                  <a:pt x="1" y="2"/>
                  <a:pt x="4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714240" y="3828960"/>
            <a:ext cx="1099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If the CATE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56" name=""/>
          <p:cNvSpPr/>
          <p:nvPr/>
        </p:nvSpPr>
        <p:spPr>
          <a:xfrm>
            <a:off x="5980320" y="386712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0" y="32"/>
                </a:moveTo>
                <a:cubicBezTo>
                  <a:pt x="124" y="32"/>
                  <a:pt x="115" y="32"/>
                  <a:pt x="114" y="30"/>
                </a:cubicBezTo>
                <a:cubicBezTo>
                  <a:pt x="114" y="29"/>
                  <a:pt x="114" y="27"/>
                  <a:pt x="114" y="24"/>
                </a:cubicBezTo>
                <a:cubicBezTo>
                  <a:pt x="114" y="12"/>
                  <a:pt x="116" y="5"/>
                  <a:pt x="121" y="0"/>
                </a:cubicBezTo>
                <a:cubicBezTo>
                  <a:pt x="122" y="0"/>
                  <a:pt x="126" y="0"/>
                  <a:pt x="132" y="0"/>
                </a:cubicBezTo>
                <a:cubicBezTo>
                  <a:pt x="158" y="1"/>
                  <a:pt x="188" y="2"/>
                  <a:pt x="223" y="2"/>
                </a:cubicBezTo>
                <a:cubicBezTo>
                  <a:pt x="291" y="2"/>
                  <a:pt x="330" y="1"/>
                  <a:pt x="340" y="0"/>
                </a:cubicBezTo>
                <a:lnTo>
                  <a:pt x="348" y="0"/>
                </a:lnTo>
                <a:cubicBezTo>
                  <a:pt x="351" y="2"/>
                  <a:pt x="353" y="5"/>
                  <a:pt x="353" y="6"/>
                </a:cubicBezTo>
                <a:cubicBezTo>
                  <a:pt x="353" y="7"/>
                  <a:pt x="352" y="12"/>
                  <a:pt x="351" y="19"/>
                </a:cubicBezTo>
                <a:cubicBezTo>
                  <a:pt x="349" y="26"/>
                  <a:pt x="347" y="31"/>
                  <a:pt x="345" y="32"/>
                </a:cubicBezTo>
                <a:lnTo>
                  <a:pt x="318" y="32"/>
                </a:lnTo>
                <a:cubicBezTo>
                  <a:pt x="284" y="33"/>
                  <a:pt x="264" y="35"/>
                  <a:pt x="259" y="39"/>
                </a:cubicBezTo>
                <a:cubicBezTo>
                  <a:pt x="255" y="41"/>
                  <a:pt x="252" y="47"/>
                  <a:pt x="249" y="59"/>
                </a:cubicBezTo>
                <a:cubicBezTo>
                  <a:pt x="245" y="70"/>
                  <a:pt x="229" y="133"/>
                  <a:pt x="201" y="248"/>
                </a:cubicBezTo>
                <a:cubicBezTo>
                  <a:pt x="193" y="280"/>
                  <a:pt x="185" y="312"/>
                  <a:pt x="176" y="347"/>
                </a:cubicBezTo>
                <a:cubicBezTo>
                  <a:pt x="168" y="382"/>
                  <a:pt x="161" y="408"/>
                  <a:pt x="157" y="426"/>
                </a:cubicBezTo>
                <a:lnTo>
                  <a:pt x="151" y="452"/>
                </a:lnTo>
                <a:cubicBezTo>
                  <a:pt x="151" y="454"/>
                  <a:pt x="153" y="455"/>
                  <a:pt x="157" y="455"/>
                </a:cubicBezTo>
                <a:cubicBezTo>
                  <a:pt x="161" y="455"/>
                  <a:pt x="175" y="455"/>
                  <a:pt x="199" y="456"/>
                </a:cubicBezTo>
                <a:lnTo>
                  <a:pt x="211" y="456"/>
                </a:lnTo>
                <a:cubicBezTo>
                  <a:pt x="227" y="456"/>
                  <a:pt x="239" y="456"/>
                  <a:pt x="248" y="455"/>
                </a:cubicBezTo>
                <a:cubicBezTo>
                  <a:pt x="257" y="455"/>
                  <a:pt x="269" y="453"/>
                  <a:pt x="283" y="450"/>
                </a:cubicBezTo>
                <a:cubicBezTo>
                  <a:pt x="298" y="447"/>
                  <a:pt x="310" y="443"/>
                  <a:pt x="320" y="437"/>
                </a:cubicBezTo>
                <a:cubicBezTo>
                  <a:pt x="329" y="432"/>
                  <a:pt x="340" y="424"/>
                  <a:pt x="351" y="413"/>
                </a:cubicBezTo>
                <a:cubicBezTo>
                  <a:pt x="363" y="403"/>
                  <a:pt x="373" y="389"/>
                  <a:pt x="381" y="374"/>
                </a:cubicBezTo>
                <a:cubicBezTo>
                  <a:pt x="389" y="359"/>
                  <a:pt x="396" y="343"/>
                  <a:pt x="403" y="326"/>
                </a:cubicBezTo>
                <a:cubicBezTo>
                  <a:pt x="409" y="308"/>
                  <a:pt x="413" y="298"/>
                  <a:pt x="415" y="296"/>
                </a:cubicBezTo>
                <a:cubicBezTo>
                  <a:pt x="417" y="294"/>
                  <a:pt x="421" y="294"/>
                  <a:pt x="427" y="294"/>
                </a:cubicBezTo>
                <a:lnTo>
                  <a:pt x="436" y="294"/>
                </a:lnTo>
                <a:cubicBezTo>
                  <a:pt x="439" y="298"/>
                  <a:pt x="440" y="301"/>
                  <a:pt x="440" y="302"/>
                </a:cubicBezTo>
                <a:cubicBezTo>
                  <a:pt x="440" y="302"/>
                  <a:pt x="436" y="317"/>
                  <a:pt x="426" y="344"/>
                </a:cubicBezTo>
                <a:cubicBezTo>
                  <a:pt x="417" y="371"/>
                  <a:pt x="406" y="399"/>
                  <a:pt x="395" y="429"/>
                </a:cubicBezTo>
                <a:cubicBezTo>
                  <a:pt x="383" y="460"/>
                  <a:pt x="377" y="477"/>
                  <a:pt x="376" y="482"/>
                </a:cubicBezTo>
                <a:cubicBezTo>
                  <a:pt x="375" y="485"/>
                  <a:pt x="374" y="486"/>
                  <a:pt x="373" y="487"/>
                </a:cubicBezTo>
                <a:cubicBezTo>
                  <a:pt x="372" y="487"/>
                  <a:pt x="369" y="488"/>
                  <a:pt x="362" y="489"/>
                </a:cubicBezTo>
                <a:cubicBezTo>
                  <a:pt x="355" y="490"/>
                  <a:pt x="345" y="490"/>
                  <a:pt x="331" y="490"/>
                </a:cubicBezTo>
                <a:cubicBezTo>
                  <a:pt x="326" y="490"/>
                  <a:pt x="308" y="490"/>
                  <a:pt x="276" y="490"/>
                </a:cubicBezTo>
                <a:cubicBezTo>
                  <a:pt x="245" y="490"/>
                  <a:pt x="215" y="489"/>
                  <a:pt x="187" y="489"/>
                </a:cubicBezTo>
                <a:lnTo>
                  <a:pt x="60" y="489"/>
                </a:lnTo>
                <a:cubicBezTo>
                  <a:pt x="20" y="489"/>
                  <a:pt x="0" y="486"/>
                  <a:pt x="0" y="482"/>
                </a:cubicBezTo>
                <a:cubicBezTo>
                  <a:pt x="0" y="478"/>
                  <a:pt x="0" y="475"/>
                  <a:pt x="1" y="472"/>
                </a:cubicBezTo>
                <a:cubicBezTo>
                  <a:pt x="4" y="463"/>
                  <a:pt x="6" y="458"/>
                  <a:pt x="8" y="457"/>
                </a:cubicBezTo>
                <a:cubicBezTo>
                  <a:pt x="10" y="456"/>
                  <a:pt x="14" y="456"/>
                  <a:pt x="19" y="456"/>
                </a:cubicBezTo>
                <a:lnTo>
                  <a:pt x="23" y="456"/>
                </a:lnTo>
                <a:cubicBezTo>
                  <a:pt x="36" y="456"/>
                  <a:pt x="51" y="455"/>
                  <a:pt x="66" y="454"/>
                </a:cubicBezTo>
                <a:cubicBezTo>
                  <a:pt x="73" y="452"/>
                  <a:pt x="78" y="450"/>
                  <a:pt x="80" y="445"/>
                </a:cubicBezTo>
                <a:cubicBezTo>
                  <a:pt x="81" y="443"/>
                  <a:pt x="98" y="377"/>
                  <a:pt x="131" y="245"/>
                </a:cubicBezTo>
                <a:cubicBezTo>
                  <a:pt x="164" y="115"/>
                  <a:pt x="181" y="46"/>
                  <a:pt x="181" y="39"/>
                </a:cubicBezTo>
                <a:cubicBezTo>
                  <a:pt x="181" y="36"/>
                  <a:pt x="167" y="33"/>
                  <a:pt x="140" y="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2284200" y="3828960"/>
            <a:ext cx="3695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is Lipschitz continuous with constant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58" name=""/>
          <p:cNvSpPr/>
          <p:nvPr/>
        </p:nvSpPr>
        <p:spPr>
          <a:xfrm>
            <a:off x="3832200" y="4257720"/>
            <a:ext cx="10800" cy="257400"/>
          </a:xfrm>
          <a:custGeom>
            <a:avLst/>
            <a:gdLst/>
            <a:ahLst/>
            <a:rect l="0" t="0" r="r" b="b"/>
            <a:pathLst>
              <a:path w="30" h="715">
                <a:moveTo>
                  <a:pt x="15" y="715"/>
                </a:moveTo>
                <a:lnTo>
                  <a:pt x="14" y="715"/>
                </a:lnTo>
                <a:cubicBezTo>
                  <a:pt x="7" y="715"/>
                  <a:pt x="3" y="712"/>
                  <a:pt x="0" y="705"/>
                </a:cubicBezTo>
                <a:lnTo>
                  <a:pt x="0" y="356"/>
                </a:lnTo>
                <a:lnTo>
                  <a:pt x="1" y="9"/>
                </a:lnTo>
                <a:cubicBezTo>
                  <a:pt x="6" y="3"/>
                  <a:pt x="11" y="0"/>
                  <a:pt x="15" y="0"/>
                </a:cubicBezTo>
                <a:cubicBezTo>
                  <a:pt x="22" y="0"/>
                  <a:pt x="26" y="3"/>
                  <a:pt x="30" y="10"/>
                </a:cubicBezTo>
                <a:lnTo>
                  <a:pt x="30" y="705"/>
                </a:lnTo>
                <a:cubicBezTo>
                  <a:pt x="26" y="712"/>
                  <a:pt x="22" y="715"/>
                  <a:pt x="17" y="715"/>
                </a:cubicBezTo>
                <a:lnTo>
                  <a:pt x="15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9" name=""/>
          <p:cNvSpPr/>
          <p:nvPr/>
        </p:nvSpPr>
        <p:spPr>
          <a:xfrm>
            <a:off x="3877920" y="4339440"/>
            <a:ext cx="128520" cy="114840"/>
          </a:xfrm>
          <a:custGeom>
            <a:avLst/>
            <a:gdLst/>
            <a:ahLst/>
            <a:rect l="0" t="0" r="r" b="b"/>
            <a:pathLst>
              <a:path w="357" h="319">
                <a:moveTo>
                  <a:pt x="15" y="106"/>
                </a:moveTo>
                <a:cubicBezTo>
                  <a:pt x="5" y="106"/>
                  <a:pt x="0" y="103"/>
                  <a:pt x="0" y="98"/>
                </a:cubicBezTo>
                <a:cubicBezTo>
                  <a:pt x="0" y="95"/>
                  <a:pt x="6" y="85"/>
                  <a:pt x="19" y="67"/>
                </a:cubicBezTo>
                <a:cubicBezTo>
                  <a:pt x="32" y="49"/>
                  <a:pt x="45" y="35"/>
                  <a:pt x="57" y="24"/>
                </a:cubicBezTo>
                <a:cubicBezTo>
                  <a:pt x="74" y="11"/>
                  <a:pt x="91" y="4"/>
                  <a:pt x="105" y="2"/>
                </a:cubicBezTo>
                <a:cubicBezTo>
                  <a:pt x="108" y="1"/>
                  <a:pt x="148" y="0"/>
                  <a:pt x="225" y="0"/>
                </a:cubicBezTo>
                <a:cubicBezTo>
                  <a:pt x="301" y="0"/>
                  <a:pt x="341" y="1"/>
                  <a:pt x="343" y="2"/>
                </a:cubicBezTo>
                <a:cubicBezTo>
                  <a:pt x="353" y="4"/>
                  <a:pt x="357" y="11"/>
                  <a:pt x="357" y="21"/>
                </a:cubicBezTo>
                <a:cubicBezTo>
                  <a:pt x="357" y="28"/>
                  <a:pt x="355" y="34"/>
                  <a:pt x="351" y="40"/>
                </a:cubicBezTo>
                <a:cubicBezTo>
                  <a:pt x="347" y="45"/>
                  <a:pt x="341" y="49"/>
                  <a:pt x="334" y="51"/>
                </a:cubicBezTo>
                <a:cubicBezTo>
                  <a:pt x="332" y="52"/>
                  <a:pt x="309" y="53"/>
                  <a:pt x="266" y="53"/>
                </a:cubicBezTo>
                <a:cubicBezTo>
                  <a:pt x="223" y="53"/>
                  <a:pt x="201" y="53"/>
                  <a:pt x="201" y="54"/>
                </a:cubicBezTo>
                <a:cubicBezTo>
                  <a:pt x="201" y="55"/>
                  <a:pt x="197" y="74"/>
                  <a:pt x="190" y="113"/>
                </a:cubicBezTo>
                <a:cubicBezTo>
                  <a:pt x="183" y="152"/>
                  <a:pt x="175" y="192"/>
                  <a:pt x="167" y="232"/>
                </a:cubicBezTo>
                <a:cubicBezTo>
                  <a:pt x="159" y="272"/>
                  <a:pt x="155" y="293"/>
                  <a:pt x="154" y="295"/>
                </a:cubicBezTo>
                <a:cubicBezTo>
                  <a:pt x="152" y="302"/>
                  <a:pt x="148" y="308"/>
                  <a:pt x="141" y="312"/>
                </a:cubicBezTo>
                <a:cubicBezTo>
                  <a:pt x="135" y="317"/>
                  <a:pt x="128" y="319"/>
                  <a:pt x="121" y="319"/>
                </a:cubicBezTo>
                <a:cubicBezTo>
                  <a:pt x="105" y="319"/>
                  <a:pt x="97" y="311"/>
                  <a:pt x="97" y="295"/>
                </a:cubicBezTo>
                <a:lnTo>
                  <a:pt x="97" y="288"/>
                </a:lnTo>
                <a:lnTo>
                  <a:pt x="133" y="172"/>
                </a:lnTo>
                <a:cubicBezTo>
                  <a:pt x="138" y="155"/>
                  <a:pt x="144" y="135"/>
                  <a:pt x="150" y="114"/>
                </a:cubicBezTo>
                <a:cubicBezTo>
                  <a:pt x="156" y="93"/>
                  <a:pt x="161" y="78"/>
                  <a:pt x="165" y="68"/>
                </a:cubicBezTo>
                <a:lnTo>
                  <a:pt x="169" y="53"/>
                </a:lnTo>
                <a:cubicBezTo>
                  <a:pt x="169" y="53"/>
                  <a:pt x="158" y="53"/>
                  <a:pt x="136" y="53"/>
                </a:cubicBezTo>
                <a:cubicBezTo>
                  <a:pt x="135" y="53"/>
                  <a:pt x="133" y="53"/>
                  <a:pt x="129" y="53"/>
                </a:cubicBezTo>
                <a:cubicBezTo>
                  <a:pt x="124" y="53"/>
                  <a:pt x="121" y="52"/>
                  <a:pt x="119" y="52"/>
                </a:cubicBezTo>
                <a:cubicBezTo>
                  <a:pt x="80" y="52"/>
                  <a:pt x="51" y="67"/>
                  <a:pt x="30" y="98"/>
                </a:cubicBezTo>
                <a:cubicBezTo>
                  <a:pt x="28" y="101"/>
                  <a:pt x="26" y="104"/>
                  <a:pt x="25" y="104"/>
                </a:cubicBezTo>
                <a:cubicBezTo>
                  <a:pt x="23" y="105"/>
                  <a:pt x="20" y="105"/>
                  <a:pt x="15" y="10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0" name=""/>
          <p:cNvSpPr/>
          <p:nvPr/>
        </p:nvSpPr>
        <p:spPr>
          <a:xfrm>
            <a:off x="3905280" y="4298040"/>
            <a:ext cx="93240" cy="11880"/>
          </a:xfrm>
          <a:custGeom>
            <a:avLst/>
            <a:gdLst/>
            <a:ahLst/>
            <a:rect l="0" t="0" r="r" b="b"/>
            <a:pathLst>
              <a:path w="259" h="33">
                <a:moveTo>
                  <a:pt x="0" y="33"/>
                </a:moveTo>
                <a:lnTo>
                  <a:pt x="0" y="0"/>
                </a:lnTo>
                <a:lnTo>
                  <a:pt x="259" y="0"/>
                </a:lnTo>
                <a:lnTo>
                  <a:pt x="259" y="33"/>
                </a:lnTo>
                <a:lnTo>
                  <a:pt x="0" y="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1" name=""/>
          <p:cNvSpPr/>
          <p:nvPr/>
        </p:nvSpPr>
        <p:spPr>
          <a:xfrm>
            <a:off x="4009320" y="436788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6" y="45"/>
                </a:moveTo>
                <a:lnTo>
                  <a:pt x="60" y="47"/>
                </a:lnTo>
                <a:cubicBezTo>
                  <a:pt x="55" y="49"/>
                  <a:pt x="48" y="51"/>
                  <a:pt x="40" y="52"/>
                </a:cubicBezTo>
                <a:cubicBezTo>
                  <a:pt x="31" y="54"/>
                  <a:pt x="20" y="55"/>
                  <a:pt x="9" y="56"/>
                </a:cubicBezTo>
                <a:lnTo>
                  <a:pt x="0" y="56"/>
                </a:lnTo>
                <a:lnTo>
                  <a:pt x="0" y="33"/>
                </a:lnTo>
                <a:lnTo>
                  <a:pt x="9" y="33"/>
                </a:lnTo>
                <a:cubicBezTo>
                  <a:pt x="26" y="32"/>
                  <a:pt x="41" y="29"/>
                  <a:pt x="54" y="25"/>
                </a:cubicBezTo>
                <a:cubicBezTo>
                  <a:pt x="68" y="21"/>
                  <a:pt x="77" y="17"/>
                  <a:pt x="83" y="13"/>
                </a:cubicBezTo>
                <a:cubicBezTo>
                  <a:pt x="88" y="9"/>
                  <a:pt x="93" y="5"/>
                  <a:pt x="97" y="2"/>
                </a:cubicBezTo>
                <a:cubicBezTo>
                  <a:pt x="97" y="1"/>
                  <a:pt x="99" y="0"/>
                  <a:pt x="103" y="0"/>
                </a:cubicBezTo>
                <a:cubicBezTo>
                  <a:pt x="106" y="0"/>
                  <a:pt x="109" y="1"/>
                  <a:pt x="111" y="3"/>
                </a:cubicBezTo>
                <a:lnTo>
                  <a:pt x="111" y="155"/>
                </a:lnTo>
                <a:lnTo>
                  <a:pt x="112" y="307"/>
                </a:lnTo>
                <a:cubicBezTo>
                  <a:pt x="114" y="309"/>
                  <a:pt x="116" y="311"/>
                  <a:pt x="118" y="312"/>
                </a:cubicBezTo>
                <a:cubicBezTo>
                  <a:pt x="120" y="312"/>
                  <a:pt x="124" y="313"/>
                  <a:pt x="130" y="314"/>
                </a:cubicBezTo>
                <a:cubicBezTo>
                  <a:pt x="136" y="314"/>
                  <a:pt x="147" y="315"/>
                  <a:pt x="161" y="315"/>
                </a:cubicBezTo>
                <a:lnTo>
                  <a:pt x="175" y="315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5" y="336"/>
                  <a:pt x="89" y="336"/>
                </a:cubicBezTo>
                <a:cubicBezTo>
                  <a:pt x="43" y="336"/>
                  <a:pt x="15" y="337"/>
                  <a:pt x="8" y="338"/>
                </a:cubicBezTo>
                <a:lnTo>
                  <a:pt x="2" y="338"/>
                </a:lnTo>
                <a:lnTo>
                  <a:pt x="2" y="315"/>
                </a:lnTo>
                <a:lnTo>
                  <a:pt x="15" y="315"/>
                </a:lnTo>
                <a:cubicBezTo>
                  <a:pt x="24" y="315"/>
                  <a:pt x="30" y="315"/>
                  <a:pt x="36" y="315"/>
                </a:cubicBezTo>
                <a:cubicBezTo>
                  <a:pt x="41" y="315"/>
                  <a:pt x="45" y="314"/>
                  <a:pt x="48" y="314"/>
                </a:cubicBezTo>
                <a:cubicBezTo>
                  <a:pt x="51" y="314"/>
                  <a:pt x="54" y="313"/>
                  <a:pt x="56" y="313"/>
                </a:cubicBezTo>
                <a:cubicBezTo>
                  <a:pt x="59" y="312"/>
                  <a:pt x="60" y="312"/>
                  <a:pt x="60" y="312"/>
                </a:cubicBezTo>
                <a:cubicBezTo>
                  <a:pt x="61" y="312"/>
                  <a:pt x="62" y="311"/>
                  <a:pt x="63" y="309"/>
                </a:cubicBezTo>
                <a:cubicBezTo>
                  <a:pt x="65" y="307"/>
                  <a:pt x="66" y="307"/>
                  <a:pt x="66" y="307"/>
                </a:cubicBezTo>
                <a:lnTo>
                  <a:pt x="66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2" name=""/>
          <p:cNvSpPr/>
          <p:nvPr/>
        </p:nvSpPr>
        <p:spPr>
          <a:xfrm>
            <a:off x="4176720" y="4381200"/>
            <a:ext cx="157320" cy="10440"/>
          </a:xfrm>
          <a:custGeom>
            <a:avLst/>
            <a:gdLst/>
            <a:ahLst/>
            <a:rect l="0" t="0" r="r" b="b"/>
            <a:pathLst>
              <a:path w="437" h="29">
                <a:moveTo>
                  <a:pt x="10" y="0"/>
                </a:moveTo>
                <a:lnTo>
                  <a:pt x="427" y="0"/>
                </a:lnTo>
                <a:cubicBezTo>
                  <a:pt x="434" y="3"/>
                  <a:pt x="437" y="8"/>
                  <a:pt x="437" y="14"/>
                </a:cubicBezTo>
                <a:cubicBezTo>
                  <a:pt x="437" y="20"/>
                  <a:pt x="434" y="25"/>
                  <a:pt x="427" y="29"/>
                </a:cubicBezTo>
                <a:lnTo>
                  <a:pt x="10" y="29"/>
                </a:lnTo>
                <a:cubicBezTo>
                  <a:pt x="3" y="26"/>
                  <a:pt x="0" y="20"/>
                  <a:pt x="0" y="14"/>
                </a:cubicBezTo>
                <a:cubicBezTo>
                  <a:pt x="0" y="8"/>
                  <a:pt x="3" y="3"/>
                  <a:pt x="1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3" name=""/>
          <p:cNvSpPr/>
          <p:nvPr/>
        </p:nvSpPr>
        <p:spPr>
          <a:xfrm>
            <a:off x="4417200" y="4339440"/>
            <a:ext cx="128880" cy="114840"/>
          </a:xfrm>
          <a:custGeom>
            <a:avLst/>
            <a:gdLst/>
            <a:ahLst/>
            <a:rect l="0" t="0" r="r" b="b"/>
            <a:pathLst>
              <a:path w="358" h="319">
                <a:moveTo>
                  <a:pt x="16" y="106"/>
                </a:moveTo>
                <a:cubicBezTo>
                  <a:pt x="5" y="106"/>
                  <a:pt x="0" y="103"/>
                  <a:pt x="0" y="98"/>
                </a:cubicBezTo>
                <a:cubicBezTo>
                  <a:pt x="0" y="95"/>
                  <a:pt x="6" y="85"/>
                  <a:pt x="20" y="67"/>
                </a:cubicBezTo>
                <a:cubicBezTo>
                  <a:pt x="33" y="49"/>
                  <a:pt x="46" y="35"/>
                  <a:pt x="59" y="24"/>
                </a:cubicBezTo>
                <a:cubicBezTo>
                  <a:pt x="76" y="11"/>
                  <a:pt x="91" y="4"/>
                  <a:pt x="105" y="2"/>
                </a:cubicBezTo>
                <a:cubicBezTo>
                  <a:pt x="108" y="1"/>
                  <a:pt x="148" y="0"/>
                  <a:pt x="225" y="0"/>
                </a:cubicBezTo>
                <a:cubicBezTo>
                  <a:pt x="302" y="0"/>
                  <a:pt x="341" y="1"/>
                  <a:pt x="343" y="2"/>
                </a:cubicBezTo>
                <a:cubicBezTo>
                  <a:pt x="353" y="4"/>
                  <a:pt x="358" y="11"/>
                  <a:pt x="358" y="21"/>
                </a:cubicBezTo>
                <a:cubicBezTo>
                  <a:pt x="358" y="28"/>
                  <a:pt x="356" y="34"/>
                  <a:pt x="351" y="40"/>
                </a:cubicBezTo>
                <a:cubicBezTo>
                  <a:pt x="347" y="45"/>
                  <a:pt x="342" y="49"/>
                  <a:pt x="335" y="51"/>
                </a:cubicBezTo>
                <a:cubicBezTo>
                  <a:pt x="332" y="52"/>
                  <a:pt x="309" y="53"/>
                  <a:pt x="266" y="53"/>
                </a:cubicBezTo>
                <a:cubicBezTo>
                  <a:pt x="223" y="53"/>
                  <a:pt x="202" y="53"/>
                  <a:pt x="202" y="54"/>
                </a:cubicBezTo>
                <a:cubicBezTo>
                  <a:pt x="201" y="55"/>
                  <a:pt x="198" y="74"/>
                  <a:pt x="190" y="113"/>
                </a:cubicBezTo>
                <a:cubicBezTo>
                  <a:pt x="183" y="152"/>
                  <a:pt x="176" y="192"/>
                  <a:pt x="168" y="232"/>
                </a:cubicBezTo>
                <a:cubicBezTo>
                  <a:pt x="159" y="272"/>
                  <a:pt x="155" y="293"/>
                  <a:pt x="155" y="295"/>
                </a:cubicBezTo>
                <a:cubicBezTo>
                  <a:pt x="152" y="302"/>
                  <a:pt x="148" y="308"/>
                  <a:pt x="142" y="312"/>
                </a:cubicBezTo>
                <a:cubicBezTo>
                  <a:pt x="136" y="317"/>
                  <a:pt x="129" y="319"/>
                  <a:pt x="121" y="319"/>
                </a:cubicBezTo>
                <a:cubicBezTo>
                  <a:pt x="105" y="319"/>
                  <a:pt x="98" y="311"/>
                  <a:pt x="98" y="295"/>
                </a:cubicBezTo>
                <a:lnTo>
                  <a:pt x="98" y="288"/>
                </a:lnTo>
                <a:lnTo>
                  <a:pt x="133" y="172"/>
                </a:lnTo>
                <a:cubicBezTo>
                  <a:pt x="139" y="155"/>
                  <a:pt x="144" y="135"/>
                  <a:pt x="150" y="114"/>
                </a:cubicBezTo>
                <a:cubicBezTo>
                  <a:pt x="157" y="93"/>
                  <a:pt x="162" y="78"/>
                  <a:pt x="165" y="68"/>
                </a:cubicBezTo>
                <a:lnTo>
                  <a:pt x="170" y="53"/>
                </a:lnTo>
                <a:cubicBezTo>
                  <a:pt x="170" y="53"/>
                  <a:pt x="159" y="53"/>
                  <a:pt x="137" y="53"/>
                </a:cubicBezTo>
                <a:cubicBezTo>
                  <a:pt x="136" y="53"/>
                  <a:pt x="133" y="53"/>
                  <a:pt x="129" y="53"/>
                </a:cubicBezTo>
                <a:cubicBezTo>
                  <a:pt x="125" y="53"/>
                  <a:pt x="121" y="52"/>
                  <a:pt x="119" y="52"/>
                </a:cubicBezTo>
                <a:cubicBezTo>
                  <a:pt x="82" y="52"/>
                  <a:pt x="53" y="67"/>
                  <a:pt x="32" y="98"/>
                </a:cubicBezTo>
                <a:cubicBezTo>
                  <a:pt x="29" y="101"/>
                  <a:pt x="27" y="104"/>
                  <a:pt x="26" y="104"/>
                </a:cubicBezTo>
                <a:cubicBezTo>
                  <a:pt x="25" y="105"/>
                  <a:pt x="21" y="105"/>
                  <a:pt x="16" y="10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4" name=""/>
          <p:cNvSpPr/>
          <p:nvPr/>
        </p:nvSpPr>
        <p:spPr>
          <a:xfrm>
            <a:off x="4444920" y="4298040"/>
            <a:ext cx="93240" cy="11880"/>
          </a:xfrm>
          <a:custGeom>
            <a:avLst/>
            <a:gdLst/>
            <a:ahLst/>
            <a:rect l="0" t="0" r="r" b="b"/>
            <a:pathLst>
              <a:path w="259" h="33">
                <a:moveTo>
                  <a:pt x="0" y="33"/>
                </a:moveTo>
                <a:lnTo>
                  <a:pt x="0" y="0"/>
                </a:lnTo>
                <a:lnTo>
                  <a:pt x="259" y="0"/>
                </a:lnTo>
                <a:lnTo>
                  <a:pt x="259" y="33"/>
                </a:lnTo>
                <a:lnTo>
                  <a:pt x="0" y="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5" name=""/>
          <p:cNvSpPr/>
          <p:nvPr/>
        </p:nvSpPr>
        <p:spPr>
          <a:xfrm>
            <a:off x="4542480" y="4367880"/>
            <a:ext cx="73080" cy="121680"/>
          </a:xfrm>
          <a:custGeom>
            <a:avLst/>
            <a:gdLst/>
            <a:ahLst/>
            <a:rect l="0" t="0" r="r" b="b"/>
            <a:pathLst>
              <a:path w="203" h="338">
                <a:moveTo>
                  <a:pt x="30" y="120"/>
                </a:moveTo>
                <a:cubicBezTo>
                  <a:pt x="21" y="120"/>
                  <a:pt x="14" y="117"/>
                  <a:pt x="8" y="111"/>
                </a:cubicBezTo>
                <a:cubicBezTo>
                  <a:pt x="3" y="105"/>
                  <a:pt x="0" y="97"/>
                  <a:pt x="0" y="89"/>
                </a:cubicBezTo>
                <a:cubicBezTo>
                  <a:pt x="0" y="65"/>
                  <a:pt x="9" y="44"/>
                  <a:pt x="27" y="26"/>
                </a:cubicBezTo>
                <a:cubicBezTo>
                  <a:pt x="45" y="9"/>
                  <a:pt x="67" y="0"/>
                  <a:pt x="94" y="0"/>
                </a:cubicBezTo>
                <a:cubicBezTo>
                  <a:pt x="125" y="0"/>
                  <a:pt x="151" y="10"/>
                  <a:pt x="172" y="28"/>
                </a:cubicBezTo>
                <a:cubicBezTo>
                  <a:pt x="192" y="47"/>
                  <a:pt x="203" y="72"/>
                  <a:pt x="203" y="102"/>
                </a:cubicBezTo>
                <a:cubicBezTo>
                  <a:pt x="203" y="116"/>
                  <a:pt x="200" y="130"/>
                  <a:pt x="193" y="144"/>
                </a:cubicBezTo>
                <a:cubicBezTo>
                  <a:pt x="186" y="157"/>
                  <a:pt x="178" y="169"/>
                  <a:pt x="169" y="179"/>
                </a:cubicBezTo>
                <a:cubicBezTo>
                  <a:pt x="159" y="188"/>
                  <a:pt x="145" y="201"/>
                  <a:pt x="127" y="216"/>
                </a:cubicBezTo>
                <a:cubicBezTo>
                  <a:pt x="115" y="226"/>
                  <a:pt x="98" y="242"/>
                  <a:pt x="77" y="262"/>
                </a:cubicBezTo>
                <a:lnTo>
                  <a:pt x="47" y="291"/>
                </a:lnTo>
                <a:lnTo>
                  <a:pt x="85" y="291"/>
                </a:lnTo>
                <a:cubicBezTo>
                  <a:pt x="138" y="291"/>
                  <a:pt x="167" y="290"/>
                  <a:pt x="171" y="289"/>
                </a:cubicBezTo>
                <a:cubicBezTo>
                  <a:pt x="173" y="288"/>
                  <a:pt x="177" y="273"/>
                  <a:pt x="183" y="244"/>
                </a:cubicBezTo>
                <a:lnTo>
                  <a:pt x="183" y="242"/>
                </a:lnTo>
                <a:lnTo>
                  <a:pt x="203" y="242"/>
                </a:lnTo>
                <a:lnTo>
                  <a:pt x="203" y="244"/>
                </a:lnTo>
                <a:cubicBezTo>
                  <a:pt x="203" y="245"/>
                  <a:pt x="201" y="260"/>
                  <a:pt x="197" y="290"/>
                </a:cubicBezTo>
                <a:cubicBezTo>
                  <a:pt x="192" y="319"/>
                  <a:pt x="190" y="335"/>
                  <a:pt x="189" y="336"/>
                </a:cubicBezTo>
                <a:lnTo>
                  <a:pt x="189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5"/>
                </a:cubicBezTo>
                <a:cubicBezTo>
                  <a:pt x="5" y="312"/>
                  <a:pt x="11" y="306"/>
                  <a:pt x="19" y="297"/>
                </a:cubicBezTo>
                <a:cubicBezTo>
                  <a:pt x="28" y="286"/>
                  <a:pt x="37" y="277"/>
                  <a:pt x="44" y="269"/>
                </a:cubicBezTo>
                <a:cubicBezTo>
                  <a:pt x="47" y="265"/>
                  <a:pt x="53" y="259"/>
                  <a:pt x="61" y="250"/>
                </a:cubicBezTo>
                <a:cubicBezTo>
                  <a:pt x="69" y="241"/>
                  <a:pt x="75" y="235"/>
                  <a:pt x="78" y="231"/>
                </a:cubicBezTo>
                <a:cubicBezTo>
                  <a:pt x="81" y="228"/>
                  <a:pt x="86" y="222"/>
                  <a:pt x="93" y="214"/>
                </a:cubicBezTo>
                <a:cubicBezTo>
                  <a:pt x="100" y="207"/>
                  <a:pt x="104" y="201"/>
                  <a:pt x="107" y="197"/>
                </a:cubicBezTo>
                <a:cubicBezTo>
                  <a:pt x="110" y="194"/>
                  <a:pt x="114" y="189"/>
                  <a:pt x="119" y="182"/>
                </a:cubicBezTo>
                <a:cubicBezTo>
                  <a:pt x="124" y="176"/>
                  <a:pt x="127" y="170"/>
                  <a:pt x="129" y="166"/>
                </a:cubicBezTo>
                <a:cubicBezTo>
                  <a:pt x="131" y="162"/>
                  <a:pt x="134" y="157"/>
                  <a:pt x="137" y="151"/>
                </a:cubicBezTo>
                <a:cubicBezTo>
                  <a:pt x="140" y="146"/>
                  <a:pt x="142" y="140"/>
                  <a:pt x="143" y="135"/>
                </a:cubicBezTo>
                <a:cubicBezTo>
                  <a:pt x="145" y="129"/>
                  <a:pt x="147" y="124"/>
                  <a:pt x="148" y="119"/>
                </a:cubicBezTo>
                <a:cubicBezTo>
                  <a:pt x="149" y="114"/>
                  <a:pt x="150" y="109"/>
                  <a:pt x="150" y="102"/>
                </a:cubicBezTo>
                <a:cubicBezTo>
                  <a:pt x="150" y="81"/>
                  <a:pt x="143" y="63"/>
                  <a:pt x="131" y="47"/>
                </a:cubicBezTo>
                <a:cubicBezTo>
                  <a:pt x="120" y="32"/>
                  <a:pt x="104" y="24"/>
                  <a:pt x="82" y="24"/>
                </a:cubicBezTo>
                <a:cubicBezTo>
                  <a:pt x="71" y="24"/>
                  <a:pt x="61" y="27"/>
                  <a:pt x="53" y="33"/>
                </a:cubicBezTo>
                <a:cubicBezTo>
                  <a:pt x="45" y="38"/>
                  <a:pt x="39" y="44"/>
                  <a:pt x="35" y="49"/>
                </a:cubicBezTo>
                <a:cubicBezTo>
                  <a:pt x="32" y="55"/>
                  <a:pt x="30" y="58"/>
                  <a:pt x="30" y="59"/>
                </a:cubicBezTo>
                <a:cubicBezTo>
                  <a:pt x="30" y="59"/>
                  <a:pt x="31" y="59"/>
                  <a:pt x="33" y="59"/>
                </a:cubicBezTo>
                <a:cubicBezTo>
                  <a:pt x="39" y="59"/>
                  <a:pt x="45" y="62"/>
                  <a:pt x="51" y="66"/>
                </a:cubicBezTo>
                <a:cubicBezTo>
                  <a:pt x="58" y="71"/>
                  <a:pt x="61" y="79"/>
                  <a:pt x="61" y="90"/>
                </a:cubicBezTo>
                <a:cubicBezTo>
                  <a:pt x="61" y="98"/>
                  <a:pt x="58" y="105"/>
                  <a:pt x="53" y="111"/>
                </a:cubicBezTo>
                <a:cubicBezTo>
                  <a:pt x="48" y="117"/>
                  <a:pt x="40" y="120"/>
                  <a:pt x="30" y="1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6" name=""/>
          <p:cNvSpPr/>
          <p:nvPr/>
        </p:nvSpPr>
        <p:spPr>
          <a:xfrm>
            <a:off x="4668120" y="4257720"/>
            <a:ext cx="10440" cy="257400"/>
          </a:xfrm>
          <a:custGeom>
            <a:avLst/>
            <a:gdLst/>
            <a:ahLst/>
            <a:rect l="0" t="0" r="r" b="b"/>
            <a:pathLst>
              <a:path w="29" h="715">
                <a:moveTo>
                  <a:pt x="15" y="715"/>
                </a:moveTo>
                <a:lnTo>
                  <a:pt x="14" y="715"/>
                </a:lnTo>
                <a:cubicBezTo>
                  <a:pt x="7" y="715"/>
                  <a:pt x="3" y="712"/>
                  <a:pt x="0" y="705"/>
                </a:cubicBezTo>
                <a:lnTo>
                  <a:pt x="0" y="356"/>
                </a:lnTo>
                <a:lnTo>
                  <a:pt x="0" y="9"/>
                </a:lnTo>
                <a:cubicBezTo>
                  <a:pt x="5" y="3"/>
                  <a:pt x="10" y="0"/>
                  <a:pt x="15" y="0"/>
                </a:cubicBezTo>
                <a:cubicBezTo>
                  <a:pt x="21" y="0"/>
                  <a:pt x="26" y="3"/>
                  <a:pt x="29" y="10"/>
                </a:cubicBezTo>
                <a:lnTo>
                  <a:pt x="29" y="705"/>
                </a:lnTo>
                <a:cubicBezTo>
                  <a:pt x="26" y="712"/>
                  <a:pt x="21" y="715"/>
                  <a:pt x="16" y="715"/>
                </a:cubicBezTo>
                <a:lnTo>
                  <a:pt x="15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7" name=""/>
          <p:cNvSpPr/>
          <p:nvPr/>
        </p:nvSpPr>
        <p:spPr>
          <a:xfrm>
            <a:off x="4801680" y="4286880"/>
            <a:ext cx="157680" cy="199440"/>
          </a:xfrm>
          <a:custGeom>
            <a:avLst/>
            <a:gdLst/>
            <a:ahLst/>
            <a:rect l="0" t="0" r="r" b="b"/>
            <a:pathLst>
              <a:path w="438" h="554">
                <a:moveTo>
                  <a:pt x="424" y="0"/>
                </a:moveTo>
                <a:cubicBezTo>
                  <a:pt x="428" y="0"/>
                  <a:pt x="431" y="1"/>
                  <a:pt x="434" y="4"/>
                </a:cubicBezTo>
                <a:cubicBezTo>
                  <a:pt x="437" y="7"/>
                  <a:pt x="438" y="11"/>
                  <a:pt x="438" y="15"/>
                </a:cubicBezTo>
                <a:cubicBezTo>
                  <a:pt x="438" y="19"/>
                  <a:pt x="436" y="23"/>
                  <a:pt x="433" y="25"/>
                </a:cubicBezTo>
                <a:cubicBezTo>
                  <a:pt x="433" y="25"/>
                  <a:pt x="367" y="56"/>
                  <a:pt x="239" y="117"/>
                </a:cubicBezTo>
                <a:lnTo>
                  <a:pt x="49" y="207"/>
                </a:lnTo>
                <a:lnTo>
                  <a:pt x="226" y="292"/>
                </a:lnTo>
                <a:cubicBezTo>
                  <a:pt x="363" y="356"/>
                  <a:pt x="434" y="390"/>
                  <a:pt x="436" y="392"/>
                </a:cubicBezTo>
                <a:cubicBezTo>
                  <a:pt x="437" y="395"/>
                  <a:pt x="438" y="398"/>
                  <a:pt x="438" y="400"/>
                </a:cubicBezTo>
                <a:cubicBezTo>
                  <a:pt x="438" y="409"/>
                  <a:pt x="434" y="414"/>
                  <a:pt x="425" y="415"/>
                </a:cubicBezTo>
                <a:lnTo>
                  <a:pt x="421" y="415"/>
                </a:lnTo>
                <a:lnTo>
                  <a:pt x="214" y="317"/>
                </a:lnTo>
                <a:cubicBezTo>
                  <a:pt x="76" y="252"/>
                  <a:pt x="6" y="219"/>
                  <a:pt x="5" y="218"/>
                </a:cubicBezTo>
                <a:cubicBezTo>
                  <a:pt x="2" y="216"/>
                  <a:pt x="0" y="211"/>
                  <a:pt x="0" y="206"/>
                </a:cubicBezTo>
                <a:cubicBezTo>
                  <a:pt x="1" y="201"/>
                  <a:pt x="4" y="196"/>
                  <a:pt x="10" y="194"/>
                </a:cubicBezTo>
                <a:cubicBezTo>
                  <a:pt x="13" y="192"/>
                  <a:pt x="82" y="160"/>
                  <a:pt x="214" y="97"/>
                </a:cubicBezTo>
                <a:cubicBezTo>
                  <a:pt x="347" y="35"/>
                  <a:pt x="415" y="3"/>
                  <a:pt x="417" y="1"/>
                </a:cubicBezTo>
                <a:cubicBezTo>
                  <a:pt x="419" y="0"/>
                  <a:pt x="421" y="0"/>
                  <a:pt x="424" y="0"/>
                </a:cubicBezTo>
                <a:moveTo>
                  <a:pt x="1" y="540"/>
                </a:moveTo>
                <a:cubicBezTo>
                  <a:pt x="1" y="534"/>
                  <a:pt x="5" y="529"/>
                  <a:pt x="12" y="525"/>
                </a:cubicBezTo>
                <a:lnTo>
                  <a:pt x="427" y="525"/>
                </a:lnTo>
                <a:cubicBezTo>
                  <a:pt x="434" y="527"/>
                  <a:pt x="438" y="532"/>
                  <a:pt x="438" y="540"/>
                </a:cubicBezTo>
                <a:cubicBezTo>
                  <a:pt x="438" y="546"/>
                  <a:pt x="435" y="550"/>
                  <a:pt x="427" y="554"/>
                </a:cubicBezTo>
                <a:lnTo>
                  <a:pt x="11" y="554"/>
                </a:lnTo>
                <a:cubicBezTo>
                  <a:pt x="4" y="551"/>
                  <a:pt x="1" y="546"/>
                  <a:pt x="1" y="5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8" name=""/>
          <p:cNvSpPr/>
          <p:nvPr/>
        </p:nvSpPr>
        <p:spPr>
          <a:xfrm>
            <a:off x="5060520" y="4274640"/>
            <a:ext cx="158400" cy="176760"/>
          </a:xfrm>
          <a:custGeom>
            <a:avLst/>
            <a:gdLst/>
            <a:ahLst/>
            <a:rect l="0" t="0" r="r" b="b"/>
            <a:pathLst>
              <a:path w="440" h="491">
                <a:moveTo>
                  <a:pt x="140" y="33"/>
                </a:moveTo>
                <a:cubicBezTo>
                  <a:pt x="124" y="33"/>
                  <a:pt x="115" y="32"/>
                  <a:pt x="114" y="30"/>
                </a:cubicBezTo>
                <a:cubicBezTo>
                  <a:pt x="114" y="29"/>
                  <a:pt x="113" y="27"/>
                  <a:pt x="113" y="25"/>
                </a:cubicBezTo>
                <a:cubicBezTo>
                  <a:pt x="113" y="13"/>
                  <a:pt x="116" y="5"/>
                  <a:pt x="121" y="1"/>
                </a:cubicBezTo>
                <a:cubicBezTo>
                  <a:pt x="122" y="1"/>
                  <a:pt x="126" y="0"/>
                  <a:pt x="132" y="0"/>
                </a:cubicBezTo>
                <a:cubicBezTo>
                  <a:pt x="158" y="2"/>
                  <a:pt x="188" y="2"/>
                  <a:pt x="224" y="2"/>
                </a:cubicBezTo>
                <a:cubicBezTo>
                  <a:pt x="291" y="2"/>
                  <a:pt x="329" y="2"/>
                  <a:pt x="339" y="0"/>
                </a:cubicBezTo>
                <a:lnTo>
                  <a:pt x="348" y="0"/>
                </a:lnTo>
                <a:cubicBezTo>
                  <a:pt x="351" y="3"/>
                  <a:pt x="352" y="5"/>
                  <a:pt x="352" y="7"/>
                </a:cubicBezTo>
                <a:cubicBezTo>
                  <a:pt x="352" y="8"/>
                  <a:pt x="352" y="12"/>
                  <a:pt x="351" y="20"/>
                </a:cubicBezTo>
                <a:cubicBezTo>
                  <a:pt x="349" y="27"/>
                  <a:pt x="346" y="31"/>
                  <a:pt x="344" y="33"/>
                </a:cubicBezTo>
                <a:lnTo>
                  <a:pt x="317" y="33"/>
                </a:lnTo>
                <a:cubicBezTo>
                  <a:pt x="284" y="34"/>
                  <a:pt x="265" y="36"/>
                  <a:pt x="259" y="40"/>
                </a:cubicBezTo>
                <a:cubicBezTo>
                  <a:pt x="256" y="41"/>
                  <a:pt x="253" y="48"/>
                  <a:pt x="249" y="60"/>
                </a:cubicBezTo>
                <a:cubicBezTo>
                  <a:pt x="246" y="71"/>
                  <a:pt x="230" y="135"/>
                  <a:pt x="201" y="249"/>
                </a:cubicBezTo>
                <a:cubicBezTo>
                  <a:pt x="193" y="280"/>
                  <a:pt x="185" y="313"/>
                  <a:pt x="176" y="348"/>
                </a:cubicBezTo>
                <a:cubicBezTo>
                  <a:pt x="168" y="383"/>
                  <a:pt x="161" y="409"/>
                  <a:pt x="157" y="427"/>
                </a:cubicBezTo>
                <a:lnTo>
                  <a:pt x="150" y="452"/>
                </a:lnTo>
                <a:cubicBezTo>
                  <a:pt x="150" y="454"/>
                  <a:pt x="153" y="455"/>
                  <a:pt x="157" y="455"/>
                </a:cubicBezTo>
                <a:cubicBezTo>
                  <a:pt x="161" y="455"/>
                  <a:pt x="175" y="456"/>
                  <a:pt x="199" y="457"/>
                </a:cubicBezTo>
                <a:lnTo>
                  <a:pt x="212" y="457"/>
                </a:lnTo>
                <a:cubicBezTo>
                  <a:pt x="227" y="457"/>
                  <a:pt x="240" y="456"/>
                  <a:pt x="249" y="456"/>
                </a:cubicBezTo>
                <a:cubicBezTo>
                  <a:pt x="258" y="455"/>
                  <a:pt x="269" y="454"/>
                  <a:pt x="284" y="451"/>
                </a:cubicBezTo>
                <a:cubicBezTo>
                  <a:pt x="298" y="448"/>
                  <a:pt x="310" y="444"/>
                  <a:pt x="319" y="438"/>
                </a:cubicBezTo>
                <a:cubicBezTo>
                  <a:pt x="329" y="432"/>
                  <a:pt x="339" y="424"/>
                  <a:pt x="351" y="414"/>
                </a:cubicBezTo>
                <a:cubicBezTo>
                  <a:pt x="362" y="403"/>
                  <a:pt x="372" y="390"/>
                  <a:pt x="381" y="374"/>
                </a:cubicBezTo>
                <a:cubicBezTo>
                  <a:pt x="389" y="360"/>
                  <a:pt x="396" y="344"/>
                  <a:pt x="402" y="327"/>
                </a:cubicBezTo>
                <a:cubicBezTo>
                  <a:pt x="409" y="309"/>
                  <a:pt x="413" y="299"/>
                  <a:pt x="415" y="297"/>
                </a:cubicBezTo>
                <a:cubicBezTo>
                  <a:pt x="417" y="295"/>
                  <a:pt x="421" y="294"/>
                  <a:pt x="427" y="294"/>
                </a:cubicBezTo>
                <a:lnTo>
                  <a:pt x="436" y="294"/>
                </a:lnTo>
                <a:cubicBezTo>
                  <a:pt x="439" y="299"/>
                  <a:pt x="440" y="301"/>
                  <a:pt x="440" y="302"/>
                </a:cubicBezTo>
                <a:cubicBezTo>
                  <a:pt x="440" y="303"/>
                  <a:pt x="436" y="317"/>
                  <a:pt x="426" y="344"/>
                </a:cubicBezTo>
                <a:cubicBezTo>
                  <a:pt x="416" y="372"/>
                  <a:pt x="406" y="400"/>
                  <a:pt x="395" y="430"/>
                </a:cubicBezTo>
                <a:cubicBezTo>
                  <a:pt x="383" y="460"/>
                  <a:pt x="377" y="478"/>
                  <a:pt x="376" y="483"/>
                </a:cubicBezTo>
                <a:cubicBezTo>
                  <a:pt x="375" y="485"/>
                  <a:pt x="374" y="487"/>
                  <a:pt x="373" y="487"/>
                </a:cubicBezTo>
                <a:cubicBezTo>
                  <a:pt x="372" y="488"/>
                  <a:pt x="368" y="489"/>
                  <a:pt x="362" y="490"/>
                </a:cubicBezTo>
                <a:cubicBezTo>
                  <a:pt x="355" y="491"/>
                  <a:pt x="345" y="491"/>
                  <a:pt x="331" y="490"/>
                </a:cubicBezTo>
                <a:cubicBezTo>
                  <a:pt x="326" y="490"/>
                  <a:pt x="308" y="490"/>
                  <a:pt x="277" y="490"/>
                </a:cubicBezTo>
                <a:cubicBezTo>
                  <a:pt x="246" y="490"/>
                  <a:pt x="216" y="490"/>
                  <a:pt x="187" y="490"/>
                </a:cubicBezTo>
                <a:lnTo>
                  <a:pt x="60" y="490"/>
                </a:lnTo>
                <a:cubicBezTo>
                  <a:pt x="20" y="490"/>
                  <a:pt x="0" y="487"/>
                  <a:pt x="0" y="482"/>
                </a:cubicBezTo>
                <a:cubicBezTo>
                  <a:pt x="0" y="479"/>
                  <a:pt x="0" y="476"/>
                  <a:pt x="1" y="472"/>
                </a:cubicBezTo>
                <a:cubicBezTo>
                  <a:pt x="3" y="463"/>
                  <a:pt x="6" y="458"/>
                  <a:pt x="8" y="457"/>
                </a:cubicBezTo>
                <a:cubicBezTo>
                  <a:pt x="10" y="457"/>
                  <a:pt x="14" y="457"/>
                  <a:pt x="19" y="457"/>
                </a:cubicBezTo>
                <a:lnTo>
                  <a:pt x="23" y="457"/>
                </a:lnTo>
                <a:cubicBezTo>
                  <a:pt x="36" y="457"/>
                  <a:pt x="50" y="456"/>
                  <a:pt x="66" y="455"/>
                </a:cubicBezTo>
                <a:cubicBezTo>
                  <a:pt x="73" y="453"/>
                  <a:pt x="77" y="450"/>
                  <a:pt x="80" y="446"/>
                </a:cubicBezTo>
                <a:cubicBezTo>
                  <a:pt x="81" y="444"/>
                  <a:pt x="98" y="378"/>
                  <a:pt x="131" y="247"/>
                </a:cubicBezTo>
                <a:cubicBezTo>
                  <a:pt x="164" y="117"/>
                  <a:pt x="180" y="47"/>
                  <a:pt x="180" y="40"/>
                </a:cubicBezTo>
                <a:cubicBezTo>
                  <a:pt x="180" y="36"/>
                  <a:pt x="167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9" name=""/>
          <p:cNvSpPr/>
          <p:nvPr/>
        </p:nvSpPr>
        <p:spPr>
          <a:xfrm>
            <a:off x="5304600" y="4370760"/>
            <a:ext cx="31680" cy="31320"/>
          </a:xfrm>
          <a:custGeom>
            <a:avLst/>
            <a:gdLst/>
            <a:ahLst/>
            <a:rect l="0" t="0" r="r" b="b"/>
            <a:pathLst>
              <a:path w="88" h="87">
                <a:moveTo>
                  <a:pt x="0" y="43"/>
                </a:moveTo>
                <a:cubicBezTo>
                  <a:pt x="0" y="31"/>
                  <a:pt x="4" y="21"/>
                  <a:pt x="12" y="13"/>
                </a:cubicBezTo>
                <a:cubicBezTo>
                  <a:pt x="21" y="4"/>
                  <a:pt x="32" y="0"/>
                  <a:pt x="44" y="0"/>
                </a:cubicBezTo>
                <a:cubicBezTo>
                  <a:pt x="56" y="0"/>
                  <a:pt x="66" y="4"/>
                  <a:pt x="74" y="11"/>
                </a:cubicBezTo>
                <a:cubicBezTo>
                  <a:pt x="83" y="19"/>
                  <a:pt x="87" y="29"/>
                  <a:pt x="88" y="42"/>
                </a:cubicBezTo>
                <a:cubicBezTo>
                  <a:pt x="88" y="54"/>
                  <a:pt x="84" y="65"/>
                  <a:pt x="76" y="74"/>
                </a:cubicBezTo>
                <a:cubicBezTo>
                  <a:pt x="67" y="82"/>
                  <a:pt x="57" y="87"/>
                  <a:pt x="45" y="87"/>
                </a:cubicBezTo>
                <a:cubicBezTo>
                  <a:pt x="32" y="87"/>
                  <a:pt x="22" y="83"/>
                  <a:pt x="13" y="75"/>
                </a:cubicBezTo>
                <a:cubicBezTo>
                  <a:pt x="5" y="66"/>
                  <a:pt x="1" y="55"/>
                  <a:pt x="0" y="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0" name=""/>
          <p:cNvSpPr/>
          <p:nvPr/>
        </p:nvSpPr>
        <p:spPr>
          <a:xfrm>
            <a:off x="5418720" y="4274640"/>
            <a:ext cx="82080" cy="176400"/>
          </a:xfrm>
          <a:custGeom>
            <a:avLst/>
            <a:gdLst/>
            <a:ahLst/>
            <a:rect l="0" t="0" r="r" b="b"/>
            <a:pathLst>
              <a:path w="228" h="490">
                <a:moveTo>
                  <a:pt x="221" y="490"/>
                </a:moveTo>
                <a:cubicBezTo>
                  <a:pt x="211" y="488"/>
                  <a:pt x="175" y="487"/>
                  <a:pt x="115" y="487"/>
                </a:cubicBezTo>
                <a:cubicBezTo>
                  <a:pt x="54" y="487"/>
                  <a:pt x="18" y="488"/>
                  <a:pt x="8" y="490"/>
                </a:cubicBezTo>
                <a:lnTo>
                  <a:pt x="0" y="490"/>
                </a:lnTo>
                <a:lnTo>
                  <a:pt x="0" y="457"/>
                </a:lnTo>
                <a:lnTo>
                  <a:pt x="16" y="457"/>
                </a:lnTo>
                <a:cubicBezTo>
                  <a:pt x="39" y="457"/>
                  <a:pt x="55" y="456"/>
                  <a:pt x="62" y="455"/>
                </a:cubicBezTo>
                <a:cubicBezTo>
                  <a:pt x="69" y="453"/>
                  <a:pt x="73" y="450"/>
                  <a:pt x="76" y="447"/>
                </a:cubicBezTo>
                <a:cubicBezTo>
                  <a:pt x="77" y="445"/>
                  <a:pt x="78" y="378"/>
                  <a:pt x="78" y="245"/>
                </a:cubicBezTo>
                <a:cubicBezTo>
                  <a:pt x="78" y="113"/>
                  <a:pt x="77" y="45"/>
                  <a:pt x="76" y="43"/>
                </a:cubicBezTo>
                <a:cubicBezTo>
                  <a:pt x="74" y="41"/>
                  <a:pt x="72" y="39"/>
                  <a:pt x="70" y="38"/>
                </a:cubicBezTo>
                <a:cubicBezTo>
                  <a:pt x="69" y="37"/>
                  <a:pt x="63" y="36"/>
                  <a:pt x="55" y="35"/>
                </a:cubicBezTo>
                <a:cubicBezTo>
                  <a:pt x="46" y="33"/>
                  <a:pt x="33" y="33"/>
                  <a:pt x="16" y="33"/>
                </a:cubicBezTo>
                <a:lnTo>
                  <a:pt x="0" y="33"/>
                </a:lnTo>
                <a:lnTo>
                  <a:pt x="0" y="0"/>
                </a:lnTo>
                <a:lnTo>
                  <a:pt x="8" y="0"/>
                </a:lnTo>
                <a:cubicBezTo>
                  <a:pt x="18" y="2"/>
                  <a:pt x="54" y="2"/>
                  <a:pt x="115" y="2"/>
                </a:cubicBezTo>
                <a:cubicBezTo>
                  <a:pt x="175" y="2"/>
                  <a:pt x="211" y="2"/>
                  <a:pt x="221" y="0"/>
                </a:cubicBezTo>
                <a:lnTo>
                  <a:pt x="228" y="0"/>
                </a:lnTo>
                <a:lnTo>
                  <a:pt x="228" y="33"/>
                </a:lnTo>
                <a:lnTo>
                  <a:pt x="213" y="33"/>
                </a:lnTo>
                <a:cubicBezTo>
                  <a:pt x="189" y="33"/>
                  <a:pt x="174" y="34"/>
                  <a:pt x="168" y="35"/>
                </a:cubicBezTo>
                <a:cubicBezTo>
                  <a:pt x="161" y="37"/>
                  <a:pt x="156" y="39"/>
                  <a:pt x="153" y="43"/>
                </a:cubicBezTo>
                <a:cubicBezTo>
                  <a:pt x="152" y="45"/>
                  <a:pt x="152" y="113"/>
                  <a:pt x="152" y="245"/>
                </a:cubicBezTo>
                <a:cubicBezTo>
                  <a:pt x="152" y="378"/>
                  <a:pt x="152" y="445"/>
                  <a:pt x="153" y="447"/>
                </a:cubicBezTo>
                <a:cubicBezTo>
                  <a:pt x="155" y="449"/>
                  <a:pt x="157" y="451"/>
                  <a:pt x="159" y="452"/>
                </a:cubicBezTo>
                <a:cubicBezTo>
                  <a:pt x="161" y="453"/>
                  <a:pt x="166" y="454"/>
                  <a:pt x="175" y="455"/>
                </a:cubicBezTo>
                <a:cubicBezTo>
                  <a:pt x="183" y="457"/>
                  <a:pt x="196" y="457"/>
                  <a:pt x="213" y="457"/>
                </a:cubicBezTo>
                <a:lnTo>
                  <a:pt x="228" y="457"/>
                </a:lnTo>
                <a:lnTo>
                  <a:pt x="228" y="490"/>
                </a:lnTo>
                <a:lnTo>
                  <a:pt x="221" y="49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1" name=""/>
          <p:cNvSpPr/>
          <p:nvPr/>
        </p:nvSpPr>
        <p:spPr>
          <a:xfrm>
            <a:off x="5520600" y="4269240"/>
            <a:ext cx="173520" cy="231480"/>
          </a:xfrm>
          <a:custGeom>
            <a:avLst/>
            <a:gdLst/>
            <a:ahLst/>
            <a:rect l="0" t="0" r="r" b="b"/>
            <a:pathLst>
              <a:path w="482" h="643">
                <a:moveTo>
                  <a:pt x="0" y="260"/>
                </a:moveTo>
                <a:cubicBezTo>
                  <a:pt x="0" y="184"/>
                  <a:pt x="24" y="122"/>
                  <a:pt x="72" y="73"/>
                </a:cubicBezTo>
                <a:cubicBezTo>
                  <a:pt x="121" y="24"/>
                  <a:pt x="176" y="0"/>
                  <a:pt x="238" y="0"/>
                </a:cubicBezTo>
                <a:cubicBezTo>
                  <a:pt x="302" y="0"/>
                  <a:pt x="357" y="24"/>
                  <a:pt x="405" y="74"/>
                </a:cubicBezTo>
                <a:cubicBezTo>
                  <a:pt x="453" y="123"/>
                  <a:pt x="477" y="185"/>
                  <a:pt x="477" y="260"/>
                </a:cubicBezTo>
                <a:cubicBezTo>
                  <a:pt x="477" y="291"/>
                  <a:pt x="473" y="321"/>
                  <a:pt x="464" y="348"/>
                </a:cubicBezTo>
                <a:cubicBezTo>
                  <a:pt x="455" y="375"/>
                  <a:pt x="444" y="397"/>
                  <a:pt x="433" y="413"/>
                </a:cubicBezTo>
                <a:cubicBezTo>
                  <a:pt x="422" y="429"/>
                  <a:pt x="408" y="444"/>
                  <a:pt x="392" y="459"/>
                </a:cubicBezTo>
                <a:cubicBezTo>
                  <a:pt x="377" y="473"/>
                  <a:pt x="365" y="482"/>
                  <a:pt x="358" y="486"/>
                </a:cubicBezTo>
                <a:cubicBezTo>
                  <a:pt x="351" y="489"/>
                  <a:pt x="344" y="493"/>
                  <a:pt x="336" y="497"/>
                </a:cubicBezTo>
                <a:cubicBezTo>
                  <a:pt x="336" y="498"/>
                  <a:pt x="336" y="498"/>
                  <a:pt x="336" y="498"/>
                </a:cubicBezTo>
                <a:lnTo>
                  <a:pt x="335" y="498"/>
                </a:lnTo>
                <a:cubicBezTo>
                  <a:pt x="336" y="499"/>
                  <a:pt x="336" y="501"/>
                  <a:pt x="337" y="504"/>
                </a:cubicBezTo>
                <a:cubicBezTo>
                  <a:pt x="338" y="507"/>
                  <a:pt x="341" y="512"/>
                  <a:pt x="345" y="519"/>
                </a:cubicBezTo>
                <a:cubicBezTo>
                  <a:pt x="349" y="525"/>
                  <a:pt x="354" y="531"/>
                  <a:pt x="358" y="537"/>
                </a:cubicBezTo>
                <a:cubicBezTo>
                  <a:pt x="362" y="543"/>
                  <a:pt x="368" y="548"/>
                  <a:pt x="377" y="551"/>
                </a:cubicBezTo>
                <a:cubicBezTo>
                  <a:pt x="385" y="555"/>
                  <a:pt x="393" y="557"/>
                  <a:pt x="401" y="558"/>
                </a:cubicBezTo>
                <a:cubicBezTo>
                  <a:pt x="419" y="558"/>
                  <a:pt x="434" y="553"/>
                  <a:pt x="446" y="544"/>
                </a:cubicBezTo>
                <a:cubicBezTo>
                  <a:pt x="458" y="534"/>
                  <a:pt x="464" y="521"/>
                  <a:pt x="466" y="506"/>
                </a:cubicBezTo>
                <a:cubicBezTo>
                  <a:pt x="466" y="499"/>
                  <a:pt x="469" y="496"/>
                  <a:pt x="473" y="496"/>
                </a:cubicBezTo>
                <a:cubicBezTo>
                  <a:pt x="475" y="496"/>
                  <a:pt x="478" y="498"/>
                  <a:pt x="482" y="500"/>
                </a:cubicBezTo>
                <a:lnTo>
                  <a:pt x="481" y="513"/>
                </a:lnTo>
                <a:cubicBezTo>
                  <a:pt x="481" y="549"/>
                  <a:pt x="474" y="579"/>
                  <a:pt x="459" y="604"/>
                </a:cubicBezTo>
                <a:cubicBezTo>
                  <a:pt x="445" y="628"/>
                  <a:pt x="423" y="642"/>
                  <a:pt x="394" y="643"/>
                </a:cubicBezTo>
                <a:cubicBezTo>
                  <a:pt x="374" y="643"/>
                  <a:pt x="358" y="635"/>
                  <a:pt x="346" y="622"/>
                </a:cubicBezTo>
                <a:cubicBezTo>
                  <a:pt x="334" y="609"/>
                  <a:pt x="324" y="590"/>
                  <a:pt x="317" y="563"/>
                </a:cubicBezTo>
                <a:cubicBezTo>
                  <a:pt x="310" y="534"/>
                  <a:pt x="306" y="516"/>
                  <a:pt x="306" y="509"/>
                </a:cubicBezTo>
                <a:lnTo>
                  <a:pt x="298" y="511"/>
                </a:lnTo>
                <a:cubicBezTo>
                  <a:pt x="292" y="513"/>
                  <a:pt x="284" y="515"/>
                  <a:pt x="272" y="516"/>
                </a:cubicBezTo>
                <a:cubicBezTo>
                  <a:pt x="260" y="518"/>
                  <a:pt x="249" y="519"/>
                  <a:pt x="238" y="519"/>
                </a:cubicBezTo>
                <a:cubicBezTo>
                  <a:pt x="174" y="519"/>
                  <a:pt x="118" y="495"/>
                  <a:pt x="71" y="446"/>
                </a:cubicBezTo>
                <a:cubicBezTo>
                  <a:pt x="24" y="397"/>
                  <a:pt x="0" y="335"/>
                  <a:pt x="0" y="260"/>
                </a:cubicBezTo>
                <a:moveTo>
                  <a:pt x="395" y="261"/>
                </a:moveTo>
                <a:cubicBezTo>
                  <a:pt x="395" y="218"/>
                  <a:pt x="390" y="181"/>
                  <a:pt x="380" y="149"/>
                </a:cubicBezTo>
                <a:cubicBezTo>
                  <a:pt x="370" y="117"/>
                  <a:pt x="357" y="93"/>
                  <a:pt x="341" y="76"/>
                </a:cubicBezTo>
                <a:cubicBezTo>
                  <a:pt x="325" y="59"/>
                  <a:pt x="308" y="47"/>
                  <a:pt x="291" y="40"/>
                </a:cubicBezTo>
                <a:cubicBezTo>
                  <a:pt x="274" y="32"/>
                  <a:pt x="256" y="28"/>
                  <a:pt x="239" y="28"/>
                </a:cubicBezTo>
                <a:cubicBezTo>
                  <a:pt x="222" y="28"/>
                  <a:pt x="205" y="32"/>
                  <a:pt x="188" y="40"/>
                </a:cubicBezTo>
                <a:cubicBezTo>
                  <a:pt x="170" y="47"/>
                  <a:pt x="153" y="59"/>
                  <a:pt x="137" y="76"/>
                </a:cubicBezTo>
                <a:cubicBezTo>
                  <a:pt x="122" y="93"/>
                  <a:pt x="108" y="117"/>
                  <a:pt x="97" y="149"/>
                </a:cubicBezTo>
                <a:cubicBezTo>
                  <a:pt x="86" y="181"/>
                  <a:pt x="81" y="218"/>
                  <a:pt x="82" y="261"/>
                </a:cubicBezTo>
                <a:cubicBezTo>
                  <a:pt x="82" y="355"/>
                  <a:pt x="107" y="422"/>
                  <a:pt x="158" y="463"/>
                </a:cubicBezTo>
                <a:cubicBezTo>
                  <a:pt x="170" y="471"/>
                  <a:pt x="176" y="476"/>
                  <a:pt x="178" y="476"/>
                </a:cubicBezTo>
                <a:lnTo>
                  <a:pt x="178" y="474"/>
                </a:lnTo>
                <a:cubicBezTo>
                  <a:pt x="178" y="473"/>
                  <a:pt x="178" y="472"/>
                  <a:pt x="178" y="471"/>
                </a:cubicBezTo>
                <a:cubicBezTo>
                  <a:pt x="176" y="467"/>
                  <a:pt x="175" y="462"/>
                  <a:pt x="175" y="455"/>
                </a:cubicBezTo>
                <a:cubicBezTo>
                  <a:pt x="175" y="439"/>
                  <a:pt x="181" y="425"/>
                  <a:pt x="193" y="412"/>
                </a:cubicBezTo>
                <a:cubicBezTo>
                  <a:pt x="204" y="399"/>
                  <a:pt x="220" y="393"/>
                  <a:pt x="240" y="393"/>
                </a:cubicBezTo>
                <a:cubicBezTo>
                  <a:pt x="271" y="393"/>
                  <a:pt x="296" y="413"/>
                  <a:pt x="315" y="454"/>
                </a:cubicBezTo>
                <a:lnTo>
                  <a:pt x="319" y="462"/>
                </a:lnTo>
                <a:cubicBezTo>
                  <a:pt x="342" y="446"/>
                  <a:pt x="361" y="421"/>
                  <a:pt x="374" y="386"/>
                </a:cubicBezTo>
                <a:cubicBezTo>
                  <a:pt x="388" y="353"/>
                  <a:pt x="395" y="311"/>
                  <a:pt x="395" y="261"/>
                </a:cubicBezTo>
                <a:moveTo>
                  <a:pt x="235" y="491"/>
                </a:moveTo>
                <a:cubicBezTo>
                  <a:pt x="244" y="491"/>
                  <a:pt x="254" y="489"/>
                  <a:pt x="264" y="487"/>
                </a:cubicBezTo>
                <a:cubicBezTo>
                  <a:pt x="275" y="485"/>
                  <a:pt x="283" y="482"/>
                  <a:pt x="289" y="480"/>
                </a:cubicBezTo>
                <a:cubicBezTo>
                  <a:pt x="296" y="478"/>
                  <a:pt x="299" y="476"/>
                  <a:pt x="299" y="475"/>
                </a:cubicBezTo>
                <a:cubicBezTo>
                  <a:pt x="298" y="472"/>
                  <a:pt x="297" y="468"/>
                  <a:pt x="296" y="463"/>
                </a:cubicBezTo>
                <a:cubicBezTo>
                  <a:pt x="294" y="458"/>
                  <a:pt x="290" y="451"/>
                  <a:pt x="282" y="441"/>
                </a:cubicBezTo>
                <a:cubicBezTo>
                  <a:pt x="275" y="431"/>
                  <a:pt x="266" y="424"/>
                  <a:pt x="255" y="421"/>
                </a:cubicBezTo>
                <a:cubicBezTo>
                  <a:pt x="248" y="420"/>
                  <a:pt x="242" y="420"/>
                  <a:pt x="236" y="420"/>
                </a:cubicBezTo>
                <a:cubicBezTo>
                  <a:pt x="227" y="420"/>
                  <a:pt x="219" y="423"/>
                  <a:pt x="213" y="431"/>
                </a:cubicBezTo>
                <a:cubicBezTo>
                  <a:pt x="206" y="438"/>
                  <a:pt x="202" y="446"/>
                  <a:pt x="202" y="456"/>
                </a:cubicBezTo>
                <a:cubicBezTo>
                  <a:pt x="202" y="465"/>
                  <a:pt x="205" y="473"/>
                  <a:pt x="211" y="480"/>
                </a:cubicBezTo>
                <a:cubicBezTo>
                  <a:pt x="217" y="487"/>
                  <a:pt x="225" y="491"/>
                  <a:pt x="235" y="4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2" name=""/>
          <p:cNvSpPr/>
          <p:nvPr/>
        </p:nvSpPr>
        <p:spPr>
          <a:xfrm>
            <a:off x="5713560" y="4274640"/>
            <a:ext cx="181800" cy="181800"/>
          </a:xfrm>
          <a:custGeom>
            <a:avLst/>
            <a:gdLst/>
            <a:ahLst/>
            <a:rect l="0" t="0" r="r" b="b"/>
            <a:pathLst>
              <a:path w="505" h="505">
                <a:moveTo>
                  <a:pt x="74" y="44"/>
                </a:moveTo>
                <a:cubicBezTo>
                  <a:pt x="71" y="41"/>
                  <a:pt x="68" y="38"/>
                  <a:pt x="66" y="37"/>
                </a:cubicBezTo>
                <a:cubicBezTo>
                  <a:pt x="65" y="36"/>
                  <a:pt x="61" y="36"/>
                  <a:pt x="55" y="35"/>
                </a:cubicBezTo>
                <a:cubicBezTo>
                  <a:pt x="49" y="35"/>
                  <a:pt x="39" y="34"/>
                  <a:pt x="24" y="33"/>
                </a:cubicBezTo>
                <a:lnTo>
                  <a:pt x="0" y="33"/>
                </a:lnTo>
                <a:lnTo>
                  <a:pt x="0" y="0"/>
                </a:lnTo>
                <a:lnTo>
                  <a:pt x="126" y="0"/>
                </a:lnTo>
                <a:lnTo>
                  <a:pt x="150" y="0"/>
                </a:lnTo>
                <a:lnTo>
                  <a:pt x="196" y="0"/>
                </a:lnTo>
                <a:cubicBezTo>
                  <a:pt x="232" y="0"/>
                  <a:pt x="260" y="2"/>
                  <a:pt x="279" y="5"/>
                </a:cubicBezTo>
                <a:cubicBezTo>
                  <a:pt x="299" y="7"/>
                  <a:pt x="319" y="14"/>
                  <a:pt x="339" y="25"/>
                </a:cubicBezTo>
                <a:cubicBezTo>
                  <a:pt x="384" y="48"/>
                  <a:pt x="410" y="79"/>
                  <a:pt x="417" y="119"/>
                </a:cubicBezTo>
                <a:cubicBezTo>
                  <a:pt x="417" y="121"/>
                  <a:pt x="417" y="125"/>
                  <a:pt x="417" y="130"/>
                </a:cubicBezTo>
                <a:cubicBezTo>
                  <a:pt x="417" y="146"/>
                  <a:pt x="414" y="161"/>
                  <a:pt x="406" y="175"/>
                </a:cubicBezTo>
                <a:cubicBezTo>
                  <a:pt x="398" y="189"/>
                  <a:pt x="389" y="200"/>
                  <a:pt x="379" y="208"/>
                </a:cubicBezTo>
                <a:cubicBezTo>
                  <a:pt x="368" y="217"/>
                  <a:pt x="358" y="224"/>
                  <a:pt x="347" y="230"/>
                </a:cubicBezTo>
                <a:cubicBezTo>
                  <a:pt x="336" y="237"/>
                  <a:pt x="326" y="241"/>
                  <a:pt x="319" y="243"/>
                </a:cubicBezTo>
                <a:lnTo>
                  <a:pt x="307" y="247"/>
                </a:lnTo>
                <a:cubicBezTo>
                  <a:pt x="309" y="248"/>
                  <a:pt x="311" y="250"/>
                  <a:pt x="315" y="251"/>
                </a:cubicBezTo>
                <a:cubicBezTo>
                  <a:pt x="330" y="259"/>
                  <a:pt x="341" y="267"/>
                  <a:pt x="350" y="276"/>
                </a:cubicBezTo>
                <a:cubicBezTo>
                  <a:pt x="359" y="284"/>
                  <a:pt x="366" y="295"/>
                  <a:pt x="371" y="307"/>
                </a:cubicBezTo>
                <a:cubicBezTo>
                  <a:pt x="376" y="319"/>
                  <a:pt x="379" y="330"/>
                  <a:pt x="381" y="338"/>
                </a:cubicBezTo>
                <a:cubicBezTo>
                  <a:pt x="383" y="346"/>
                  <a:pt x="385" y="359"/>
                  <a:pt x="387" y="378"/>
                </a:cubicBezTo>
                <a:cubicBezTo>
                  <a:pt x="390" y="396"/>
                  <a:pt x="392" y="411"/>
                  <a:pt x="395" y="421"/>
                </a:cubicBezTo>
                <a:cubicBezTo>
                  <a:pt x="399" y="444"/>
                  <a:pt x="405" y="459"/>
                  <a:pt x="412" y="466"/>
                </a:cubicBezTo>
                <a:cubicBezTo>
                  <a:pt x="418" y="475"/>
                  <a:pt x="427" y="478"/>
                  <a:pt x="439" y="478"/>
                </a:cubicBezTo>
                <a:lnTo>
                  <a:pt x="442" y="478"/>
                </a:lnTo>
                <a:cubicBezTo>
                  <a:pt x="450" y="478"/>
                  <a:pt x="457" y="473"/>
                  <a:pt x="463" y="466"/>
                </a:cubicBezTo>
                <a:cubicBezTo>
                  <a:pt x="470" y="458"/>
                  <a:pt x="474" y="445"/>
                  <a:pt x="476" y="426"/>
                </a:cubicBezTo>
                <a:cubicBezTo>
                  <a:pt x="476" y="421"/>
                  <a:pt x="477" y="418"/>
                  <a:pt x="479" y="416"/>
                </a:cubicBezTo>
                <a:cubicBezTo>
                  <a:pt x="481" y="415"/>
                  <a:pt x="485" y="414"/>
                  <a:pt x="490" y="413"/>
                </a:cubicBezTo>
                <a:cubicBezTo>
                  <a:pt x="496" y="413"/>
                  <a:pt x="500" y="413"/>
                  <a:pt x="502" y="415"/>
                </a:cubicBezTo>
                <a:cubicBezTo>
                  <a:pt x="504" y="416"/>
                  <a:pt x="505" y="419"/>
                  <a:pt x="505" y="424"/>
                </a:cubicBezTo>
                <a:cubicBezTo>
                  <a:pt x="505" y="439"/>
                  <a:pt x="501" y="454"/>
                  <a:pt x="493" y="469"/>
                </a:cubicBezTo>
                <a:cubicBezTo>
                  <a:pt x="486" y="485"/>
                  <a:pt x="475" y="496"/>
                  <a:pt x="462" y="501"/>
                </a:cubicBezTo>
                <a:cubicBezTo>
                  <a:pt x="454" y="504"/>
                  <a:pt x="444" y="505"/>
                  <a:pt x="432" y="505"/>
                </a:cubicBezTo>
                <a:cubicBezTo>
                  <a:pt x="361" y="502"/>
                  <a:pt x="320" y="476"/>
                  <a:pt x="309" y="424"/>
                </a:cubicBezTo>
                <a:cubicBezTo>
                  <a:pt x="308" y="419"/>
                  <a:pt x="307" y="402"/>
                  <a:pt x="307" y="372"/>
                </a:cubicBezTo>
                <a:cubicBezTo>
                  <a:pt x="307" y="342"/>
                  <a:pt x="306" y="323"/>
                  <a:pt x="302" y="313"/>
                </a:cubicBezTo>
                <a:cubicBezTo>
                  <a:pt x="293" y="285"/>
                  <a:pt x="275" y="267"/>
                  <a:pt x="248" y="260"/>
                </a:cubicBezTo>
                <a:lnTo>
                  <a:pt x="241" y="258"/>
                </a:lnTo>
                <a:lnTo>
                  <a:pt x="194" y="258"/>
                </a:lnTo>
                <a:lnTo>
                  <a:pt x="147" y="258"/>
                </a:lnTo>
                <a:lnTo>
                  <a:pt x="147" y="351"/>
                </a:lnTo>
                <a:lnTo>
                  <a:pt x="147" y="445"/>
                </a:lnTo>
                <a:cubicBezTo>
                  <a:pt x="150" y="450"/>
                  <a:pt x="154" y="453"/>
                  <a:pt x="159" y="454"/>
                </a:cubicBezTo>
                <a:cubicBezTo>
                  <a:pt x="165" y="454"/>
                  <a:pt x="177" y="455"/>
                  <a:pt x="197" y="456"/>
                </a:cubicBezTo>
                <a:lnTo>
                  <a:pt x="220" y="456"/>
                </a:lnTo>
                <a:lnTo>
                  <a:pt x="220" y="490"/>
                </a:lnTo>
                <a:lnTo>
                  <a:pt x="212" y="490"/>
                </a:lnTo>
                <a:cubicBezTo>
                  <a:pt x="202" y="488"/>
                  <a:pt x="168" y="487"/>
                  <a:pt x="111" y="487"/>
                </a:cubicBezTo>
                <a:cubicBezTo>
                  <a:pt x="53" y="487"/>
                  <a:pt x="19" y="488"/>
                  <a:pt x="9" y="490"/>
                </a:cubicBezTo>
                <a:lnTo>
                  <a:pt x="0" y="490"/>
                </a:lnTo>
                <a:lnTo>
                  <a:pt x="0" y="456"/>
                </a:lnTo>
                <a:lnTo>
                  <a:pt x="24" y="456"/>
                </a:lnTo>
                <a:cubicBezTo>
                  <a:pt x="44" y="455"/>
                  <a:pt x="56" y="454"/>
                  <a:pt x="61" y="454"/>
                </a:cubicBezTo>
                <a:cubicBezTo>
                  <a:pt x="65" y="453"/>
                  <a:pt x="70" y="450"/>
                  <a:pt x="74" y="445"/>
                </a:cubicBezTo>
                <a:lnTo>
                  <a:pt x="74" y="44"/>
                </a:lnTo>
                <a:moveTo>
                  <a:pt x="332" y="132"/>
                </a:moveTo>
                <a:lnTo>
                  <a:pt x="332" y="125"/>
                </a:lnTo>
                <a:cubicBezTo>
                  <a:pt x="332" y="116"/>
                  <a:pt x="332" y="109"/>
                  <a:pt x="332" y="103"/>
                </a:cubicBezTo>
                <a:cubicBezTo>
                  <a:pt x="331" y="97"/>
                  <a:pt x="329" y="90"/>
                  <a:pt x="325" y="81"/>
                </a:cubicBezTo>
                <a:cubicBezTo>
                  <a:pt x="321" y="72"/>
                  <a:pt x="317" y="65"/>
                  <a:pt x="312" y="59"/>
                </a:cubicBezTo>
                <a:cubicBezTo>
                  <a:pt x="306" y="53"/>
                  <a:pt x="297" y="48"/>
                  <a:pt x="284" y="43"/>
                </a:cubicBezTo>
                <a:cubicBezTo>
                  <a:pt x="272" y="38"/>
                  <a:pt x="257" y="35"/>
                  <a:pt x="240" y="34"/>
                </a:cubicBezTo>
                <a:cubicBezTo>
                  <a:pt x="239" y="34"/>
                  <a:pt x="234" y="34"/>
                  <a:pt x="224" y="34"/>
                </a:cubicBezTo>
                <a:cubicBezTo>
                  <a:pt x="215" y="34"/>
                  <a:pt x="206" y="34"/>
                  <a:pt x="199" y="33"/>
                </a:cubicBezTo>
                <a:lnTo>
                  <a:pt x="184" y="33"/>
                </a:lnTo>
                <a:cubicBezTo>
                  <a:pt x="162" y="33"/>
                  <a:pt x="151" y="35"/>
                  <a:pt x="149" y="40"/>
                </a:cubicBezTo>
                <a:cubicBezTo>
                  <a:pt x="147" y="41"/>
                  <a:pt x="147" y="74"/>
                  <a:pt x="147" y="137"/>
                </a:cubicBezTo>
                <a:lnTo>
                  <a:pt x="147" y="231"/>
                </a:lnTo>
                <a:lnTo>
                  <a:pt x="188" y="231"/>
                </a:lnTo>
                <a:cubicBezTo>
                  <a:pt x="236" y="231"/>
                  <a:pt x="271" y="227"/>
                  <a:pt x="292" y="218"/>
                </a:cubicBezTo>
                <a:cubicBezTo>
                  <a:pt x="313" y="210"/>
                  <a:pt x="326" y="191"/>
                  <a:pt x="331" y="163"/>
                </a:cubicBezTo>
                <a:cubicBezTo>
                  <a:pt x="332" y="157"/>
                  <a:pt x="332" y="147"/>
                  <a:pt x="332" y="1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3" name=""/>
          <p:cNvSpPr/>
          <p:nvPr/>
        </p:nvSpPr>
        <p:spPr>
          <a:xfrm>
            <a:off x="5907960" y="4428720"/>
            <a:ext cx="91800" cy="116280"/>
          </a:xfrm>
          <a:custGeom>
            <a:avLst/>
            <a:gdLst/>
            <a:ahLst/>
            <a:rect l="0" t="0" r="r" b="b"/>
            <a:pathLst>
              <a:path w="255" h="323">
                <a:moveTo>
                  <a:pt x="8" y="300"/>
                </a:moveTo>
                <a:lnTo>
                  <a:pt x="15" y="300"/>
                </a:lnTo>
                <a:cubicBezTo>
                  <a:pt x="29" y="300"/>
                  <a:pt x="36" y="297"/>
                  <a:pt x="39" y="293"/>
                </a:cubicBezTo>
                <a:lnTo>
                  <a:pt x="39" y="289"/>
                </a:lnTo>
                <a:cubicBezTo>
                  <a:pt x="39" y="286"/>
                  <a:pt x="39" y="283"/>
                  <a:pt x="39" y="279"/>
                </a:cubicBezTo>
                <a:cubicBezTo>
                  <a:pt x="39" y="275"/>
                  <a:pt x="39" y="270"/>
                  <a:pt x="39" y="264"/>
                </a:cubicBezTo>
                <a:cubicBezTo>
                  <a:pt x="39" y="258"/>
                  <a:pt x="39" y="251"/>
                  <a:pt x="40" y="244"/>
                </a:cubicBezTo>
                <a:cubicBezTo>
                  <a:pt x="40" y="237"/>
                  <a:pt x="40" y="230"/>
                  <a:pt x="40" y="222"/>
                </a:cubicBezTo>
                <a:cubicBezTo>
                  <a:pt x="39" y="214"/>
                  <a:pt x="39" y="206"/>
                  <a:pt x="40" y="197"/>
                </a:cubicBezTo>
                <a:cubicBezTo>
                  <a:pt x="40" y="188"/>
                  <a:pt x="40" y="180"/>
                  <a:pt x="40" y="171"/>
                </a:cubicBezTo>
                <a:cubicBezTo>
                  <a:pt x="40" y="160"/>
                  <a:pt x="40" y="148"/>
                  <a:pt x="40" y="135"/>
                </a:cubicBezTo>
                <a:cubicBezTo>
                  <a:pt x="40" y="123"/>
                  <a:pt x="40" y="112"/>
                  <a:pt x="40" y="102"/>
                </a:cubicBezTo>
                <a:cubicBezTo>
                  <a:pt x="40" y="92"/>
                  <a:pt x="40" y="83"/>
                  <a:pt x="40" y="75"/>
                </a:cubicBezTo>
                <a:cubicBezTo>
                  <a:pt x="40" y="67"/>
                  <a:pt x="39" y="61"/>
                  <a:pt x="39" y="55"/>
                </a:cubicBezTo>
                <a:cubicBezTo>
                  <a:pt x="39" y="49"/>
                  <a:pt x="39" y="47"/>
                  <a:pt x="39" y="46"/>
                </a:cubicBezTo>
                <a:cubicBezTo>
                  <a:pt x="38" y="40"/>
                  <a:pt x="36" y="36"/>
                  <a:pt x="32" y="34"/>
                </a:cubicBezTo>
                <a:cubicBezTo>
                  <a:pt x="28" y="32"/>
                  <a:pt x="21" y="30"/>
                  <a:pt x="9" y="29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10"/>
                  <a:pt x="1" y="6"/>
                  <a:pt x="1" y="6"/>
                </a:cubicBezTo>
                <a:lnTo>
                  <a:pt x="6" y="5"/>
                </a:lnTo>
                <a:cubicBezTo>
                  <a:pt x="10" y="5"/>
                  <a:pt x="15" y="5"/>
                  <a:pt x="21" y="4"/>
                </a:cubicBezTo>
                <a:cubicBezTo>
                  <a:pt x="27" y="4"/>
                  <a:pt x="34" y="4"/>
                  <a:pt x="40" y="3"/>
                </a:cubicBezTo>
                <a:cubicBezTo>
                  <a:pt x="45" y="3"/>
                  <a:pt x="52" y="3"/>
                  <a:pt x="58" y="2"/>
                </a:cubicBezTo>
                <a:cubicBezTo>
                  <a:pt x="65" y="2"/>
                  <a:pt x="70" y="2"/>
                  <a:pt x="74" y="1"/>
                </a:cubicBezTo>
                <a:cubicBezTo>
                  <a:pt x="77" y="0"/>
                  <a:pt x="79" y="0"/>
                  <a:pt x="79" y="0"/>
                </a:cubicBezTo>
                <a:lnTo>
                  <a:pt x="81" y="0"/>
                </a:lnTo>
                <a:lnTo>
                  <a:pt x="81" y="14"/>
                </a:lnTo>
                <a:lnTo>
                  <a:pt x="81" y="27"/>
                </a:lnTo>
                <a:lnTo>
                  <a:pt x="85" y="23"/>
                </a:lnTo>
                <a:cubicBezTo>
                  <a:pt x="105" y="8"/>
                  <a:pt x="128" y="1"/>
                  <a:pt x="155" y="1"/>
                </a:cubicBezTo>
                <a:cubicBezTo>
                  <a:pt x="183" y="1"/>
                  <a:pt x="206" y="12"/>
                  <a:pt x="226" y="33"/>
                </a:cubicBezTo>
                <a:cubicBezTo>
                  <a:pt x="245" y="55"/>
                  <a:pt x="255" y="83"/>
                  <a:pt x="255" y="116"/>
                </a:cubicBezTo>
                <a:cubicBezTo>
                  <a:pt x="255" y="150"/>
                  <a:pt x="244" y="177"/>
                  <a:pt x="222" y="199"/>
                </a:cubicBezTo>
                <a:cubicBezTo>
                  <a:pt x="200" y="220"/>
                  <a:pt x="175" y="230"/>
                  <a:pt x="147" y="230"/>
                </a:cubicBezTo>
                <a:cubicBezTo>
                  <a:pt x="124" y="230"/>
                  <a:pt x="104" y="223"/>
                  <a:pt x="86" y="208"/>
                </a:cubicBezTo>
                <a:lnTo>
                  <a:pt x="82" y="205"/>
                </a:lnTo>
                <a:lnTo>
                  <a:pt x="82" y="248"/>
                </a:lnTo>
                <a:lnTo>
                  <a:pt x="82" y="276"/>
                </a:lnTo>
                <a:cubicBezTo>
                  <a:pt x="82" y="285"/>
                  <a:pt x="82" y="291"/>
                  <a:pt x="83" y="293"/>
                </a:cubicBezTo>
                <a:cubicBezTo>
                  <a:pt x="84" y="295"/>
                  <a:pt x="86" y="296"/>
                  <a:pt x="89" y="298"/>
                </a:cubicBezTo>
                <a:cubicBezTo>
                  <a:pt x="96" y="299"/>
                  <a:pt x="104" y="300"/>
                  <a:pt x="113" y="300"/>
                </a:cubicBezTo>
                <a:lnTo>
                  <a:pt x="122" y="300"/>
                </a:lnTo>
                <a:lnTo>
                  <a:pt x="122" y="323"/>
                </a:lnTo>
                <a:lnTo>
                  <a:pt x="117" y="323"/>
                </a:lnTo>
                <a:lnTo>
                  <a:pt x="105" y="322"/>
                </a:lnTo>
                <a:cubicBezTo>
                  <a:pt x="98" y="322"/>
                  <a:pt x="89" y="322"/>
                  <a:pt x="80" y="322"/>
                </a:cubicBezTo>
                <a:cubicBezTo>
                  <a:pt x="71" y="322"/>
                  <a:pt x="65" y="322"/>
                  <a:pt x="61" y="321"/>
                </a:cubicBezTo>
                <a:cubicBezTo>
                  <a:pt x="26" y="321"/>
                  <a:pt x="7" y="322"/>
                  <a:pt x="4" y="323"/>
                </a:cubicBezTo>
                <a:lnTo>
                  <a:pt x="0" y="323"/>
                </a:lnTo>
                <a:lnTo>
                  <a:pt x="0" y="300"/>
                </a:lnTo>
                <a:lnTo>
                  <a:pt x="8" y="300"/>
                </a:lnTo>
                <a:moveTo>
                  <a:pt x="205" y="115"/>
                </a:moveTo>
                <a:cubicBezTo>
                  <a:pt x="205" y="90"/>
                  <a:pt x="200" y="68"/>
                  <a:pt x="188" y="48"/>
                </a:cubicBezTo>
                <a:cubicBezTo>
                  <a:pt x="177" y="30"/>
                  <a:pt x="162" y="21"/>
                  <a:pt x="144" y="21"/>
                </a:cubicBezTo>
                <a:cubicBezTo>
                  <a:pt x="120" y="21"/>
                  <a:pt x="100" y="32"/>
                  <a:pt x="82" y="54"/>
                </a:cubicBezTo>
                <a:lnTo>
                  <a:pt x="82" y="175"/>
                </a:lnTo>
                <a:cubicBezTo>
                  <a:pt x="96" y="200"/>
                  <a:pt x="114" y="212"/>
                  <a:pt x="139" y="212"/>
                </a:cubicBezTo>
                <a:cubicBezTo>
                  <a:pt x="156" y="212"/>
                  <a:pt x="172" y="203"/>
                  <a:pt x="185" y="184"/>
                </a:cubicBezTo>
                <a:cubicBezTo>
                  <a:pt x="198" y="166"/>
                  <a:pt x="205" y="143"/>
                  <a:pt x="205" y="11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4" name=""/>
          <p:cNvSpPr/>
          <p:nvPr/>
        </p:nvSpPr>
        <p:spPr>
          <a:xfrm>
            <a:off x="6010560" y="4427640"/>
            <a:ext cx="81000" cy="83880"/>
          </a:xfrm>
          <a:custGeom>
            <a:avLst/>
            <a:gdLst/>
            <a:ahLst/>
            <a:rect l="0" t="0" r="r" b="b"/>
            <a:pathLst>
              <a:path w="225" h="233">
                <a:moveTo>
                  <a:pt x="0" y="120"/>
                </a:moveTo>
                <a:cubicBezTo>
                  <a:pt x="0" y="88"/>
                  <a:pt x="11" y="59"/>
                  <a:pt x="33" y="36"/>
                </a:cubicBezTo>
                <a:cubicBezTo>
                  <a:pt x="55" y="13"/>
                  <a:pt x="82" y="1"/>
                  <a:pt x="113" y="0"/>
                </a:cubicBezTo>
                <a:cubicBezTo>
                  <a:pt x="144" y="0"/>
                  <a:pt x="170" y="12"/>
                  <a:pt x="192" y="35"/>
                </a:cubicBezTo>
                <a:cubicBezTo>
                  <a:pt x="214" y="58"/>
                  <a:pt x="225" y="86"/>
                  <a:pt x="225" y="119"/>
                </a:cubicBezTo>
                <a:cubicBezTo>
                  <a:pt x="225" y="151"/>
                  <a:pt x="214" y="178"/>
                  <a:pt x="193" y="200"/>
                </a:cubicBezTo>
                <a:cubicBezTo>
                  <a:pt x="171" y="222"/>
                  <a:pt x="145" y="233"/>
                  <a:pt x="113" y="233"/>
                </a:cubicBezTo>
                <a:cubicBezTo>
                  <a:pt x="80" y="233"/>
                  <a:pt x="53" y="222"/>
                  <a:pt x="32" y="199"/>
                </a:cubicBezTo>
                <a:cubicBezTo>
                  <a:pt x="11" y="176"/>
                  <a:pt x="1" y="150"/>
                  <a:pt x="0" y="120"/>
                </a:cubicBezTo>
                <a:moveTo>
                  <a:pt x="113" y="213"/>
                </a:moveTo>
                <a:cubicBezTo>
                  <a:pt x="155" y="213"/>
                  <a:pt x="175" y="185"/>
                  <a:pt x="175" y="130"/>
                </a:cubicBezTo>
                <a:lnTo>
                  <a:pt x="175" y="114"/>
                </a:lnTo>
                <a:lnTo>
                  <a:pt x="175" y="101"/>
                </a:lnTo>
                <a:cubicBezTo>
                  <a:pt x="175" y="94"/>
                  <a:pt x="175" y="88"/>
                  <a:pt x="175" y="82"/>
                </a:cubicBezTo>
                <a:cubicBezTo>
                  <a:pt x="174" y="77"/>
                  <a:pt x="173" y="70"/>
                  <a:pt x="171" y="63"/>
                </a:cubicBezTo>
                <a:cubicBezTo>
                  <a:pt x="169" y="55"/>
                  <a:pt x="166" y="49"/>
                  <a:pt x="163" y="44"/>
                </a:cubicBezTo>
                <a:cubicBezTo>
                  <a:pt x="160" y="39"/>
                  <a:pt x="154" y="34"/>
                  <a:pt x="147" y="30"/>
                </a:cubicBezTo>
                <a:cubicBezTo>
                  <a:pt x="139" y="25"/>
                  <a:pt x="131" y="22"/>
                  <a:pt x="122" y="20"/>
                </a:cubicBezTo>
                <a:cubicBezTo>
                  <a:pt x="120" y="19"/>
                  <a:pt x="117" y="19"/>
                  <a:pt x="114" y="19"/>
                </a:cubicBezTo>
                <a:cubicBezTo>
                  <a:pt x="103" y="19"/>
                  <a:pt x="94" y="21"/>
                  <a:pt x="85" y="25"/>
                </a:cubicBezTo>
                <a:cubicBezTo>
                  <a:pt x="70" y="33"/>
                  <a:pt x="61" y="43"/>
                  <a:pt x="56" y="56"/>
                </a:cubicBezTo>
                <a:cubicBezTo>
                  <a:pt x="52" y="70"/>
                  <a:pt x="50" y="86"/>
                  <a:pt x="50" y="103"/>
                </a:cubicBezTo>
                <a:lnTo>
                  <a:pt x="50" y="114"/>
                </a:lnTo>
                <a:cubicBezTo>
                  <a:pt x="50" y="146"/>
                  <a:pt x="53" y="169"/>
                  <a:pt x="59" y="182"/>
                </a:cubicBezTo>
                <a:cubicBezTo>
                  <a:pt x="70" y="202"/>
                  <a:pt x="88" y="213"/>
                  <a:pt x="113" y="21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5" name=""/>
          <p:cNvSpPr/>
          <p:nvPr/>
        </p:nvSpPr>
        <p:spPr>
          <a:xfrm>
            <a:off x="6101640" y="4427640"/>
            <a:ext cx="81000" cy="83880"/>
          </a:xfrm>
          <a:custGeom>
            <a:avLst/>
            <a:gdLst/>
            <a:ahLst/>
            <a:rect l="0" t="0" r="r" b="b"/>
            <a:pathLst>
              <a:path w="225" h="233">
                <a:moveTo>
                  <a:pt x="0" y="120"/>
                </a:moveTo>
                <a:cubicBezTo>
                  <a:pt x="0" y="88"/>
                  <a:pt x="11" y="59"/>
                  <a:pt x="33" y="36"/>
                </a:cubicBezTo>
                <a:cubicBezTo>
                  <a:pt x="55" y="13"/>
                  <a:pt x="81" y="1"/>
                  <a:pt x="113" y="0"/>
                </a:cubicBezTo>
                <a:cubicBezTo>
                  <a:pt x="144" y="0"/>
                  <a:pt x="170" y="12"/>
                  <a:pt x="192" y="35"/>
                </a:cubicBezTo>
                <a:cubicBezTo>
                  <a:pt x="213" y="58"/>
                  <a:pt x="225" y="86"/>
                  <a:pt x="225" y="119"/>
                </a:cubicBezTo>
                <a:cubicBezTo>
                  <a:pt x="225" y="151"/>
                  <a:pt x="214" y="178"/>
                  <a:pt x="193" y="200"/>
                </a:cubicBezTo>
                <a:cubicBezTo>
                  <a:pt x="171" y="222"/>
                  <a:pt x="145" y="233"/>
                  <a:pt x="113" y="233"/>
                </a:cubicBezTo>
                <a:cubicBezTo>
                  <a:pt x="80" y="233"/>
                  <a:pt x="53" y="222"/>
                  <a:pt x="32" y="199"/>
                </a:cubicBezTo>
                <a:cubicBezTo>
                  <a:pt x="11" y="176"/>
                  <a:pt x="0" y="150"/>
                  <a:pt x="0" y="120"/>
                </a:cubicBezTo>
                <a:moveTo>
                  <a:pt x="113" y="213"/>
                </a:moveTo>
                <a:cubicBezTo>
                  <a:pt x="154" y="213"/>
                  <a:pt x="175" y="185"/>
                  <a:pt x="175" y="130"/>
                </a:cubicBezTo>
                <a:lnTo>
                  <a:pt x="175" y="114"/>
                </a:lnTo>
                <a:lnTo>
                  <a:pt x="175" y="101"/>
                </a:lnTo>
                <a:cubicBezTo>
                  <a:pt x="175" y="94"/>
                  <a:pt x="175" y="88"/>
                  <a:pt x="174" y="82"/>
                </a:cubicBezTo>
                <a:cubicBezTo>
                  <a:pt x="174" y="77"/>
                  <a:pt x="173" y="70"/>
                  <a:pt x="171" y="63"/>
                </a:cubicBezTo>
                <a:cubicBezTo>
                  <a:pt x="169" y="55"/>
                  <a:pt x="166" y="49"/>
                  <a:pt x="163" y="44"/>
                </a:cubicBezTo>
                <a:cubicBezTo>
                  <a:pt x="159" y="39"/>
                  <a:pt x="154" y="34"/>
                  <a:pt x="147" y="30"/>
                </a:cubicBezTo>
                <a:cubicBezTo>
                  <a:pt x="140" y="25"/>
                  <a:pt x="132" y="22"/>
                  <a:pt x="122" y="20"/>
                </a:cubicBezTo>
                <a:cubicBezTo>
                  <a:pt x="121" y="19"/>
                  <a:pt x="118" y="19"/>
                  <a:pt x="114" y="19"/>
                </a:cubicBezTo>
                <a:cubicBezTo>
                  <a:pt x="103" y="19"/>
                  <a:pt x="94" y="21"/>
                  <a:pt x="84" y="25"/>
                </a:cubicBezTo>
                <a:cubicBezTo>
                  <a:pt x="70" y="33"/>
                  <a:pt x="61" y="43"/>
                  <a:pt x="56" y="56"/>
                </a:cubicBezTo>
                <a:cubicBezTo>
                  <a:pt x="52" y="70"/>
                  <a:pt x="50" y="86"/>
                  <a:pt x="50" y="103"/>
                </a:cubicBezTo>
                <a:lnTo>
                  <a:pt x="50" y="114"/>
                </a:lnTo>
                <a:cubicBezTo>
                  <a:pt x="50" y="146"/>
                  <a:pt x="53" y="169"/>
                  <a:pt x="59" y="182"/>
                </a:cubicBezTo>
                <a:cubicBezTo>
                  <a:pt x="70" y="202"/>
                  <a:pt x="88" y="213"/>
                  <a:pt x="113" y="21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6" name=""/>
          <p:cNvSpPr/>
          <p:nvPr/>
        </p:nvSpPr>
        <p:spPr>
          <a:xfrm>
            <a:off x="6192360" y="4383000"/>
            <a:ext cx="43560" cy="126720"/>
          </a:xfrm>
          <a:custGeom>
            <a:avLst/>
            <a:gdLst/>
            <a:ahLst/>
            <a:rect l="0" t="0" r="r" b="b"/>
            <a:pathLst>
              <a:path w="121" h="352">
                <a:moveTo>
                  <a:pt x="8" y="329"/>
                </a:moveTo>
                <a:lnTo>
                  <a:pt x="15" y="329"/>
                </a:lnTo>
                <a:cubicBezTo>
                  <a:pt x="28" y="329"/>
                  <a:pt x="36" y="326"/>
                  <a:pt x="39" y="322"/>
                </a:cubicBezTo>
                <a:lnTo>
                  <a:pt x="39" y="317"/>
                </a:lnTo>
                <a:cubicBezTo>
                  <a:pt x="39" y="314"/>
                  <a:pt x="39" y="311"/>
                  <a:pt x="39" y="306"/>
                </a:cubicBezTo>
                <a:cubicBezTo>
                  <a:pt x="39" y="301"/>
                  <a:pt x="39" y="296"/>
                  <a:pt x="39" y="289"/>
                </a:cubicBezTo>
                <a:cubicBezTo>
                  <a:pt x="39" y="283"/>
                  <a:pt x="39" y="276"/>
                  <a:pt x="39" y="267"/>
                </a:cubicBezTo>
                <a:cubicBezTo>
                  <a:pt x="39" y="259"/>
                  <a:pt x="39" y="251"/>
                  <a:pt x="39" y="241"/>
                </a:cubicBezTo>
                <a:cubicBezTo>
                  <a:pt x="39" y="232"/>
                  <a:pt x="39" y="223"/>
                  <a:pt x="39" y="213"/>
                </a:cubicBezTo>
                <a:cubicBezTo>
                  <a:pt x="39" y="204"/>
                  <a:pt x="39" y="194"/>
                  <a:pt x="39" y="185"/>
                </a:cubicBezTo>
                <a:cubicBezTo>
                  <a:pt x="39" y="172"/>
                  <a:pt x="39" y="159"/>
                  <a:pt x="39" y="145"/>
                </a:cubicBezTo>
                <a:cubicBezTo>
                  <a:pt x="39" y="131"/>
                  <a:pt x="39" y="119"/>
                  <a:pt x="39" y="107"/>
                </a:cubicBezTo>
                <a:cubicBezTo>
                  <a:pt x="39" y="96"/>
                  <a:pt x="39" y="86"/>
                  <a:pt x="39" y="77"/>
                </a:cubicBezTo>
                <a:cubicBezTo>
                  <a:pt x="39" y="68"/>
                  <a:pt x="39" y="61"/>
                  <a:pt x="39" y="55"/>
                </a:cubicBezTo>
                <a:cubicBezTo>
                  <a:pt x="38" y="49"/>
                  <a:pt x="38" y="46"/>
                  <a:pt x="39" y="46"/>
                </a:cubicBezTo>
                <a:cubicBezTo>
                  <a:pt x="38" y="40"/>
                  <a:pt x="35" y="35"/>
                  <a:pt x="32" y="33"/>
                </a:cubicBezTo>
                <a:cubicBezTo>
                  <a:pt x="28" y="31"/>
                  <a:pt x="20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4"/>
                  <a:pt x="20" y="4"/>
                </a:cubicBezTo>
                <a:cubicBezTo>
                  <a:pt x="27" y="4"/>
                  <a:pt x="33" y="3"/>
                  <a:pt x="39" y="3"/>
                </a:cubicBezTo>
                <a:cubicBezTo>
                  <a:pt x="45" y="3"/>
                  <a:pt x="51" y="2"/>
                  <a:pt x="58" y="2"/>
                </a:cubicBezTo>
                <a:cubicBezTo>
                  <a:pt x="65" y="2"/>
                  <a:pt x="70" y="1"/>
                  <a:pt x="73" y="1"/>
                </a:cubicBezTo>
                <a:cubicBezTo>
                  <a:pt x="76" y="0"/>
                  <a:pt x="78" y="0"/>
                  <a:pt x="79" y="0"/>
                </a:cubicBezTo>
                <a:lnTo>
                  <a:pt x="80" y="0"/>
                </a:lnTo>
                <a:lnTo>
                  <a:pt x="80" y="159"/>
                </a:lnTo>
                <a:cubicBezTo>
                  <a:pt x="80" y="267"/>
                  <a:pt x="80" y="321"/>
                  <a:pt x="81" y="322"/>
                </a:cubicBezTo>
                <a:cubicBezTo>
                  <a:pt x="82" y="324"/>
                  <a:pt x="84" y="326"/>
                  <a:pt x="87" y="327"/>
                </a:cubicBezTo>
                <a:cubicBezTo>
                  <a:pt x="94" y="328"/>
                  <a:pt x="102" y="329"/>
                  <a:pt x="111" y="329"/>
                </a:cubicBezTo>
                <a:lnTo>
                  <a:pt x="121" y="329"/>
                </a:lnTo>
                <a:lnTo>
                  <a:pt x="121" y="352"/>
                </a:lnTo>
                <a:lnTo>
                  <a:pt x="116" y="352"/>
                </a:lnTo>
                <a:lnTo>
                  <a:pt x="104" y="351"/>
                </a:lnTo>
                <a:cubicBezTo>
                  <a:pt x="96" y="351"/>
                  <a:pt x="88" y="351"/>
                  <a:pt x="79" y="351"/>
                </a:cubicBezTo>
                <a:cubicBezTo>
                  <a:pt x="70" y="351"/>
                  <a:pt x="64" y="351"/>
                  <a:pt x="60" y="350"/>
                </a:cubicBezTo>
                <a:cubicBezTo>
                  <a:pt x="56" y="350"/>
                  <a:pt x="49" y="350"/>
                  <a:pt x="41" y="350"/>
                </a:cubicBezTo>
                <a:cubicBezTo>
                  <a:pt x="32" y="351"/>
                  <a:pt x="23" y="351"/>
                  <a:pt x="15" y="351"/>
                </a:cubicBezTo>
                <a:lnTo>
                  <a:pt x="4" y="352"/>
                </a:lnTo>
                <a:lnTo>
                  <a:pt x="0" y="352"/>
                </a:lnTo>
                <a:lnTo>
                  <a:pt x="0" y="329"/>
                </a:lnTo>
                <a:lnTo>
                  <a:pt x="8" y="32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7" name=""/>
          <p:cNvSpPr/>
          <p:nvPr/>
        </p:nvSpPr>
        <p:spPr>
          <a:xfrm>
            <a:off x="6243120" y="4427640"/>
            <a:ext cx="70920" cy="83880"/>
          </a:xfrm>
          <a:custGeom>
            <a:avLst/>
            <a:gdLst/>
            <a:ahLst/>
            <a:rect l="0" t="0" r="r" b="b"/>
            <a:pathLst>
              <a:path w="197" h="233">
                <a:moveTo>
                  <a:pt x="0" y="118"/>
                </a:moveTo>
                <a:cubicBezTo>
                  <a:pt x="0" y="99"/>
                  <a:pt x="4" y="82"/>
                  <a:pt x="10" y="67"/>
                </a:cubicBezTo>
                <a:cubicBezTo>
                  <a:pt x="17" y="51"/>
                  <a:pt x="26" y="39"/>
                  <a:pt x="36" y="29"/>
                </a:cubicBezTo>
                <a:cubicBezTo>
                  <a:pt x="46" y="20"/>
                  <a:pt x="57" y="13"/>
                  <a:pt x="68" y="8"/>
                </a:cubicBezTo>
                <a:cubicBezTo>
                  <a:pt x="80" y="3"/>
                  <a:pt x="91" y="1"/>
                  <a:pt x="102" y="0"/>
                </a:cubicBezTo>
                <a:cubicBezTo>
                  <a:pt x="121" y="0"/>
                  <a:pt x="136" y="3"/>
                  <a:pt x="149" y="9"/>
                </a:cubicBezTo>
                <a:cubicBezTo>
                  <a:pt x="162" y="16"/>
                  <a:pt x="171" y="24"/>
                  <a:pt x="178" y="35"/>
                </a:cubicBezTo>
                <a:cubicBezTo>
                  <a:pt x="185" y="46"/>
                  <a:pt x="190" y="56"/>
                  <a:pt x="192" y="68"/>
                </a:cubicBezTo>
                <a:cubicBezTo>
                  <a:pt x="195" y="79"/>
                  <a:pt x="197" y="91"/>
                  <a:pt x="197" y="104"/>
                </a:cubicBezTo>
                <a:cubicBezTo>
                  <a:pt x="197" y="106"/>
                  <a:pt x="196" y="109"/>
                  <a:pt x="193" y="111"/>
                </a:cubicBezTo>
                <a:lnTo>
                  <a:pt x="50" y="111"/>
                </a:lnTo>
                <a:lnTo>
                  <a:pt x="50" y="119"/>
                </a:lnTo>
                <a:cubicBezTo>
                  <a:pt x="50" y="169"/>
                  <a:pt x="67" y="199"/>
                  <a:pt x="100" y="210"/>
                </a:cubicBezTo>
                <a:cubicBezTo>
                  <a:pt x="107" y="212"/>
                  <a:pt x="115" y="213"/>
                  <a:pt x="124" y="213"/>
                </a:cubicBezTo>
                <a:cubicBezTo>
                  <a:pt x="138" y="213"/>
                  <a:pt x="150" y="207"/>
                  <a:pt x="160" y="196"/>
                </a:cubicBezTo>
                <a:cubicBezTo>
                  <a:pt x="166" y="191"/>
                  <a:pt x="170" y="184"/>
                  <a:pt x="174" y="175"/>
                </a:cubicBezTo>
                <a:lnTo>
                  <a:pt x="179" y="163"/>
                </a:lnTo>
                <a:cubicBezTo>
                  <a:pt x="180" y="162"/>
                  <a:pt x="182" y="162"/>
                  <a:pt x="187" y="162"/>
                </a:cubicBezTo>
                <a:lnTo>
                  <a:pt x="188" y="162"/>
                </a:lnTo>
                <a:cubicBezTo>
                  <a:pt x="194" y="162"/>
                  <a:pt x="197" y="163"/>
                  <a:pt x="197" y="167"/>
                </a:cubicBezTo>
                <a:cubicBezTo>
                  <a:pt x="197" y="168"/>
                  <a:pt x="196" y="170"/>
                  <a:pt x="195" y="173"/>
                </a:cubicBezTo>
                <a:cubicBezTo>
                  <a:pt x="189" y="192"/>
                  <a:pt x="178" y="206"/>
                  <a:pt x="163" y="217"/>
                </a:cubicBezTo>
                <a:cubicBezTo>
                  <a:pt x="149" y="228"/>
                  <a:pt x="132" y="233"/>
                  <a:pt x="113" y="233"/>
                </a:cubicBezTo>
                <a:cubicBezTo>
                  <a:pt x="80" y="233"/>
                  <a:pt x="54" y="222"/>
                  <a:pt x="33" y="199"/>
                </a:cubicBezTo>
                <a:cubicBezTo>
                  <a:pt x="11" y="175"/>
                  <a:pt x="1" y="148"/>
                  <a:pt x="0" y="118"/>
                </a:cubicBezTo>
                <a:moveTo>
                  <a:pt x="155" y="89"/>
                </a:moveTo>
                <a:cubicBezTo>
                  <a:pt x="152" y="45"/>
                  <a:pt x="136" y="22"/>
                  <a:pt x="106" y="19"/>
                </a:cubicBezTo>
                <a:lnTo>
                  <a:pt x="105" y="19"/>
                </a:lnTo>
                <a:cubicBezTo>
                  <a:pt x="103" y="19"/>
                  <a:pt x="100" y="19"/>
                  <a:pt x="97" y="20"/>
                </a:cubicBezTo>
                <a:cubicBezTo>
                  <a:pt x="95" y="20"/>
                  <a:pt x="90" y="21"/>
                  <a:pt x="85" y="24"/>
                </a:cubicBezTo>
                <a:cubicBezTo>
                  <a:pt x="79" y="26"/>
                  <a:pt x="74" y="30"/>
                  <a:pt x="70" y="34"/>
                </a:cubicBezTo>
                <a:cubicBezTo>
                  <a:pt x="66" y="39"/>
                  <a:pt x="62" y="46"/>
                  <a:pt x="58" y="55"/>
                </a:cubicBezTo>
                <a:cubicBezTo>
                  <a:pt x="55" y="65"/>
                  <a:pt x="52" y="76"/>
                  <a:pt x="50" y="89"/>
                </a:cubicBezTo>
                <a:lnTo>
                  <a:pt x="50" y="93"/>
                </a:lnTo>
                <a:lnTo>
                  <a:pt x="155" y="93"/>
                </a:lnTo>
                <a:lnTo>
                  <a:pt x="155" y="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8" name=""/>
          <p:cNvSpPr/>
          <p:nvPr/>
        </p:nvSpPr>
        <p:spPr>
          <a:xfrm>
            <a:off x="6325200" y="4383000"/>
            <a:ext cx="91440" cy="128520"/>
          </a:xfrm>
          <a:custGeom>
            <a:avLst/>
            <a:gdLst/>
            <a:ahLst/>
            <a:rect l="0" t="0" r="r" b="b"/>
            <a:pathLst>
              <a:path w="254" h="357">
                <a:moveTo>
                  <a:pt x="174" y="101"/>
                </a:moveTo>
                <a:cubicBezTo>
                  <a:pt x="174" y="95"/>
                  <a:pt x="174" y="89"/>
                  <a:pt x="174" y="80"/>
                </a:cubicBezTo>
                <a:cubicBezTo>
                  <a:pt x="174" y="72"/>
                  <a:pt x="174" y="67"/>
                  <a:pt x="174" y="64"/>
                </a:cubicBezTo>
                <a:cubicBezTo>
                  <a:pt x="174" y="49"/>
                  <a:pt x="172" y="39"/>
                  <a:pt x="169" y="35"/>
                </a:cubicBezTo>
                <a:cubicBezTo>
                  <a:pt x="166" y="32"/>
                  <a:pt x="157" y="30"/>
                  <a:pt x="143" y="29"/>
                </a:cubicBezTo>
                <a:lnTo>
                  <a:pt x="134" y="29"/>
                </a:lnTo>
                <a:lnTo>
                  <a:pt x="134" y="17"/>
                </a:lnTo>
                <a:cubicBezTo>
                  <a:pt x="134" y="9"/>
                  <a:pt x="134" y="6"/>
                  <a:pt x="135" y="6"/>
                </a:cubicBezTo>
                <a:lnTo>
                  <a:pt x="140" y="5"/>
                </a:lnTo>
                <a:cubicBezTo>
                  <a:pt x="144" y="5"/>
                  <a:pt x="148" y="4"/>
                  <a:pt x="155" y="4"/>
                </a:cubicBezTo>
                <a:cubicBezTo>
                  <a:pt x="161" y="4"/>
                  <a:pt x="167" y="3"/>
                  <a:pt x="174" y="3"/>
                </a:cubicBezTo>
                <a:cubicBezTo>
                  <a:pt x="179" y="3"/>
                  <a:pt x="186" y="2"/>
                  <a:pt x="192" y="2"/>
                </a:cubicBezTo>
                <a:cubicBezTo>
                  <a:pt x="199" y="2"/>
                  <a:pt x="204" y="1"/>
                  <a:pt x="207" y="1"/>
                </a:cubicBezTo>
                <a:cubicBezTo>
                  <a:pt x="211" y="0"/>
                  <a:pt x="213" y="0"/>
                  <a:pt x="213" y="0"/>
                </a:cubicBezTo>
                <a:lnTo>
                  <a:pt x="214" y="0"/>
                </a:lnTo>
                <a:lnTo>
                  <a:pt x="214" y="155"/>
                </a:lnTo>
                <a:cubicBezTo>
                  <a:pt x="214" y="258"/>
                  <a:pt x="215" y="310"/>
                  <a:pt x="215" y="311"/>
                </a:cubicBezTo>
                <a:cubicBezTo>
                  <a:pt x="216" y="318"/>
                  <a:pt x="218" y="322"/>
                  <a:pt x="222" y="324"/>
                </a:cubicBezTo>
                <a:cubicBezTo>
                  <a:pt x="226" y="326"/>
                  <a:pt x="233" y="328"/>
                  <a:pt x="245" y="329"/>
                </a:cubicBezTo>
                <a:lnTo>
                  <a:pt x="254" y="329"/>
                </a:lnTo>
                <a:lnTo>
                  <a:pt x="254" y="352"/>
                </a:lnTo>
                <a:cubicBezTo>
                  <a:pt x="253" y="352"/>
                  <a:pt x="240" y="353"/>
                  <a:pt x="215" y="354"/>
                </a:cubicBezTo>
                <a:cubicBezTo>
                  <a:pt x="191" y="356"/>
                  <a:pt x="177" y="357"/>
                  <a:pt x="176" y="357"/>
                </a:cubicBezTo>
                <a:lnTo>
                  <a:pt x="172" y="357"/>
                </a:lnTo>
                <a:lnTo>
                  <a:pt x="172" y="330"/>
                </a:lnTo>
                <a:lnTo>
                  <a:pt x="168" y="333"/>
                </a:lnTo>
                <a:cubicBezTo>
                  <a:pt x="148" y="349"/>
                  <a:pt x="127" y="357"/>
                  <a:pt x="102" y="357"/>
                </a:cubicBezTo>
                <a:cubicBezTo>
                  <a:pt x="76" y="357"/>
                  <a:pt x="53" y="347"/>
                  <a:pt x="32" y="327"/>
                </a:cubicBezTo>
                <a:cubicBezTo>
                  <a:pt x="10" y="306"/>
                  <a:pt x="0" y="278"/>
                  <a:pt x="0" y="243"/>
                </a:cubicBezTo>
                <a:cubicBezTo>
                  <a:pt x="0" y="209"/>
                  <a:pt x="10" y="182"/>
                  <a:pt x="33" y="161"/>
                </a:cubicBezTo>
                <a:cubicBezTo>
                  <a:pt x="54" y="140"/>
                  <a:pt x="79" y="129"/>
                  <a:pt x="107" y="128"/>
                </a:cubicBezTo>
                <a:cubicBezTo>
                  <a:pt x="132" y="128"/>
                  <a:pt x="154" y="137"/>
                  <a:pt x="174" y="153"/>
                </a:cubicBezTo>
                <a:lnTo>
                  <a:pt x="174" y="101"/>
                </a:lnTo>
                <a:moveTo>
                  <a:pt x="172" y="179"/>
                </a:moveTo>
                <a:cubicBezTo>
                  <a:pt x="157" y="158"/>
                  <a:pt x="138" y="147"/>
                  <a:pt x="115" y="147"/>
                </a:cubicBezTo>
                <a:cubicBezTo>
                  <a:pt x="98" y="147"/>
                  <a:pt x="84" y="153"/>
                  <a:pt x="71" y="165"/>
                </a:cubicBezTo>
                <a:cubicBezTo>
                  <a:pt x="62" y="175"/>
                  <a:pt x="56" y="186"/>
                  <a:pt x="54" y="198"/>
                </a:cubicBezTo>
                <a:cubicBezTo>
                  <a:pt x="51" y="210"/>
                  <a:pt x="50" y="226"/>
                  <a:pt x="50" y="245"/>
                </a:cubicBezTo>
                <a:cubicBezTo>
                  <a:pt x="50" y="264"/>
                  <a:pt x="51" y="279"/>
                  <a:pt x="53" y="291"/>
                </a:cubicBezTo>
                <a:cubicBezTo>
                  <a:pt x="56" y="303"/>
                  <a:pt x="62" y="313"/>
                  <a:pt x="71" y="322"/>
                </a:cubicBezTo>
                <a:cubicBezTo>
                  <a:pt x="81" y="333"/>
                  <a:pt x="94" y="339"/>
                  <a:pt x="110" y="339"/>
                </a:cubicBezTo>
                <a:cubicBezTo>
                  <a:pt x="134" y="339"/>
                  <a:pt x="155" y="326"/>
                  <a:pt x="172" y="300"/>
                </a:cubicBezTo>
                <a:lnTo>
                  <a:pt x="172" y="1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9" name=""/>
          <p:cNvSpPr/>
          <p:nvPr/>
        </p:nvSpPr>
        <p:spPr>
          <a:xfrm>
            <a:off x="6510240" y="4370760"/>
            <a:ext cx="31680" cy="31320"/>
          </a:xfrm>
          <a:custGeom>
            <a:avLst/>
            <a:gdLst/>
            <a:ahLst/>
            <a:rect l="0" t="0" r="r" b="b"/>
            <a:pathLst>
              <a:path w="88" h="87">
                <a:moveTo>
                  <a:pt x="0" y="43"/>
                </a:moveTo>
                <a:cubicBezTo>
                  <a:pt x="0" y="31"/>
                  <a:pt x="4" y="21"/>
                  <a:pt x="12" y="13"/>
                </a:cubicBezTo>
                <a:cubicBezTo>
                  <a:pt x="21" y="4"/>
                  <a:pt x="32" y="0"/>
                  <a:pt x="44" y="0"/>
                </a:cubicBezTo>
                <a:cubicBezTo>
                  <a:pt x="55" y="0"/>
                  <a:pt x="65" y="4"/>
                  <a:pt x="74" y="11"/>
                </a:cubicBezTo>
                <a:cubicBezTo>
                  <a:pt x="83" y="19"/>
                  <a:pt x="87" y="29"/>
                  <a:pt x="88" y="42"/>
                </a:cubicBezTo>
                <a:cubicBezTo>
                  <a:pt x="88" y="54"/>
                  <a:pt x="84" y="65"/>
                  <a:pt x="75" y="74"/>
                </a:cubicBezTo>
                <a:cubicBezTo>
                  <a:pt x="67" y="82"/>
                  <a:pt x="57" y="87"/>
                  <a:pt x="45" y="87"/>
                </a:cubicBezTo>
                <a:cubicBezTo>
                  <a:pt x="32" y="87"/>
                  <a:pt x="22" y="83"/>
                  <a:pt x="13" y="75"/>
                </a:cubicBezTo>
                <a:cubicBezTo>
                  <a:pt x="5" y="66"/>
                  <a:pt x="1" y="55"/>
                  <a:pt x="0" y="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0" name=""/>
          <p:cNvSpPr/>
          <p:nvPr/>
        </p:nvSpPr>
        <p:spPr>
          <a:xfrm>
            <a:off x="6625440" y="4336560"/>
            <a:ext cx="133200" cy="114480"/>
          </a:xfrm>
          <a:custGeom>
            <a:avLst/>
            <a:gdLst/>
            <a:ahLst/>
            <a:rect l="0" t="0" r="r" b="b"/>
            <a:pathLst>
              <a:path w="370" h="318">
                <a:moveTo>
                  <a:pt x="11" y="285"/>
                </a:moveTo>
                <a:lnTo>
                  <a:pt x="21" y="285"/>
                </a:lnTo>
                <a:cubicBezTo>
                  <a:pt x="40" y="285"/>
                  <a:pt x="51" y="281"/>
                  <a:pt x="55" y="275"/>
                </a:cubicBezTo>
                <a:lnTo>
                  <a:pt x="55" y="269"/>
                </a:lnTo>
                <a:cubicBezTo>
                  <a:pt x="55" y="265"/>
                  <a:pt x="55" y="259"/>
                  <a:pt x="55" y="252"/>
                </a:cubicBezTo>
                <a:cubicBezTo>
                  <a:pt x="55" y="246"/>
                  <a:pt x="55" y="238"/>
                  <a:pt x="55" y="230"/>
                </a:cubicBezTo>
                <a:cubicBezTo>
                  <a:pt x="55" y="222"/>
                  <a:pt x="55" y="213"/>
                  <a:pt x="56" y="202"/>
                </a:cubicBezTo>
                <a:cubicBezTo>
                  <a:pt x="56" y="192"/>
                  <a:pt x="56" y="182"/>
                  <a:pt x="56" y="172"/>
                </a:cubicBezTo>
                <a:cubicBezTo>
                  <a:pt x="56" y="158"/>
                  <a:pt x="56" y="142"/>
                  <a:pt x="56" y="125"/>
                </a:cubicBezTo>
                <a:cubicBezTo>
                  <a:pt x="56" y="108"/>
                  <a:pt x="55" y="93"/>
                  <a:pt x="55" y="82"/>
                </a:cubicBezTo>
                <a:lnTo>
                  <a:pt x="55" y="66"/>
                </a:lnTo>
                <a:cubicBezTo>
                  <a:pt x="53" y="57"/>
                  <a:pt x="50" y="51"/>
                  <a:pt x="45" y="48"/>
                </a:cubicBezTo>
                <a:cubicBezTo>
                  <a:pt x="40" y="45"/>
                  <a:pt x="29" y="43"/>
                  <a:pt x="13" y="41"/>
                </a:cubicBezTo>
                <a:lnTo>
                  <a:pt x="0" y="41"/>
                </a:lnTo>
                <a:lnTo>
                  <a:pt x="0" y="25"/>
                </a:lnTo>
                <a:cubicBezTo>
                  <a:pt x="0" y="14"/>
                  <a:pt x="0" y="8"/>
                  <a:pt x="1" y="8"/>
                </a:cubicBezTo>
                <a:lnTo>
                  <a:pt x="8" y="8"/>
                </a:lnTo>
                <a:cubicBezTo>
                  <a:pt x="13" y="7"/>
                  <a:pt x="20" y="7"/>
                  <a:pt x="28" y="6"/>
                </a:cubicBezTo>
                <a:cubicBezTo>
                  <a:pt x="37" y="6"/>
                  <a:pt x="46" y="5"/>
                  <a:pt x="55" y="5"/>
                </a:cubicBezTo>
                <a:cubicBezTo>
                  <a:pt x="63" y="4"/>
                  <a:pt x="72" y="4"/>
                  <a:pt x="81" y="3"/>
                </a:cubicBezTo>
                <a:cubicBezTo>
                  <a:pt x="90" y="3"/>
                  <a:pt x="97" y="2"/>
                  <a:pt x="101" y="1"/>
                </a:cubicBezTo>
                <a:cubicBezTo>
                  <a:pt x="106" y="0"/>
                  <a:pt x="109" y="0"/>
                  <a:pt x="109" y="1"/>
                </a:cubicBezTo>
                <a:lnTo>
                  <a:pt x="111" y="1"/>
                </a:lnTo>
                <a:lnTo>
                  <a:pt x="111" y="29"/>
                </a:lnTo>
                <a:cubicBezTo>
                  <a:pt x="111" y="47"/>
                  <a:pt x="112" y="56"/>
                  <a:pt x="112" y="56"/>
                </a:cubicBezTo>
                <a:cubicBezTo>
                  <a:pt x="112" y="56"/>
                  <a:pt x="114" y="55"/>
                  <a:pt x="116" y="53"/>
                </a:cubicBezTo>
                <a:cubicBezTo>
                  <a:pt x="117" y="50"/>
                  <a:pt x="120" y="47"/>
                  <a:pt x="124" y="42"/>
                </a:cubicBezTo>
                <a:cubicBezTo>
                  <a:pt x="128" y="37"/>
                  <a:pt x="133" y="33"/>
                  <a:pt x="138" y="29"/>
                </a:cubicBezTo>
                <a:cubicBezTo>
                  <a:pt x="143" y="25"/>
                  <a:pt x="150" y="21"/>
                  <a:pt x="158" y="16"/>
                </a:cubicBezTo>
                <a:cubicBezTo>
                  <a:pt x="167" y="10"/>
                  <a:pt x="176" y="7"/>
                  <a:pt x="186" y="4"/>
                </a:cubicBezTo>
                <a:cubicBezTo>
                  <a:pt x="195" y="2"/>
                  <a:pt x="207" y="1"/>
                  <a:pt x="222" y="1"/>
                </a:cubicBezTo>
                <a:cubicBezTo>
                  <a:pt x="277" y="2"/>
                  <a:pt x="308" y="29"/>
                  <a:pt x="314" y="81"/>
                </a:cubicBezTo>
                <a:cubicBezTo>
                  <a:pt x="314" y="85"/>
                  <a:pt x="315" y="118"/>
                  <a:pt x="315" y="182"/>
                </a:cubicBezTo>
                <a:lnTo>
                  <a:pt x="315" y="243"/>
                </a:lnTo>
                <a:cubicBezTo>
                  <a:pt x="315" y="261"/>
                  <a:pt x="315" y="272"/>
                  <a:pt x="316" y="275"/>
                </a:cubicBezTo>
                <a:cubicBezTo>
                  <a:pt x="317" y="279"/>
                  <a:pt x="320" y="281"/>
                  <a:pt x="324" y="283"/>
                </a:cubicBezTo>
                <a:cubicBezTo>
                  <a:pt x="334" y="284"/>
                  <a:pt x="346" y="285"/>
                  <a:pt x="359" y="285"/>
                </a:cubicBezTo>
                <a:lnTo>
                  <a:pt x="370" y="285"/>
                </a:lnTo>
                <a:lnTo>
                  <a:pt x="370" y="318"/>
                </a:lnTo>
                <a:lnTo>
                  <a:pt x="365" y="318"/>
                </a:lnTo>
                <a:lnTo>
                  <a:pt x="348" y="317"/>
                </a:lnTo>
                <a:cubicBezTo>
                  <a:pt x="337" y="316"/>
                  <a:pt x="325" y="316"/>
                  <a:pt x="312" y="316"/>
                </a:cubicBezTo>
                <a:cubicBezTo>
                  <a:pt x="299" y="316"/>
                  <a:pt x="290" y="316"/>
                  <a:pt x="285" y="315"/>
                </a:cubicBezTo>
                <a:cubicBezTo>
                  <a:pt x="236" y="315"/>
                  <a:pt x="208" y="316"/>
                  <a:pt x="204" y="318"/>
                </a:cubicBezTo>
                <a:lnTo>
                  <a:pt x="198" y="318"/>
                </a:lnTo>
                <a:lnTo>
                  <a:pt x="198" y="285"/>
                </a:lnTo>
                <a:lnTo>
                  <a:pt x="209" y="285"/>
                </a:lnTo>
                <a:cubicBezTo>
                  <a:pt x="239" y="285"/>
                  <a:pt x="254" y="281"/>
                  <a:pt x="254" y="273"/>
                </a:cubicBezTo>
                <a:cubicBezTo>
                  <a:pt x="254" y="272"/>
                  <a:pt x="255" y="239"/>
                  <a:pt x="255" y="175"/>
                </a:cubicBezTo>
                <a:cubicBezTo>
                  <a:pt x="254" y="109"/>
                  <a:pt x="254" y="75"/>
                  <a:pt x="253" y="71"/>
                </a:cubicBezTo>
                <a:cubicBezTo>
                  <a:pt x="250" y="58"/>
                  <a:pt x="246" y="48"/>
                  <a:pt x="239" y="41"/>
                </a:cubicBezTo>
                <a:cubicBezTo>
                  <a:pt x="232" y="35"/>
                  <a:pt x="225" y="31"/>
                  <a:pt x="221" y="29"/>
                </a:cubicBezTo>
                <a:cubicBezTo>
                  <a:pt x="216" y="28"/>
                  <a:pt x="210" y="27"/>
                  <a:pt x="202" y="28"/>
                </a:cubicBezTo>
                <a:cubicBezTo>
                  <a:pt x="181" y="28"/>
                  <a:pt x="162" y="36"/>
                  <a:pt x="146" y="52"/>
                </a:cubicBezTo>
                <a:cubicBezTo>
                  <a:pt x="133" y="65"/>
                  <a:pt x="125" y="78"/>
                  <a:pt x="121" y="91"/>
                </a:cubicBezTo>
                <a:cubicBezTo>
                  <a:pt x="118" y="105"/>
                  <a:pt x="116" y="125"/>
                  <a:pt x="116" y="152"/>
                </a:cubicBezTo>
                <a:lnTo>
                  <a:pt x="116" y="197"/>
                </a:lnTo>
                <a:lnTo>
                  <a:pt x="116" y="240"/>
                </a:lnTo>
                <a:cubicBezTo>
                  <a:pt x="116" y="255"/>
                  <a:pt x="116" y="264"/>
                  <a:pt x="116" y="269"/>
                </a:cubicBezTo>
                <a:cubicBezTo>
                  <a:pt x="117" y="274"/>
                  <a:pt x="117" y="277"/>
                  <a:pt x="118" y="278"/>
                </a:cubicBezTo>
                <a:cubicBezTo>
                  <a:pt x="119" y="280"/>
                  <a:pt x="122" y="281"/>
                  <a:pt x="125" y="283"/>
                </a:cubicBezTo>
                <a:cubicBezTo>
                  <a:pt x="135" y="284"/>
                  <a:pt x="147" y="285"/>
                  <a:pt x="160" y="285"/>
                </a:cubicBezTo>
                <a:lnTo>
                  <a:pt x="171" y="285"/>
                </a:lnTo>
                <a:lnTo>
                  <a:pt x="171" y="318"/>
                </a:lnTo>
                <a:lnTo>
                  <a:pt x="166" y="318"/>
                </a:lnTo>
                <a:lnTo>
                  <a:pt x="149" y="317"/>
                </a:lnTo>
                <a:cubicBezTo>
                  <a:pt x="138" y="316"/>
                  <a:pt x="126" y="316"/>
                  <a:pt x="113" y="316"/>
                </a:cubicBezTo>
                <a:cubicBezTo>
                  <a:pt x="100" y="316"/>
                  <a:pt x="91" y="316"/>
                  <a:pt x="86" y="315"/>
                </a:cubicBezTo>
                <a:cubicBezTo>
                  <a:pt x="36" y="315"/>
                  <a:pt x="10" y="316"/>
                  <a:pt x="5" y="318"/>
                </a:cubicBezTo>
                <a:lnTo>
                  <a:pt x="0" y="318"/>
                </a:lnTo>
                <a:lnTo>
                  <a:pt x="0" y="285"/>
                </a:lnTo>
                <a:lnTo>
                  <a:pt x="11" y="28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1" name=""/>
          <p:cNvSpPr/>
          <p:nvPr/>
        </p:nvSpPr>
        <p:spPr>
          <a:xfrm>
            <a:off x="6770160" y="4266360"/>
            <a:ext cx="176760" cy="184680"/>
          </a:xfrm>
          <a:custGeom>
            <a:avLst/>
            <a:gdLst/>
            <a:ahLst/>
            <a:rect l="0" t="0" r="r" b="b"/>
            <a:pathLst>
              <a:path w="491" h="513">
                <a:moveTo>
                  <a:pt x="161" y="513"/>
                </a:moveTo>
                <a:cubicBezTo>
                  <a:pt x="154" y="511"/>
                  <a:pt x="126" y="510"/>
                  <a:pt x="78" y="510"/>
                </a:cubicBezTo>
                <a:cubicBezTo>
                  <a:pt x="35" y="510"/>
                  <a:pt x="10" y="511"/>
                  <a:pt x="5" y="513"/>
                </a:cubicBezTo>
                <a:lnTo>
                  <a:pt x="0" y="513"/>
                </a:lnTo>
                <a:lnTo>
                  <a:pt x="0" y="480"/>
                </a:lnTo>
                <a:lnTo>
                  <a:pt x="11" y="480"/>
                </a:lnTo>
                <a:cubicBezTo>
                  <a:pt x="46" y="478"/>
                  <a:pt x="68" y="468"/>
                  <a:pt x="78" y="450"/>
                </a:cubicBezTo>
                <a:cubicBezTo>
                  <a:pt x="78" y="448"/>
                  <a:pt x="91" y="411"/>
                  <a:pt x="116" y="337"/>
                </a:cubicBezTo>
                <a:cubicBezTo>
                  <a:pt x="140" y="264"/>
                  <a:pt x="165" y="191"/>
                  <a:pt x="189" y="116"/>
                </a:cubicBezTo>
                <a:cubicBezTo>
                  <a:pt x="214" y="43"/>
                  <a:pt x="226" y="6"/>
                  <a:pt x="227" y="5"/>
                </a:cubicBezTo>
                <a:cubicBezTo>
                  <a:pt x="229" y="2"/>
                  <a:pt x="233" y="0"/>
                  <a:pt x="240" y="0"/>
                </a:cubicBezTo>
                <a:lnTo>
                  <a:pt x="247" y="0"/>
                </a:lnTo>
                <a:cubicBezTo>
                  <a:pt x="257" y="0"/>
                  <a:pt x="262" y="2"/>
                  <a:pt x="264" y="5"/>
                </a:cubicBezTo>
                <a:cubicBezTo>
                  <a:pt x="265" y="6"/>
                  <a:pt x="291" y="82"/>
                  <a:pt x="342" y="234"/>
                </a:cubicBezTo>
                <a:lnTo>
                  <a:pt x="419" y="465"/>
                </a:lnTo>
                <a:cubicBezTo>
                  <a:pt x="423" y="471"/>
                  <a:pt x="427" y="475"/>
                  <a:pt x="433" y="476"/>
                </a:cubicBezTo>
                <a:cubicBezTo>
                  <a:pt x="439" y="478"/>
                  <a:pt x="451" y="479"/>
                  <a:pt x="470" y="480"/>
                </a:cubicBezTo>
                <a:lnTo>
                  <a:pt x="491" y="480"/>
                </a:lnTo>
                <a:lnTo>
                  <a:pt x="491" y="513"/>
                </a:lnTo>
                <a:lnTo>
                  <a:pt x="485" y="513"/>
                </a:lnTo>
                <a:cubicBezTo>
                  <a:pt x="480" y="511"/>
                  <a:pt x="450" y="510"/>
                  <a:pt x="394" y="510"/>
                </a:cubicBezTo>
                <a:cubicBezTo>
                  <a:pt x="335" y="510"/>
                  <a:pt x="301" y="511"/>
                  <a:pt x="291" y="513"/>
                </a:cubicBezTo>
                <a:lnTo>
                  <a:pt x="284" y="513"/>
                </a:lnTo>
                <a:lnTo>
                  <a:pt x="284" y="480"/>
                </a:lnTo>
                <a:lnTo>
                  <a:pt x="293" y="480"/>
                </a:lnTo>
                <a:cubicBezTo>
                  <a:pt x="326" y="480"/>
                  <a:pt x="343" y="475"/>
                  <a:pt x="343" y="467"/>
                </a:cubicBezTo>
                <a:cubicBezTo>
                  <a:pt x="343" y="466"/>
                  <a:pt x="337" y="448"/>
                  <a:pt x="326" y="414"/>
                </a:cubicBezTo>
                <a:lnTo>
                  <a:pt x="309" y="363"/>
                </a:lnTo>
                <a:lnTo>
                  <a:pt x="142" y="363"/>
                </a:lnTo>
                <a:lnTo>
                  <a:pt x="128" y="405"/>
                </a:lnTo>
                <a:cubicBezTo>
                  <a:pt x="118" y="433"/>
                  <a:pt x="114" y="449"/>
                  <a:pt x="114" y="452"/>
                </a:cubicBezTo>
                <a:cubicBezTo>
                  <a:pt x="114" y="458"/>
                  <a:pt x="118" y="464"/>
                  <a:pt x="128" y="470"/>
                </a:cubicBezTo>
                <a:cubicBezTo>
                  <a:pt x="137" y="477"/>
                  <a:pt x="149" y="480"/>
                  <a:pt x="164" y="480"/>
                </a:cubicBezTo>
                <a:lnTo>
                  <a:pt x="167" y="480"/>
                </a:lnTo>
                <a:lnTo>
                  <a:pt x="167" y="513"/>
                </a:lnTo>
                <a:lnTo>
                  <a:pt x="161" y="513"/>
                </a:lnTo>
                <a:moveTo>
                  <a:pt x="298" y="330"/>
                </a:moveTo>
                <a:lnTo>
                  <a:pt x="225" y="113"/>
                </a:lnTo>
                <a:lnTo>
                  <a:pt x="153" y="330"/>
                </a:lnTo>
                <a:cubicBezTo>
                  <a:pt x="153" y="330"/>
                  <a:pt x="177" y="330"/>
                  <a:pt x="225" y="330"/>
                </a:cubicBezTo>
                <a:lnTo>
                  <a:pt x="298" y="3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2" name=""/>
          <p:cNvSpPr/>
          <p:nvPr/>
        </p:nvSpPr>
        <p:spPr>
          <a:xfrm>
            <a:off x="6962400" y="4274640"/>
            <a:ext cx="160560" cy="176400"/>
          </a:xfrm>
          <a:custGeom>
            <a:avLst/>
            <a:gdLst/>
            <a:ahLst/>
            <a:rect l="0" t="0" r="r" b="b"/>
            <a:pathLst>
              <a:path w="446" h="490">
                <a:moveTo>
                  <a:pt x="74" y="44"/>
                </a:moveTo>
                <a:cubicBezTo>
                  <a:pt x="71" y="41"/>
                  <a:pt x="68" y="38"/>
                  <a:pt x="66" y="37"/>
                </a:cubicBezTo>
                <a:cubicBezTo>
                  <a:pt x="64" y="36"/>
                  <a:pt x="61" y="36"/>
                  <a:pt x="55" y="35"/>
                </a:cubicBezTo>
                <a:cubicBezTo>
                  <a:pt x="49" y="35"/>
                  <a:pt x="39" y="34"/>
                  <a:pt x="24" y="33"/>
                </a:cubicBezTo>
                <a:lnTo>
                  <a:pt x="0" y="33"/>
                </a:lnTo>
                <a:lnTo>
                  <a:pt x="0" y="0"/>
                </a:lnTo>
                <a:lnTo>
                  <a:pt x="144" y="0"/>
                </a:lnTo>
                <a:lnTo>
                  <a:pt x="171" y="0"/>
                </a:lnTo>
                <a:lnTo>
                  <a:pt x="228" y="0"/>
                </a:lnTo>
                <a:cubicBezTo>
                  <a:pt x="265" y="0"/>
                  <a:pt x="292" y="1"/>
                  <a:pt x="309" y="4"/>
                </a:cubicBezTo>
                <a:cubicBezTo>
                  <a:pt x="326" y="6"/>
                  <a:pt x="343" y="13"/>
                  <a:pt x="360" y="23"/>
                </a:cubicBezTo>
                <a:cubicBezTo>
                  <a:pt x="381" y="35"/>
                  <a:pt x="397" y="49"/>
                  <a:pt x="409" y="67"/>
                </a:cubicBezTo>
                <a:cubicBezTo>
                  <a:pt x="421" y="85"/>
                  <a:pt x="427" y="104"/>
                  <a:pt x="427" y="124"/>
                </a:cubicBezTo>
                <a:cubicBezTo>
                  <a:pt x="427" y="148"/>
                  <a:pt x="417" y="170"/>
                  <a:pt x="397" y="190"/>
                </a:cubicBezTo>
                <a:cubicBezTo>
                  <a:pt x="378" y="210"/>
                  <a:pt x="352" y="224"/>
                  <a:pt x="321" y="232"/>
                </a:cubicBezTo>
                <a:lnTo>
                  <a:pt x="314" y="234"/>
                </a:lnTo>
                <a:cubicBezTo>
                  <a:pt x="348" y="239"/>
                  <a:pt x="379" y="252"/>
                  <a:pt x="406" y="274"/>
                </a:cubicBezTo>
                <a:cubicBezTo>
                  <a:pt x="433" y="296"/>
                  <a:pt x="446" y="323"/>
                  <a:pt x="446" y="356"/>
                </a:cubicBezTo>
                <a:cubicBezTo>
                  <a:pt x="446" y="388"/>
                  <a:pt x="434" y="417"/>
                  <a:pt x="410" y="442"/>
                </a:cubicBezTo>
                <a:cubicBezTo>
                  <a:pt x="385" y="466"/>
                  <a:pt x="354" y="482"/>
                  <a:pt x="316" y="487"/>
                </a:cubicBezTo>
                <a:cubicBezTo>
                  <a:pt x="310" y="488"/>
                  <a:pt x="256" y="489"/>
                  <a:pt x="154" y="490"/>
                </a:cubicBezTo>
                <a:lnTo>
                  <a:pt x="0" y="490"/>
                </a:lnTo>
                <a:lnTo>
                  <a:pt x="0" y="457"/>
                </a:lnTo>
                <a:lnTo>
                  <a:pt x="24" y="457"/>
                </a:lnTo>
                <a:cubicBezTo>
                  <a:pt x="44" y="456"/>
                  <a:pt x="56" y="455"/>
                  <a:pt x="61" y="455"/>
                </a:cubicBezTo>
                <a:cubicBezTo>
                  <a:pt x="65" y="454"/>
                  <a:pt x="69" y="451"/>
                  <a:pt x="74" y="446"/>
                </a:cubicBezTo>
                <a:lnTo>
                  <a:pt x="74" y="44"/>
                </a:lnTo>
                <a:moveTo>
                  <a:pt x="346" y="123"/>
                </a:moveTo>
                <a:cubicBezTo>
                  <a:pt x="346" y="100"/>
                  <a:pt x="340" y="80"/>
                  <a:pt x="327" y="64"/>
                </a:cubicBezTo>
                <a:cubicBezTo>
                  <a:pt x="315" y="48"/>
                  <a:pt x="298" y="38"/>
                  <a:pt x="278" y="34"/>
                </a:cubicBezTo>
                <a:cubicBezTo>
                  <a:pt x="277" y="34"/>
                  <a:pt x="274" y="34"/>
                  <a:pt x="269" y="34"/>
                </a:cubicBezTo>
                <a:cubicBezTo>
                  <a:pt x="263" y="34"/>
                  <a:pt x="255" y="34"/>
                  <a:pt x="246" y="34"/>
                </a:cubicBezTo>
                <a:cubicBezTo>
                  <a:pt x="236" y="34"/>
                  <a:pt x="227" y="34"/>
                  <a:pt x="219" y="33"/>
                </a:cubicBezTo>
                <a:cubicBezTo>
                  <a:pt x="187" y="33"/>
                  <a:pt x="167" y="33"/>
                  <a:pt x="160" y="34"/>
                </a:cubicBezTo>
                <a:cubicBezTo>
                  <a:pt x="153" y="34"/>
                  <a:pt x="148" y="36"/>
                  <a:pt x="146" y="40"/>
                </a:cubicBezTo>
                <a:cubicBezTo>
                  <a:pt x="145" y="41"/>
                  <a:pt x="144" y="72"/>
                  <a:pt x="144" y="133"/>
                </a:cubicBezTo>
                <a:lnTo>
                  <a:pt x="144" y="222"/>
                </a:lnTo>
                <a:lnTo>
                  <a:pt x="204" y="222"/>
                </a:lnTo>
                <a:lnTo>
                  <a:pt x="264" y="221"/>
                </a:lnTo>
                <a:lnTo>
                  <a:pt x="271" y="220"/>
                </a:lnTo>
                <a:cubicBezTo>
                  <a:pt x="273" y="220"/>
                  <a:pt x="275" y="219"/>
                  <a:pt x="279" y="218"/>
                </a:cubicBezTo>
                <a:cubicBezTo>
                  <a:pt x="282" y="217"/>
                  <a:pt x="288" y="214"/>
                  <a:pt x="297" y="209"/>
                </a:cubicBezTo>
                <a:cubicBezTo>
                  <a:pt x="305" y="203"/>
                  <a:pt x="313" y="198"/>
                  <a:pt x="319" y="191"/>
                </a:cubicBezTo>
                <a:cubicBezTo>
                  <a:pt x="326" y="185"/>
                  <a:pt x="332" y="176"/>
                  <a:pt x="337" y="164"/>
                </a:cubicBezTo>
                <a:cubicBezTo>
                  <a:pt x="343" y="151"/>
                  <a:pt x="345" y="138"/>
                  <a:pt x="346" y="123"/>
                </a:cubicBezTo>
                <a:moveTo>
                  <a:pt x="364" y="355"/>
                </a:moveTo>
                <a:cubicBezTo>
                  <a:pt x="364" y="331"/>
                  <a:pt x="358" y="308"/>
                  <a:pt x="344" y="288"/>
                </a:cubicBezTo>
                <a:cubicBezTo>
                  <a:pt x="331" y="267"/>
                  <a:pt x="312" y="255"/>
                  <a:pt x="288" y="249"/>
                </a:cubicBezTo>
                <a:lnTo>
                  <a:pt x="216" y="249"/>
                </a:lnTo>
                <a:lnTo>
                  <a:pt x="144" y="249"/>
                </a:lnTo>
                <a:lnTo>
                  <a:pt x="144" y="347"/>
                </a:lnTo>
                <a:lnTo>
                  <a:pt x="144" y="407"/>
                </a:lnTo>
                <a:cubicBezTo>
                  <a:pt x="144" y="435"/>
                  <a:pt x="145" y="450"/>
                  <a:pt x="148" y="452"/>
                </a:cubicBezTo>
                <a:cubicBezTo>
                  <a:pt x="151" y="455"/>
                  <a:pt x="175" y="456"/>
                  <a:pt x="219" y="456"/>
                </a:cubicBezTo>
                <a:lnTo>
                  <a:pt x="254" y="456"/>
                </a:lnTo>
                <a:cubicBezTo>
                  <a:pt x="274" y="456"/>
                  <a:pt x="289" y="455"/>
                  <a:pt x="297" y="452"/>
                </a:cubicBezTo>
                <a:cubicBezTo>
                  <a:pt x="318" y="445"/>
                  <a:pt x="334" y="433"/>
                  <a:pt x="346" y="415"/>
                </a:cubicBezTo>
                <a:cubicBezTo>
                  <a:pt x="358" y="398"/>
                  <a:pt x="364" y="378"/>
                  <a:pt x="364" y="3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3" name=""/>
          <p:cNvSpPr/>
          <p:nvPr/>
        </p:nvSpPr>
        <p:spPr>
          <a:xfrm>
            <a:off x="7151760" y="4269240"/>
            <a:ext cx="157320" cy="187200"/>
          </a:xfrm>
          <a:custGeom>
            <a:avLst/>
            <a:gdLst/>
            <a:ahLst/>
            <a:rect l="0" t="0" r="r" b="b"/>
            <a:pathLst>
              <a:path w="437" h="520">
                <a:moveTo>
                  <a:pt x="0" y="259"/>
                </a:moveTo>
                <a:cubicBezTo>
                  <a:pt x="0" y="218"/>
                  <a:pt x="8" y="180"/>
                  <a:pt x="23" y="146"/>
                </a:cubicBezTo>
                <a:cubicBezTo>
                  <a:pt x="39" y="112"/>
                  <a:pt x="59" y="84"/>
                  <a:pt x="84" y="64"/>
                </a:cubicBezTo>
                <a:cubicBezTo>
                  <a:pt x="109" y="43"/>
                  <a:pt x="135" y="28"/>
                  <a:pt x="162" y="17"/>
                </a:cubicBezTo>
                <a:cubicBezTo>
                  <a:pt x="189" y="6"/>
                  <a:pt x="215" y="0"/>
                  <a:pt x="239" y="0"/>
                </a:cubicBezTo>
                <a:cubicBezTo>
                  <a:pt x="241" y="0"/>
                  <a:pt x="243" y="0"/>
                  <a:pt x="246" y="0"/>
                </a:cubicBezTo>
                <a:cubicBezTo>
                  <a:pt x="249" y="0"/>
                  <a:pt x="250" y="0"/>
                  <a:pt x="251" y="0"/>
                </a:cubicBezTo>
                <a:cubicBezTo>
                  <a:pt x="295" y="0"/>
                  <a:pt x="333" y="16"/>
                  <a:pt x="366" y="49"/>
                </a:cubicBezTo>
                <a:lnTo>
                  <a:pt x="376" y="57"/>
                </a:lnTo>
                <a:lnTo>
                  <a:pt x="397" y="30"/>
                </a:lnTo>
                <a:cubicBezTo>
                  <a:pt x="411" y="12"/>
                  <a:pt x="418" y="2"/>
                  <a:pt x="420" y="0"/>
                </a:cubicBezTo>
                <a:cubicBezTo>
                  <a:pt x="421" y="0"/>
                  <a:pt x="422" y="0"/>
                  <a:pt x="423" y="0"/>
                </a:cubicBezTo>
                <a:cubicBezTo>
                  <a:pt x="425" y="0"/>
                  <a:pt x="426" y="0"/>
                  <a:pt x="428" y="0"/>
                </a:cubicBezTo>
                <a:lnTo>
                  <a:pt x="430" y="0"/>
                </a:lnTo>
                <a:cubicBezTo>
                  <a:pt x="432" y="0"/>
                  <a:pt x="434" y="1"/>
                  <a:pt x="437" y="4"/>
                </a:cubicBezTo>
                <a:lnTo>
                  <a:pt x="437" y="204"/>
                </a:lnTo>
                <a:lnTo>
                  <a:pt x="433" y="208"/>
                </a:lnTo>
                <a:lnTo>
                  <a:pt x="407" y="208"/>
                </a:lnTo>
                <a:cubicBezTo>
                  <a:pt x="404" y="205"/>
                  <a:pt x="403" y="201"/>
                  <a:pt x="402" y="196"/>
                </a:cubicBezTo>
                <a:cubicBezTo>
                  <a:pt x="398" y="157"/>
                  <a:pt x="387" y="123"/>
                  <a:pt x="368" y="95"/>
                </a:cubicBezTo>
                <a:cubicBezTo>
                  <a:pt x="349" y="66"/>
                  <a:pt x="327" y="47"/>
                  <a:pt x="300" y="38"/>
                </a:cubicBezTo>
                <a:cubicBezTo>
                  <a:pt x="291" y="35"/>
                  <a:pt x="279" y="33"/>
                  <a:pt x="264" y="33"/>
                </a:cubicBezTo>
                <a:cubicBezTo>
                  <a:pt x="215" y="33"/>
                  <a:pt x="173" y="50"/>
                  <a:pt x="140" y="83"/>
                </a:cubicBezTo>
                <a:cubicBezTo>
                  <a:pt x="102" y="121"/>
                  <a:pt x="83" y="179"/>
                  <a:pt x="83" y="259"/>
                </a:cubicBezTo>
                <a:cubicBezTo>
                  <a:pt x="83" y="317"/>
                  <a:pt x="92" y="363"/>
                  <a:pt x="111" y="397"/>
                </a:cubicBezTo>
                <a:cubicBezTo>
                  <a:pt x="121" y="416"/>
                  <a:pt x="133" y="432"/>
                  <a:pt x="148" y="444"/>
                </a:cubicBezTo>
                <a:cubicBezTo>
                  <a:pt x="163" y="457"/>
                  <a:pt x="178" y="467"/>
                  <a:pt x="194" y="472"/>
                </a:cubicBezTo>
                <a:cubicBezTo>
                  <a:pt x="210" y="478"/>
                  <a:pt x="224" y="482"/>
                  <a:pt x="234" y="484"/>
                </a:cubicBezTo>
                <a:cubicBezTo>
                  <a:pt x="245" y="486"/>
                  <a:pt x="255" y="487"/>
                  <a:pt x="266" y="487"/>
                </a:cubicBezTo>
                <a:cubicBezTo>
                  <a:pt x="308" y="487"/>
                  <a:pt x="342" y="471"/>
                  <a:pt x="368" y="438"/>
                </a:cubicBezTo>
                <a:cubicBezTo>
                  <a:pt x="394" y="405"/>
                  <a:pt x="407" y="369"/>
                  <a:pt x="407" y="329"/>
                </a:cubicBezTo>
                <a:cubicBezTo>
                  <a:pt x="407" y="326"/>
                  <a:pt x="410" y="323"/>
                  <a:pt x="413" y="320"/>
                </a:cubicBezTo>
                <a:lnTo>
                  <a:pt x="433" y="320"/>
                </a:lnTo>
                <a:lnTo>
                  <a:pt x="437" y="324"/>
                </a:lnTo>
                <a:lnTo>
                  <a:pt x="437" y="335"/>
                </a:lnTo>
                <a:cubicBezTo>
                  <a:pt x="434" y="385"/>
                  <a:pt x="416" y="428"/>
                  <a:pt x="382" y="465"/>
                </a:cubicBezTo>
                <a:cubicBezTo>
                  <a:pt x="348" y="501"/>
                  <a:pt x="303" y="520"/>
                  <a:pt x="248" y="520"/>
                </a:cubicBezTo>
                <a:cubicBezTo>
                  <a:pt x="181" y="520"/>
                  <a:pt x="122" y="495"/>
                  <a:pt x="73" y="445"/>
                </a:cubicBezTo>
                <a:cubicBezTo>
                  <a:pt x="24" y="396"/>
                  <a:pt x="0" y="333"/>
                  <a:pt x="0" y="2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4" name=""/>
          <p:cNvSpPr/>
          <p:nvPr/>
        </p:nvSpPr>
        <p:spPr>
          <a:xfrm>
            <a:off x="7329960" y="4274640"/>
            <a:ext cx="175680" cy="176400"/>
          </a:xfrm>
          <a:custGeom>
            <a:avLst/>
            <a:gdLst/>
            <a:ahLst/>
            <a:rect l="0" t="0" r="r" b="b"/>
            <a:pathLst>
              <a:path w="488" h="490">
                <a:moveTo>
                  <a:pt x="74" y="44"/>
                </a:moveTo>
                <a:cubicBezTo>
                  <a:pt x="70" y="41"/>
                  <a:pt x="68" y="38"/>
                  <a:pt x="66" y="37"/>
                </a:cubicBezTo>
                <a:cubicBezTo>
                  <a:pt x="64" y="36"/>
                  <a:pt x="60" y="36"/>
                  <a:pt x="55" y="35"/>
                </a:cubicBezTo>
                <a:cubicBezTo>
                  <a:pt x="49" y="35"/>
                  <a:pt x="39" y="34"/>
                  <a:pt x="24" y="33"/>
                </a:cubicBezTo>
                <a:lnTo>
                  <a:pt x="0" y="33"/>
                </a:lnTo>
                <a:lnTo>
                  <a:pt x="0" y="0"/>
                </a:lnTo>
                <a:lnTo>
                  <a:pt x="144" y="0"/>
                </a:lnTo>
                <a:cubicBezTo>
                  <a:pt x="225" y="1"/>
                  <a:pt x="271" y="1"/>
                  <a:pt x="280" y="1"/>
                </a:cubicBezTo>
                <a:cubicBezTo>
                  <a:pt x="290" y="1"/>
                  <a:pt x="301" y="2"/>
                  <a:pt x="311" y="5"/>
                </a:cubicBezTo>
                <a:cubicBezTo>
                  <a:pt x="332" y="10"/>
                  <a:pt x="352" y="18"/>
                  <a:pt x="372" y="30"/>
                </a:cubicBezTo>
                <a:cubicBezTo>
                  <a:pt x="392" y="43"/>
                  <a:pt x="411" y="59"/>
                  <a:pt x="429" y="79"/>
                </a:cubicBezTo>
                <a:cubicBezTo>
                  <a:pt x="448" y="100"/>
                  <a:pt x="462" y="124"/>
                  <a:pt x="472" y="154"/>
                </a:cubicBezTo>
                <a:cubicBezTo>
                  <a:pt x="482" y="183"/>
                  <a:pt x="487" y="215"/>
                  <a:pt x="488" y="249"/>
                </a:cubicBezTo>
                <a:cubicBezTo>
                  <a:pt x="488" y="309"/>
                  <a:pt x="470" y="362"/>
                  <a:pt x="435" y="407"/>
                </a:cubicBezTo>
                <a:cubicBezTo>
                  <a:pt x="400" y="451"/>
                  <a:pt x="354" y="478"/>
                  <a:pt x="298" y="487"/>
                </a:cubicBezTo>
                <a:cubicBezTo>
                  <a:pt x="291" y="488"/>
                  <a:pt x="240" y="489"/>
                  <a:pt x="144" y="490"/>
                </a:cubicBezTo>
                <a:lnTo>
                  <a:pt x="0" y="490"/>
                </a:lnTo>
                <a:lnTo>
                  <a:pt x="0" y="457"/>
                </a:lnTo>
                <a:lnTo>
                  <a:pt x="24" y="457"/>
                </a:lnTo>
                <a:cubicBezTo>
                  <a:pt x="44" y="456"/>
                  <a:pt x="56" y="455"/>
                  <a:pt x="60" y="455"/>
                </a:cubicBezTo>
                <a:cubicBezTo>
                  <a:pt x="65" y="454"/>
                  <a:pt x="69" y="451"/>
                  <a:pt x="74" y="446"/>
                </a:cubicBezTo>
                <a:lnTo>
                  <a:pt x="74" y="44"/>
                </a:lnTo>
                <a:moveTo>
                  <a:pt x="406" y="248"/>
                </a:moveTo>
                <a:cubicBezTo>
                  <a:pt x="406" y="200"/>
                  <a:pt x="401" y="161"/>
                  <a:pt x="390" y="131"/>
                </a:cubicBezTo>
                <a:cubicBezTo>
                  <a:pt x="380" y="102"/>
                  <a:pt x="361" y="77"/>
                  <a:pt x="334" y="58"/>
                </a:cubicBezTo>
                <a:cubicBezTo>
                  <a:pt x="309" y="41"/>
                  <a:pt x="275" y="33"/>
                  <a:pt x="235" y="33"/>
                </a:cubicBezTo>
                <a:lnTo>
                  <a:pt x="211" y="33"/>
                </a:lnTo>
                <a:lnTo>
                  <a:pt x="191" y="33"/>
                </a:lnTo>
                <a:cubicBezTo>
                  <a:pt x="164" y="33"/>
                  <a:pt x="150" y="35"/>
                  <a:pt x="148" y="40"/>
                </a:cubicBezTo>
                <a:cubicBezTo>
                  <a:pt x="147" y="41"/>
                  <a:pt x="146" y="110"/>
                  <a:pt x="146" y="244"/>
                </a:cubicBezTo>
                <a:cubicBezTo>
                  <a:pt x="146" y="378"/>
                  <a:pt x="146" y="446"/>
                  <a:pt x="147" y="447"/>
                </a:cubicBezTo>
                <a:cubicBezTo>
                  <a:pt x="147" y="452"/>
                  <a:pt x="151" y="455"/>
                  <a:pt x="158" y="455"/>
                </a:cubicBezTo>
                <a:cubicBezTo>
                  <a:pt x="165" y="456"/>
                  <a:pt x="187" y="456"/>
                  <a:pt x="223" y="457"/>
                </a:cubicBezTo>
                <a:lnTo>
                  <a:pt x="231" y="457"/>
                </a:lnTo>
                <a:cubicBezTo>
                  <a:pt x="282" y="457"/>
                  <a:pt x="322" y="445"/>
                  <a:pt x="350" y="422"/>
                </a:cubicBezTo>
                <a:cubicBezTo>
                  <a:pt x="372" y="404"/>
                  <a:pt x="387" y="381"/>
                  <a:pt x="394" y="353"/>
                </a:cubicBezTo>
                <a:cubicBezTo>
                  <a:pt x="402" y="325"/>
                  <a:pt x="406" y="290"/>
                  <a:pt x="406" y="24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5" name=""/>
          <p:cNvSpPr/>
          <p:nvPr/>
        </p:nvSpPr>
        <p:spPr>
          <a:xfrm>
            <a:off x="7543800" y="425736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3" y="294"/>
                  <a:pt x="7" y="264"/>
                </a:cubicBezTo>
                <a:cubicBezTo>
                  <a:pt x="12" y="235"/>
                  <a:pt x="18" y="209"/>
                  <a:pt x="24" y="188"/>
                </a:cubicBezTo>
                <a:cubicBezTo>
                  <a:pt x="30" y="166"/>
                  <a:pt x="39" y="145"/>
                  <a:pt x="51" y="125"/>
                </a:cubicBezTo>
                <a:cubicBezTo>
                  <a:pt x="63" y="104"/>
                  <a:pt x="72" y="88"/>
                  <a:pt x="78" y="77"/>
                </a:cubicBezTo>
                <a:cubicBezTo>
                  <a:pt x="85" y="65"/>
                  <a:pt x="95" y="53"/>
                  <a:pt x="108" y="40"/>
                </a:cubicBezTo>
                <a:cubicBezTo>
                  <a:pt x="122" y="26"/>
                  <a:pt x="130" y="18"/>
                  <a:pt x="132" y="15"/>
                </a:cubicBezTo>
                <a:cubicBezTo>
                  <a:pt x="134" y="13"/>
                  <a:pt x="140" y="8"/>
                  <a:pt x="150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9" y="0"/>
                  <a:pt x="172" y="3"/>
                  <a:pt x="172" y="7"/>
                </a:cubicBezTo>
                <a:cubicBezTo>
                  <a:pt x="172" y="8"/>
                  <a:pt x="168" y="13"/>
                  <a:pt x="160" y="22"/>
                </a:cubicBezTo>
                <a:cubicBezTo>
                  <a:pt x="152" y="30"/>
                  <a:pt x="142" y="43"/>
                  <a:pt x="131" y="60"/>
                </a:cubicBezTo>
                <a:cubicBezTo>
                  <a:pt x="119" y="76"/>
                  <a:pt x="108" y="97"/>
                  <a:pt x="96" y="121"/>
                </a:cubicBezTo>
                <a:cubicBezTo>
                  <a:pt x="84" y="145"/>
                  <a:pt x="74" y="178"/>
                  <a:pt x="66" y="220"/>
                </a:cubicBezTo>
                <a:cubicBezTo>
                  <a:pt x="57" y="261"/>
                  <a:pt x="53" y="307"/>
                  <a:pt x="53" y="358"/>
                </a:cubicBezTo>
                <a:cubicBezTo>
                  <a:pt x="53" y="408"/>
                  <a:pt x="57" y="454"/>
                  <a:pt x="66" y="495"/>
                </a:cubicBezTo>
                <a:cubicBezTo>
                  <a:pt x="74" y="536"/>
                  <a:pt x="83" y="569"/>
                  <a:pt x="95" y="594"/>
                </a:cubicBezTo>
                <a:cubicBezTo>
                  <a:pt x="106" y="620"/>
                  <a:pt x="118" y="640"/>
                  <a:pt x="130" y="656"/>
                </a:cubicBezTo>
                <a:cubicBezTo>
                  <a:pt x="142" y="673"/>
                  <a:pt x="152" y="685"/>
                  <a:pt x="160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9" y="716"/>
                  <a:pt x="161" y="716"/>
                </a:cubicBezTo>
                <a:lnTo>
                  <a:pt x="159" y="716"/>
                </a:lnTo>
                <a:lnTo>
                  <a:pt x="150" y="716"/>
                </a:lnTo>
                <a:lnTo>
                  <a:pt x="130" y="699"/>
                </a:lnTo>
                <a:cubicBezTo>
                  <a:pt x="85" y="658"/>
                  <a:pt x="52" y="607"/>
                  <a:pt x="31" y="547"/>
                </a:cubicBezTo>
                <a:cubicBezTo>
                  <a:pt x="10" y="486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6" name=""/>
          <p:cNvSpPr/>
          <p:nvPr/>
        </p:nvSpPr>
        <p:spPr>
          <a:xfrm>
            <a:off x="7627680" y="4275360"/>
            <a:ext cx="185400" cy="175680"/>
          </a:xfrm>
          <a:custGeom>
            <a:avLst/>
            <a:gdLst/>
            <a:ahLst/>
            <a:rect l="0" t="0" r="r" b="b"/>
            <a:pathLst>
              <a:path w="515" h="488">
                <a:moveTo>
                  <a:pt x="12" y="487"/>
                </a:moveTo>
                <a:cubicBezTo>
                  <a:pt x="4" y="487"/>
                  <a:pt x="0" y="484"/>
                  <a:pt x="0" y="480"/>
                </a:cubicBezTo>
                <a:cubicBezTo>
                  <a:pt x="0" y="479"/>
                  <a:pt x="1" y="475"/>
                  <a:pt x="2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6" y="455"/>
                  <a:pt x="25" y="455"/>
                </a:cubicBezTo>
                <a:cubicBezTo>
                  <a:pt x="37" y="455"/>
                  <a:pt x="52" y="454"/>
                  <a:pt x="68" y="453"/>
                </a:cubicBezTo>
                <a:cubicBezTo>
                  <a:pt x="74" y="451"/>
                  <a:pt x="79" y="448"/>
                  <a:pt x="81" y="444"/>
                </a:cubicBezTo>
                <a:cubicBezTo>
                  <a:pt x="82" y="442"/>
                  <a:pt x="99" y="375"/>
                  <a:pt x="133" y="243"/>
                </a:cubicBezTo>
                <a:cubicBezTo>
                  <a:pt x="166" y="112"/>
                  <a:pt x="182" y="45"/>
                  <a:pt x="183" y="43"/>
                </a:cubicBezTo>
                <a:cubicBezTo>
                  <a:pt x="183" y="40"/>
                  <a:pt x="182" y="38"/>
                  <a:pt x="180" y="38"/>
                </a:cubicBezTo>
                <a:cubicBezTo>
                  <a:pt x="176" y="36"/>
                  <a:pt x="164" y="35"/>
                  <a:pt x="142" y="34"/>
                </a:cubicBezTo>
                <a:lnTo>
                  <a:pt x="120" y="34"/>
                </a:lnTo>
                <a:cubicBezTo>
                  <a:pt x="117" y="30"/>
                  <a:pt x="116" y="29"/>
                  <a:pt x="116" y="28"/>
                </a:cubicBezTo>
                <a:cubicBezTo>
                  <a:pt x="116" y="27"/>
                  <a:pt x="116" y="23"/>
                  <a:pt x="117" y="15"/>
                </a:cubicBezTo>
                <a:cubicBezTo>
                  <a:pt x="119" y="7"/>
                  <a:pt x="121" y="2"/>
                  <a:pt x="124" y="0"/>
                </a:cubicBezTo>
                <a:lnTo>
                  <a:pt x="510" y="0"/>
                </a:lnTo>
                <a:cubicBezTo>
                  <a:pt x="513" y="2"/>
                  <a:pt x="515" y="5"/>
                  <a:pt x="515" y="8"/>
                </a:cubicBezTo>
                <a:cubicBezTo>
                  <a:pt x="515" y="11"/>
                  <a:pt x="512" y="38"/>
                  <a:pt x="505" y="89"/>
                </a:cubicBezTo>
                <a:cubicBezTo>
                  <a:pt x="499" y="140"/>
                  <a:pt x="496" y="167"/>
                  <a:pt x="495" y="168"/>
                </a:cubicBezTo>
                <a:cubicBezTo>
                  <a:pt x="494" y="171"/>
                  <a:pt x="490" y="173"/>
                  <a:pt x="481" y="173"/>
                </a:cubicBezTo>
                <a:lnTo>
                  <a:pt x="472" y="173"/>
                </a:lnTo>
                <a:cubicBezTo>
                  <a:pt x="469" y="171"/>
                  <a:pt x="467" y="168"/>
                  <a:pt x="467" y="164"/>
                </a:cubicBezTo>
                <a:cubicBezTo>
                  <a:pt x="467" y="163"/>
                  <a:pt x="468" y="158"/>
                  <a:pt x="470" y="147"/>
                </a:cubicBezTo>
                <a:cubicBezTo>
                  <a:pt x="471" y="136"/>
                  <a:pt x="472" y="123"/>
                  <a:pt x="472" y="109"/>
                </a:cubicBezTo>
                <a:cubicBezTo>
                  <a:pt x="472" y="94"/>
                  <a:pt x="470" y="83"/>
                  <a:pt x="467" y="74"/>
                </a:cubicBezTo>
                <a:cubicBezTo>
                  <a:pt x="463" y="65"/>
                  <a:pt x="459" y="57"/>
                  <a:pt x="453" y="51"/>
                </a:cubicBezTo>
                <a:cubicBezTo>
                  <a:pt x="447" y="46"/>
                  <a:pt x="439" y="42"/>
                  <a:pt x="427" y="40"/>
                </a:cubicBezTo>
                <a:cubicBezTo>
                  <a:pt x="415" y="38"/>
                  <a:pt x="403" y="36"/>
                  <a:pt x="390" y="35"/>
                </a:cubicBezTo>
                <a:cubicBezTo>
                  <a:pt x="378" y="34"/>
                  <a:pt x="361" y="33"/>
                  <a:pt x="339" y="34"/>
                </a:cubicBezTo>
                <a:lnTo>
                  <a:pt x="322" y="34"/>
                </a:lnTo>
                <a:cubicBezTo>
                  <a:pt x="283" y="35"/>
                  <a:pt x="262" y="35"/>
                  <a:pt x="260" y="36"/>
                </a:cubicBezTo>
                <a:cubicBezTo>
                  <a:pt x="258" y="37"/>
                  <a:pt x="256" y="39"/>
                  <a:pt x="255" y="42"/>
                </a:cubicBezTo>
                <a:cubicBezTo>
                  <a:pt x="255" y="43"/>
                  <a:pt x="247" y="74"/>
                  <a:pt x="231" y="136"/>
                </a:cubicBezTo>
                <a:lnTo>
                  <a:pt x="208" y="228"/>
                </a:lnTo>
                <a:lnTo>
                  <a:pt x="247" y="228"/>
                </a:lnTo>
                <a:cubicBezTo>
                  <a:pt x="249" y="228"/>
                  <a:pt x="254" y="228"/>
                  <a:pt x="264" y="228"/>
                </a:cubicBezTo>
                <a:cubicBezTo>
                  <a:pt x="273" y="228"/>
                  <a:pt x="280" y="228"/>
                  <a:pt x="284" y="227"/>
                </a:cubicBezTo>
                <a:cubicBezTo>
                  <a:pt x="288" y="227"/>
                  <a:pt x="293" y="226"/>
                  <a:pt x="299" y="225"/>
                </a:cubicBezTo>
                <a:cubicBezTo>
                  <a:pt x="306" y="224"/>
                  <a:pt x="312" y="223"/>
                  <a:pt x="317" y="220"/>
                </a:cubicBezTo>
                <a:cubicBezTo>
                  <a:pt x="321" y="218"/>
                  <a:pt x="325" y="215"/>
                  <a:pt x="329" y="212"/>
                </a:cubicBezTo>
                <a:cubicBezTo>
                  <a:pt x="335" y="206"/>
                  <a:pt x="340" y="198"/>
                  <a:pt x="344" y="188"/>
                </a:cubicBezTo>
                <a:cubicBezTo>
                  <a:pt x="349" y="178"/>
                  <a:pt x="352" y="169"/>
                  <a:pt x="354" y="161"/>
                </a:cubicBezTo>
                <a:cubicBezTo>
                  <a:pt x="356" y="153"/>
                  <a:pt x="357" y="148"/>
                  <a:pt x="357" y="148"/>
                </a:cubicBezTo>
                <a:cubicBezTo>
                  <a:pt x="359" y="146"/>
                  <a:pt x="363" y="144"/>
                  <a:pt x="371" y="144"/>
                </a:cubicBezTo>
                <a:lnTo>
                  <a:pt x="379" y="144"/>
                </a:lnTo>
                <a:cubicBezTo>
                  <a:pt x="383" y="147"/>
                  <a:pt x="384" y="149"/>
                  <a:pt x="384" y="152"/>
                </a:cubicBezTo>
                <a:cubicBezTo>
                  <a:pt x="384" y="153"/>
                  <a:pt x="377" y="184"/>
                  <a:pt x="362" y="245"/>
                </a:cubicBezTo>
                <a:cubicBezTo>
                  <a:pt x="348" y="306"/>
                  <a:pt x="339" y="338"/>
                  <a:pt x="338" y="340"/>
                </a:cubicBezTo>
                <a:cubicBezTo>
                  <a:pt x="337" y="343"/>
                  <a:pt x="332" y="345"/>
                  <a:pt x="324" y="345"/>
                </a:cubicBezTo>
                <a:lnTo>
                  <a:pt x="315" y="345"/>
                </a:lnTo>
                <a:cubicBezTo>
                  <a:pt x="312" y="342"/>
                  <a:pt x="310" y="339"/>
                  <a:pt x="310" y="336"/>
                </a:cubicBezTo>
                <a:cubicBezTo>
                  <a:pt x="310" y="335"/>
                  <a:pt x="311" y="329"/>
                  <a:pt x="314" y="320"/>
                </a:cubicBezTo>
                <a:cubicBezTo>
                  <a:pt x="316" y="311"/>
                  <a:pt x="317" y="302"/>
                  <a:pt x="317" y="292"/>
                </a:cubicBezTo>
                <a:cubicBezTo>
                  <a:pt x="317" y="278"/>
                  <a:pt x="313" y="269"/>
                  <a:pt x="303" y="266"/>
                </a:cubicBezTo>
                <a:cubicBezTo>
                  <a:pt x="293" y="263"/>
                  <a:pt x="272" y="261"/>
                  <a:pt x="239" y="261"/>
                </a:cubicBezTo>
                <a:lnTo>
                  <a:pt x="200" y="261"/>
                </a:lnTo>
                <a:lnTo>
                  <a:pt x="177" y="352"/>
                </a:lnTo>
                <a:cubicBezTo>
                  <a:pt x="162" y="411"/>
                  <a:pt x="154" y="442"/>
                  <a:pt x="154" y="445"/>
                </a:cubicBezTo>
                <a:cubicBezTo>
                  <a:pt x="154" y="451"/>
                  <a:pt x="176" y="455"/>
                  <a:pt x="218" y="455"/>
                </a:cubicBezTo>
                <a:lnTo>
                  <a:pt x="236" y="455"/>
                </a:lnTo>
                <a:cubicBezTo>
                  <a:pt x="239" y="458"/>
                  <a:pt x="240" y="459"/>
                  <a:pt x="240" y="460"/>
                </a:cubicBezTo>
                <a:cubicBezTo>
                  <a:pt x="240" y="460"/>
                  <a:pt x="240" y="465"/>
                  <a:pt x="239" y="474"/>
                </a:cubicBezTo>
                <a:cubicBezTo>
                  <a:pt x="237" y="480"/>
                  <a:pt x="234" y="485"/>
                  <a:pt x="232" y="488"/>
                </a:cubicBezTo>
                <a:lnTo>
                  <a:pt x="219" y="488"/>
                </a:lnTo>
                <a:cubicBezTo>
                  <a:pt x="200" y="487"/>
                  <a:pt x="164" y="486"/>
                  <a:pt x="111" y="486"/>
                </a:cubicBezTo>
                <a:cubicBezTo>
                  <a:pt x="79" y="486"/>
                  <a:pt x="56" y="486"/>
                  <a:pt x="40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7" name=""/>
          <p:cNvSpPr/>
          <p:nvPr/>
        </p:nvSpPr>
        <p:spPr>
          <a:xfrm>
            <a:off x="7808760" y="436788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7" y="45"/>
                </a:moveTo>
                <a:lnTo>
                  <a:pt x="61" y="47"/>
                </a:lnTo>
                <a:cubicBezTo>
                  <a:pt x="56" y="49"/>
                  <a:pt x="49" y="51"/>
                  <a:pt x="40" y="52"/>
                </a:cubicBezTo>
                <a:cubicBezTo>
                  <a:pt x="32" y="54"/>
                  <a:pt x="22" y="55"/>
                  <a:pt x="10" y="56"/>
                </a:cubicBezTo>
                <a:lnTo>
                  <a:pt x="0" y="56"/>
                </a:lnTo>
                <a:lnTo>
                  <a:pt x="0" y="33"/>
                </a:lnTo>
                <a:lnTo>
                  <a:pt x="10" y="33"/>
                </a:lnTo>
                <a:cubicBezTo>
                  <a:pt x="27" y="32"/>
                  <a:pt x="41" y="29"/>
                  <a:pt x="55" y="25"/>
                </a:cubicBezTo>
                <a:cubicBezTo>
                  <a:pt x="68" y="21"/>
                  <a:pt x="78" y="17"/>
                  <a:pt x="83" y="13"/>
                </a:cubicBezTo>
                <a:cubicBezTo>
                  <a:pt x="89" y="9"/>
                  <a:pt x="93" y="5"/>
                  <a:pt x="97" y="2"/>
                </a:cubicBezTo>
                <a:cubicBezTo>
                  <a:pt x="98" y="1"/>
                  <a:pt x="100" y="0"/>
                  <a:pt x="103" y="0"/>
                </a:cubicBezTo>
                <a:cubicBezTo>
                  <a:pt x="106" y="0"/>
                  <a:pt x="109" y="1"/>
                  <a:pt x="112" y="3"/>
                </a:cubicBezTo>
                <a:lnTo>
                  <a:pt x="112" y="155"/>
                </a:lnTo>
                <a:lnTo>
                  <a:pt x="113" y="307"/>
                </a:lnTo>
                <a:cubicBezTo>
                  <a:pt x="115" y="309"/>
                  <a:pt x="117" y="311"/>
                  <a:pt x="119" y="312"/>
                </a:cubicBezTo>
                <a:cubicBezTo>
                  <a:pt x="120" y="312"/>
                  <a:pt x="124" y="313"/>
                  <a:pt x="131" y="314"/>
                </a:cubicBezTo>
                <a:cubicBezTo>
                  <a:pt x="137" y="314"/>
                  <a:pt x="148" y="315"/>
                  <a:pt x="162" y="315"/>
                </a:cubicBezTo>
                <a:lnTo>
                  <a:pt x="175" y="315"/>
                </a:lnTo>
                <a:lnTo>
                  <a:pt x="175" y="338"/>
                </a:lnTo>
                <a:lnTo>
                  <a:pt x="170" y="338"/>
                </a:lnTo>
                <a:cubicBezTo>
                  <a:pt x="163" y="337"/>
                  <a:pt x="136" y="336"/>
                  <a:pt x="89" y="336"/>
                </a:cubicBezTo>
                <a:cubicBezTo>
                  <a:pt x="43" y="336"/>
                  <a:pt x="16" y="337"/>
                  <a:pt x="9" y="338"/>
                </a:cubicBezTo>
                <a:lnTo>
                  <a:pt x="3" y="338"/>
                </a:lnTo>
                <a:lnTo>
                  <a:pt x="3" y="315"/>
                </a:lnTo>
                <a:lnTo>
                  <a:pt x="16" y="315"/>
                </a:lnTo>
                <a:cubicBezTo>
                  <a:pt x="24" y="315"/>
                  <a:pt x="31" y="315"/>
                  <a:pt x="36" y="315"/>
                </a:cubicBezTo>
                <a:cubicBezTo>
                  <a:pt x="42" y="315"/>
                  <a:pt x="46" y="314"/>
                  <a:pt x="49" y="314"/>
                </a:cubicBezTo>
                <a:cubicBezTo>
                  <a:pt x="52" y="314"/>
                  <a:pt x="55" y="313"/>
                  <a:pt x="57" y="313"/>
                </a:cubicBezTo>
                <a:cubicBezTo>
                  <a:pt x="59" y="312"/>
                  <a:pt x="61" y="312"/>
                  <a:pt x="61" y="312"/>
                </a:cubicBezTo>
                <a:cubicBezTo>
                  <a:pt x="61" y="312"/>
                  <a:pt x="62" y="311"/>
                  <a:pt x="64" y="309"/>
                </a:cubicBezTo>
                <a:cubicBezTo>
                  <a:pt x="66" y="307"/>
                  <a:pt x="67" y="307"/>
                  <a:pt x="67" y="307"/>
                </a:cubicBezTo>
                <a:lnTo>
                  <a:pt x="67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8" name=""/>
          <p:cNvSpPr/>
          <p:nvPr/>
        </p:nvSpPr>
        <p:spPr>
          <a:xfrm>
            <a:off x="7917840" y="4419360"/>
            <a:ext cx="34200" cy="81360"/>
          </a:xfrm>
          <a:custGeom>
            <a:avLst/>
            <a:gdLst/>
            <a:ahLst/>
            <a:rect l="0" t="0" r="r" b="b"/>
            <a:pathLst>
              <a:path w="95" h="226">
                <a:moveTo>
                  <a:pt x="0" y="62"/>
                </a:moveTo>
                <a:cubicBezTo>
                  <a:pt x="0" y="62"/>
                  <a:pt x="0" y="56"/>
                  <a:pt x="0" y="44"/>
                </a:cubicBezTo>
                <a:cubicBezTo>
                  <a:pt x="0" y="32"/>
                  <a:pt x="4" y="21"/>
                  <a:pt x="11" y="13"/>
                </a:cubicBezTo>
                <a:cubicBezTo>
                  <a:pt x="19" y="4"/>
                  <a:pt x="29" y="0"/>
                  <a:pt x="42" y="0"/>
                </a:cubicBezTo>
                <a:cubicBezTo>
                  <a:pt x="56" y="0"/>
                  <a:pt x="68" y="6"/>
                  <a:pt x="79" y="18"/>
                </a:cubicBezTo>
                <a:cubicBezTo>
                  <a:pt x="89" y="30"/>
                  <a:pt x="95" y="51"/>
                  <a:pt x="95" y="81"/>
                </a:cubicBezTo>
                <a:cubicBezTo>
                  <a:pt x="95" y="98"/>
                  <a:pt x="93" y="114"/>
                  <a:pt x="89" y="129"/>
                </a:cubicBezTo>
                <a:cubicBezTo>
                  <a:pt x="84" y="145"/>
                  <a:pt x="79" y="159"/>
                  <a:pt x="74" y="170"/>
                </a:cubicBezTo>
                <a:cubicBezTo>
                  <a:pt x="68" y="182"/>
                  <a:pt x="62" y="191"/>
                  <a:pt x="55" y="200"/>
                </a:cubicBezTo>
                <a:cubicBezTo>
                  <a:pt x="47" y="208"/>
                  <a:pt x="42" y="215"/>
                  <a:pt x="37" y="220"/>
                </a:cubicBezTo>
                <a:cubicBezTo>
                  <a:pt x="32" y="225"/>
                  <a:pt x="29" y="227"/>
                  <a:pt x="28" y="226"/>
                </a:cubicBezTo>
                <a:cubicBezTo>
                  <a:pt x="26" y="226"/>
                  <a:pt x="23" y="224"/>
                  <a:pt x="18" y="220"/>
                </a:cubicBezTo>
                <a:cubicBezTo>
                  <a:pt x="14" y="216"/>
                  <a:pt x="12" y="211"/>
                  <a:pt x="12" y="210"/>
                </a:cubicBezTo>
                <a:cubicBezTo>
                  <a:pt x="12" y="208"/>
                  <a:pt x="14" y="204"/>
                  <a:pt x="20" y="198"/>
                </a:cubicBezTo>
                <a:cubicBezTo>
                  <a:pt x="25" y="192"/>
                  <a:pt x="31" y="185"/>
                  <a:pt x="38" y="177"/>
                </a:cubicBezTo>
                <a:cubicBezTo>
                  <a:pt x="44" y="168"/>
                  <a:pt x="51" y="156"/>
                  <a:pt x="57" y="141"/>
                </a:cubicBezTo>
                <a:cubicBezTo>
                  <a:pt x="63" y="126"/>
                  <a:pt x="67" y="108"/>
                  <a:pt x="69" y="89"/>
                </a:cubicBezTo>
                <a:lnTo>
                  <a:pt x="69" y="80"/>
                </a:lnTo>
                <a:lnTo>
                  <a:pt x="68" y="81"/>
                </a:lnTo>
                <a:cubicBezTo>
                  <a:pt x="67" y="81"/>
                  <a:pt x="66" y="82"/>
                  <a:pt x="64" y="82"/>
                </a:cubicBezTo>
                <a:cubicBezTo>
                  <a:pt x="63" y="83"/>
                  <a:pt x="61" y="83"/>
                  <a:pt x="60" y="84"/>
                </a:cubicBezTo>
                <a:cubicBezTo>
                  <a:pt x="59" y="85"/>
                  <a:pt x="56" y="86"/>
                  <a:pt x="54" y="86"/>
                </a:cubicBezTo>
                <a:cubicBezTo>
                  <a:pt x="51" y="86"/>
                  <a:pt x="47" y="86"/>
                  <a:pt x="44" y="87"/>
                </a:cubicBezTo>
                <a:cubicBezTo>
                  <a:pt x="31" y="87"/>
                  <a:pt x="21" y="82"/>
                  <a:pt x="13" y="74"/>
                </a:cubicBezTo>
                <a:lnTo>
                  <a:pt x="0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9" name=""/>
          <p:cNvSpPr/>
          <p:nvPr/>
        </p:nvSpPr>
        <p:spPr>
          <a:xfrm>
            <a:off x="8020080" y="4275360"/>
            <a:ext cx="185040" cy="175680"/>
          </a:xfrm>
          <a:custGeom>
            <a:avLst/>
            <a:gdLst/>
            <a:ahLst/>
            <a:rect l="0" t="0" r="r" b="b"/>
            <a:pathLst>
              <a:path w="514" h="488">
                <a:moveTo>
                  <a:pt x="12" y="487"/>
                </a:moveTo>
                <a:cubicBezTo>
                  <a:pt x="4" y="487"/>
                  <a:pt x="0" y="484"/>
                  <a:pt x="0" y="480"/>
                </a:cubicBezTo>
                <a:cubicBezTo>
                  <a:pt x="0" y="479"/>
                  <a:pt x="1" y="475"/>
                  <a:pt x="2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5" y="455"/>
                  <a:pt x="24" y="455"/>
                </a:cubicBezTo>
                <a:cubicBezTo>
                  <a:pt x="37" y="455"/>
                  <a:pt x="53" y="454"/>
                  <a:pt x="68" y="453"/>
                </a:cubicBezTo>
                <a:cubicBezTo>
                  <a:pt x="75" y="451"/>
                  <a:pt x="79" y="448"/>
                  <a:pt x="82" y="444"/>
                </a:cubicBezTo>
                <a:cubicBezTo>
                  <a:pt x="83" y="442"/>
                  <a:pt x="100" y="375"/>
                  <a:pt x="133" y="243"/>
                </a:cubicBezTo>
                <a:cubicBezTo>
                  <a:pt x="165" y="112"/>
                  <a:pt x="182" y="45"/>
                  <a:pt x="183" y="43"/>
                </a:cubicBezTo>
                <a:cubicBezTo>
                  <a:pt x="183" y="40"/>
                  <a:pt x="182" y="38"/>
                  <a:pt x="180" y="38"/>
                </a:cubicBezTo>
                <a:cubicBezTo>
                  <a:pt x="176" y="36"/>
                  <a:pt x="163" y="35"/>
                  <a:pt x="142" y="34"/>
                </a:cubicBezTo>
                <a:lnTo>
                  <a:pt x="120" y="34"/>
                </a:lnTo>
                <a:cubicBezTo>
                  <a:pt x="117" y="30"/>
                  <a:pt x="115" y="29"/>
                  <a:pt x="115" y="28"/>
                </a:cubicBezTo>
                <a:cubicBezTo>
                  <a:pt x="115" y="27"/>
                  <a:pt x="116" y="23"/>
                  <a:pt x="117" y="15"/>
                </a:cubicBezTo>
                <a:cubicBezTo>
                  <a:pt x="119" y="7"/>
                  <a:pt x="121" y="2"/>
                  <a:pt x="124" y="0"/>
                </a:cubicBezTo>
                <a:lnTo>
                  <a:pt x="509" y="0"/>
                </a:lnTo>
                <a:cubicBezTo>
                  <a:pt x="513" y="2"/>
                  <a:pt x="514" y="5"/>
                  <a:pt x="514" y="8"/>
                </a:cubicBezTo>
                <a:cubicBezTo>
                  <a:pt x="514" y="11"/>
                  <a:pt x="511" y="38"/>
                  <a:pt x="505" y="89"/>
                </a:cubicBezTo>
                <a:cubicBezTo>
                  <a:pt x="499" y="140"/>
                  <a:pt x="496" y="167"/>
                  <a:pt x="495" y="168"/>
                </a:cubicBezTo>
                <a:cubicBezTo>
                  <a:pt x="494" y="171"/>
                  <a:pt x="489" y="173"/>
                  <a:pt x="481" y="173"/>
                </a:cubicBezTo>
                <a:lnTo>
                  <a:pt x="472" y="173"/>
                </a:lnTo>
                <a:cubicBezTo>
                  <a:pt x="469" y="171"/>
                  <a:pt x="467" y="168"/>
                  <a:pt x="467" y="164"/>
                </a:cubicBezTo>
                <a:cubicBezTo>
                  <a:pt x="467" y="163"/>
                  <a:pt x="468" y="158"/>
                  <a:pt x="469" y="147"/>
                </a:cubicBezTo>
                <a:cubicBezTo>
                  <a:pt x="471" y="136"/>
                  <a:pt x="471" y="123"/>
                  <a:pt x="471" y="109"/>
                </a:cubicBezTo>
                <a:cubicBezTo>
                  <a:pt x="471" y="94"/>
                  <a:pt x="470" y="83"/>
                  <a:pt x="466" y="74"/>
                </a:cubicBezTo>
                <a:cubicBezTo>
                  <a:pt x="463" y="65"/>
                  <a:pt x="459" y="57"/>
                  <a:pt x="453" y="51"/>
                </a:cubicBezTo>
                <a:cubicBezTo>
                  <a:pt x="447" y="46"/>
                  <a:pt x="438" y="42"/>
                  <a:pt x="426" y="40"/>
                </a:cubicBezTo>
                <a:cubicBezTo>
                  <a:pt x="414" y="38"/>
                  <a:pt x="402" y="36"/>
                  <a:pt x="390" y="35"/>
                </a:cubicBezTo>
                <a:cubicBezTo>
                  <a:pt x="378" y="34"/>
                  <a:pt x="360" y="33"/>
                  <a:pt x="338" y="34"/>
                </a:cubicBezTo>
                <a:lnTo>
                  <a:pt x="322" y="34"/>
                </a:lnTo>
                <a:cubicBezTo>
                  <a:pt x="283" y="35"/>
                  <a:pt x="262" y="35"/>
                  <a:pt x="260" y="36"/>
                </a:cubicBezTo>
                <a:cubicBezTo>
                  <a:pt x="257" y="37"/>
                  <a:pt x="256" y="39"/>
                  <a:pt x="255" y="42"/>
                </a:cubicBezTo>
                <a:cubicBezTo>
                  <a:pt x="254" y="43"/>
                  <a:pt x="246" y="74"/>
                  <a:pt x="231" y="136"/>
                </a:cubicBezTo>
                <a:lnTo>
                  <a:pt x="208" y="228"/>
                </a:lnTo>
                <a:lnTo>
                  <a:pt x="247" y="228"/>
                </a:lnTo>
                <a:cubicBezTo>
                  <a:pt x="248" y="228"/>
                  <a:pt x="254" y="228"/>
                  <a:pt x="263" y="228"/>
                </a:cubicBezTo>
                <a:cubicBezTo>
                  <a:pt x="273" y="228"/>
                  <a:pt x="280" y="228"/>
                  <a:pt x="283" y="227"/>
                </a:cubicBezTo>
                <a:cubicBezTo>
                  <a:pt x="287" y="227"/>
                  <a:pt x="292" y="226"/>
                  <a:pt x="299" y="225"/>
                </a:cubicBezTo>
                <a:cubicBezTo>
                  <a:pt x="306" y="224"/>
                  <a:pt x="312" y="223"/>
                  <a:pt x="316" y="220"/>
                </a:cubicBezTo>
                <a:cubicBezTo>
                  <a:pt x="321" y="218"/>
                  <a:pt x="325" y="215"/>
                  <a:pt x="328" y="212"/>
                </a:cubicBezTo>
                <a:cubicBezTo>
                  <a:pt x="335" y="206"/>
                  <a:pt x="340" y="198"/>
                  <a:pt x="344" y="188"/>
                </a:cubicBezTo>
                <a:cubicBezTo>
                  <a:pt x="348" y="178"/>
                  <a:pt x="352" y="169"/>
                  <a:pt x="353" y="161"/>
                </a:cubicBezTo>
                <a:cubicBezTo>
                  <a:pt x="355" y="153"/>
                  <a:pt x="357" y="148"/>
                  <a:pt x="357" y="148"/>
                </a:cubicBezTo>
                <a:cubicBezTo>
                  <a:pt x="358" y="146"/>
                  <a:pt x="363" y="144"/>
                  <a:pt x="371" y="144"/>
                </a:cubicBezTo>
                <a:lnTo>
                  <a:pt x="379" y="144"/>
                </a:lnTo>
                <a:cubicBezTo>
                  <a:pt x="383" y="147"/>
                  <a:pt x="384" y="149"/>
                  <a:pt x="384" y="152"/>
                </a:cubicBezTo>
                <a:cubicBezTo>
                  <a:pt x="384" y="153"/>
                  <a:pt x="377" y="184"/>
                  <a:pt x="362" y="245"/>
                </a:cubicBezTo>
                <a:cubicBezTo>
                  <a:pt x="347" y="306"/>
                  <a:pt x="339" y="338"/>
                  <a:pt x="338" y="340"/>
                </a:cubicBezTo>
                <a:cubicBezTo>
                  <a:pt x="337" y="343"/>
                  <a:pt x="332" y="345"/>
                  <a:pt x="323" y="345"/>
                </a:cubicBezTo>
                <a:lnTo>
                  <a:pt x="315" y="345"/>
                </a:lnTo>
                <a:cubicBezTo>
                  <a:pt x="312" y="342"/>
                  <a:pt x="310" y="339"/>
                  <a:pt x="310" y="336"/>
                </a:cubicBezTo>
                <a:cubicBezTo>
                  <a:pt x="310" y="335"/>
                  <a:pt x="311" y="329"/>
                  <a:pt x="313" y="320"/>
                </a:cubicBezTo>
                <a:cubicBezTo>
                  <a:pt x="316" y="311"/>
                  <a:pt x="317" y="302"/>
                  <a:pt x="317" y="292"/>
                </a:cubicBezTo>
                <a:cubicBezTo>
                  <a:pt x="317" y="278"/>
                  <a:pt x="312" y="269"/>
                  <a:pt x="303" y="266"/>
                </a:cubicBezTo>
                <a:cubicBezTo>
                  <a:pt x="293" y="263"/>
                  <a:pt x="272" y="261"/>
                  <a:pt x="239" y="261"/>
                </a:cubicBezTo>
                <a:lnTo>
                  <a:pt x="200" y="261"/>
                </a:lnTo>
                <a:lnTo>
                  <a:pt x="177" y="352"/>
                </a:lnTo>
                <a:cubicBezTo>
                  <a:pt x="162" y="411"/>
                  <a:pt x="154" y="442"/>
                  <a:pt x="154" y="445"/>
                </a:cubicBezTo>
                <a:cubicBezTo>
                  <a:pt x="154" y="451"/>
                  <a:pt x="175" y="455"/>
                  <a:pt x="218" y="455"/>
                </a:cubicBezTo>
                <a:lnTo>
                  <a:pt x="236" y="455"/>
                </a:lnTo>
                <a:cubicBezTo>
                  <a:pt x="238" y="458"/>
                  <a:pt x="240" y="459"/>
                  <a:pt x="240" y="460"/>
                </a:cubicBezTo>
                <a:cubicBezTo>
                  <a:pt x="240" y="460"/>
                  <a:pt x="239" y="465"/>
                  <a:pt x="238" y="474"/>
                </a:cubicBezTo>
                <a:cubicBezTo>
                  <a:pt x="236" y="480"/>
                  <a:pt x="234" y="485"/>
                  <a:pt x="231" y="488"/>
                </a:cubicBezTo>
                <a:lnTo>
                  <a:pt x="219" y="488"/>
                </a:lnTo>
                <a:cubicBezTo>
                  <a:pt x="200" y="487"/>
                  <a:pt x="164" y="486"/>
                  <a:pt x="111" y="486"/>
                </a:cubicBezTo>
                <a:cubicBezTo>
                  <a:pt x="80" y="486"/>
                  <a:pt x="57" y="486"/>
                  <a:pt x="40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90" name=""/>
          <p:cNvSpPr/>
          <p:nvPr/>
        </p:nvSpPr>
        <p:spPr>
          <a:xfrm>
            <a:off x="8195040" y="4367880"/>
            <a:ext cx="73080" cy="121680"/>
          </a:xfrm>
          <a:custGeom>
            <a:avLst/>
            <a:gdLst/>
            <a:ahLst/>
            <a:rect l="0" t="0" r="r" b="b"/>
            <a:pathLst>
              <a:path w="203" h="338">
                <a:moveTo>
                  <a:pt x="30" y="120"/>
                </a:moveTo>
                <a:cubicBezTo>
                  <a:pt x="21" y="120"/>
                  <a:pt x="14" y="117"/>
                  <a:pt x="8" y="111"/>
                </a:cubicBezTo>
                <a:cubicBezTo>
                  <a:pt x="3" y="105"/>
                  <a:pt x="0" y="97"/>
                  <a:pt x="0" y="89"/>
                </a:cubicBezTo>
                <a:cubicBezTo>
                  <a:pt x="0" y="65"/>
                  <a:pt x="9" y="44"/>
                  <a:pt x="27" y="26"/>
                </a:cubicBezTo>
                <a:cubicBezTo>
                  <a:pt x="45" y="9"/>
                  <a:pt x="68" y="0"/>
                  <a:pt x="95" y="0"/>
                </a:cubicBezTo>
                <a:cubicBezTo>
                  <a:pt x="126" y="0"/>
                  <a:pt x="151" y="10"/>
                  <a:pt x="172" y="28"/>
                </a:cubicBezTo>
                <a:cubicBezTo>
                  <a:pt x="192" y="47"/>
                  <a:pt x="203" y="72"/>
                  <a:pt x="203" y="102"/>
                </a:cubicBezTo>
                <a:cubicBezTo>
                  <a:pt x="203" y="116"/>
                  <a:pt x="200" y="130"/>
                  <a:pt x="193" y="144"/>
                </a:cubicBezTo>
                <a:cubicBezTo>
                  <a:pt x="186" y="157"/>
                  <a:pt x="178" y="169"/>
                  <a:pt x="169" y="179"/>
                </a:cubicBezTo>
                <a:cubicBezTo>
                  <a:pt x="159" y="188"/>
                  <a:pt x="146" y="201"/>
                  <a:pt x="128" y="216"/>
                </a:cubicBezTo>
                <a:cubicBezTo>
                  <a:pt x="116" y="226"/>
                  <a:pt x="99" y="242"/>
                  <a:pt x="78" y="262"/>
                </a:cubicBezTo>
                <a:lnTo>
                  <a:pt x="47" y="291"/>
                </a:lnTo>
                <a:lnTo>
                  <a:pt x="86" y="291"/>
                </a:lnTo>
                <a:cubicBezTo>
                  <a:pt x="139" y="291"/>
                  <a:pt x="167" y="290"/>
                  <a:pt x="171" y="289"/>
                </a:cubicBezTo>
                <a:cubicBezTo>
                  <a:pt x="173" y="288"/>
                  <a:pt x="177" y="273"/>
                  <a:pt x="183" y="244"/>
                </a:cubicBezTo>
                <a:lnTo>
                  <a:pt x="183" y="242"/>
                </a:lnTo>
                <a:lnTo>
                  <a:pt x="203" y="242"/>
                </a:lnTo>
                <a:lnTo>
                  <a:pt x="203" y="244"/>
                </a:lnTo>
                <a:cubicBezTo>
                  <a:pt x="203" y="245"/>
                  <a:pt x="201" y="260"/>
                  <a:pt x="197" y="290"/>
                </a:cubicBezTo>
                <a:cubicBezTo>
                  <a:pt x="192" y="319"/>
                  <a:pt x="190" y="335"/>
                  <a:pt x="189" y="336"/>
                </a:cubicBezTo>
                <a:lnTo>
                  <a:pt x="189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5"/>
                </a:cubicBezTo>
                <a:cubicBezTo>
                  <a:pt x="5" y="312"/>
                  <a:pt x="11" y="306"/>
                  <a:pt x="19" y="297"/>
                </a:cubicBezTo>
                <a:cubicBezTo>
                  <a:pt x="28" y="286"/>
                  <a:pt x="37" y="277"/>
                  <a:pt x="44" y="269"/>
                </a:cubicBezTo>
                <a:cubicBezTo>
                  <a:pt x="47" y="265"/>
                  <a:pt x="54" y="259"/>
                  <a:pt x="62" y="250"/>
                </a:cubicBezTo>
                <a:cubicBezTo>
                  <a:pt x="70" y="241"/>
                  <a:pt x="76" y="235"/>
                  <a:pt x="79" y="231"/>
                </a:cubicBezTo>
                <a:cubicBezTo>
                  <a:pt x="82" y="228"/>
                  <a:pt x="87" y="222"/>
                  <a:pt x="94" y="214"/>
                </a:cubicBezTo>
                <a:cubicBezTo>
                  <a:pt x="101" y="207"/>
                  <a:pt x="105" y="201"/>
                  <a:pt x="108" y="197"/>
                </a:cubicBezTo>
                <a:cubicBezTo>
                  <a:pt x="111" y="194"/>
                  <a:pt x="115" y="189"/>
                  <a:pt x="120" y="182"/>
                </a:cubicBezTo>
                <a:cubicBezTo>
                  <a:pt x="125" y="176"/>
                  <a:pt x="128" y="170"/>
                  <a:pt x="130" y="166"/>
                </a:cubicBezTo>
                <a:cubicBezTo>
                  <a:pt x="132" y="162"/>
                  <a:pt x="135" y="157"/>
                  <a:pt x="138" y="151"/>
                </a:cubicBezTo>
                <a:cubicBezTo>
                  <a:pt x="141" y="146"/>
                  <a:pt x="143" y="140"/>
                  <a:pt x="144" y="135"/>
                </a:cubicBezTo>
                <a:cubicBezTo>
                  <a:pt x="146" y="129"/>
                  <a:pt x="147" y="124"/>
                  <a:pt x="148" y="119"/>
                </a:cubicBezTo>
                <a:cubicBezTo>
                  <a:pt x="149" y="114"/>
                  <a:pt x="150" y="109"/>
                  <a:pt x="150" y="102"/>
                </a:cubicBezTo>
                <a:cubicBezTo>
                  <a:pt x="150" y="81"/>
                  <a:pt x="144" y="63"/>
                  <a:pt x="132" y="47"/>
                </a:cubicBezTo>
                <a:cubicBezTo>
                  <a:pt x="121" y="32"/>
                  <a:pt x="105" y="24"/>
                  <a:pt x="83" y="24"/>
                </a:cubicBezTo>
                <a:cubicBezTo>
                  <a:pt x="72" y="24"/>
                  <a:pt x="62" y="27"/>
                  <a:pt x="54" y="33"/>
                </a:cubicBezTo>
                <a:cubicBezTo>
                  <a:pt x="45" y="38"/>
                  <a:pt x="39" y="44"/>
                  <a:pt x="35" y="49"/>
                </a:cubicBezTo>
                <a:cubicBezTo>
                  <a:pt x="32" y="55"/>
                  <a:pt x="30" y="58"/>
                  <a:pt x="30" y="59"/>
                </a:cubicBezTo>
                <a:cubicBezTo>
                  <a:pt x="30" y="59"/>
                  <a:pt x="31" y="59"/>
                  <a:pt x="33" y="59"/>
                </a:cubicBezTo>
                <a:cubicBezTo>
                  <a:pt x="39" y="59"/>
                  <a:pt x="45" y="62"/>
                  <a:pt x="52" y="66"/>
                </a:cubicBezTo>
                <a:cubicBezTo>
                  <a:pt x="59" y="71"/>
                  <a:pt x="62" y="79"/>
                  <a:pt x="62" y="90"/>
                </a:cubicBezTo>
                <a:cubicBezTo>
                  <a:pt x="62" y="98"/>
                  <a:pt x="59" y="105"/>
                  <a:pt x="54" y="111"/>
                </a:cubicBezTo>
                <a:cubicBezTo>
                  <a:pt x="48" y="117"/>
                  <a:pt x="40" y="120"/>
                  <a:pt x="30" y="1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91" name=""/>
          <p:cNvSpPr/>
          <p:nvPr/>
        </p:nvSpPr>
        <p:spPr>
          <a:xfrm>
            <a:off x="8304120" y="425736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3" y="1"/>
                </a:moveTo>
                <a:lnTo>
                  <a:pt x="6" y="0"/>
                </a:lnTo>
                <a:cubicBezTo>
                  <a:pt x="9" y="0"/>
                  <a:pt x="11" y="0"/>
                  <a:pt x="14" y="0"/>
                </a:cubicBezTo>
                <a:lnTo>
                  <a:pt x="22" y="0"/>
                </a:lnTo>
                <a:lnTo>
                  <a:pt x="42" y="18"/>
                </a:lnTo>
                <a:cubicBezTo>
                  <a:pt x="87" y="58"/>
                  <a:pt x="120" y="109"/>
                  <a:pt x="141" y="169"/>
                </a:cubicBezTo>
                <a:cubicBezTo>
                  <a:pt x="162" y="230"/>
                  <a:pt x="172" y="293"/>
                  <a:pt x="172" y="358"/>
                </a:cubicBezTo>
                <a:cubicBezTo>
                  <a:pt x="172" y="390"/>
                  <a:pt x="169" y="421"/>
                  <a:pt x="165" y="451"/>
                </a:cubicBezTo>
                <a:cubicBezTo>
                  <a:pt x="160" y="482"/>
                  <a:pt x="154" y="507"/>
                  <a:pt x="148" y="528"/>
                </a:cubicBezTo>
                <a:cubicBezTo>
                  <a:pt x="142" y="549"/>
                  <a:pt x="132" y="570"/>
                  <a:pt x="121" y="591"/>
                </a:cubicBezTo>
                <a:cubicBezTo>
                  <a:pt x="109" y="612"/>
                  <a:pt x="100" y="628"/>
                  <a:pt x="94" y="639"/>
                </a:cubicBezTo>
                <a:cubicBezTo>
                  <a:pt x="87" y="650"/>
                  <a:pt x="77" y="662"/>
                  <a:pt x="64" y="676"/>
                </a:cubicBezTo>
                <a:cubicBezTo>
                  <a:pt x="51" y="690"/>
                  <a:pt x="44" y="697"/>
                  <a:pt x="41" y="700"/>
                </a:cubicBezTo>
                <a:cubicBezTo>
                  <a:pt x="39" y="702"/>
                  <a:pt x="34" y="707"/>
                  <a:pt x="25" y="713"/>
                </a:cubicBezTo>
                <a:cubicBezTo>
                  <a:pt x="24" y="715"/>
                  <a:pt x="23" y="716"/>
                  <a:pt x="22" y="716"/>
                </a:cubicBezTo>
                <a:lnTo>
                  <a:pt x="14" y="716"/>
                </a:lnTo>
                <a:cubicBezTo>
                  <a:pt x="10" y="716"/>
                  <a:pt x="7" y="716"/>
                  <a:pt x="6" y="716"/>
                </a:cubicBezTo>
                <a:cubicBezTo>
                  <a:pt x="4" y="716"/>
                  <a:pt x="3" y="716"/>
                  <a:pt x="2" y="714"/>
                </a:cubicBezTo>
                <a:cubicBezTo>
                  <a:pt x="1" y="713"/>
                  <a:pt x="0" y="711"/>
                  <a:pt x="0" y="708"/>
                </a:cubicBezTo>
                <a:cubicBezTo>
                  <a:pt x="0" y="707"/>
                  <a:pt x="3" y="704"/>
                  <a:pt x="8" y="698"/>
                </a:cubicBezTo>
                <a:cubicBezTo>
                  <a:pt x="82" y="621"/>
                  <a:pt x="119" y="507"/>
                  <a:pt x="119" y="358"/>
                </a:cubicBezTo>
                <a:cubicBezTo>
                  <a:pt x="119" y="208"/>
                  <a:pt x="82" y="95"/>
                  <a:pt x="8" y="18"/>
                </a:cubicBezTo>
                <a:cubicBezTo>
                  <a:pt x="3" y="13"/>
                  <a:pt x="0" y="9"/>
                  <a:pt x="0" y="9"/>
                </a:cubicBezTo>
                <a:cubicBezTo>
                  <a:pt x="0" y="5"/>
                  <a:pt x="1" y="3"/>
                  <a:pt x="3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92" name=""/>
          <p:cNvSpPr/>
          <p:nvPr/>
        </p:nvSpPr>
        <p:spPr>
          <a:xfrm>
            <a:off x="1000080" y="4809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4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3" y="46"/>
                  <a:pt x="34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93" name=""/>
          <p:cNvSpPr/>
          <p:nvPr/>
        </p:nvSpPr>
        <p:spPr>
          <a:xfrm>
            <a:off x="1236960" y="476244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0" y="33"/>
                </a:moveTo>
                <a:cubicBezTo>
                  <a:pt x="124" y="33"/>
                  <a:pt x="115" y="32"/>
                  <a:pt x="114" y="30"/>
                </a:cubicBezTo>
                <a:cubicBezTo>
                  <a:pt x="113" y="29"/>
                  <a:pt x="113" y="27"/>
                  <a:pt x="113" y="24"/>
                </a:cubicBezTo>
                <a:cubicBezTo>
                  <a:pt x="113" y="13"/>
                  <a:pt x="116" y="5"/>
                  <a:pt x="121" y="0"/>
                </a:cubicBezTo>
                <a:cubicBezTo>
                  <a:pt x="122" y="0"/>
                  <a:pt x="126" y="0"/>
                  <a:pt x="132" y="0"/>
                </a:cubicBezTo>
                <a:cubicBezTo>
                  <a:pt x="158" y="1"/>
                  <a:pt x="188" y="2"/>
                  <a:pt x="223" y="2"/>
                </a:cubicBezTo>
                <a:cubicBezTo>
                  <a:pt x="290" y="2"/>
                  <a:pt x="329" y="1"/>
                  <a:pt x="339" y="0"/>
                </a:cubicBezTo>
                <a:lnTo>
                  <a:pt x="348" y="0"/>
                </a:lnTo>
                <a:cubicBezTo>
                  <a:pt x="351" y="3"/>
                  <a:pt x="352" y="5"/>
                  <a:pt x="352" y="6"/>
                </a:cubicBezTo>
                <a:cubicBezTo>
                  <a:pt x="352" y="8"/>
                  <a:pt x="352" y="12"/>
                  <a:pt x="351" y="19"/>
                </a:cubicBezTo>
                <a:cubicBezTo>
                  <a:pt x="348" y="26"/>
                  <a:pt x="346" y="31"/>
                  <a:pt x="344" y="33"/>
                </a:cubicBezTo>
                <a:lnTo>
                  <a:pt x="317" y="33"/>
                </a:lnTo>
                <a:cubicBezTo>
                  <a:pt x="283" y="33"/>
                  <a:pt x="264" y="35"/>
                  <a:pt x="258" y="39"/>
                </a:cubicBezTo>
                <a:cubicBezTo>
                  <a:pt x="255" y="41"/>
                  <a:pt x="252" y="48"/>
                  <a:pt x="248" y="59"/>
                </a:cubicBezTo>
                <a:cubicBezTo>
                  <a:pt x="245" y="70"/>
                  <a:pt x="229" y="133"/>
                  <a:pt x="200" y="249"/>
                </a:cubicBezTo>
                <a:cubicBezTo>
                  <a:pt x="193" y="280"/>
                  <a:pt x="185" y="313"/>
                  <a:pt x="176" y="347"/>
                </a:cubicBezTo>
                <a:cubicBezTo>
                  <a:pt x="168" y="382"/>
                  <a:pt x="161" y="408"/>
                  <a:pt x="157" y="426"/>
                </a:cubicBezTo>
                <a:lnTo>
                  <a:pt x="150" y="452"/>
                </a:lnTo>
                <a:cubicBezTo>
                  <a:pt x="150" y="454"/>
                  <a:pt x="153" y="455"/>
                  <a:pt x="157" y="455"/>
                </a:cubicBezTo>
                <a:cubicBezTo>
                  <a:pt x="161" y="455"/>
                  <a:pt x="175" y="455"/>
                  <a:pt x="199" y="456"/>
                </a:cubicBezTo>
                <a:lnTo>
                  <a:pt x="211" y="456"/>
                </a:lnTo>
                <a:cubicBezTo>
                  <a:pt x="226" y="456"/>
                  <a:pt x="239" y="456"/>
                  <a:pt x="248" y="455"/>
                </a:cubicBezTo>
                <a:cubicBezTo>
                  <a:pt x="257" y="455"/>
                  <a:pt x="268" y="453"/>
                  <a:pt x="283" y="450"/>
                </a:cubicBezTo>
                <a:cubicBezTo>
                  <a:pt x="298" y="447"/>
                  <a:pt x="310" y="443"/>
                  <a:pt x="319" y="437"/>
                </a:cubicBezTo>
                <a:cubicBezTo>
                  <a:pt x="329" y="432"/>
                  <a:pt x="339" y="424"/>
                  <a:pt x="351" y="413"/>
                </a:cubicBezTo>
                <a:cubicBezTo>
                  <a:pt x="362" y="403"/>
                  <a:pt x="372" y="390"/>
                  <a:pt x="381" y="374"/>
                </a:cubicBezTo>
                <a:cubicBezTo>
                  <a:pt x="389" y="360"/>
                  <a:pt x="396" y="344"/>
                  <a:pt x="402" y="326"/>
                </a:cubicBezTo>
                <a:cubicBezTo>
                  <a:pt x="409" y="308"/>
                  <a:pt x="413" y="298"/>
                  <a:pt x="414" y="296"/>
                </a:cubicBezTo>
                <a:cubicBezTo>
                  <a:pt x="417" y="294"/>
                  <a:pt x="421" y="294"/>
                  <a:pt x="427" y="294"/>
                </a:cubicBezTo>
                <a:lnTo>
                  <a:pt x="436" y="294"/>
                </a:lnTo>
                <a:cubicBezTo>
                  <a:pt x="439" y="298"/>
                  <a:pt x="440" y="301"/>
                  <a:pt x="440" y="302"/>
                </a:cubicBezTo>
                <a:cubicBezTo>
                  <a:pt x="440" y="303"/>
                  <a:pt x="435" y="317"/>
                  <a:pt x="426" y="344"/>
                </a:cubicBezTo>
                <a:cubicBezTo>
                  <a:pt x="416" y="371"/>
                  <a:pt x="406" y="400"/>
                  <a:pt x="394" y="430"/>
                </a:cubicBezTo>
                <a:cubicBezTo>
                  <a:pt x="383" y="460"/>
                  <a:pt x="377" y="477"/>
                  <a:pt x="376" y="482"/>
                </a:cubicBezTo>
                <a:cubicBezTo>
                  <a:pt x="375" y="485"/>
                  <a:pt x="374" y="486"/>
                  <a:pt x="373" y="487"/>
                </a:cubicBezTo>
                <a:cubicBezTo>
                  <a:pt x="372" y="487"/>
                  <a:pt x="368" y="488"/>
                  <a:pt x="362" y="489"/>
                </a:cubicBezTo>
                <a:cubicBezTo>
                  <a:pt x="355" y="490"/>
                  <a:pt x="345" y="490"/>
                  <a:pt x="331" y="490"/>
                </a:cubicBezTo>
                <a:cubicBezTo>
                  <a:pt x="326" y="490"/>
                  <a:pt x="308" y="490"/>
                  <a:pt x="276" y="490"/>
                </a:cubicBezTo>
                <a:cubicBezTo>
                  <a:pt x="245" y="490"/>
                  <a:pt x="215" y="489"/>
                  <a:pt x="187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8"/>
                  <a:pt x="0" y="475"/>
                  <a:pt x="1" y="472"/>
                </a:cubicBezTo>
                <a:cubicBezTo>
                  <a:pt x="3" y="463"/>
                  <a:pt x="6" y="458"/>
                  <a:pt x="8" y="457"/>
                </a:cubicBezTo>
                <a:cubicBezTo>
                  <a:pt x="10" y="456"/>
                  <a:pt x="14" y="456"/>
                  <a:pt x="19" y="456"/>
                </a:cubicBezTo>
                <a:lnTo>
                  <a:pt x="23" y="456"/>
                </a:lnTo>
                <a:cubicBezTo>
                  <a:pt x="36" y="456"/>
                  <a:pt x="50" y="455"/>
                  <a:pt x="66" y="454"/>
                </a:cubicBezTo>
                <a:cubicBezTo>
                  <a:pt x="73" y="452"/>
                  <a:pt x="77" y="450"/>
                  <a:pt x="80" y="445"/>
                </a:cubicBezTo>
                <a:cubicBezTo>
                  <a:pt x="81" y="443"/>
                  <a:pt x="98" y="377"/>
                  <a:pt x="131" y="247"/>
                </a:cubicBezTo>
                <a:cubicBezTo>
                  <a:pt x="164" y="115"/>
                  <a:pt x="180" y="46"/>
                  <a:pt x="180" y="39"/>
                </a:cubicBezTo>
                <a:cubicBezTo>
                  <a:pt x="180" y="36"/>
                  <a:pt x="167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6144840" y="3828960"/>
            <a:ext cx="209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5" name=""/>
          <p:cNvSpPr/>
          <p:nvPr/>
        </p:nvSpPr>
        <p:spPr>
          <a:xfrm>
            <a:off x="1000080" y="5162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4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6"/>
                  <a:pt x="34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404000" y="4724280"/>
            <a:ext cx="77043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upper bound on treatment effect change per unit change in the effect modifier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228680" y="5043240"/>
            <a:ext cx="73173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A quantitative bridge from distributional distance to treatment effect differences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571320" y="151920"/>
            <a:ext cx="846972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Theoretical Foundation: Heterogeneity Bound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06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7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8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9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4" name=""/>
          <p:cNvSpPr/>
          <p:nvPr/>
        </p:nvSpPr>
        <p:spPr>
          <a:xfrm>
            <a:off x="2895840" y="2271240"/>
            <a:ext cx="133560" cy="114120"/>
          </a:xfrm>
          <a:custGeom>
            <a:avLst/>
            <a:gdLst/>
            <a:ahLst/>
            <a:rect l="0" t="0" r="r" b="b"/>
            <a:pathLst>
              <a:path w="371" h="317">
                <a:moveTo>
                  <a:pt x="12" y="284"/>
                </a:moveTo>
                <a:lnTo>
                  <a:pt x="22" y="284"/>
                </a:lnTo>
                <a:cubicBezTo>
                  <a:pt x="40" y="284"/>
                  <a:pt x="51" y="281"/>
                  <a:pt x="55" y="274"/>
                </a:cubicBezTo>
                <a:lnTo>
                  <a:pt x="55" y="269"/>
                </a:lnTo>
                <a:cubicBezTo>
                  <a:pt x="55" y="264"/>
                  <a:pt x="55" y="259"/>
                  <a:pt x="55" y="252"/>
                </a:cubicBezTo>
                <a:cubicBezTo>
                  <a:pt x="55" y="245"/>
                  <a:pt x="55" y="238"/>
                  <a:pt x="55" y="230"/>
                </a:cubicBezTo>
                <a:cubicBezTo>
                  <a:pt x="55" y="222"/>
                  <a:pt x="55" y="213"/>
                  <a:pt x="56" y="202"/>
                </a:cubicBezTo>
                <a:cubicBezTo>
                  <a:pt x="56" y="192"/>
                  <a:pt x="56" y="182"/>
                  <a:pt x="56" y="172"/>
                </a:cubicBezTo>
                <a:cubicBezTo>
                  <a:pt x="56" y="156"/>
                  <a:pt x="56" y="141"/>
                  <a:pt x="56" y="124"/>
                </a:cubicBezTo>
                <a:cubicBezTo>
                  <a:pt x="56" y="107"/>
                  <a:pt x="56" y="93"/>
                  <a:pt x="55" y="82"/>
                </a:cubicBezTo>
                <a:lnTo>
                  <a:pt x="55" y="65"/>
                </a:lnTo>
                <a:cubicBezTo>
                  <a:pt x="54" y="56"/>
                  <a:pt x="50" y="50"/>
                  <a:pt x="45" y="47"/>
                </a:cubicBezTo>
                <a:cubicBezTo>
                  <a:pt x="40" y="44"/>
                  <a:pt x="29" y="42"/>
                  <a:pt x="13" y="41"/>
                </a:cubicBezTo>
                <a:lnTo>
                  <a:pt x="0" y="41"/>
                </a:lnTo>
                <a:lnTo>
                  <a:pt x="0" y="24"/>
                </a:lnTo>
                <a:cubicBezTo>
                  <a:pt x="0" y="13"/>
                  <a:pt x="1" y="8"/>
                  <a:pt x="2" y="8"/>
                </a:cubicBezTo>
                <a:lnTo>
                  <a:pt x="9" y="7"/>
                </a:lnTo>
                <a:cubicBezTo>
                  <a:pt x="13" y="7"/>
                  <a:pt x="20" y="6"/>
                  <a:pt x="29" y="6"/>
                </a:cubicBezTo>
                <a:cubicBezTo>
                  <a:pt x="37" y="5"/>
                  <a:pt x="46" y="5"/>
                  <a:pt x="55" y="4"/>
                </a:cubicBezTo>
                <a:cubicBezTo>
                  <a:pt x="63" y="4"/>
                  <a:pt x="72" y="3"/>
                  <a:pt x="81" y="3"/>
                </a:cubicBezTo>
                <a:cubicBezTo>
                  <a:pt x="90" y="3"/>
                  <a:pt x="97" y="2"/>
                  <a:pt x="102" y="1"/>
                </a:cubicBezTo>
                <a:cubicBezTo>
                  <a:pt x="106" y="0"/>
                  <a:pt x="109" y="0"/>
                  <a:pt x="110" y="0"/>
                </a:cubicBezTo>
                <a:lnTo>
                  <a:pt x="112" y="0"/>
                </a:lnTo>
                <a:lnTo>
                  <a:pt x="112" y="29"/>
                </a:lnTo>
                <a:cubicBezTo>
                  <a:pt x="112" y="47"/>
                  <a:pt x="112" y="56"/>
                  <a:pt x="112" y="56"/>
                </a:cubicBezTo>
                <a:cubicBezTo>
                  <a:pt x="113" y="56"/>
                  <a:pt x="114" y="55"/>
                  <a:pt x="116" y="52"/>
                </a:cubicBezTo>
                <a:cubicBezTo>
                  <a:pt x="118" y="50"/>
                  <a:pt x="121" y="46"/>
                  <a:pt x="125" y="42"/>
                </a:cubicBezTo>
                <a:cubicBezTo>
                  <a:pt x="128" y="37"/>
                  <a:pt x="133" y="33"/>
                  <a:pt x="138" y="29"/>
                </a:cubicBezTo>
                <a:cubicBezTo>
                  <a:pt x="143" y="25"/>
                  <a:pt x="150" y="20"/>
                  <a:pt x="159" y="15"/>
                </a:cubicBezTo>
                <a:cubicBezTo>
                  <a:pt x="167" y="10"/>
                  <a:pt x="176" y="6"/>
                  <a:pt x="186" y="4"/>
                </a:cubicBezTo>
                <a:cubicBezTo>
                  <a:pt x="196" y="1"/>
                  <a:pt x="208" y="0"/>
                  <a:pt x="222" y="0"/>
                </a:cubicBezTo>
                <a:cubicBezTo>
                  <a:pt x="278" y="2"/>
                  <a:pt x="308" y="29"/>
                  <a:pt x="314" y="81"/>
                </a:cubicBezTo>
                <a:cubicBezTo>
                  <a:pt x="315" y="84"/>
                  <a:pt x="315" y="117"/>
                  <a:pt x="315" y="181"/>
                </a:cubicBezTo>
                <a:lnTo>
                  <a:pt x="315" y="243"/>
                </a:lnTo>
                <a:cubicBezTo>
                  <a:pt x="315" y="261"/>
                  <a:pt x="315" y="272"/>
                  <a:pt x="316" y="275"/>
                </a:cubicBezTo>
                <a:cubicBezTo>
                  <a:pt x="317" y="278"/>
                  <a:pt x="320" y="281"/>
                  <a:pt x="324" y="282"/>
                </a:cubicBezTo>
                <a:cubicBezTo>
                  <a:pt x="334" y="284"/>
                  <a:pt x="346" y="284"/>
                  <a:pt x="359" y="284"/>
                </a:cubicBezTo>
                <a:lnTo>
                  <a:pt x="371" y="284"/>
                </a:lnTo>
                <a:lnTo>
                  <a:pt x="371" y="317"/>
                </a:lnTo>
                <a:lnTo>
                  <a:pt x="365" y="317"/>
                </a:lnTo>
                <a:lnTo>
                  <a:pt x="348" y="316"/>
                </a:lnTo>
                <a:cubicBezTo>
                  <a:pt x="337" y="316"/>
                  <a:pt x="325" y="316"/>
                  <a:pt x="312" y="316"/>
                </a:cubicBezTo>
                <a:cubicBezTo>
                  <a:pt x="299" y="316"/>
                  <a:pt x="290" y="315"/>
                  <a:pt x="285" y="315"/>
                </a:cubicBezTo>
                <a:cubicBezTo>
                  <a:pt x="235" y="315"/>
                  <a:pt x="208" y="316"/>
                  <a:pt x="204" y="317"/>
                </a:cubicBezTo>
                <a:lnTo>
                  <a:pt x="198" y="317"/>
                </a:lnTo>
                <a:lnTo>
                  <a:pt x="198" y="284"/>
                </a:lnTo>
                <a:lnTo>
                  <a:pt x="210" y="284"/>
                </a:lnTo>
                <a:cubicBezTo>
                  <a:pt x="239" y="284"/>
                  <a:pt x="253" y="280"/>
                  <a:pt x="253" y="273"/>
                </a:cubicBezTo>
                <a:cubicBezTo>
                  <a:pt x="254" y="272"/>
                  <a:pt x="254" y="239"/>
                  <a:pt x="254" y="174"/>
                </a:cubicBezTo>
                <a:cubicBezTo>
                  <a:pt x="253" y="109"/>
                  <a:pt x="253" y="75"/>
                  <a:pt x="253" y="71"/>
                </a:cubicBezTo>
                <a:cubicBezTo>
                  <a:pt x="250" y="58"/>
                  <a:pt x="245" y="48"/>
                  <a:pt x="238" y="41"/>
                </a:cubicBezTo>
                <a:cubicBezTo>
                  <a:pt x="232" y="34"/>
                  <a:pt x="226" y="30"/>
                  <a:pt x="221" y="29"/>
                </a:cubicBezTo>
                <a:cubicBezTo>
                  <a:pt x="216" y="27"/>
                  <a:pt x="210" y="27"/>
                  <a:pt x="202" y="27"/>
                </a:cubicBezTo>
                <a:cubicBezTo>
                  <a:pt x="181" y="27"/>
                  <a:pt x="162" y="35"/>
                  <a:pt x="146" y="52"/>
                </a:cubicBezTo>
                <a:cubicBezTo>
                  <a:pt x="133" y="64"/>
                  <a:pt x="125" y="78"/>
                  <a:pt x="122" y="91"/>
                </a:cubicBezTo>
                <a:cubicBezTo>
                  <a:pt x="118" y="104"/>
                  <a:pt x="116" y="124"/>
                  <a:pt x="116" y="150"/>
                </a:cubicBezTo>
                <a:lnTo>
                  <a:pt x="116" y="197"/>
                </a:lnTo>
                <a:lnTo>
                  <a:pt x="116" y="240"/>
                </a:lnTo>
                <a:cubicBezTo>
                  <a:pt x="116" y="254"/>
                  <a:pt x="116" y="264"/>
                  <a:pt x="117" y="269"/>
                </a:cubicBezTo>
                <a:cubicBezTo>
                  <a:pt x="117" y="273"/>
                  <a:pt x="118" y="276"/>
                  <a:pt x="119" y="278"/>
                </a:cubicBezTo>
                <a:cubicBezTo>
                  <a:pt x="120" y="279"/>
                  <a:pt x="122" y="281"/>
                  <a:pt x="125" y="282"/>
                </a:cubicBezTo>
                <a:cubicBezTo>
                  <a:pt x="135" y="284"/>
                  <a:pt x="147" y="284"/>
                  <a:pt x="160" y="284"/>
                </a:cubicBezTo>
                <a:lnTo>
                  <a:pt x="172" y="284"/>
                </a:lnTo>
                <a:lnTo>
                  <a:pt x="172" y="317"/>
                </a:lnTo>
                <a:lnTo>
                  <a:pt x="166" y="317"/>
                </a:lnTo>
                <a:lnTo>
                  <a:pt x="150" y="316"/>
                </a:lnTo>
                <a:cubicBezTo>
                  <a:pt x="138" y="316"/>
                  <a:pt x="126" y="316"/>
                  <a:pt x="113" y="316"/>
                </a:cubicBezTo>
                <a:cubicBezTo>
                  <a:pt x="100" y="316"/>
                  <a:pt x="91" y="315"/>
                  <a:pt x="86" y="315"/>
                </a:cubicBezTo>
                <a:cubicBezTo>
                  <a:pt x="37" y="315"/>
                  <a:pt x="10" y="316"/>
                  <a:pt x="6" y="317"/>
                </a:cubicBezTo>
                <a:lnTo>
                  <a:pt x="0" y="317"/>
                </a:lnTo>
                <a:lnTo>
                  <a:pt x="0" y="284"/>
                </a:lnTo>
                <a:lnTo>
                  <a:pt x="12" y="28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5" name=""/>
          <p:cNvSpPr/>
          <p:nvPr/>
        </p:nvSpPr>
        <p:spPr>
          <a:xfrm>
            <a:off x="3040920" y="2200680"/>
            <a:ext cx="176400" cy="184680"/>
          </a:xfrm>
          <a:custGeom>
            <a:avLst/>
            <a:gdLst/>
            <a:ahLst/>
            <a:rect l="0" t="0" r="r" b="b"/>
            <a:pathLst>
              <a:path w="490" h="513">
                <a:moveTo>
                  <a:pt x="160" y="513"/>
                </a:moveTo>
                <a:cubicBezTo>
                  <a:pt x="153" y="512"/>
                  <a:pt x="126" y="511"/>
                  <a:pt x="77" y="511"/>
                </a:cubicBezTo>
                <a:cubicBezTo>
                  <a:pt x="33" y="511"/>
                  <a:pt x="9" y="512"/>
                  <a:pt x="5" y="513"/>
                </a:cubicBezTo>
                <a:lnTo>
                  <a:pt x="0" y="513"/>
                </a:lnTo>
                <a:lnTo>
                  <a:pt x="0" y="480"/>
                </a:lnTo>
                <a:lnTo>
                  <a:pt x="10" y="480"/>
                </a:lnTo>
                <a:cubicBezTo>
                  <a:pt x="45" y="479"/>
                  <a:pt x="67" y="469"/>
                  <a:pt x="76" y="450"/>
                </a:cubicBezTo>
                <a:cubicBezTo>
                  <a:pt x="77" y="449"/>
                  <a:pt x="89" y="411"/>
                  <a:pt x="115" y="338"/>
                </a:cubicBezTo>
                <a:cubicBezTo>
                  <a:pt x="140" y="264"/>
                  <a:pt x="164" y="190"/>
                  <a:pt x="189" y="117"/>
                </a:cubicBezTo>
                <a:cubicBezTo>
                  <a:pt x="213" y="43"/>
                  <a:pt x="226" y="6"/>
                  <a:pt x="227" y="6"/>
                </a:cubicBezTo>
                <a:cubicBezTo>
                  <a:pt x="228" y="2"/>
                  <a:pt x="232" y="0"/>
                  <a:pt x="239" y="0"/>
                </a:cubicBezTo>
                <a:lnTo>
                  <a:pt x="247" y="0"/>
                </a:lnTo>
                <a:cubicBezTo>
                  <a:pt x="256" y="1"/>
                  <a:pt x="262" y="2"/>
                  <a:pt x="264" y="5"/>
                </a:cubicBezTo>
                <a:cubicBezTo>
                  <a:pt x="265" y="6"/>
                  <a:pt x="290" y="82"/>
                  <a:pt x="341" y="233"/>
                </a:cubicBezTo>
                <a:lnTo>
                  <a:pt x="419" y="465"/>
                </a:lnTo>
                <a:cubicBezTo>
                  <a:pt x="422" y="471"/>
                  <a:pt x="427" y="475"/>
                  <a:pt x="433" y="477"/>
                </a:cubicBezTo>
                <a:cubicBezTo>
                  <a:pt x="438" y="478"/>
                  <a:pt x="450" y="479"/>
                  <a:pt x="469" y="480"/>
                </a:cubicBezTo>
                <a:lnTo>
                  <a:pt x="490" y="480"/>
                </a:lnTo>
                <a:lnTo>
                  <a:pt x="490" y="513"/>
                </a:lnTo>
                <a:lnTo>
                  <a:pt x="484" y="513"/>
                </a:lnTo>
                <a:cubicBezTo>
                  <a:pt x="480" y="512"/>
                  <a:pt x="449" y="511"/>
                  <a:pt x="393" y="511"/>
                </a:cubicBezTo>
                <a:cubicBezTo>
                  <a:pt x="335" y="511"/>
                  <a:pt x="300" y="512"/>
                  <a:pt x="290" y="513"/>
                </a:cubicBezTo>
                <a:lnTo>
                  <a:pt x="283" y="513"/>
                </a:lnTo>
                <a:lnTo>
                  <a:pt x="283" y="480"/>
                </a:lnTo>
                <a:lnTo>
                  <a:pt x="292" y="480"/>
                </a:lnTo>
                <a:cubicBezTo>
                  <a:pt x="326" y="480"/>
                  <a:pt x="342" y="476"/>
                  <a:pt x="342" y="467"/>
                </a:cubicBezTo>
                <a:cubicBezTo>
                  <a:pt x="342" y="466"/>
                  <a:pt x="337" y="449"/>
                  <a:pt x="325" y="414"/>
                </a:cubicBezTo>
                <a:lnTo>
                  <a:pt x="308" y="364"/>
                </a:lnTo>
                <a:lnTo>
                  <a:pt x="142" y="364"/>
                </a:lnTo>
                <a:lnTo>
                  <a:pt x="127" y="406"/>
                </a:lnTo>
                <a:cubicBezTo>
                  <a:pt x="118" y="434"/>
                  <a:pt x="113" y="450"/>
                  <a:pt x="113" y="452"/>
                </a:cubicBezTo>
                <a:cubicBezTo>
                  <a:pt x="113" y="459"/>
                  <a:pt x="118" y="465"/>
                  <a:pt x="127" y="471"/>
                </a:cubicBezTo>
                <a:cubicBezTo>
                  <a:pt x="137" y="477"/>
                  <a:pt x="149" y="480"/>
                  <a:pt x="163" y="480"/>
                </a:cubicBezTo>
                <a:lnTo>
                  <a:pt x="167" y="480"/>
                </a:lnTo>
                <a:lnTo>
                  <a:pt x="167" y="513"/>
                </a:lnTo>
                <a:lnTo>
                  <a:pt x="160" y="513"/>
                </a:lnTo>
                <a:moveTo>
                  <a:pt x="297" y="331"/>
                </a:moveTo>
                <a:lnTo>
                  <a:pt x="224" y="114"/>
                </a:lnTo>
                <a:lnTo>
                  <a:pt x="152" y="330"/>
                </a:lnTo>
                <a:cubicBezTo>
                  <a:pt x="152" y="331"/>
                  <a:pt x="176" y="331"/>
                  <a:pt x="224" y="331"/>
                </a:cubicBezTo>
                <a:lnTo>
                  <a:pt x="297" y="33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6" name=""/>
          <p:cNvSpPr/>
          <p:nvPr/>
        </p:nvSpPr>
        <p:spPr>
          <a:xfrm>
            <a:off x="3232800" y="2209320"/>
            <a:ext cx="160920" cy="176040"/>
          </a:xfrm>
          <a:custGeom>
            <a:avLst/>
            <a:gdLst/>
            <a:ahLst/>
            <a:rect l="0" t="0" r="r" b="b"/>
            <a:pathLst>
              <a:path w="447" h="489">
                <a:moveTo>
                  <a:pt x="74" y="43"/>
                </a:moveTo>
                <a:cubicBezTo>
                  <a:pt x="70" y="40"/>
                  <a:pt x="68" y="38"/>
                  <a:pt x="66" y="37"/>
                </a:cubicBezTo>
                <a:cubicBezTo>
                  <a:pt x="64" y="36"/>
                  <a:pt x="60" y="35"/>
                  <a:pt x="54" y="35"/>
                </a:cubicBezTo>
                <a:cubicBezTo>
                  <a:pt x="49" y="34"/>
                  <a:pt x="38" y="34"/>
                  <a:pt x="24" y="33"/>
                </a:cubicBezTo>
                <a:lnTo>
                  <a:pt x="0" y="33"/>
                </a:lnTo>
                <a:lnTo>
                  <a:pt x="0" y="0"/>
                </a:lnTo>
                <a:lnTo>
                  <a:pt x="145" y="0"/>
                </a:lnTo>
                <a:lnTo>
                  <a:pt x="172" y="0"/>
                </a:lnTo>
                <a:lnTo>
                  <a:pt x="228" y="0"/>
                </a:lnTo>
                <a:cubicBezTo>
                  <a:pt x="265" y="0"/>
                  <a:pt x="292" y="1"/>
                  <a:pt x="309" y="3"/>
                </a:cubicBezTo>
                <a:cubicBezTo>
                  <a:pt x="326" y="6"/>
                  <a:pt x="344" y="12"/>
                  <a:pt x="361" y="23"/>
                </a:cubicBezTo>
                <a:cubicBezTo>
                  <a:pt x="381" y="34"/>
                  <a:pt x="397" y="49"/>
                  <a:pt x="409" y="66"/>
                </a:cubicBezTo>
                <a:cubicBezTo>
                  <a:pt x="421" y="84"/>
                  <a:pt x="427" y="103"/>
                  <a:pt x="427" y="122"/>
                </a:cubicBezTo>
                <a:cubicBezTo>
                  <a:pt x="427" y="146"/>
                  <a:pt x="417" y="169"/>
                  <a:pt x="398" y="189"/>
                </a:cubicBezTo>
                <a:cubicBezTo>
                  <a:pt x="378" y="209"/>
                  <a:pt x="353" y="223"/>
                  <a:pt x="321" y="231"/>
                </a:cubicBezTo>
                <a:lnTo>
                  <a:pt x="314" y="233"/>
                </a:lnTo>
                <a:cubicBezTo>
                  <a:pt x="349" y="237"/>
                  <a:pt x="380" y="250"/>
                  <a:pt x="406" y="272"/>
                </a:cubicBezTo>
                <a:cubicBezTo>
                  <a:pt x="433" y="294"/>
                  <a:pt x="447" y="322"/>
                  <a:pt x="447" y="354"/>
                </a:cubicBezTo>
                <a:cubicBezTo>
                  <a:pt x="447" y="387"/>
                  <a:pt x="434" y="415"/>
                  <a:pt x="410" y="440"/>
                </a:cubicBezTo>
                <a:cubicBezTo>
                  <a:pt x="386" y="466"/>
                  <a:pt x="355" y="481"/>
                  <a:pt x="316" y="487"/>
                </a:cubicBezTo>
                <a:cubicBezTo>
                  <a:pt x="310" y="488"/>
                  <a:pt x="256" y="489"/>
                  <a:pt x="154" y="489"/>
                </a:cubicBezTo>
                <a:lnTo>
                  <a:pt x="0" y="489"/>
                </a:lnTo>
                <a:lnTo>
                  <a:pt x="0" y="456"/>
                </a:lnTo>
                <a:lnTo>
                  <a:pt x="24" y="456"/>
                </a:lnTo>
                <a:cubicBezTo>
                  <a:pt x="44" y="456"/>
                  <a:pt x="56" y="455"/>
                  <a:pt x="60" y="454"/>
                </a:cubicBezTo>
                <a:cubicBezTo>
                  <a:pt x="64" y="453"/>
                  <a:pt x="69" y="449"/>
                  <a:pt x="74" y="445"/>
                </a:cubicBezTo>
                <a:lnTo>
                  <a:pt x="74" y="43"/>
                </a:lnTo>
                <a:moveTo>
                  <a:pt x="346" y="121"/>
                </a:moveTo>
                <a:cubicBezTo>
                  <a:pt x="346" y="99"/>
                  <a:pt x="340" y="80"/>
                  <a:pt x="328" y="63"/>
                </a:cubicBezTo>
                <a:cubicBezTo>
                  <a:pt x="315" y="47"/>
                  <a:pt x="299" y="37"/>
                  <a:pt x="278" y="33"/>
                </a:cubicBezTo>
                <a:cubicBezTo>
                  <a:pt x="278" y="33"/>
                  <a:pt x="275" y="33"/>
                  <a:pt x="269" y="33"/>
                </a:cubicBezTo>
                <a:cubicBezTo>
                  <a:pt x="263" y="33"/>
                  <a:pt x="256" y="33"/>
                  <a:pt x="246" y="33"/>
                </a:cubicBezTo>
                <a:cubicBezTo>
                  <a:pt x="237" y="33"/>
                  <a:pt x="228" y="33"/>
                  <a:pt x="219" y="33"/>
                </a:cubicBezTo>
                <a:cubicBezTo>
                  <a:pt x="187" y="33"/>
                  <a:pt x="168" y="33"/>
                  <a:pt x="161" y="33"/>
                </a:cubicBezTo>
                <a:cubicBezTo>
                  <a:pt x="153" y="34"/>
                  <a:pt x="149" y="36"/>
                  <a:pt x="147" y="39"/>
                </a:cubicBezTo>
                <a:cubicBezTo>
                  <a:pt x="145" y="41"/>
                  <a:pt x="145" y="72"/>
                  <a:pt x="145" y="131"/>
                </a:cubicBezTo>
                <a:lnTo>
                  <a:pt x="145" y="221"/>
                </a:lnTo>
                <a:lnTo>
                  <a:pt x="204" y="221"/>
                </a:lnTo>
                <a:lnTo>
                  <a:pt x="264" y="220"/>
                </a:lnTo>
                <a:lnTo>
                  <a:pt x="271" y="219"/>
                </a:lnTo>
                <a:cubicBezTo>
                  <a:pt x="273" y="218"/>
                  <a:pt x="276" y="217"/>
                  <a:pt x="279" y="216"/>
                </a:cubicBezTo>
                <a:cubicBezTo>
                  <a:pt x="283" y="216"/>
                  <a:pt x="288" y="212"/>
                  <a:pt x="297" y="207"/>
                </a:cubicBezTo>
                <a:cubicBezTo>
                  <a:pt x="306" y="202"/>
                  <a:pt x="313" y="196"/>
                  <a:pt x="320" y="190"/>
                </a:cubicBezTo>
                <a:cubicBezTo>
                  <a:pt x="327" y="184"/>
                  <a:pt x="333" y="175"/>
                  <a:pt x="338" y="162"/>
                </a:cubicBezTo>
                <a:cubicBezTo>
                  <a:pt x="343" y="150"/>
                  <a:pt x="346" y="136"/>
                  <a:pt x="346" y="121"/>
                </a:cubicBezTo>
                <a:moveTo>
                  <a:pt x="365" y="354"/>
                </a:moveTo>
                <a:cubicBezTo>
                  <a:pt x="365" y="329"/>
                  <a:pt x="358" y="307"/>
                  <a:pt x="345" y="287"/>
                </a:cubicBezTo>
                <a:cubicBezTo>
                  <a:pt x="332" y="266"/>
                  <a:pt x="313" y="253"/>
                  <a:pt x="288" y="248"/>
                </a:cubicBezTo>
                <a:lnTo>
                  <a:pt x="216" y="247"/>
                </a:lnTo>
                <a:lnTo>
                  <a:pt x="145" y="247"/>
                </a:lnTo>
                <a:lnTo>
                  <a:pt x="145" y="345"/>
                </a:lnTo>
                <a:lnTo>
                  <a:pt x="145" y="405"/>
                </a:lnTo>
                <a:cubicBezTo>
                  <a:pt x="145" y="433"/>
                  <a:pt x="146" y="449"/>
                  <a:pt x="148" y="452"/>
                </a:cubicBezTo>
                <a:cubicBezTo>
                  <a:pt x="151" y="454"/>
                  <a:pt x="175" y="456"/>
                  <a:pt x="220" y="456"/>
                </a:cubicBezTo>
                <a:lnTo>
                  <a:pt x="255" y="456"/>
                </a:lnTo>
                <a:cubicBezTo>
                  <a:pt x="275" y="456"/>
                  <a:pt x="289" y="454"/>
                  <a:pt x="298" y="450"/>
                </a:cubicBezTo>
                <a:cubicBezTo>
                  <a:pt x="318" y="444"/>
                  <a:pt x="334" y="431"/>
                  <a:pt x="346" y="414"/>
                </a:cubicBezTo>
                <a:cubicBezTo>
                  <a:pt x="358" y="396"/>
                  <a:pt x="365" y="376"/>
                  <a:pt x="365" y="3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7" name=""/>
          <p:cNvSpPr/>
          <p:nvPr/>
        </p:nvSpPr>
        <p:spPr>
          <a:xfrm>
            <a:off x="3422160" y="2203560"/>
            <a:ext cx="157320" cy="187200"/>
          </a:xfrm>
          <a:custGeom>
            <a:avLst/>
            <a:gdLst/>
            <a:ahLst/>
            <a:rect l="0" t="0" r="r" b="b"/>
            <a:pathLst>
              <a:path w="437" h="520">
                <a:moveTo>
                  <a:pt x="0" y="260"/>
                </a:moveTo>
                <a:cubicBezTo>
                  <a:pt x="0" y="219"/>
                  <a:pt x="8" y="181"/>
                  <a:pt x="24" y="147"/>
                </a:cubicBezTo>
                <a:cubicBezTo>
                  <a:pt x="40" y="112"/>
                  <a:pt x="60" y="85"/>
                  <a:pt x="85" y="64"/>
                </a:cubicBezTo>
                <a:cubicBezTo>
                  <a:pt x="109" y="44"/>
                  <a:pt x="135" y="28"/>
                  <a:pt x="163" y="17"/>
                </a:cubicBezTo>
                <a:cubicBezTo>
                  <a:pt x="190" y="6"/>
                  <a:pt x="216" y="1"/>
                  <a:pt x="240" y="0"/>
                </a:cubicBezTo>
                <a:cubicBezTo>
                  <a:pt x="241" y="0"/>
                  <a:pt x="243" y="0"/>
                  <a:pt x="246" y="0"/>
                </a:cubicBezTo>
                <a:cubicBezTo>
                  <a:pt x="249" y="0"/>
                  <a:pt x="251" y="0"/>
                  <a:pt x="252" y="1"/>
                </a:cubicBezTo>
                <a:cubicBezTo>
                  <a:pt x="295" y="1"/>
                  <a:pt x="335" y="17"/>
                  <a:pt x="368" y="49"/>
                </a:cubicBezTo>
                <a:lnTo>
                  <a:pt x="377" y="58"/>
                </a:lnTo>
                <a:lnTo>
                  <a:pt x="399" y="30"/>
                </a:lnTo>
                <a:cubicBezTo>
                  <a:pt x="412" y="12"/>
                  <a:pt x="419" y="3"/>
                  <a:pt x="421" y="1"/>
                </a:cubicBezTo>
                <a:cubicBezTo>
                  <a:pt x="421" y="1"/>
                  <a:pt x="422" y="1"/>
                  <a:pt x="424" y="1"/>
                </a:cubicBezTo>
                <a:cubicBezTo>
                  <a:pt x="425" y="1"/>
                  <a:pt x="427" y="1"/>
                  <a:pt x="428" y="0"/>
                </a:cubicBezTo>
                <a:lnTo>
                  <a:pt x="431" y="0"/>
                </a:lnTo>
                <a:cubicBezTo>
                  <a:pt x="432" y="0"/>
                  <a:pt x="435" y="2"/>
                  <a:pt x="437" y="4"/>
                </a:cubicBezTo>
                <a:lnTo>
                  <a:pt x="437" y="205"/>
                </a:lnTo>
                <a:lnTo>
                  <a:pt x="433" y="209"/>
                </a:lnTo>
                <a:lnTo>
                  <a:pt x="409" y="209"/>
                </a:lnTo>
                <a:cubicBezTo>
                  <a:pt x="406" y="206"/>
                  <a:pt x="404" y="202"/>
                  <a:pt x="404" y="197"/>
                </a:cubicBezTo>
                <a:cubicBezTo>
                  <a:pt x="400" y="158"/>
                  <a:pt x="388" y="124"/>
                  <a:pt x="370" y="95"/>
                </a:cubicBezTo>
                <a:cubicBezTo>
                  <a:pt x="351" y="67"/>
                  <a:pt x="328" y="48"/>
                  <a:pt x="301" y="39"/>
                </a:cubicBezTo>
                <a:cubicBezTo>
                  <a:pt x="292" y="35"/>
                  <a:pt x="280" y="34"/>
                  <a:pt x="265" y="34"/>
                </a:cubicBezTo>
                <a:cubicBezTo>
                  <a:pt x="215" y="34"/>
                  <a:pt x="174" y="50"/>
                  <a:pt x="140" y="84"/>
                </a:cubicBezTo>
                <a:cubicBezTo>
                  <a:pt x="103" y="121"/>
                  <a:pt x="84" y="180"/>
                  <a:pt x="84" y="260"/>
                </a:cubicBezTo>
                <a:cubicBezTo>
                  <a:pt x="84" y="317"/>
                  <a:pt x="93" y="363"/>
                  <a:pt x="111" y="397"/>
                </a:cubicBezTo>
                <a:cubicBezTo>
                  <a:pt x="121" y="416"/>
                  <a:pt x="134" y="432"/>
                  <a:pt x="148" y="445"/>
                </a:cubicBezTo>
                <a:cubicBezTo>
                  <a:pt x="163" y="458"/>
                  <a:pt x="179" y="467"/>
                  <a:pt x="195" y="473"/>
                </a:cubicBezTo>
                <a:cubicBezTo>
                  <a:pt x="211" y="479"/>
                  <a:pt x="224" y="483"/>
                  <a:pt x="235" y="484"/>
                </a:cubicBezTo>
                <a:cubicBezTo>
                  <a:pt x="245" y="486"/>
                  <a:pt x="256" y="488"/>
                  <a:pt x="266" y="488"/>
                </a:cubicBezTo>
                <a:cubicBezTo>
                  <a:pt x="310" y="488"/>
                  <a:pt x="344" y="472"/>
                  <a:pt x="370" y="439"/>
                </a:cubicBezTo>
                <a:cubicBezTo>
                  <a:pt x="395" y="406"/>
                  <a:pt x="408" y="370"/>
                  <a:pt x="409" y="330"/>
                </a:cubicBezTo>
                <a:cubicBezTo>
                  <a:pt x="409" y="326"/>
                  <a:pt x="410" y="323"/>
                  <a:pt x="413" y="320"/>
                </a:cubicBezTo>
                <a:lnTo>
                  <a:pt x="433" y="320"/>
                </a:lnTo>
                <a:lnTo>
                  <a:pt x="437" y="325"/>
                </a:lnTo>
                <a:lnTo>
                  <a:pt x="437" y="335"/>
                </a:lnTo>
                <a:cubicBezTo>
                  <a:pt x="435" y="386"/>
                  <a:pt x="417" y="428"/>
                  <a:pt x="383" y="465"/>
                </a:cubicBezTo>
                <a:cubicBezTo>
                  <a:pt x="349" y="502"/>
                  <a:pt x="305" y="520"/>
                  <a:pt x="248" y="520"/>
                </a:cubicBezTo>
                <a:cubicBezTo>
                  <a:pt x="181" y="520"/>
                  <a:pt x="123" y="495"/>
                  <a:pt x="74" y="446"/>
                </a:cubicBezTo>
                <a:cubicBezTo>
                  <a:pt x="25" y="396"/>
                  <a:pt x="0" y="334"/>
                  <a:pt x="0" y="26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8" name=""/>
          <p:cNvSpPr/>
          <p:nvPr/>
        </p:nvSpPr>
        <p:spPr>
          <a:xfrm>
            <a:off x="3600720" y="2209320"/>
            <a:ext cx="175680" cy="176040"/>
          </a:xfrm>
          <a:custGeom>
            <a:avLst/>
            <a:gdLst/>
            <a:ahLst/>
            <a:rect l="0" t="0" r="r" b="b"/>
            <a:pathLst>
              <a:path w="488" h="489">
                <a:moveTo>
                  <a:pt x="73" y="43"/>
                </a:moveTo>
                <a:cubicBezTo>
                  <a:pt x="70" y="40"/>
                  <a:pt x="67" y="38"/>
                  <a:pt x="66" y="37"/>
                </a:cubicBezTo>
                <a:cubicBezTo>
                  <a:pt x="64" y="36"/>
                  <a:pt x="60" y="35"/>
                  <a:pt x="54" y="35"/>
                </a:cubicBezTo>
                <a:cubicBezTo>
                  <a:pt x="48" y="34"/>
                  <a:pt x="38" y="34"/>
                  <a:pt x="23" y="33"/>
                </a:cubicBezTo>
                <a:lnTo>
                  <a:pt x="0" y="33"/>
                </a:lnTo>
                <a:lnTo>
                  <a:pt x="0" y="0"/>
                </a:lnTo>
                <a:lnTo>
                  <a:pt x="144" y="0"/>
                </a:lnTo>
                <a:cubicBezTo>
                  <a:pt x="225" y="0"/>
                  <a:pt x="271" y="1"/>
                  <a:pt x="280" y="1"/>
                </a:cubicBezTo>
                <a:cubicBezTo>
                  <a:pt x="290" y="1"/>
                  <a:pt x="300" y="2"/>
                  <a:pt x="310" y="5"/>
                </a:cubicBezTo>
                <a:cubicBezTo>
                  <a:pt x="331" y="9"/>
                  <a:pt x="351" y="17"/>
                  <a:pt x="371" y="30"/>
                </a:cubicBezTo>
                <a:cubicBezTo>
                  <a:pt x="391" y="42"/>
                  <a:pt x="410" y="58"/>
                  <a:pt x="428" y="78"/>
                </a:cubicBezTo>
                <a:cubicBezTo>
                  <a:pt x="446" y="98"/>
                  <a:pt x="461" y="123"/>
                  <a:pt x="471" y="152"/>
                </a:cubicBezTo>
                <a:cubicBezTo>
                  <a:pt x="481" y="181"/>
                  <a:pt x="487" y="213"/>
                  <a:pt x="488" y="248"/>
                </a:cubicBezTo>
                <a:cubicBezTo>
                  <a:pt x="488" y="308"/>
                  <a:pt x="470" y="360"/>
                  <a:pt x="434" y="405"/>
                </a:cubicBezTo>
                <a:cubicBezTo>
                  <a:pt x="399" y="450"/>
                  <a:pt x="353" y="478"/>
                  <a:pt x="297" y="487"/>
                </a:cubicBezTo>
                <a:cubicBezTo>
                  <a:pt x="290" y="488"/>
                  <a:pt x="239" y="489"/>
                  <a:pt x="144" y="489"/>
                </a:cubicBezTo>
                <a:lnTo>
                  <a:pt x="0" y="489"/>
                </a:lnTo>
                <a:lnTo>
                  <a:pt x="0" y="456"/>
                </a:lnTo>
                <a:lnTo>
                  <a:pt x="23" y="456"/>
                </a:lnTo>
                <a:cubicBezTo>
                  <a:pt x="43" y="456"/>
                  <a:pt x="56" y="455"/>
                  <a:pt x="60" y="454"/>
                </a:cubicBezTo>
                <a:cubicBezTo>
                  <a:pt x="64" y="453"/>
                  <a:pt x="69" y="449"/>
                  <a:pt x="73" y="445"/>
                </a:cubicBezTo>
                <a:lnTo>
                  <a:pt x="73" y="43"/>
                </a:lnTo>
                <a:moveTo>
                  <a:pt x="405" y="246"/>
                </a:moveTo>
                <a:cubicBezTo>
                  <a:pt x="405" y="198"/>
                  <a:pt x="399" y="159"/>
                  <a:pt x="389" y="130"/>
                </a:cubicBezTo>
                <a:cubicBezTo>
                  <a:pt x="378" y="100"/>
                  <a:pt x="360" y="76"/>
                  <a:pt x="333" y="58"/>
                </a:cubicBezTo>
                <a:cubicBezTo>
                  <a:pt x="307" y="41"/>
                  <a:pt x="274" y="33"/>
                  <a:pt x="234" y="33"/>
                </a:cubicBezTo>
                <a:lnTo>
                  <a:pt x="211" y="33"/>
                </a:lnTo>
                <a:lnTo>
                  <a:pt x="191" y="33"/>
                </a:lnTo>
                <a:cubicBezTo>
                  <a:pt x="164" y="33"/>
                  <a:pt x="150" y="35"/>
                  <a:pt x="148" y="39"/>
                </a:cubicBezTo>
                <a:cubicBezTo>
                  <a:pt x="146" y="41"/>
                  <a:pt x="146" y="109"/>
                  <a:pt x="146" y="242"/>
                </a:cubicBezTo>
                <a:cubicBezTo>
                  <a:pt x="146" y="377"/>
                  <a:pt x="146" y="445"/>
                  <a:pt x="146" y="446"/>
                </a:cubicBezTo>
                <a:cubicBezTo>
                  <a:pt x="147" y="452"/>
                  <a:pt x="151" y="454"/>
                  <a:pt x="158" y="455"/>
                </a:cubicBezTo>
                <a:cubicBezTo>
                  <a:pt x="165" y="455"/>
                  <a:pt x="187" y="456"/>
                  <a:pt x="223" y="456"/>
                </a:cubicBezTo>
                <a:lnTo>
                  <a:pt x="231" y="456"/>
                </a:lnTo>
                <a:cubicBezTo>
                  <a:pt x="281" y="456"/>
                  <a:pt x="321" y="444"/>
                  <a:pt x="349" y="420"/>
                </a:cubicBezTo>
                <a:cubicBezTo>
                  <a:pt x="371" y="402"/>
                  <a:pt x="385" y="379"/>
                  <a:pt x="393" y="352"/>
                </a:cubicBezTo>
                <a:cubicBezTo>
                  <a:pt x="401" y="324"/>
                  <a:pt x="405" y="289"/>
                  <a:pt x="405" y="24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9" name=""/>
          <p:cNvSpPr/>
          <p:nvPr/>
        </p:nvSpPr>
        <p:spPr>
          <a:xfrm>
            <a:off x="3091680" y="2100600"/>
            <a:ext cx="493200" cy="73440"/>
          </a:xfrm>
          <a:custGeom>
            <a:avLst/>
            <a:gdLst/>
            <a:ahLst/>
            <a:rect l="0" t="0" r="r" b="b"/>
            <a:pathLst>
              <a:path w="1370" h="204">
                <a:moveTo>
                  <a:pt x="13" y="204"/>
                </a:moveTo>
                <a:cubicBezTo>
                  <a:pt x="9" y="204"/>
                  <a:pt x="5" y="199"/>
                  <a:pt x="3" y="189"/>
                </a:cubicBezTo>
                <a:cubicBezTo>
                  <a:pt x="1" y="179"/>
                  <a:pt x="0" y="171"/>
                  <a:pt x="0" y="163"/>
                </a:cubicBezTo>
                <a:cubicBezTo>
                  <a:pt x="0" y="161"/>
                  <a:pt x="0" y="159"/>
                  <a:pt x="0" y="158"/>
                </a:cubicBezTo>
                <a:cubicBezTo>
                  <a:pt x="1" y="157"/>
                  <a:pt x="114" y="129"/>
                  <a:pt x="340" y="78"/>
                </a:cubicBezTo>
                <a:cubicBezTo>
                  <a:pt x="565" y="27"/>
                  <a:pt x="680" y="1"/>
                  <a:pt x="685" y="0"/>
                </a:cubicBezTo>
                <a:cubicBezTo>
                  <a:pt x="686" y="0"/>
                  <a:pt x="799" y="26"/>
                  <a:pt x="1024" y="77"/>
                </a:cubicBezTo>
                <a:cubicBezTo>
                  <a:pt x="1249" y="128"/>
                  <a:pt x="1363" y="155"/>
                  <a:pt x="1366" y="156"/>
                </a:cubicBezTo>
                <a:cubicBezTo>
                  <a:pt x="1369" y="156"/>
                  <a:pt x="1370" y="159"/>
                  <a:pt x="1370" y="163"/>
                </a:cubicBezTo>
                <a:cubicBezTo>
                  <a:pt x="1370" y="169"/>
                  <a:pt x="1369" y="177"/>
                  <a:pt x="1367" y="188"/>
                </a:cubicBezTo>
                <a:cubicBezTo>
                  <a:pt x="1365" y="199"/>
                  <a:pt x="1361" y="204"/>
                  <a:pt x="1357" y="204"/>
                </a:cubicBezTo>
                <a:cubicBezTo>
                  <a:pt x="1356" y="204"/>
                  <a:pt x="1244" y="182"/>
                  <a:pt x="1020" y="137"/>
                </a:cubicBezTo>
                <a:lnTo>
                  <a:pt x="686" y="68"/>
                </a:lnTo>
                <a:lnTo>
                  <a:pt x="351" y="137"/>
                </a:lnTo>
                <a:cubicBezTo>
                  <a:pt x="126" y="182"/>
                  <a:pt x="14" y="204"/>
                  <a:pt x="13" y="20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0" name=""/>
          <p:cNvSpPr/>
          <p:nvPr/>
        </p:nvSpPr>
        <p:spPr>
          <a:xfrm>
            <a:off x="3876120" y="2290680"/>
            <a:ext cx="172080" cy="60480"/>
          </a:xfrm>
          <a:custGeom>
            <a:avLst/>
            <a:gdLst/>
            <a:ahLst/>
            <a:rect l="0" t="0" r="r" b="b"/>
            <a:pathLst>
              <a:path w="478" h="168">
                <a:moveTo>
                  <a:pt x="0" y="14"/>
                </a:moveTo>
                <a:cubicBezTo>
                  <a:pt x="0" y="8"/>
                  <a:pt x="4" y="3"/>
                  <a:pt x="10" y="0"/>
                </a:cubicBezTo>
                <a:lnTo>
                  <a:pt x="467" y="0"/>
                </a:lnTo>
                <a:cubicBezTo>
                  <a:pt x="474" y="4"/>
                  <a:pt x="478" y="8"/>
                  <a:pt x="478" y="14"/>
                </a:cubicBezTo>
                <a:cubicBezTo>
                  <a:pt x="478" y="19"/>
                  <a:pt x="474" y="24"/>
                  <a:pt x="468" y="28"/>
                </a:cubicBezTo>
                <a:lnTo>
                  <a:pt x="239" y="28"/>
                </a:lnTo>
                <a:lnTo>
                  <a:pt x="12" y="28"/>
                </a:lnTo>
                <a:cubicBezTo>
                  <a:pt x="4" y="26"/>
                  <a:pt x="0" y="21"/>
                  <a:pt x="0" y="14"/>
                </a:cubicBezTo>
                <a:moveTo>
                  <a:pt x="0" y="154"/>
                </a:moveTo>
                <a:cubicBezTo>
                  <a:pt x="0" y="147"/>
                  <a:pt x="4" y="142"/>
                  <a:pt x="12" y="139"/>
                </a:cubicBezTo>
                <a:lnTo>
                  <a:pt x="468" y="139"/>
                </a:lnTo>
                <a:cubicBezTo>
                  <a:pt x="474" y="144"/>
                  <a:pt x="478" y="149"/>
                  <a:pt x="478" y="154"/>
                </a:cubicBezTo>
                <a:cubicBezTo>
                  <a:pt x="478" y="160"/>
                  <a:pt x="474" y="165"/>
                  <a:pt x="467" y="168"/>
                </a:cubicBezTo>
                <a:lnTo>
                  <a:pt x="10" y="168"/>
                </a:lnTo>
                <a:cubicBezTo>
                  <a:pt x="4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1" name=""/>
          <p:cNvSpPr/>
          <p:nvPr/>
        </p:nvSpPr>
        <p:spPr>
          <a:xfrm>
            <a:off x="4204800" y="1981440"/>
            <a:ext cx="243000" cy="257760"/>
          </a:xfrm>
          <a:custGeom>
            <a:avLst/>
            <a:gdLst/>
            <a:ahLst/>
            <a:rect l="0" t="0" r="r" b="b"/>
            <a:pathLst>
              <a:path w="675" h="716">
                <a:moveTo>
                  <a:pt x="3" y="2"/>
                </a:moveTo>
                <a:cubicBezTo>
                  <a:pt x="5" y="1"/>
                  <a:pt x="107" y="0"/>
                  <a:pt x="310" y="0"/>
                </a:cubicBezTo>
                <a:lnTo>
                  <a:pt x="613" y="0"/>
                </a:lnTo>
                <a:lnTo>
                  <a:pt x="643" y="79"/>
                </a:lnTo>
                <a:cubicBezTo>
                  <a:pt x="648" y="94"/>
                  <a:pt x="653" y="108"/>
                  <a:pt x="658" y="123"/>
                </a:cubicBezTo>
                <a:cubicBezTo>
                  <a:pt x="664" y="137"/>
                  <a:pt x="668" y="148"/>
                  <a:pt x="671" y="155"/>
                </a:cubicBezTo>
                <a:cubicBezTo>
                  <a:pt x="673" y="163"/>
                  <a:pt x="675" y="167"/>
                  <a:pt x="675" y="168"/>
                </a:cubicBezTo>
                <a:lnTo>
                  <a:pt x="661" y="168"/>
                </a:lnTo>
                <a:lnTo>
                  <a:pt x="646" y="167"/>
                </a:lnTo>
                <a:cubicBezTo>
                  <a:pt x="635" y="137"/>
                  <a:pt x="618" y="112"/>
                  <a:pt x="594" y="92"/>
                </a:cubicBezTo>
                <a:cubicBezTo>
                  <a:pt x="570" y="72"/>
                  <a:pt x="544" y="58"/>
                  <a:pt x="516" y="49"/>
                </a:cubicBezTo>
                <a:cubicBezTo>
                  <a:pt x="491" y="40"/>
                  <a:pt x="462" y="35"/>
                  <a:pt x="429" y="32"/>
                </a:cubicBezTo>
                <a:cubicBezTo>
                  <a:pt x="396" y="30"/>
                  <a:pt x="344" y="29"/>
                  <a:pt x="272" y="29"/>
                </a:cubicBezTo>
                <a:lnTo>
                  <a:pt x="189" y="29"/>
                </a:lnTo>
                <a:cubicBezTo>
                  <a:pt x="124" y="29"/>
                  <a:pt x="90" y="29"/>
                  <a:pt x="90" y="30"/>
                </a:cubicBezTo>
                <a:cubicBezTo>
                  <a:pt x="92" y="31"/>
                  <a:pt x="132" y="85"/>
                  <a:pt x="209" y="190"/>
                </a:cubicBezTo>
                <a:cubicBezTo>
                  <a:pt x="287" y="296"/>
                  <a:pt x="326" y="350"/>
                  <a:pt x="326" y="351"/>
                </a:cubicBezTo>
                <a:cubicBezTo>
                  <a:pt x="329" y="356"/>
                  <a:pt x="329" y="359"/>
                  <a:pt x="327" y="362"/>
                </a:cubicBezTo>
                <a:lnTo>
                  <a:pt x="311" y="382"/>
                </a:lnTo>
                <a:cubicBezTo>
                  <a:pt x="300" y="395"/>
                  <a:pt x="283" y="415"/>
                  <a:pt x="261" y="441"/>
                </a:cubicBezTo>
                <a:cubicBezTo>
                  <a:pt x="239" y="466"/>
                  <a:pt x="218" y="492"/>
                  <a:pt x="197" y="517"/>
                </a:cubicBezTo>
                <a:lnTo>
                  <a:pt x="66" y="671"/>
                </a:lnTo>
                <a:cubicBezTo>
                  <a:pt x="66" y="672"/>
                  <a:pt x="118" y="672"/>
                  <a:pt x="219" y="672"/>
                </a:cubicBezTo>
                <a:cubicBezTo>
                  <a:pt x="232" y="672"/>
                  <a:pt x="249" y="672"/>
                  <a:pt x="272" y="672"/>
                </a:cubicBezTo>
                <a:cubicBezTo>
                  <a:pt x="295" y="672"/>
                  <a:pt x="312" y="672"/>
                  <a:pt x="322" y="673"/>
                </a:cubicBezTo>
                <a:cubicBezTo>
                  <a:pt x="405" y="673"/>
                  <a:pt x="470" y="666"/>
                  <a:pt x="517" y="653"/>
                </a:cubicBezTo>
                <a:cubicBezTo>
                  <a:pt x="564" y="640"/>
                  <a:pt x="602" y="612"/>
                  <a:pt x="630" y="567"/>
                </a:cubicBezTo>
                <a:cubicBezTo>
                  <a:pt x="635" y="560"/>
                  <a:pt x="640" y="548"/>
                  <a:pt x="646" y="532"/>
                </a:cubicBezTo>
                <a:lnTo>
                  <a:pt x="675" y="532"/>
                </a:lnTo>
                <a:lnTo>
                  <a:pt x="613" y="716"/>
                </a:lnTo>
                <a:lnTo>
                  <a:pt x="310" y="716"/>
                </a:lnTo>
                <a:cubicBezTo>
                  <a:pt x="107" y="716"/>
                  <a:pt x="5" y="716"/>
                  <a:pt x="4" y="715"/>
                </a:cubicBezTo>
                <a:cubicBezTo>
                  <a:pt x="1" y="714"/>
                  <a:pt x="0" y="712"/>
                  <a:pt x="0" y="708"/>
                </a:cubicBezTo>
                <a:cubicBezTo>
                  <a:pt x="0" y="706"/>
                  <a:pt x="14" y="687"/>
                  <a:pt x="44" y="653"/>
                </a:cubicBezTo>
                <a:cubicBezTo>
                  <a:pt x="76" y="614"/>
                  <a:pt x="107" y="579"/>
                  <a:pt x="136" y="544"/>
                </a:cubicBezTo>
                <a:lnTo>
                  <a:pt x="267" y="389"/>
                </a:lnTo>
                <a:cubicBezTo>
                  <a:pt x="267" y="389"/>
                  <a:pt x="222" y="328"/>
                  <a:pt x="134" y="206"/>
                </a:cubicBezTo>
                <a:lnTo>
                  <a:pt x="0" y="24"/>
                </a:lnTo>
                <a:lnTo>
                  <a:pt x="0" y="16"/>
                </a:lnTo>
                <a:cubicBezTo>
                  <a:pt x="0" y="8"/>
                  <a:pt x="1" y="4"/>
                  <a:pt x="3" y="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2" name=""/>
          <p:cNvSpPr/>
          <p:nvPr/>
        </p:nvSpPr>
        <p:spPr>
          <a:xfrm>
            <a:off x="4474440" y="1971360"/>
            <a:ext cx="101880" cy="82800"/>
          </a:xfrm>
          <a:custGeom>
            <a:avLst/>
            <a:gdLst/>
            <a:ahLst/>
            <a:rect l="0" t="0" r="r" b="b"/>
            <a:pathLst>
              <a:path w="283" h="230">
                <a:moveTo>
                  <a:pt x="0" y="78"/>
                </a:moveTo>
                <a:cubicBezTo>
                  <a:pt x="0" y="76"/>
                  <a:pt x="1" y="74"/>
                  <a:pt x="1" y="70"/>
                </a:cubicBezTo>
                <a:cubicBezTo>
                  <a:pt x="2" y="67"/>
                  <a:pt x="4" y="60"/>
                  <a:pt x="7" y="51"/>
                </a:cubicBezTo>
                <a:cubicBezTo>
                  <a:pt x="11" y="42"/>
                  <a:pt x="14" y="34"/>
                  <a:pt x="18" y="27"/>
                </a:cubicBezTo>
                <a:cubicBezTo>
                  <a:pt x="21" y="21"/>
                  <a:pt x="26" y="15"/>
                  <a:pt x="34" y="9"/>
                </a:cubicBezTo>
                <a:cubicBezTo>
                  <a:pt x="42" y="2"/>
                  <a:pt x="50" y="0"/>
                  <a:pt x="58" y="0"/>
                </a:cubicBezTo>
                <a:cubicBezTo>
                  <a:pt x="70" y="0"/>
                  <a:pt x="80" y="3"/>
                  <a:pt x="88" y="9"/>
                </a:cubicBezTo>
                <a:cubicBezTo>
                  <a:pt x="96" y="15"/>
                  <a:pt x="101" y="21"/>
                  <a:pt x="103" y="26"/>
                </a:cubicBezTo>
                <a:cubicBezTo>
                  <a:pt x="105" y="32"/>
                  <a:pt x="106" y="35"/>
                  <a:pt x="106" y="37"/>
                </a:cubicBezTo>
                <a:cubicBezTo>
                  <a:pt x="106" y="38"/>
                  <a:pt x="106" y="38"/>
                  <a:pt x="107" y="38"/>
                </a:cubicBezTo>
                <a:lnTo>
                  <a:pt x="112" y="32"/>
                </a:lnTo>
                <a:cubicBezTo>
                  <a:pt x="134" y="11"/>
                  <a:pt x="157" y="0"/>
                  <a:pt x="183" y="0"/>
                </a:cubicBezTo>
                <a:cubicBezTo>
                  <a:pt x="202" y="0"/>
                  <a:pt x="216" y="4"/>
                  <a:pt x="227" y="14"/>
                </a:cubicBezTo>
                <a:cubicBezTo>
                  <a:pt x="238" y="23"/>
                  <a:pt x="244" y="36"/>
                  <a:pt x="245" y="54"/>
                </a:cubicBezTo>
                <a:cubicBezTo>
                  <a:pt x="245" y="71"/>
                  <a:pt x="238" y="97"/>
                  <a:pt x="225" y="133"/>
                </a:cubicBezTo>
                <a:cubicBezTo>
                  <a:pt x="212" y="169"/>
                  <a:pt x="206" y="191"/>
                  <a:pt x="206" y="198"/>
                </a:cubicBezTo>
                <a:cubicBezTo>
                  <a:pt x="206" y="207"/>
                  <a:pt x="209" y="211"/>
                  <a:pt x="215" y="211"/>
                </a:cubicBezTo>
                <a:cubicBezTo>
                  <a:pt x="217" y="211"/>
                  <a:pt x="218" y="211"/>
                  <a:pt x="219" y="211"/>
                </a:cubicBezTo>
                <a:cubicBezTo>
                  <a:pt x="229" y="209"/>
                  <a:pt x="238" y="203"/>
                  <a:pt x="246" y="192"/>
                </a:cubicBezTo>
                <a:cubicBezTo>
                  <a:pt x="253" y="180"/>
                  <a:pt x="259" y="167"/>
                  <a:pt x="263" y="151"/>
                </a:cubicBezTo>
                <a:cubicBezTo>
                  <a:pt x="264" y="148"/>
                  <a:pt x="267" y="147"/>
                  <a:pt x="273" y="147"/>
                </a:cubicBezTo>
                <a:cubicBezTo>
                  <a:pt x="280" y="147"/>
                  <a:pt x="283" y="148"/>
                  <a:pt x="283" y="151"/>
                </a:cubicBezTo>
                <a:cubicBezTo>
                  <a:pt x="283" y="151"/>
                  <a:pt x="283" y="154"/>
                  <a:pt x="281" y="159"/>
                </a:cubicBezTo>
                <a:cubicBezTo>
                  <a:pt x="279" y="168"/>
                  <a:pt x="275" y="178"/>
                  <a:pt x="270" y="187"/>
                </a:cubicBezTo>
                <a:cubicBezTo>
                  <a:pt x="266" y="197"/>
                  <a:pt x="258" y="206"/>
                  <a:pt x="247" y="216"/>
                </a:cubicBezTo>
                <a:cubicBezTo>
                  <a:pt x="236" y="225"/>
                  <a:pt x="225" y="230"/>
                  <a:pt x="212" y="229"/>
                </a:cubicBezTo>
                <a:cubicBezTo>
                  <a:pt x="196" y="229"/>
                  <a:pt x="185" y="225"/>
                  <a:pt x="178" y="216"/>
                </a:cubicBezTo>
                <a:cubicBezTo>
                  <a:pt x="171" y="207"/>
                  <a:pt x="167" y="197"/>
                  <a:pt x="167" y="187"/>
                </a:cubicBezTo>
                <a:cubicBezTo>
                  <a:pt x="167" y="181"/>
                  <a:pt x="173" y="161"/>
                  <a:pt x="185" y="126"/>
                </a:cubicBezTo>
                <a:cubicBezTo>
                  <a:pt x="198" y="92"/>
                  <a:pt x="204" y="66"/>
                  <a:pt x="204" y="49"/>
                </a:cubicBezTo>
                <a:cubicBezTo>
                  <a:pt x="204" y="29"/>
                  <a:pt x="197" y="19"/>
                  <a:pt x="182" y="19"/>
                </a:cubicBezTo>
                <a:lnTo>
                  <a:pt x="179" y="19"/>
                </a:lnTo>
                <a:cubicBezTo>
                  <a:pt x="150" y="19"/>
                  <a:pt x="126" y="36"/>
                  <a:pt x="105" y="70"/>
                </a:cubicBezTo>
                <a:lnTo>
                  <a:pt x="101" y="76"/>
                </a:lnTo>
                <a:lnTo>
                  <a:pt x="85" y="145"/>
                </a:lnTo>
                <a:cubicBezTo>
                  <a:pt x="74" y="189"/>
                  <a:pt x="67" y="213"/>
                  <a:pt x="66" y="216"/>
                </a:cubicBezTo>
                <a:cubicBezTo>
                  <a:pt x="61" y="225"/>
                  <a:pt x="54" y="230"/>
                  <a:pt x="44" y="230"/>
                </a:cubicBezTo>
                <a:cubicBezTo>
                  <a:pt x="39" y="230"/>
                  <a:pt x="36" y="229"/>
                  <a:pt x="33" y="227"/>
                </a:cubicBezTo>
                <a:cubicBezTo>
                  <a:pt x="31" y="225"/>
                  <a:pt x="29" y="223"/>
                  <a:pt x="28" y="221"/>
                </a:cubicBezTo>
                <a:cubicBezTo>
                  <a:pt x="27" y="219"/>
                  <a:pt x="26" y="217"/>
                  <a:pt x="27" y="216"/>
                </a:cubicBezTo>
                <a:cubicBezTo>
                  <a:pt x="27" y="211"/>
                  <a:pt x="33" y="184"/>
                  <a:pt x="46" y="132"/>
                </a:cubicBezTo>
                <a:cubicBezTo>
                  <a:pt x="59" y="82"/>
                  <a:pt x="65" y="54"/>
                  <a:pt x="66" y="50"/>
                </a:cubicBezTo>
                <a:cubicBezTo>
                  <a:pt x="66" y="48"/>
                  <a:pt x="67" y="44"/>
                  <a:pt x="67" y="38"/>
                </a:cubicBezTo>
                <a:cubicBezTo>
                  <a:pt x="67" y="25"/>
                  <a:pt x="63" y="19"/>
                  <a:pt x="54" y="19"/>
                </a:cubicBezTo>
                <a:cubicBezTo>
                  <a:pt x="42" y="19"/>
                  <a:pt x="31" y="35"/>
                  <a:pt x="23" y="69"/>
                </a:cubicBezTo>
                <a:cubicBezTo>
                  <a:pt x="21" y="76"/>
                  <a:pt x="20" y="79"/>
                  <a:pt x="20" y="80"/>
                </a:cubicBezTo>
                <a:cubicBezTo>
                  <a:pt x="19" y="82"/>
                  <a:pt x="16" y="83"/>
                  <a:pt x="10" y="83"/>
                </a:cubicBezTo>
                <a:lnTo>
                  <a:pt x="3" y="83"/>
                </a:lnTo>
                <a:cubicBezTo>
                  <a:pt x="1" y="81"/>
                  <a:pt x="0" y="79"/>
                  <a:pt x="0" y="7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3" name=""/>
          <p:cNvSpPr/>
          <p:nvPr/>
        </p:nvSpPr>
        <p:spPr>
          <a:xfrm>
            <a:off x="4596480" y="1993320"/>
            <a:ext cx="44640" cy="86040"/>
          </a:xfrm>
          <a:custGeom>
            <a:avLst/>
            <a:gdLst/>
            <a:ahLst/>
            <a:rect l="0" t="0" r="r" b="b"/>
            <a:pathLst>
              <a:path w="124" h="239">
                <a:moveTo>
                  <a:pt x="46" y="32"/>
                </a:moveTo>
                <a:lnTo>
                  <a:pt x="42" y="33"/>
                </a:lnTo>
                <a:cubicBezTo>
                  <a:pt x="38" y="35"/>
                  <a:pt x="34" y="36"/>
                  <a:pt x="27" y="37"/>
                </a:cubicBezTo>
                <a:cubicBezTo>
                  <a:pt x="21" y="38"/>
                  <a:pt x="14" y="39"/>
                  <a:pt x="7" y="39"/>
                </a:cubicBezTo>
                <a:lnTo>
                  <a:pt x="0" y="39"/>
                </a:lnTo>
                <a:lnTo>
                  <a:pt x="0" y="23"/>
                </a:lnTo>
                <a:lnTo>
                  <a:pt x="7" y="23"/>
                </a:lnTo>
                <a:cubicBezTo>
                  <a:pt x="18" y="23"/>
                  <a:pt x="28" y="21"/>
                  <a:pt x="38" y="18"/>
                </a:cubicBezTo>
                <a:cubicBezTo>
                  <a:pt x="47" y="15"/>
                  <a:pt x="54" y="12"/>
                  <a:pt x="58" y="9"/>
                </a:cubicBezTo>
                <a:cubicBezTo>
                  <a:pt x="62" y="6"/>
                  <a:pt x="65" y="4"/>
                  <a:pt x="68" y="1"/>
                </a:cubicBezTo>
                <a:cubicBezTo>
                  <a:pt x="68" y="1"/>
                  <a:pt x="70" y="0"/>
                  <a:pt x="72" y="0"/>
                </a:cubicBezTo>
                <a:cubicBezTo>
                  <a:pt x="74" y="0"/>
                  <a:pt x="76" y="1"/>
                  <a:pt x="78" y="2"/>
                </a:cubicBezTo>
                <a:lnTo>
                  <a:pt x="78" y="110"/>
                </a:lnTo>
                <a:lnTo>
                  <a:pt x="79" y="217"/>
                </a:lnTo>
                <a:cubicBezTo>
                  <a:pt x="80" y="219"/>
                  <a:pt x="82" y="220"/>
                  <a:pt x="83" y="221"/>
                </a:cubicBezTo>
                <a:cubicBezTo>
                  <a:pt x="84" y="221"/>
                  <a:pt x="87" y="222"/>
                  <a:pt x="91" y="222"/>
                </a:cubicBezTo>
                <a:cubicBezTo>
                  <a:pt x="96" y="223"/>
                  <a:pt x="103" y="223"/>
                  <a:pt x="115" y="223"/>
                </a:cubicBezTo>
                <a:lnTo>
                  <a:pt x="124" y="223"/>
                </a:lnTo>
                <a:lnTo>
                  <a:pt x="124" y="239"/>
                </a:lnTo>
                <a:lnTo>
                  <a:pt x="120" y="239"/>
                </a:lnTo>
                <a:cubicBezTo>
                  <a:pt x="115" y="238"/>
                  <a:pt x="95" y="238"/>
                  <a:pt x="62" y="238"/>
                </a:cubicBezTo>
                <a:cubicBezTo>
                  <a:pt x="30" y="238"/>
                  <a:pt x="11" y="238"/>
                  <a:pt x="6" y="239"/>
                </a:cubicBezTo>
                <a:lnTo>
                  <a:pt x="2" y="239"/>
                </a:lnTo>
                <a:lnTo>
                  <a:pt x="2" y="223"/>
                </a:lnTo>
                <a:lnTo>
                  <a:pt x="11" y="223"/>
                </a:lnTo>
                <a:cubicBezTo>
                  <a:pt x="16" y="223"/>
                  <a:pt x="21" y="223"/>
                  <a:pt x="25" y="223"/>
                </a:cubicBezTo>
                <a:cubicBezTo>
                  <a:pt x="28" y="223"/>
                  <a:pt x="31" y="223"/>
                  <a:pt x="34" y="222"/>
                </a:cubicBezTo>
                <a:cubicBezTo>
                  <a:pt x="36" y="222"/>
                  <a:pt x="38" y="222"/>
                  <a:pt x="39" y="221"/>
                </a:cubicBezTo>
                <a:cubicBezTo>
                  <a:pt x="41" y="221"/>
                  <a:pt x="42" y="221"/>
                  <a:pt x="42" y="221"/>
                </a:cubicBezTo>
                <a:cubicBezTo>
                  <a:pt x="42" y="221"/>
                  <a:pt x="43" y="220"/>
                  <a:pt x="44" y="219"/>
                </a:cubicBezTo>
                <a:cubicBezTo>
                  <a:pt x="45" y="218"/>
                  <a:pt x="46" y="217"/>
                  <a:pt x="46" y="217"/>
                </a:cubicBezTo>
                <a:lnTo>
                  <a:pt x="46" y="3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4" name=""/>
          <p:cNvSpPr/>
          <p:nvPr/>
        </p:nvSpPr>
        <p:spPr>
          <a:xfrm>
            <a:off x="4669560" y="1945800"/>
            <a:ext cx="121320" cy="121320"/>
          </a:xfrm>
          <a:custGeom>
            <a:avLst/>
            <a:gdLst/>
            <a:ahLst/>
            <a:rect l="0" t="0" r="r" b="b"/>
            <a:pathLst>
              <a:path w="337" h="337">
                <a:moveTo>
                  <a:pt x="7" y="159"/>
                </a:moveTo>
                <a:lnTo>
                  <a:pt x="158" y="159"/>
                </a:lnTo>
                <a:lnTo>
                  <a:pt x="158" y="82"/>
                </a:lnTo>
                <a:lnTo>
                  <a:pt x="158" y="6"/>
                </a:lnTo>
                <a:cubicBezTo>
                  <a:pt x="162" y="2"/>
                  <a:pt x="165" y="0"/>
                  <a:pt x="168" y="0"/>
                </a:cubicBezTo>
                <a:cubicBezTo>
                  <a:pt x="172" y="0"/>
                  <a:pt x="176" y="2"/>
                  <a:pt x="178" y="7"/>
                </a:cubicBezTo>
                <a:lnTo>
                  <a:pt x="178" y="159"/>
                </a:lnTo>
                <a:lnTo>
                  <a:pt x="330" y="159"/>
                </a:lnTo>
                <a:cubicBezTo>
                  <a:pt x="335" y="162"/>
                  <a:pt x="337" y="165"/>
                  <a:pt x="337" y="169"/>
                </a:cubicBezTo>
                <a:cubicBezTo>
                  <a:pt x="337" y="173"/>
                  <a:pt x="335" y="176"/>
                  <a:pt x="330" y="179"/>
                </a:cubicBezTo>
                <a:lnTo>
                  <a:pt x="178" y="179"/>
                </a:lnTo>
                <a:lnTo>
                  <a:pt x="178" y="330"/>
                </a:lnTo>
                <a:cubicBezTo>
                  <a:pt x="175" y="334"/>
                  <a:pt x="172" y="337"/>
                  <a:pt x="169" y="337"/>
                </a:cubicBezTo>
                <a:lnTo>
                  <a:pt x="168" y="337"/>
                </a:lnTo>
                <a:lnTo>
                  <a:pt x="167" y="337"/>
                </a:lnTo>
                <a:cubicBezTo>
                  <a:pt x="163" y="337"/>
                  <a:pt x="160" y="334"/>
                  <a:pt x="158" y="330"/>
                </a:cubicBezTo>
                <a:lnTo>
                  <a:pt x="158" y="179"/>
                </a:lnTo>
                <a:lnTo>
                  <a:pt x="7" y="179"/>
                </a:lnTo>
                <a:cubicBezTo>
                  <a:pt x="2" y="177"/>
                  <a:pt x="0" y="173"/>
                  <a:pt x="0" y="169"/>
                </a:cubicBezTo>
                <a:cubicBezTo>
                  <a:pt x="0" y="165"/>
                  <a:pt x="2" y="161"/>
                  <a:pt x="7" y="1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5" name=""/>
          <p:cNvSpPr/>
          <p:nvPr/>
        </p:nvSpPr>
        <p:spPr>
          <a:xfrm>
            <a:off x="4804560" y="1971360"/>
            <a:ext cx="102240" cy="82800"/>
          </a:xfrm>
          <a:custGeom>
            <a:avLst/>
            <a:gdLst/>
            <a:ahLst/>
            <a:rect l="0" t="0" r="r" b="b"/>
            <a:pathLst>
              <a:path w="284" h="230">
                <a:moveTo>
                  <a:pt x="0" y="78"/>
                </a:moveTo>
                <a:cubicBezTo>
                  <a:pt x="1" y="76"/>
                  <a:pt x="1" y="74"/>
                  <a:pt x="2" y="70"/>
                </a:cubicBezTo>
                <a:cubicBezTo>
                  <a:pt x="2" y="67"/>
                  <a:pt x="4" y="60"/>
                  <a:pt x="8" y="51"/>
                </a:cubicBezTo>
                <a:cubicBezTo>
                  <a:pt x="11" y="42"/>
                  <a:pt x="14" y="34"/>
                  <a:pt x="18" y="27"/>
                </a:cubicBezTo>
                <a:cubicBezTo>
                  <a:pt x="21" y="21"/>
                  <a:pt x="27" y="15"/>
                  <a:pt x="35" y="9"/>
                </a:cubicBezTo>
                <a:cubicBezTo>
                  <a:pt x="42" y="2"/>
                  <a:pt x="51" y="0"/>
                  <a:pt x="59" y="0"/>
                </a:cubicBezTo>
                <a:cubicBezTo>
                  <a:pt x="71" y="0"/>
                  <a:pt x="81" y="3"/>
                  <a:pt x="89" y="9"/>
                </a:cubicBezTo>
                <a:cubicBezTo>
                  <a:pt x="97" y="15"/>
                  <a:pt x="102" y="21"/>
                  <a:pt x="104" y="26"/>
                </a:cubicBezTo>
                <a:cubicBezTo>
                  <a:pt x="106" y="32"/>
                  <a:pt x="107" y="35"/>
                  <a:pt x="107" y="37"/>
                </a:cubicBezTo>
                <a:cubicBezTo>
                  <a:pt x="107" y="38"/>
                  <a:pt x="108" y="38"/>
                  <a:pt x="108" y="38"/>
                </a:cubicBezTo>
                <a:lnTo>
                  <a:pt x="113" y="32"/>
                </a:lnTo>
                <a:cubicBezTo>
                  <a:pt x="134" y="11"/>
                  <a:pt x="157" y="0"/>
                  <a:pt x="184" y="0"/>
                </a:cubicBezTo>
                <a:cubicBezTo>
                  <a:pt x="202" y="0"/>
                  <a:pt x="217" y="4"/>
                  <a:pt x="228" y="14"/>
                </a:cubicBezTo>
                <a:cubicBezTo>
                  <a:pt x="239" y="23"/>
                  <a:pt x="244" y="36"/>
                  <a:pt x="245" y="54"/>
                </a:cubicBezTo>
                <a:cubicBezTo>
                  <a:pt x="245" y="71"/>
                  <a:pt x="239" y="97"/>
                  <a:pt x="226" y="133"/>
                </a:cubicBezTo>
                <a:cubicBezTo>
                  <a:pt x="212" y="169"/>
                  <a:pt x="206" y="191"/>
                  <a:pt x="206" y="198"/>
                </a:cubicBezTo>
                <a:cubicBezTo>
                  <a:pt x="206" y="207"/>
                  <a:pt x="209" y="211"/>
                  <a:pt x="215" y="211"/>
                </a:cubicBezTo>
                <a:cubicBezTo>
                  <a:pt x="217" y="211"/>
                  <a:pt x="219" y="211"/>
                  <a:pt x="220" y="211"/>
                </a:cubicBezTo>
                <a:cubicBezTo>
                  <a:pt x="229" y="209"/>
                  <a:pt x="238" y="203"/>
                  <a:pt x="246" y="192"/>
                </a:cubicBezTo>
                <a:cubicBezTo>
                  <a:pt x="254" y="180"/>
                  <a:pt x="259" y="167"/>
                  <a:pt x="264" y="151"/>
                </a:cubicBezTo>
                <a:cubicBezTo>
                  <a:pt x="264" y="148"/>
                  <a:pt x="268" y="147"/>
                  <a:pt x="274" y="147"/>
                </a:cubicBezTo>
                <a:cubicBezTo>
                  <a:pt x="280" y="147"/>
                  <a:pt x="284" y="148"/>
                  <a:pt x="284" y="151"/>
                </a:cubicBezTo>
                <a:cubicBezTo>
                  <a:pt x="284" y="151"/>
                  <a:pt x="283" y="154"/>
                  <a:pt x="282" y="159"/>
                </a:cubicBezTo>
                <a:cubicBezTo>
                  <a:pt x="279" y="168"/>
                  <a:pt x="275" y="178"/>
                  <a:pt x="271" y="187"/>
                </a:cubicBezTo>
                <a:cubicBezTo>
                  <a:pt x="266" y="197"/>
                  <a:pt x="258" y="206"/>
                  <a:pt x="247" y="216"/>
                </a:cubicBezTo>
                <a:cubicBezTo>
                  <a:pt x="237" y="225"/>
                  <a:pt x="225" y="230"/>
                  <a:pt x="212" y="229"/>
                </a:cubicBezTo>
                <a:cubicBezTo>
                  <a:pt x="197" y="229"/>
                  <a:pt x="185" y="225"/>
                  <a:pt x="178" y="216"/>
                </a:cubicBezTo>
                <a:cubicBezTo>
                  <a:pt x="171" y="207"/>
                  <a:pt x="167" y="197"/>
                  <a:pt x="167" y="187"/>
                </a:cubicBezTo>
                <a:cubicBezTo>
                  <a:pt x="167" y="181"/>
                  <a:pt x="174" y="161"/>
                  <a:pt x="186" y="126"/>
                </a:cubicBezTo>
                <a:cubicBezTo>
                  <a:pt x="198" y="92"/>
                  <a:pt x="204" y="66"/>
                  <a:pt x="204" y="49"/>
                </a:cubicBezTo>
                <a:cubicBezTo>
                  <a:pt x="204" y="29"/>
                  <a:pt x="197" y="19"/>
                  <a:pt x="182" y="19"/>
                </a:cubicBezTo>
                <a:lnTo>
                  <a:pt x="180" y="19"/>
                </a:lnTo>
                <a:cubicBezTo>
                  <a:pt x="151" y="19"/>
                  <a:pt x="126" y="36"/>
                  <a:pt x="106" y="70"/>
                </a:cubicBezTo>
                <a:lnTo>
                  <a:pt x="103" y="76"/>
                </a:lnTo>
                <a:lnTo>
                  <a:pt x="86" y="145"/>
                </a:lnTo>
                <a:cubicBezTo>
                  <a:pt x="75" y="189"/>
                  <a:pt x="69" y="213"/>
                  <a:pt x="67" y="216"/>
                </a:cubicBezTo>
                <a:cubicBezTo>
                  <a:pt x="63" y="225"/>
                  <a:pt x="55" y="230"/>
                  <a:pt x="44" y="230"/>
                </a:cubicBezTo>
                <a:cubicBezTo>
                  <a:pt x="40" y="230"/>
                  <a:pt x="36" y="229"/>
                  <a:pt x="34" y="227"/>
                </a:cubicBezTo>
                <a:cubicBezTo>
                  <a:pt x="31" y="225"/>
                  <a:pt x="29" y="223"/>
                  <a:pt x="28" y="221"/>
                </a:cubicBezTo>
                <a:cubicBezTo>
                  <a:pt x="27" y="219"/>
                  <a:pt x="27" y="217"/>
                  <a:pt x="27" y="216"/>
                </a:cubicBezTo>
                <a:cubicBezTo>
                  <a:pt x="27" y="211"/>
                  <a:pt x="33" y="184"/>
                  <a:pt x="46" y="132"/>
                </a:cubicBezTo>
                <a:cubicBezTo>
                  <a:pt x="60" y="82"/>
                  <a:pt x="67" y="54"/>
                  <a:pt x="67" y="50"/>
                </a:cubicBezTo>
                <a:cubicBezTo>
                  <a:pt x="68" y="48"/>
                  <a:pt x="68" y="44"/>
                  <a:pt x="68" y="38"/>
                </a:cubicBezTo>
                <a:cubicBezTo>
                  <a:pt x="68" y="25"/>
                  <a:pt x="64" y="19"/>
                  <a:pt x="56" y="19"/>
                </a:cubicBezTo>
                <a:cubicBezTo>
                  <a:pt x="42" y="19"/>
                  <a:pt x="31" y="35"/>
                  <a:pt x="23" y="69"/>
                </a:cubicBezTo>
                <a:cubicBezTo>
                  <a:pt x="21" y="76"/>
                  <a:pt x="20" y="79"/>
                  <a:pt x="20" y="80"/>
                </a:cubicBezTo>
                <a:cubicBezTo>
                  <a:pt x="19" y="82"/>
                  <a:pt x="16" y="83"/>
                  <a:pt x="10" y="83"/>
                </a:cubicBezTo>
                <a:lnTo>
                  <a:pt x="3" y="83"/>
                </a:lnTo>
                <a:cubicBezTo>
                  <a:pt x="1" y="81"/>
                  <a:pt x="0" y="79"/>
                  <a:pt x="0" y="7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6" name=""/>
          <p:cNvSpPr/>
          <p:nvPr/>
        </p:nvSpPr>
        <p:spPr>
          <a:xfrm>
            <a:off x="4922280" y="1993320"/>
            <a:ext cx="51840" cy="86040"/>
          </a:xfrm>
          <a:custGeom>
            <a:avLst/>
            <a:gdLst/>
            <a:ahLst/>
            <a:rect l="0" t="0" r="r" b="b"/>
            <a:pathLst>
              <a:path w="144" h="239">
                <a:moveTo>
                  <a:pt x="22" y="86"/>
                </a:moveTo>
                <a:cubicBezTo>
                  <a:pt x="15" y="86"/>
                  <a:pt x="10" y="84"/>
                  <a:pt x="6" y="79"/>
                </a:cubicBezTo>
                <a:cubicBezTo>
                  <a:pt x="2" y="75"/>
                  <a:pt x="0" y="70"/>
                  <a:pt x="0" y="64"/>
                </a:cubicBezTo>
                <a:cubicBezTo>
                  <a:pt x="0" y="46"/>
                  <a:pt x="7" y="31"/>
                  <a:pt x="19" y="19"/>
                </a:cubicBezTo>
                <a:cubicBezTo>
                  <a:pt x="33" y="6"/>
                  <a:pt x="49" y="0"/>
                  <a:pt x="68" y="0"/>
                </a:cubicBezTo>
                <a:cubicBezTo>
                  <a:pt x="89" y="0"/>
                  <a:pt x="107" y="7"/>
                  <a:pt x="122" y="20"/>
                </a:cubicBezTo>
                <a:cubicBezTo>
                  <a:pt x="136" y="34"/>
                  <a:pt x="144" y="51"/>
                  <a:pt x="144" y="73"/>
                </a:cubicBezTo>
                <a:cubicBezTo>
                  <a:pt x="144" y="83"/>
                  <a:pt x="142" y="93"/>
                  <a:pt x="137" y="102"/>
                </a:cubicBezTo>
                <a:cubicBezTo>
                  <a:pt x="132" y="112"/>
                  <a:pt x="126" y="120"/>
                  <a:pt x="120" y="127"/>
                </a:cubicBezTo>
                <a:cubicBezTo>
                  <a:pt x="113" y="134"/>
                  <a:pt x="104" y="142"/>
                  <a:pt x="91" y="153"/>
                </a:cubicBezTo>
                <a:cubicBezTo>
                  <a:pt x="83" y="160"/>
                  <a:pt x="71" y="171"/>
                  <a:pt x="55" y="186"/>
                </a:cubicBezTo>
                <a:lnTo>
                  <a:pt x="34" y="206"/>
                </a:lnTo>
                <a:lnTo>
                  <a:pt x="61" y="206"/>
                </a:lnTo>
                <a:cubicBezTo>
                  <a:pt x="99" y="206"/>
                  <a:pt x="119" y="206"/>
                  <a:pt x="121" y="205"/>
                </a:cubicBezTo>
                <a:cubicBezTo>
                  <a:pt x="123" y="204"/>
                  <a:pt x="126" y="193"/>
                  <a:pt x="130" y="173"/>
                </a:cubicBezTo>
                <a:lnTo>
                  <a:pt x="130" y="172"/>
                </a:lnTo>
                <a:lnTo>
                  <a:pt x="144" y="172"/>
                </a:lnTo>
                <a:lnTo>
                  <a:pt x="144" y="173"/>
                </a:lnTo>
                <a:cubicBezTo>
                  <a:pt x="144" y="173"/>
                  <a:pt x="142" y="184"/>
                  <a:pt x="139" y="205"/>
                </a:cubicBezTo>
                <a:cubicBezTo>
                  <a:pt x="137" y="226"/>
                  <a:pt x="135" y="237"/>
                  <a:pt x="134" y="238"/>
                </a:cubicBezTo>
                <a:lnTo>
                  <a:pt x="134" y="239"/>
                </a:lnTo>
                <a:lnTo>
                  <a:pt x="0" y="239"/>
                </a:lnTo>
                <a:lnTo>
                  <a:pt x="0" y="232"/>
                </a:lnTo>
                <a:lnTo>
                  <a:pt x="0" y="228"/>
                </a:lnTo>
                <a:cubicBezTo>
                  <a:pt x="0" y="226"/>
                  <a:pt x="1" y="225"/>
                  <a:pt x="3" y="223"/>
                </a:cubicBezTo>
                <a:cubicBezTo>
                  <a:pt x="4" y="221"/>
                  <a:pt x="8" y="217"/>
                  <a:pt x="13" y="210"/>
                </a:cubicBezTo>
                <a:cubicBezTo>
                  <a:pt x="20" y="203"/>
                  <a:pt x="26" y="196"/>
                  <a:pt x="32" y="190"/>
                </a:cubicBezTo>
                <a:cubicBezTo>
                  <a:pt x="34" y="188"/>
                  <a:pt x="38" y="183"/>
                  <a:pt x="44" y="177"/>
                </a:cubicBezTo>
                <a:cubicBezTo>
                  <a:pt x="50" y="171"/>
                  <a:pt x="54" y="166"/>
                  <a:pt x="56" y="164"/>
                </a:cubicBezTo>
                <a:cubicBezTo>
                  <a:pt x="59" y="161"/>
                  <a:pt x="62" y="157"/>
                  <a:pt x="67" y="152"/>
                </a:cubicBezTo>
                <a:cubicBezTo>
                  <a:pt x="72" y="147"/>
                  <a:pt x="75" y="142"/>
                  <a:pt x="77" y="140"/>
                </a:cubicBezTo>
                <a:cubicBezTo>
                  <a:pt x="79" y="137"/>
                  <a:pt x="81" y="134"/>
                  <a:pt x="85" y="129"/>
                </a:cubicBezTo>
                <a:cubicBezTo>
                  <a:pt x="89" y="125"/>
                  <a:pt x="91" y="121"/>
                  <a:pt x="93" y="118"/>
                </a:cubicBezTo>
                <a:cubicBezTo>
                  <a:pt x="94" y="115"/>
                  <a:pt x="96" y="111"/>
                  <a:pt x="98" y="107"/>
                </a:cubicBezTo>
                <a:cubicBezTo>
                  <a:pt x="100" y="104"/>
                  <a:pt x="102" y="100"/>
                  <a:pt x="103" y="96"/>
                </a:cubicBezTo>
                <a:cubicBezTo>
                  <a:pt x="104" y="92"/>
                  <a:pt x="104" y="88"/>
                  <a:pt x="105" y="85"/>
                </a:cubicBezTo>
                <a:cubicBezTo>
                  <a:pt x="106" y="82"/>
                  <a:pt x="106" y="78"/>
                  <a:pt x="106" y="73"/>
                </a:cubicBezTo>
                <a:cubicBezTo>
                  <a:pt x="106" y="58"/>
                  <a:pt x="102" y="44"/>
                  <a:pt x="94" y="33"/>
                </a:cubicBezTo>
                <a:cubicBezTo>
                  <a:pt x="86" y="22"/>
                  <a:pt x="74" y="17"/>
                  <a:pt x="59" y="17"/>
                </a:cubicBezTo>
                <a:cubicBezTo>
                  <a:pt x="51" y="17"/>
                  <a:pt x="45" y="19"/>
                  <a:pt x="39" y="23"/>
                </a:cubicBezTo>
                <a:cubicBezTo>
                  <a:pt x="33" y="27"/>
                  <a:pt x="27" y="31"/>
                  <a:pt x="25" y="35"/>
                </a:cubicBezTo>
                <a:cubicBezTo>
                  <a:pt x="23" y="39"/>
                  <a:pt x="22" y="41"/>
                  <a:pt x="22" y="42"/>
                </a:cubicBezTo>
                <a:lnTo>
                  <a:pt x="23" y="42"/>
                </a:lnTo>
                <a:cubicBezTo>
                  <a:pt x="28" y="42"/>
                  <a:pt x="33" y="44"/>
                  <a:pt x="38" y="47"/>
                </a:cubicBezTo>
                <a:cubicBezTo>
                  <a:pt x="42" y="50"/>
                  <a:pt x="44" y="56"/>
                  <a:pt x="44" y="64"/>
                </a:cubicBezTo>
                <a:cubicBezTo>
                  <a:pt x="44" y="70"/>
                  <a:pt x="42" y="75"/>
                  <a:pt x="39" y="79"/>
                </a:cubicBezTo>
                <a:cubicBezTo>
                  <a:pt x="35" y="83"/>
                  <a:pt x="28" y="86"/>
                  <a:pt x="22" y="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7" name=""/>
          <p:cNvSpPr/>
          <p:nvPr/>
        </p:nvSpPr>
        <p:spPr>
          <a:xfrm>
            <a:off x="5004720" y="2002680"/>
            <a:ext cx="111240" cy="7560"/>
          </a:xfrm>
          <a:custGeom>
            <a:avLst/>
            <a:gdLst/>
            <a:ahLst/>
            <a:rect l="0" t="0" r="r" b="b"/>
            <a:pathLst>
              <a:path w="309" h="21">
                <a:moveTo>
                  <a:pt x="7" y="0"/>
                </a:moveTo>
                <a:lnTo>
                  <a:pt x="302" y="0"/>
                </a:lnTo>
                <a:cubicBezTo>
                  <a:pt x="307" y="3"/>
                  <a:pt x="309" y="6"/>
                  <a:pt x="309" y="11"/>
                </a:cubicBezTo>
                <a:cubicBezTo>
                  <a:pt x="309" y="15"/>
                  <a:pt x="307" y="18"/>
                  <a:pt x="302" y="21"/>
                </a:cubicBezTo>
                <a:lnTo>
                  <a:pt x="7" y="21"/>
                </a:lnTo>
                <a:cubicBezTo>
                  <a:pt x="2" y="19"/>
                  <a:pt x="0" y="15"/>
                  <a:pt x="0" y="11"/>
                </a:cubicBezTo>
                <a:cubicBezTo>
                  <a:pt x="0" y="6"/>
                  <a:pt x="2" y="2"/>
                  <a:pt x="7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8" name=""/>
          <p:cNvSpPr/>
          <p:nvPr/>
        </p:nvSpPr>
        <p:spPr>
          <a:xfrm>
            <a:off x="5146200" y="1930680"/>
            <a:ext cx="63000" cy="121320"/>
          </a:xfrm>
          <a:custGeom>
            <a:avLst/>
            <a:gdLst/>
            <a:ahLst/>
            <a:rect l="0" t="0" r="r" b="b"/>
            <a:pathLst>
              <a:path w="175" h="337">
                <a:moveTo>
                  <a:pt x="65" y="44"/>
                </a:moveTo>
                <a:lnTo>
                  <a:pt x="59" y="47"/>
                </a:lnTo>
                <a:cubicBezTo>
                  <a:pt x="54" y="48"/>
                  <a:pt x="47" y="50"/>
                  <a:pt x="39" y="52"/>
                </a:cubicBezTo>
                <a:cubicBezTo>
                  <a:pt x="30" y="53"/>
                  <a:pt x="20" y="55"/>
                  <a:pt x="9" y="55"/>
                </a:cubicBezTo>
                <a:lnTo>
                  <a:pt x="0" y="55"/>
                </a:lnTo>
                <a:lnTo>
                  <a:pt x="0" y="32"/>
                </a:lnTo>
                <a:lnTo>
                  <a:pt x="9" y="32"/>
                </a:lnTo>
                <a:cubicBezTo>
                  <a:pt x="25" y="31"/>
                  <a:pt x="40" y="29"/>
                  <a:pt x="53" y="24"/>
                </a:cubicBezTo>
                <a:cubicBezTo>
                  <a:pt x="67" y="20"/>
                  <a:pt x="76" y="16"/>
                  <a:pt x="82" y="12"/>
                </a:cubicBezTo>
                <a:cubicBezTo>
                  <a:pt x="87" y="9"/>
                  <a:pt x="92" y="5"/>
                  <a:pt x="96" y="1"/>
                </a:cubicBezTo>
                <a:cubicBezTo>
                  <a:pt x="96" y="0"/>
                  <a:pt x="99" y="0"/>
                  <a:pt x="102" y="0"/>
                </a:cubicBezTo>
                <a:cubicBezTo>
                  <a:pt x="105" y="0"/>
                  <a:pt x="108" y="1"/>
                  <a:pt x="110" y="3"/>
                </a:cubicBezTo>
                <a:lnTo>
                  <a:pt x="110" y="154"/>
                </a:lnTo>
                <a:lnTo>
                  <a:pt x="111" y="307"/>
                </a:lnTo>
                <a:cubicBezTo>
                  <a:pt x="113" y="309"/>
                  <a:pt x="115" y="310"/>
                  <a:pt x="117" y="311"/>
                </a:cubicBezTo>
                <a:cubicBezTo>
                  <a:pt x="119" y="312"/>
                  <a:pt x="123" y="312"/>
                  <a:pt x="129" y="313"/>
                </a:cubicBezTo>
                <a:cubicBezTo>
                  <a:pt x="136" y="314"/>
                  <a:pt x="146" y="314"/>
                  <a:pt x="162" y="314"/>
                </a:cubicBezTo>
                <a:lnTo>
                  <a:pt x="175" y="314"/>
                </a:lnTo>
                <a:lnTo>
                  <a:pt x="175" y="337"/>
                </a:lnTo>
                <a:lnTo>
                  <a:pt x="169" y="337"/>
                </a:lnTo>
                <a:cubicBezTo>
                  <a:pt x="162" y="336"/>
                  <a:pt x="134" y="336"/>
                  <a:pt x="88" y="336"/>
                </a:cubicBezTo>
                <a:cubicBezTo>
                  <a:pt x="42" y="336"/>
                  <a:pt x="15" y="336"/>
                  <a:pt x="8" y="337"/>
                </a:cubicBezTo>
                <a:lnTo>
                  <a:pt x="2" y="337"/>
                </a:lnTo>
                <a:lnTo>
                  <a:pt x="2" y="314"/>
                </a:lnTo>
                <a:lnTo>
                  <a:pt x="15" y="314"/>
                </a:lnTo>
                <a:cubicBezTo>
                  <a:pt x="23" y="314"/>
                  <a:pt x="29" y="314"/>
                  <a:pt x="35" y="314"/>
                </a:cubicBezTo>
                <a:cubicBezTo>
                  <a:pt x="40" y="314"/>
                  <a:pt x="44" y="314"/>
                  <a:pt x="47" y="314"/>
                </a:cubicBezTo>
                <a:cubicBezTo>
                  <a:pt x="50" y="313"/>
                  <a:pt x="53" y="313"/>
                  <a:pt x="55" y="312"/>
                </a:cubicBezTo>
                <a:cubicBezTo>
                  <a:pt x="58" y="311"/>
                  <a:pt x="59" y="311"/>
                  <a:pt x="59" y="311"/>
                </a:cubicBezTo>
                <a:cubicBezTo>
                  <a:pt x="60" y="311"/>
                  <a:pt x="61" y="310"/>
                  <a:pt x="62" y="309"/>
                </a:cubicBezTo>
                <a:cubicBezTo>
                  <a:pt x="64" y="307"/>
                  <a:pt x="65" y="306"/>
                  <a:pt x="65" y="307"/>
                </a:cubicBezTo>
                <a:lnTo>
                  <a:pt x="65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9" name=""/>
          <p:cNvSpPr/>
          <p:nvPr/>
        </p:nvSpPr>
        <p:spPr>
          <a:xfrm>
            <a:off x="4479480" y="2125440"/>
            <a:ext cx="83160" cy="128520"/>
          </a:xfrm>
          <a:custGeom>
            <a:avLst/>
            <a:gdLst/>
            <a:ahLst/>
            <a:rect l="0" t="0" r="r" b="b"/>
            <a:pathLst>
              <a:path w="231" h="357">
                <a:moveTo>
                  <a:pt x="36" y="24"/>
                </a:moveTo>
                <a:cubicBezTo>
                  <a:pt x="36" y="20"/>
                  <a:pt x="37" y="16"/>
                  <a:pt x="38" y="12"/>
                </a:cubicBezTo>
                <a:cubicBezTo>
                  <a:pt x="40" y="8"/>
                  <a:pt x="42" y="6"/>
                  <a:pt x="45" y="6"/>
                </a:cubicBezTo>
                <a:cubicBezTo>
                  <a:pt x="45" y="6"/>
                  <a:pt x="57" y="5"/>
                  <a:pt x="81" y="3"/>
                </a:cubicBezTo>
                <a:cubicBezTo>
                  <a:pt x="106" y="1"/>
                  <a:pt x="118" y="0"/>
                  <a:pt x="119" y="0"/>
                </a:cubicBezTo>
                <a:cubicBezTo>
                  <a:pt x="123" y="0"/>
                  <a:pt x="125" y="1"/>
                  <a:pt x="125" y="4"/>
                </a:cubicBezTo>
                <a:cubicBezTo>
                  <a:pt x="125" y="6"/>
                  <a:pt x="116" y="42"/>
                  <a:pt x="100" y="110"/>
                </a:cubicBezTo>
                <a:cubicBezTo>
                  <a:pt x="82" y="176"/>
                  <a:pt x="73" y="211"/>
                  <a:pt x="73" y="213"/>
                </a:cubicBezTo>
                <a:cubicBezTo>
                  <a:pt x="80" y="210"/>
                  <a:pt x="85" y="207"/>
                  <a:pt x="88" y="204"/>
                </a:cubicBezTo>
                <a:cubicBezTo>
                  <a:pt x="97" y="198"/>
                  <a:pt x="109" y="187"/>
                  <a:pt x="124" y="172"/>
                </a:cubicBezTo>
                <a:cubicBezTo>
                  <a:pt x="139" y="157"/>
                  <a:pt x="151" y="146"/>
                  <a:pt x="159" y="141"/>
                </a:cubicBezTo>
                <a:cubicBezTo>
                  <a:pt x="173" y="132"/>
                  <a:pt x="186" y="127"/>
                  <a:pt x="198" y="127"/>
                </a:cubicBezTo>
                <a:cubicBezTo>
                  <a:pt x="208" y="127"/>
                  <a:pt x="216" y="131"/>
                  <a:pt x="221" y="137"/>
                </a:cubicBezTo>
                <a:cubicBezTo>
                  <a:pt x="227" y="143"/>
                  <a:pt x="230" y="152"/>
                  <a:pt x="231" y="164"/>
                </a:cubicBezTo>
                <a:cubicBezTo>
                  <a:pt x="231" y="173"/>
                  <a:pt x="229" y="180"/>
                  <a:pt x="227" y="185"/>
                </a:cubicBezTo>
                <a:cubicBezTo>
                  <a:pt x="225" y="191"/>
                  <a:pt x="221" y="195"/>
                  <a:pt x="217" y="198"/>
                </a:cubicBezTo>
                <a:cubicBezTo>
                  <a:pt x="213" y="201"/>
                  <a:pt x="210" y="203"/>
                  <a:pt x="207" y="204"/>
                </a:cubicBezTo>
                <a:cubicBezTo>
                  <a:pt x="204" y="205"/>
                  <a:pt x="201" y="205"/>
                  <a:pt x="198" y="205"/>
                </a:cubicBezTo>
                <a:cubicBezTo>
                  <a:pt x="191" y="205"/>
                  <a:pt x="186" y="203"/>
                  <a:pt x="181" y="200"/>
                </a:cubicBezTo>
                <a:cubicBezTo>
                  <a:pt x="177" y="196"/>
                  <a:pt x="175" y="191"/>
                  <a:pt x="175" y="185"/>
                </a:cubicBezTo>
                <a:cubicBezTo>
                  <a:pt x="175" y="177"/>
                  <a:pt x="178" y="170"/>
                  <a:pt x="184" y="164"/>
                </a:cubicBezTo>
                <a:cubicBezTo>
                  <a:pt x="189" y="159"/>
                  <a:pt x="194" y="155"/>
                  <a:pt x="200" y="154"/>
                </a:cubicBezTo>
                <a:lnTo>
                  <a:pt x="208" y="152"/>
                </a:lnTo>
                <a:cubicBezTo>
                  <a:pt x="204" y="148"/>
                  <a:pt x="200" y="146"/>
                  <a:pt x="196" y="146"/>
                </a:cubicBezTo>
                <a:lnTo>
                  <a:pt x="194" y="146"/>
                </a:lnTo>
                <a:cubicBezTo>
                  <a:pt x="183" y="147"/>
                  <a:pt x="172" y="151"/>
                  <a:pt x="162" y="159"/>
                </a:cubicBezTo>
                <a:cubicBezTo>
                  <a:pt x="151" y="166"/>
                  <a:pt x="139" y="177"/>
                  <a:pt x="125" y="191"/>
                </a:cubicBezTo>
                <a:cubicBezTo>
                  <a:pt x="111" y="205"/>
                  <a:pt x="100" y="215"/>
                  <a:pt x="91" y="222"/>
                </a:cubicBezTo>
                <a:cubicBezTo>
                  <a:pt x="91" y="222"/>
                  <a:pt x="95" y="223"/>
                  <a:pt x="99" y="223"/>
                </a:cubicBezTo>
                <a:cubicBezTo>
                  <a:pt x="103" y="224"/>
                  <a:pt x="108" y="225"/>
                  <a:pt x="111" y="226"/>
                </a:cubicBezTo>
                <a:cubicBezTo>
                  <a:pt x="115" y="228"/>
                  <a:pt x="119" y="229"/>
                  <a:pt x="124" y="230"/>
                </a:cubicBezTo>
                <a:cubicBezTo>
                  <a:pt x="129" y="232"/>
                  <a:pt x="134" y="234"/>
                  <a:pt x="138" y="238"/>
                </a:cubicBezTo>
                <a:cubicBezTo>
                  <a:pt x="142" y="241"/>
                  <a:pt x="146" y="244"/>
                  <a:pt x="149" y="247"/>
                </a:cubicBezTo>
                <a:cubicBezTo>
                  <a:pt x="153" y="249"/>
                  <a:pt x="155" y="254"/>
                  <a:pt x="158" y="260"/>
                </a:cubicBezTo>
                <a:cubicBezTo>
                  <a:pt x="160" y="266"/>
                  <a:pt x="161" y="271"/>
                  <a:pt x="161" y="276"/>
                </a:cubicBezTo>
                <a:cubicBezTo>
                  <a:pt x="161" y="282"/>
                  <a:pt x="160" y="289"/>
                  <a:pt x="158" y="297"/>
                </a:cubicBezTo>
                <a:cubicBezTo>
                  <a:pt x="157" y="305"/>
                  <a:pt x="156" y="312"/>
                  <a:pt x="155" y="317"/>
                </a:cubicBezTo>
                <a:cubicBezTo>
                  <a:pt x="155" y="332"/>
                  <a:pt x="160" y="339"/>
                  <a:pt x="169" y="339"/>
                </a:cubicBezTo>
                <a:cubicBezTo>
                  <a:pt x="185" y="339"/>
                  <a:pt x="198" y="318"/>
                  <a:pt x="208" y="277"/>
                </a:cubicBezTo>
                <a:cubicBezTo>
                  <a:pt x="209" y="275"/>
                  <a:pt x="212" y="273"/>
                  <a:pt x="218" y="273"/>
                </a:cubicBezTo>
                <a:lnTo>
                  <a:pt x="220" y="273"/>
                </a:lnTo>
                <a:cubicBezTo>
                  <a:pt x="226" y="273"/>
                  <a:pt x="229" y="275"/>
                  <a:pt x="229" y="278"/>
                </a:cubicBezTo>
                <a:cubicBezTo>
                  <a:pt x="229" y="280"/>
                  <a:pt x="228" y="282"/>
                  <a:pt x="227" y="285"/>
                </a:cubicBezTo>
                <a:cubicBezTo>
                  <a:pt x="213" y="334"/>
                  <a:pt x="193" y="357"/>
                  <a:pt x="167" y="357"/>
                </a:cubicBezTo>
                <a:cubicBezTo>
                  <a:pt x="152" y="357"/>
                  <a:pt x="140" y="353"/>
                  <a:pt x="130" y="344"/>
                </a:cubicBezTo>
                <a:cubicBezTo>
                  <a:pt x="121" y="335"/>
                  <a:pt x="116" y="322"/>
                  <a:pt x="116" y="305"/>
                </a:cubicBezTo>
                <a:cubicBezTo>
                  <a:pt x="116" y="299"/>
                  <a:pt x="117" y="294"/>
                  <a:pt x="118" y="290"/>
                </a:cubicBezTo>
                <a:cubicBezTo>
                  <a:pt x="119" y="285"/>
                  <a:pt x="119" y="281"/>
                  <a:pt x="119" y="277"/>
                </a:cubicBezTo>
                <a:cubicBezTo>
                  <a:pt x="119" y="270"/>
                  <a:pt x="117" y="264"/>
                  <a:pt x="112" y="258"/>
                </a:cubicBezTo>
                <a:cubicBezTo>
                  <a:pt x="108" y="253"/>
                  <a:pt x="102" y="249"/>
                  <a:pt x="95" y="247"/>
                </a:cubicBezTo>
                <a:cubicBezTo>
                  <a:pt x="86" y="244"/>
                  <a:pt x="81" y="242"/>
                  <a:pt x="76" y="241"/>
                </a:cubicBezTo>
                <a:cubicBezTo>
                  <a:pt x="72" y="240"/>
                  <a:pt x="69" y="239"/>
                  <a:pt x="67" y="240"/>
                </a:cubicBezTo>
                <a:lnTo>
                  <a:pt x="66" y="240"/>
                </a:lnTo>
                <a:cubicBezTo>
                  <a:pt x="62" y="254"/>
                  <a:pt x="59" y="267"/>
                  <a:pt x="56" y="281"/>
                </a:cubicBezTo>
                <a:cubicBezTo>
                  <a:pt x="53" y="294"/>
                  <a:pt x="50" y="303"/>
                  <a:pt x="49" y="310"/>
                </a:cubicBezTo>
                <a:cubicBezTo>
                  <a:pt x="47" y="316"/>
                  <a:pt x="45" y="322"/>
                  <a:pt x="44" y="330"/>
                </a:cubicBezTo>
                <a:cubicBezTo>
                  <a:pt x="43" y="336"/>
                  <a:pt x="41" y="340"/>
                  <a:pt x="40" y="342"/>
                </a:cubicBezTo>
                <a:cubicBezTo>
                  <a:pt x="39" y="344"/>
                  <a:pt x="38" y="346"/>
                  <a:pt x="37" y="348"/>
                </a:cubicBezTo>
                <a:cubicBezTo>
                  <a:pt x="36" y="351"/>
                  <a:pt x="34" y="352"/>
                  <a:pt x="31" y="353"/>
                </a:cubicBezTo>
                <a:cubicBezTo>
                  <a:pt x="27" y="356"/>
                  <a:pt x="22" y="357"/>
                  <a:pt x="17" y="357"/>
                </a:cubicBezTo>
                <a:cubicBezTo>
                  <a:pt x="11" y="357"/>
                  <a:pt x="7" y="356"/>
                  <a:pt x="4" y="352"/>
                </a:cubicBezTo>
                <a:cubicBezTo>
                  <a:pt x="1" y="349"/>
                  <a:pt x="0" y="346"/>
                  <a:pt x="0" y="344"/>
                </a:cubicBezTo>
                <a:cubicBezTo>
                  <a:pt x="0" y="340"/>
                  <a:pt x="6" y="312"/>
                  <a:pt x="18" y="262"/>
                </a:cubicBezTo>
                <a:cubicBezTo>
                  <a:pt x="31" y="211"/>
                  <a:pt x="43" y="162"/>
                  <a:pt x="55" y="113"/>
                </a:cubicBezTo>
                <a:lnTo>
                  <a:pt x="74" y="39"/>
                </a:lnTo>
                <a:cubicBezTo>
                  <a:pt x="74" y="35"/>
                  <a:pt x="73" y="32"/>
                  <a:pt x="70" y="31"/>
                </a:cubicBezTo>
                <a:cubicBezTo>
                  <a:pt x="68" y="30"/>
                  <a:pt x="61" y="29"/>
                  <a:pt x="51" y="29"/>
                </a:cubicBezTo>
                <a:lnTo>
                  <a:pt x="48" y="29"/>
                </a:lnTo>
                <a:cubicBezTo>
                  <a:pt x="45" y="29"/>
                  <a:pt x="42" y="29"/>
                  <a:pt x="41" y="29"/>
                </a:cubicBezTo>
                <a:cubicBezTo>
                  <a:pt x="40" y="29"/>
                  <a:pt x="39" y="28"/>
                  <a:pt x="38" y="27"/>
                </a:cubicBezTo>
                <a:cubicBezTo>
                  <a:pt x="37" y="26"/>
                  <a:pt x="36" y="25"/>
                  <a:pt x="36" y="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0" name=""/>
          <p:cNvSpPr/>
          <p:nvPr/>
        </p:nvSpPr>
        <p:spPr>
          <a:xfrm>
            <a:off x="4575600" y="2184840"/>
            <a:ext cx="121680" cy="43200"/>
          </a:xfrm>
          <a:custGeom>
            <a:avLst/>
            <a:gdLst/>
            <a:ahLst/>
            <a:rect l="0" t="0" r="r" b="b"/>
            <a:pathLst>
              <a:path w="338" h="120">
                <a:moveTo>
                  <a:pt x="0" y="11"/>
                </a:moveTo>
                <a:cubicBezTo>
                  <a:pt x="0" y="6"/>
                  <a:pt x="2" y="3"/>
                  <a:pt x="7" y="0"/>
                </a:cubicBezTo>
                <a:lnTo>
                  <a:pt x="330" y="0"/>
                </a:lnTo>
                <a:cubicBezTo>
                  <a:pt x="335" y="3"/>
                  <a:pt x="338" y="6"/>
                  <a:pt x="338" y="11"/>
                </a:cubicBezTo>
                <a:cubicBezTo>
                  <a:pt x="338" y="15"/>
                  <a:pt x="335" y="18"/>
                  <a:pt x="331" y="21"/>
                </a:cubicBezTo>
                <a:lnTo>
                  <a:pt x="169" y="21"/>
                </a:lnTo>
                <a:lnTo>
                  <a:pt x="8" y="21"/>
                </a:lnTo>
                <a:cubicBezTo>
                  <a:pt x="3" y="20"/>
                  <a:pt x="0" y="16"/>
                  <a:pt x="0" y="11"/>
                </a:cubicBezTo>
                <a:moveTo>
                  <a:pt x="0" y="109"/>
                </a:moveTo>
                <a:cubicBezTo>
                  <a:pt x="0" y="104"/>
                  <a:pt x="3" y="101"/>
                  <a:pt x="8" y="99"/>
                </a:cubicBezTo>
                <a:lnTo>
                  <a:pt x="331" y="99"/>
                </a:lnTo>
                <a:cubicBezTo>
                  <a:pt x="335" y="103"/>
                  <a:pt x="338" y="106"/>
                  <a:pt x="338" y="109"/>
                </a:cubicBezTo>
                <a:cubicBezTo>
                  <a:pt x="338" y="114"/>
                  <a:pt x="335" y="117"/>
                  <a:pt x="330" y="120"/>
                </a:cubicBezTo>
                <a:lnTo>
                  <a:pt x="7" y="120"/>
                </a:lnTo>
                <a:cubicBezTo>
                  <a:pt x="2" y="117"/>
                  <a:pt x="0" y="114"/>
                  <a:pt x="0" y="10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1" name=""/>
          <p:cNvSpPr/>
          <p:nvPr/>
        </p:nvSpPr>
        <p:spPr>
          <a:xfrm>
            <a:off x="4722120" y="213048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6" y="45"/>
                </a:moveTo>
                <a:lnTo>
                  <a:pt x="59" y="47"/>
                </a:lnTo>
                <a:cubicBezTo>
                  <a:pt x="54" y="49"/>
                  <a:pt x="48" y="50"/>
                  <a:pt x="39" y="52"/>
                </a:cubicBezTo>
                <a:cubicBezTo>
                  <a:pt x="30" y="54"/>
                  <a:pt x="20" y="55"/>
                  <a:pt x="9" y="56"/>
                </a:cubicBezTo>
                <a:lnTo>
                  <a:pt x="0" y="56"/>
                </a:lnTo>
                <a:lnTo>
                  <a:pt x="0" y="32"/>
                </a:lnTo>
                <a:lnTo>
                  <a:pt x="9" y="32"/>
                </a:lnTo>
                <a:cubicBezTo>
                  <a:pt x="25" y="32"/>
                  <a:pt x="40" y="29"/>
                  <a:pt x="53" y="25"/>
                </a:cubicBezTo>
                <a:cubicBezTo>
                  <a:pt x="67" y="21"/>
                  <a:pt x="76" y="16"/>
                  <a:pt x="82" y="13"/>
                </a:cubicBezTo>
                <a:cubicBezTo>
                  <a:pt x="87" y="9"/>
                  <a:pt x="92" y="5"/>
                  <a:pt x="96" y="2"/>
                </a:cubicBezTo>
                <a:cubicBezTo>
                  <a:pt x="97" y="1"/>
                  <a:pt x="99" y="0"/>
                  <a:pt x="102" y="0"/>
                </a:cubicBezTo>
                <a:cubicBezTo>
                  <a:pt x="105" y="0"/>
                  <a:pt x="108" y="1"/>
                  <a:pt x="111" y="3"/>
                </a:cubicBezTo>
                <a:lnTo>
                  <a:pt x="111" y="154"/>
                </a:lnTo>
                <a:lnTo>
                  <a:pt x="111" y="307"/>
                </a:lnTo>
                <a:cubicBezTo>
                  <a:pt x="113" y="309"/>
                  <a:pt x="115" y="311"/>
                  <a:pt x="117" y="311"/>
                </a:cubicBezTo>
                <a:cubicBezTo>
                  <a:pt x="120" y="312"/>
                  <a:pt x="124" y="313"/>
                  <a:pt x="130" y="314"/>
                </a:cubicBezTo>
                <a:cubicBezTo>
                  <a:pt x="137" y="314"/>
                  <a:pt x="147" y="315"/>
                  <a:pt x="162" y="315"/>
                </a:cubicBezTo>
                <a:lnTo>
                  <a:pt x="175" y="315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5" y="336"/>
                  <a:pt x="88" y="336"/>
                </a:cubicBezTo>
                <a:cubicBezTo>
                  <a:pt x="42" y="336"/>
                  <a:pt x="16" y="337"/>
                  <a:pt x="8" y="338"/>
                </a:cubicBezTo>
                <a:lnTo>
                  <a:pt x="2" y="338"/>
                </a:lnTo>
                <a:lnTo>
                  <a:pt x="2" y="315"/>
                </a:lnTo>
                <a:lnTo>
                  <a:pt x="16" y="315"/>
                </a:lnTo>
                <a:cubicBezTo>
                  <a:pt x="23" y="315"/>
                  <a:pt x="29" y="315"/>
                  <a:pt x="35" y="315"/>
                </a:cubicBezTo>
                <a:cubicBezTo>
                  <a:pt x="40" y="315"/>
                  <a:pt x="44" y="314"/>
                  <a:pt x="47" y="314"/>
                </a:cubicBezTo>
                <a:cubicBezTo>
                  <a:pt x="50" y="314"/>
                  <a:pt x="53" y="313"/>
                  <a:pt x="55" y="313"/>
                </a:cubicBezTo>
                <a:cubicBezTo>
                  <a:pt x="58" y="312"/>
                  <a:pt x="59" y="311"/>
                  <a:pt x="60" y="311"/>
                </a:cubicBezTo>
                <a:cubicBezTo>
                  <a:pt x="60" y="311"/>
                  <a:pt x="61" y="311"/>
                  <a:pt x="63" y="309"/>
                </a:cubicBezTo>
                <a:cubicBezTo>
                  <a:pt x="64" y="307"/>
                  <a:pt x="65" y="307"/>
                  <a:pt x="66" y="307"/>
                </a:cubicBezTo>
                <a:lnTo>
                  <a:pt x="66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2" name=""/>
          <p:cNvSpPr/>
          <p:nvPr/>
        </p:nvSpPr>
        <p:spPr>
          <a:xfrm>
            <a:off x="5308560" y="1981800"/>
            <a:ext cx="10800" cy="257400"/>
          </a:xfrm>
          <a:custGeom>
            <a:avLst/>
            <a:gdLst/>
            <a:ahLst/>
            <a:rect l="0" t="0" r="r" b="b"/>
            <a:pathLst>
              <a:path w="30" h="715">
                <a:moveTo>
                  <a:pt x="14" y="715"/>
                </a:moveTo>
                <a:lnTo>
                  <a:pt x="13" y="715"/>
                </a:lnTo>
                <a:cubicBezTo>
                  <a:pt x="7" y="715"/>
                  <a:pt x="3" y="712"/>
                  <a:pt x="0" y="705"/>
                </a:cubicBezTo>
                <a:lnTo>
                  <a:pt x="0" y="356"/>
                </a:lnTo>
                <a:lnTo>
                  <a:pt x="1" y="9"/>
                </a:lnTo>
                <a:cubicBezTo>
                  <a:pt x="5" y="3"/>
                  <a:pt x="10" y="0"/>
                  <a:pt x="14" y="0"/>
                </a:cubicBezTo>
                <a:cubicBezTo>
                  <a:pt x="20" y="0"/>
                  <a:pt x="26" y="3"/>
                  <a:pt x="30" y="10"/>
                </a:cubicBezTo>
                <a:lnTo>
                  <a:pt x="30" y="705"/>
                </a:lnTo>
                <a:cubicBezTo>
                  <a:pt x="26" y="712"/>
                  <a:pt x="20" y="715"/>
                  <a:pt x="16" y="715"/>
                </a:cubicBezTo>
                <a:lnTo>
                  <a:pt x="14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3" name=""/>
          <p:cNvSpPr/>
          <p:nvPr/>
        </p:nvSpPr>
        <p:spPr>
          <a:xfrm>
            <a:off x="5357520" y="199944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7"/>
                </a:moveTo>
                <a:cubicBezTo>
                  <a:pt x="4" y="487"/>
                  <a:pt x="0" y="484"/>
                  <a:pt x="0" y="480"/>
                </a:cubicBezTo>
                <a:cubicBezTo>
                  <a:pt x="0" y="479"/>
                  <a:pt x="0" y="475"/>
                  <a:pt x="2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5" y="455"/>
                  <a:pt x="24" y="455"/>
                </a:cubicBezTo>
                <a:cubicBezTo>
                  <a:pt x="37" y="455"/>
                  <a:pt x="51" y="454"/>
                  <a:pt x="67" y="452"/>
                </a:cubicBezTo>
                <a:cubicBezTo>
                  <a:pt x="74" y="451"/>
                  <a:pt x="78" y="448"/>
                  <a:pt x="81" y="444"/>
                </a:cubicBezTo>
                <a:cubicBezTo>
                  <a:pt x="82" y="441"/>
                  <a:pt x="98" y="375"/>
                  <a:pt x="131" y="243"/>
                </a:cubicBezTo>
                <a:cubicBezTo>
                  <a:pt x="164" y="111"/>
                  <a:pt x="181" y="45"/>
                  <a:pt x="181" y="43"/>
                </a:cubicBezTo>
                <a:cubicBezTo>
                  <a:pt x="181" y="39"/>
                  <a:pt x="180" y="38"/>
                  <a:pt x="179" y="38"/>
                </a:cubicBezTo>
                <a:cubicBezTo>
                  <a:pt x="175" y="36"/>
                  <a:pt x="162" y="34"/>
                  <a:pt x="141" y="33"/>
                </a:cubicBezTo>
                <a:lnTo>
                  <a:pt x="118" y="33"/>
                </a:lnTo>
                <a:cubicBezTo>
                  <a:pt x="116" y="30"/>
                  <a:pt x="114" y="28"/>
                  <a:pt x="114" y="27"/>
                </a:cubicBezTo>
                <a:cubicBezTo>
                  <a:pt x="114" y="27"/>
                  <a:pt x="115" y="22"/>
                  <a:pt x="116" y="15"/>
                </a:cubicBezTo>
                <a:cubicBezTo>
                  <a:pt x="117" y="7"/>
                  <a:pt x="120" y="2"/>
                  <a:pt x="123" y="0"/>
                </a:cubicBezTo>
                <a:lnTo>
                  <a:pt x="509" y="0"/>
                </a:lnTo>
                <a:cubicBezTo>
                  <a:pt x="512" y="2"/>
                  <a:pt x="514" y="5"/>
                  <a:pt x="514" y="8"/>
                </a:cubicBezTo>
                <a:cubicBezTo>
                  <a:pt x="514" y="11"/>
                  <a:pt x="511" y="38"/>
                  <a:pt x="505" y="89"/>
                </a:cubicBezTo>
                <a:cubicBezTo>
                  <a:pt x="499" y="140"/>
                  <a:pt x="495" y="166"/>
                  <a:pt x="495" y="168"/>
                </a:cubicBezTo>
                <a:cubicBezTo>
                  <a:pt x="494" y="171"/>
                  <a:pt x="489" y="173"/>
                  <a:pt x="481" y="173"/>
                </a:cubicBezTo>
                <a:lnTo>
                  <a:pt x="472" y="173"/>
                </a:lnTo>
                <a:cubicBezTo>
                  <a:pt x="469" y="171"/>
                  <a:pt x="467" y="167"/>
                  <a:pt x="467" y="164"/>
                </a:cubicBezTo>
                <a:cubicBezTo>
                  <a:pt x="467" y="163"/>
                  <a:pt x="468" y="157"/>
                  <a:pt x="469" y="146"/>
                </a:cubicBezTo>
                <a:cubicBezTo>
                  <a:pt x="471" y="135"/>
                  <a:pt x="471" y="123"/>
                  <a:pt x="471" y="109"/>
                </a:cubicBezTo>
                <a:cubicBezTo>
                  <a:pt x="471" y="94"/>
                  <a:pt x="470" y="83"/>
                  <a:pt x="466" y="74"/>
                </a:cubicBezTo>
                <a:cubicBezTo>
                  <a:pt x="463" y="64"/>
                  <a:pt x="458" y="57"/>
                  <a:pt x="453" y="51"/>
                </a:cubicBezTo>
                <a:cubicBezTo>
                  <a:pt x="447" y="46"/>
                  <a:pt x="438" y="42"/>
                  <a:pt x="426" y="40"/>
                </a:cubicBezTo>
                <a:cubicBezTo>
                  <a:pt x="414" y="38"/>
                  <a:pt x="402" y="35"/>
                  <a:pt x="390" y="34"/>
                </a:cubicBezTo>
                <a:cubicBezTo>
                  <a:pt x="377" y="32"/>
                  <a:pt x="360" y="32"/>
                  <a:pt x="338" y="33"/>
                </a:cubicBezTo>
                <a:lnTo>
                  <a:pt x="322" y="33"/>
                </a:lnTo>
                <a:cubicBezTo>
                  <a:pt x="283" y="34"/>
                  <a:pt x="262" y="34"/>
                  <a:pt x="260" y="36"/>
                </a:cubicBezTo>
                <a:cubicBezTo>
                  <a:pt x="257" y="37"/>
                  <a:pt x="256" y="39"/>
                  <a:pt x="255" y="42"/>
                </a:cubicBezTo>
                <a:cubicBezTo>
                  <a:pt x="254" y="43"/>
                  <a:pt x="245" y="74"/>
                  <a:pt x="229" y="136"/>
                </a:cubicBezTo>
                <a:lnTo>
                  <a:pt x="206" y="228"/>
                </a:lnTo>
                <a:lnTo>
                  <a:pt x="246" y="228"/>
                </a:lnTo>
                <a:cubicBezTo>
                  <a:pt x="247" y="228"/>
                  <a:pt x="254" y="228"/>
                  <a:pt x="263" y="228"/>
                </a:cubicBezTo>
                <a:cubicBezTo>
                  <a:pt x="273" y="228"/>
                  <a:pt x="279" y="228"/>
                  <a:pt x="283" y="227"/>
                </a:cubicBezTo>
                <a:cubicBezTo>
                  <a:pt x="287" y="227"/>
                  <a:pt x="292" y="226"/>
                  <a:pt x="299" y="225"/>
                </a:cubicBezTo>
                <a:cubicBezTo>
                  <a:pt x="306" y="224"/>
                  <a:pt x="311" y="222"/>
                  <a:pt x="316" y="220"/>
                </a:cubicBezTo>
                <a:cubicBezTo>
                  <a:pt x="321" y="218"/>
                  <a:pt x="325" y="215"/>
                  <a:pt x="328" y="212"/>
                </a:cubicBezTo>
                <a:cubicBezTo>
                  <a:pt x="334" y="206"/>
                  <a:pt x="340" y="198"/>
                  <a:pt x="344" y="188"/>
                </a:cubicBezTo>
                <a:cubicBezTo>
                  <a:pt x="348" y="178"/>
                  <a:pt x="351" y="169"/>
                  <a:pt x="353" y="161"/>
                </a:cubicBezTo>
                <a:cubicBezTo>
                  <a:pt x="355" y="153"/>
                  <a:pt x="356" y="148"/>
                  <a:pt x="357" y="148"/>
                </a:cubicBezTo>
                <a:cubicBezTo>
                  <a:pt x="358" y="145"/>
                  <a:pt x="363" y="144"/>
                  <a:pt x="370" y="144"/>
                </a:cubicBezTo>
                <a:lnTo>
                  <a:pt x="379" y="144"/>
                </a:lnTo>
                <a:cubicBezTo>
                  <a:pt x="382" y="147"/>
                  <a:pt x="384" y="149"/>
                  <a:pt x="384" y="151"/>
                </a:cubicBezTo>
                <a:cubicBezTo>
                  <a:pt x="384" y="153"/>
                  <a:pt x="377" y="184"/>
                  <a:pt x="362" y="245"/>
                </a:cubicBezTo>
                <a:cubicBezTo>
                  <a:pt x="347" y="306"/>
                  <a:pt x="339" y="338"/>
                  <a:pt x="338" y="339"/>
                </a:cubicBezTo>
                <a:cubicBezTo>
                  <a:pt x="337" y="343"/>
                  <a:pt x="332" y="344"/>
                  <a:pt x="323" y="344"/>
                </a:cubicBezTo>
                <a:lnTo>
                  <a:pt x="315" y="344"/>
                </a:lnTo>
                <a:cubicBezTo>
                  <a:pt x="311" y="342"/>
                  <a:pt x="310" y="339"/>
                  <a:pt x="310" y="336"/>
                </a:cubicBezTo>
                <a:cubicBezTo>
                  <a:pt x="310" y="334"/>
                  <a:pt x="311" y="329"/>
                  <a:pt x="313" y="320"/>
                </a:cubicBezTo>
                <a:cubicBezTo>
                  <a:pt x="316" y="311"/>
                  <a:pt x="317" y="302"/>
                  <a:pt x="317" y="292"/>
                </a:cubicBezTo>
                <a:cubicBezTo>
                  <a:pt x="317" y="278"/>
                  <a:pt x="312" y="269"/>
                  <a:pt x="302" y="266"/>
                </a:cubicBezTo>
                <a:cubicBezTo>
                  <a:pt x="293" y="263"/>
                  <a:pt x="272" y="261"/>
                  <a:pt x="238" y="261"/>
                </a:cubicBezTo>
                <a:lnTo>
                  <a:pt x="199" y="261"/>
                </a:lnTo>
                <a:lnTo>
                  <a:pt x="176" y="352"/>
                </a:lnTo>
                <a:cubicBezTo>
                  <a:pt x="160" y="411"/>
                  <a:pt x="153" y="442"/>
                  <a:pt x="153" y="445"/>
                </a:cubicBezTo>
                <a:cubicBezTo>
                  <a:pt x="153" y="451"/>
                  <a:pt x="174" y="455"/>
                  <a:pt x="216" y="455"/>
                </a:cubicBezTo>
                <a:lnTo>
                  <a:pt x="234" y="455"/>
                </a:lnTo>
                <a:cubicBezTo>
                  <a:pt x="237" y="457"/>
                  <a:pt x="239" y="459"/>
                  <a:pt x="239" y="460"/>
                </a:cubicBezTo>
                <a:cubicBezTo>
                  <a:pt x="239" y="460"/>
                  <a:pt x="238" y="465"/>
                  <a:pt x="237" y="474"/>
                </a:cubicBezTo>
                <a:cubicBezTo>
                  <a:pt x="235" y="480"/>
                  <a:pt x="233" y="485"/>
                  <a:pt x="230" y="487"/>
                </a:cubicBezTo>
                <a:lnTo>
                  <a:pt x="218" y="487"/>
                </a:lnTo>
                <a:cubicBezTo>
                  <a:pt x="198" y="487"/>
                  <a:pt x="162" y="486"/>
                  <a:pt x="110" y="486"/>
                </a:cubicBezTo>
                <a:cubicBezTo>
                  <a:pt x="79" y="486"/>
                  <a:pt x="55" y="486"/>
                  <a:pt x="39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4" name=""/>
          <p:cNvSpPr/>
          <p:nvPr/>
        </p:nvSpPr>
        <p:spPr>
          <a:xfrm>
            <a:off x="5438520" y="1930680"/>
            <a:ext cx="71280" cy="42120"/>
          </a:xfrm>
          <a:custGeom>
            <a:avLst/>
            <a:gdLst/>
            <a:ahLst/>
            <a:rect l="0" t="0" r="r" b="b"/>
            <a:pathLst>
              <a:path w="198" h="117">
                <a:moveTo>
                  <a:pt x="0" y="96"/>
                </a:moveTo>
                <a:lnTo>
                  <a:pt x="99" y="0"/>
                </a:lnTo>
                <a:lnTo>
                  <a:pt x="105" y="5"/>
                </a:lnTo>
                <a:cubicBezTo>
                  <a:pt x="167" y="65"/>
                  <a:pt x="198" y="96"/>
                  <a:pt x="198" y="96"/>
                </a:cubicBezTo>
                <a:lnTo>
                  <a:pt x="179" y="117"/>
                </a:lnTo>
                <a:cubicBezTo>
                  <a:pt x="178" y="117"/>
                  <a:pt x="164" y="105"/>
                  <a:pt x="138" y="81"/>
                </a:cubicBezTo>
                <a:lnTo>
                  <a:pt x="100" y="49"/>
                </a:lnTo>
                <a:lnTo>
                  <a:pt x="60" y="82"/>
                </a:lnTo>
                <a:cubicBezTo>
                  <a:pt x="53" y="87"/>
                  <a:pt x="47" y="93"/>
                  <a:pt x="41" y="99"/>
                </a:cubicBezTo>
                <a:cubicBezTo>
                  <a:pt x="35" y="104"/>
                  <a:pt x="30" y="109"/>
                  <a:pt x="26" y="112"/>
                </a:cubicBezTo>
                <a:lnTo>
                  <a:pt x="20" y="116"/>
                </a:lnTo>
                <a:cubicBezTo>
                  <a:pt x="19" y="117"/>
                  <a:pt x="16" y="114"/>
                  <a:pt x="9" y="106"/>
                </a:cubicBezTo>
                <a:lnTo>
                  <a:pt x="0" y="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5" name=""/>
          <p:cNvSpPr/>
          <p:nvPr/>
        </p:nvSpPr>
        <p:spPr>
          <a:xfrm>
            <a:off x="5538600" y="209196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6" y="45"/>
                </a:moveTo>
                <a:lnTo>
                  <a:pt x="59" y="47"/>
                </a:lnTo>
                <a:cubicBezTo>
                  <a:pt x="54" y="49"/>
                  <a:pt x="48" y="50"/>
                  <a:pt x="39" y="52"/>
                </a:cubicBezTo>
                <a:cubicBezTo>
                  <a:pt x="30" y="54"/>
                  <a:pt x="20" y="55"/>
                  <a:pt x="9" y="56"/>
                </a:cubicBezTo>
                <a:lnTo>
                  <a:pt x="0" y="56"/>
                </a:lnTo>
                <a:lnTo>
                  <a:pt x="0" y="32"/>
                </a:lnTo>
                <a:lnTo>
                  <a:pt x="9" y="32"/>
                </a:lnTo>
                <a:cubicBezTo>
                  <a:pt x="25" y="32"/>
                  <a:pt x="40" y="29"/>
                  <a:pt x="53" y="25"/>
                </a:cubicBezTo>
                <a:cubicBezTo>
                  <a:pt x="67" y="20"/>
                  <a:pt x="76" y="16"/>
                  <a:pt x="82" y="13"/>
                </a:cubicBezTo>
                <a:cubicBezTo>
                  <a:pt x="87" y="9"/>
                  <a:pt x="92" y="5"/>
                  <a:pt x="96" y="2"/>
                </a:cubicBezTo>
                <a:cubicBezTo>
                  <a:pt x="97" y="1"/>
                  <a:pt x="100" y="0"/>
                  <a:pt x="103" y="0"/>
                </a:cubicBezTo>
                <a:cubicBezTo>
                  <a:pt x="106" y="0"/>
                  <a:pt x="109" y="1"/>
                  <a:pt x="112" y="3"/>
                </a:cubicBezTo>
                <a:lnTo>
                  <a:pt x="112" y="155"/>
                </a:lnTo>
                <a:lnTo>
                  <a:pt x="112" y="307"/>
                </a:lnTo>
                <a:cubicBezTo>
                  <a:pt x="114" y="309"/>
                  <a:pt x="116" y="311"/>
                  <a:pt x="118" y="311"/>
                </a:cubicBezTo>
                <a:cubicBezTo>
                  <a:pt x="120" y="312"/>
                  <a:pt x="124" y="313"/>
                  <a:pt x="130" y="313"/>
                </a:cubicBezTo>
                <a:cubicBezTo>
                  <a:pt x="137" y="314"/>
                  <a:pt x="147" y="314"/>
                  <a:pt x="162" y="314"/>
                </a:cubicBezTo>
                <a:lnTo>
                  <a:pt x="175" y="314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5" y="336"/>
                  <a:pt x="88" y="336"/>
                </a:cubicBezTo>
                <a:cubicBezTo>
                  <a:pt x="42" y="336"/>
                  <a:pt x="16" y="337"/>
                  <a:pt x="8" y="338"/>
                </a:cubicBezTo>
                <a:lnTo>
                  <a:pt x="2" y="338"/>
                </a:lnTo>
                <a:lnTo>
                  <a:pt x="2" y="314"/>
                </a:lnTo>
                <a:lnTo>
                  <a:pt x="16" y="314"/>
                </a:lnTo>
                <a:cubicBezTo>
                  <a:pt x="23" y="314"/>
                  <a:pt x="29" y="314"/>
                  <a:pt x="35" y="314"/>
                </a:cubicBezTo>
                <a:cubicBezTo>
                  <a:pt x="40" y="314"/>
                  <a:pt x="44" y="314"/>
                  <a:pt x="47" y="314"/>
                </a:cubicBezTo>
                <a:cubicBezTo>
                  <a:pt x="50" y="314"/>
                  <a:pt x="53" y="313"/>
                  <a:pt x="55" y="312"/>
                </a:cubicBezTo>
                <a:cubicBezTo>
                  <a:pt x="58" y="312"/>
                  <a:pt x="59" y="311"/>
                  <a:pt x="60" y="311"/>
                </a:cubicBezTo>
                <a:cubicBezTo>
                  <a:pt x="60" y="311"/>
                  <a:pt x="61" y="311"/>
                  <a:pt x="63" y="309"/>
                </a:cubicBezTo>
                <a:cubicBezTo>
                  <a:pt x="64" y="307"/>
                  <a:pt x="65" y="307"/>
                  <a:pt x="66" y="307"/>
                </a:cubicBezTo>
                <a:lnTo>
                  <a:pt x="66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6" name=""/>
          <p:cNvSpPr/>
          <p:nvPr/>
        </p:nvSpPr>
        <p:spPr>
          <a:xfrm>
            <a:off x="5651640" y="19814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2" y="294"/>
                  <a:pt x="7" y="264"/>
                </a:cubicBezTo>
                <a:cubicBezTo>
                  <a:pt x="12" y="235"/>
                  <a:pt x="17" y="209"/>
                  <a:pt x="23" y="188"/>
                </a:cubicBezTo>
                <a:cubicBezTo>
                  <a:pt x="30" y="166"/>
                  <a:pt x="39" y="145"/>
                  <a:pt x="51" y="125"/>
                </a:cubicBezTo>
                <a:cubicBezTo>
                  <a:pt x="62" y="104"/>
                  <a:pt x="71" y="88"/>
                  <a:pt x="78" y="77"/>
                </a:cubicBezTo>
                <a:cubicBezTo>
                  <a:pt x="85" y="65"/>
                  <a:pt x="95" y="53"/>
                  <a:pt x="108" y="40"/>
                </a:cubicBezTo>
                <a:cubicBezTo>
                  <a:pt x="121" y="26"/>
                  <a:pt x="129" y="18"/>
                  <a:pt x="132" y="15"/>
                </a:cubicBezTo>
                <a:cubicBezTo>
                  <a:pt x="134" y="12"/>
                  <a:pt x="140" y="7"/>
                  <a:pt x="149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8" y="0"/>
                  <a:pt x="172" y="2"/>
                  <a:pt x="172" y="7"/>
                </a:cubicBezTo>
                <a:cubicBezTo>
                  <a:pt x="172" y="8"/>
                  <a:pt x="167" y="13"/>
                  <a:pt x="159" y="22"/>
                </a:cubicBezTo>
                <a:cubicBezTo>
                  <a:pt x="151" y="30"/>
                  <a:pt x="142" y="43"/>
                  <a:pt x="130" y="60"/>
                </a:cubicBezTo>
                <a:cubicBezTo>
                  <a:pt x="119" y="76"/>
                  <a:pt x="107" y="97"/>
                  <a:pt x="95" y="121"/>
                </a:cubicBezTo>
                <a:cubicBezTo>
                  <a:pt x="83" y="145"/>
                  <a:pt x="73" y="178"/>
                  <a:pt x="65" y="220"/>
                </a:cubicBezTo>
                <a:cubicBezTo>
                  <a:pt x="57" y="261"/>
                  <a:pt x="53" y="307"/>
                  <a:pt x="53" y="358"/>
                </a:cubicBezTo>
                <a:cubicBezTo>
                  <a:pt x="53" y="408"/>
                  <a:pt x="57" y="454"/>
                  <a:pt x="65" y="495"/>
                </a:cubicBezTo>
                <a:cubicBezTo>
                  <a:pt x="73" y="536"/>
                  <a:pt x="83" y="569"/>
                  <a:pt x="94" y="595"/>
                </a:cubicBezTo>
                <a:cubicBezTo>
                  <a:pt x="106" y="621"/>
                  <a:pt x="117" y="641"/>
                  <a:pt x="129" y="657"/>
                </a:cubicBezTo>
                <a:cubicBezTo>
                  <a:pt x="141" y="673"/>
                  <a:pt x="151" y="685"/>
                  <a:pt x="159" y="695"/>
                </a:cubicBezTo>
                <a:cubicBezTo>
                  <a:pt x="167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49" y="716"/>
                </a:lnTo>
                <a:lnTo>
                  <a:pt x="129" y="699"/>
                </a:lnTo>
                <a:cubicBezTo>
                  <a:pt x="85" y="659"/>
                  <a:pt x="52" y="608"/>
                  <a:pt x="31" y="547"/>
                </a:cubicBezTo>
                <a:cubicBezTo>
                  <a:pt x="10" y="486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7" name=""/>
          <p:cNvSpPr/>
          <p:nvPr/>
        </p:nvSpPr>
        <p:spPr>
          <a:xfrm>
            <a:off x="5736600" y="206064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2" y="110"/>
                </a:moveTo>
                <a:cubicBezTo>
                  <a:pt x="15" y="90"/>
                  <a:pt x="28" y="67"/>
                  <a:pt x="50" y="41"/>
                </a:cubicBezTo>
                <a:cubicBezTo>
                  <a:pt x="73" y="14"/>
                  <a:pt x="100" y="1"/>
                  <a:pt x="133" y="0"/>
                </a:cubicBezTo>
                <a:cubicBezTo>
                  <a:pt x="150" y="0"/>
                  <a:pt x="165" y="5"/>
                  <a:pt x="179" y="13"/>
                </a:cubicBezTo>
                <a:cubicBezTo>
                  <a:pt x="193" y="22"/>
                  <a:pt x="203" y="33"/>
                  <a:pt x="210" y="46"/>
                </a:cubicBezTo>
                <a:cubicBezTo>
                  <a:pt x="230" y="15"/>
                  <a:pt x="255" y="0"/>
                  <a:pt x="283" y="0"/>
                </a:cubicBezTo>
                <a:cubicBezTo>
                  <a:pt x="301" y="0"/>
                  <a:pt x="316" y="6"/>
                  <a:pt x="329" y="16"/>
                </a:cubicBezTo>
                <a:cubicBezTo>
                  <a:pt x="342" y="27"/>
                  <a:pt x="348" y="41"/>
                  <a:pt x="349" y="58"/>
                </a:cubicBezTo>
                <a:cubicBezTo>
                  <a:pt x="349" y="72"/>
                  <a:pt x="345" y="83"/>
                  <a:pt x="339" y="92"/>
                </a:cubicBezTo>
                <a:cubicBezTo>
                  <a:pt x="332" y="101"/>
                  <a:pt x="326" y="106"/>
                  <a:pt x="320" y="108"/>
                </a:cubicBezTo>
                <a:cubicBezTo>
                  <a:pt x="313" y="110"/>
                  <a:pt x="308" y="111"/>
                  <a:pt x="303" y="111"/>
                </a:cubicBezTo>
                <a:cubicBezTo>
                  <a:pt x="294" y="111"/>
                  <a:pt x="287" y="108"/>
                  <a:pt x="281" y="103"/>
                </a:cubicBezTo>
                <a:cubicBezTo>
                  <a:pt x="275" y="97"/>
                  <a:pt x="272" y="91"/>
                  <a:pt x="272" y="82"/>
                </a:cubicBezTo>
                <a:cubicBezTo>
                  <a:pt x="272" y="60"/>
                  <a:pt x="284" y="45"/>
                  <a:pt x="308" y="37"/>
                </a:cubicBezTo>
                <a:cubicBezTo>
                  <a:pt x="303" y="31"/>
                  <a:pt x="293" y="28"/>
                  <a:pt x="279" y="28"/>
                </a:cubicBezTo>
                <a:cubicBezTo>
                  <a:pt x="273" y="28"/>
                  <a:pt x="269" y="28"/>
                  <a:pt x="266" y="29"/>
                </a:cubicBezTo>
                <a:cubicBezTo>
                  <a:pt x="247" y="37"/>
                  <a:pt x="233" y="52"/>
                  <a:pt x="225" y="76"/>
                </a:cubicBezTo>
                <a:cubicBezTo>
                  <a:pt x="196" y="182"/>
                  <a:pt x="182" y="243"/>
                  <a:pt x="182" y="262"/>
                </a:cubicBezTo>
                <a:cubicBezTo>
                  <a:pt x="182" y="275"/>
                  <a:pt x="186" y="285"/>
                  <a:pt x="193" y="290"/>
                </a:cubicBezTo>
                <a:cubicBezTo>
                  <a:pt x="201" y="296"/>
                  <a:pt x="209" y="299"/>
                  <a:pt x="218" y="299"/>
                </a:cubicBezTo>
                <a:cubicBezTo>
                  <a:pt x="236" y="299"/>
                  <a:pt x="254" y="291"/>
                  <a:pt x="272" y="275"/>
                </a:cubicBezTo>
                <a:cubicBezTo>
                  <a:pt x="289" y="260"/>
                  <a:pt x="300" y="239"/>
                  <a:pt x="307" y="216"/>
                </a:cubicBezTo>
                <a:cubicBezTo>
                  <a:pt x="308" y="212"/>
                  <a:pt x="309" y="209"/>
                  <a:pt x="311" y="209"/>
                </a:cubicBezTo>
                <a:cubicBezTo>
                  <a:pt x="312" y="208"/>
                  <a:pt x="316" y="208"/>
                  <a:pt x="322" y="207"/>
                </a:cubicBezTo>
                <a:lnTo>
                  <a:pt x="325" y="207"/>
                </a:lnTo>
                <a:cubicBezTo>
                  <a:pt x="332" y="207"/>
                  <a:pt x="336" y="209"/>
                  <a:pt x="336" y="213"/>
                </a:cubicBezTo>
                <a:cubicBezTo>
                  <a:pt x="336" y="213"/>
                  <a:pt x="335" y="216"/>
                  <a:pt x="335" y="221"/>
                </a:cubicBezTo>
                <a:cubicBezTo>
                  <a:pt x="327" y="248"/>
                  <a:pt x="312" y="273"/>
                  <a:pt x="290" y="294"/>
                </a:cubicBezTo>
                <a:cubicBezTo>
                  <a:pt x="268" y="315"/>
                  <a:pt x="242" y="325"/>
                  <a:pt x="213" y="325"/>
                </a:cubicBezTo>
                <a:cubicBezTo>
                  <a:pt x="179" y="325"/>
                  <a:pt x="154" y="310"/>
                  <a:pt x="137" y="280"/>
                </a:cubicBezTo>
                <a:cubicBezTo>
                  <a:pt x="117" y="310"/>
                  <a:pt x="95" y="325"/>
                  <a:pt x="70" y="325"/>
                </a:cubicBezTo>
                <a:lnTo>
                  <a:pt x="65" y="325"/>
                </a:lnTo>
                <a:cubicBezTo>
                  <a:pt x="42" y="325"/>
                  <a:pt x="25" y="318"/>
                  <a:pt x="15" y="306"/>
                </a:cubicBezTo>
                <a:cubicBezTo>
                  <a:pt x="5" y="294"/>
                  <a:pt x="0" y="281"/>
                  <a:pt x="0" y="267"/>
                </a:cubicBezTo>
                <a:cubicBezTo>
                  <a:pt x="0" y="250"/>
                  <a:pt x="4" y="238"/>
                  <a:pt x="13" y="229"/>
                </a:cubicBezTo>
                <a:cubicBezTo>
                  <a:pt x="22" y="219"/>
                  <a:pt x="33" y="214"/>
                  <a:pt x="45" y="214"/>
                </a:cubicBezTo>
                <a:cubicBezTo>
                  <a:pt x="66" y="214"/>
                  <a:pt x="76" y="224"/>
                  <a:pt x="76" y="244"/>
                </a:cubicBezTo>
                <a:cubicBezTo>
                  <a:pt x="76" y="255"/>
                  <a:pt x="73" y="263"/>
                  <a:pt x="68" y="270"/>
                </a:cubicBezTo>
                <a:cubicBezTo>
                  <a:pt x="62" y="277"/>
                  <a:pt x="56" y="282"/>
                  <a:pt x="51" y="285"/>
                </a:cubicBezTo>
                <a:cubicBezTo>
                  <a:pt x="46" y="287"/>
                  <a:pt x="43" y="288"/>
                  <a:pt x="42" y="288"/>
                </a:cubicBezTo>
                <a:lnTo>
                  <a:pt x="40" y="289"/>
                </a:lnTo>
                <a:cubicBezTo>
                  <a:pt x="40" y="289"/>
                  <a:pt x="41" y="290"/>
                  <a:pt x="44" y="292"/>
                </a:cubicBezTo>
                <a:cubicBezTo>
                  <a:pt x="47" y="293"/>
                  <a:pt x="51" y="295"/>
                  <a:pt x="55" y="297"/>
                </a:cubicBezTo>
                <a:cubicBezTo>
                  <a:pt x="60" y="299"/>
                  <a:pt x="65" y="299"/>
                  <a:pt x="69" y="299"/>
                </a:cubicBezTo>
                <a:cubicBezTo>
                  <a:pt x="86" y="299"/>
                  <a:pt x="101" y="288"/>
                  <a:pt x="113" y="267"/>
                </a:cubicBezTo>
                <a:cubicBezTo>
                  <a:pt x="118" y="259"/>
                  <a:pt x="123" y="242"/>
                  <a:pt x="130" y="217"/>
                </a:cubicBezTo>
                <a:cubicBezTo>
                  <a:pt x="136" y="192"/>
                  <a:pt x="143" y="167"/>
                  <a:pt x="150" y="140"/>
                </a:cubicBezTo>
                <a:cubicBezTo>
                  <a:pt x="156" y="113"/>
                  <a:pt x="160" y="97"/>
                  <a:pt x="161" y="93"/>
                </a:cubicBezTo>
                <a:cubicBezTo>
                  <a:pt x="164" y="80"/>
                  <a:pt x="165" y="71"/>
                  <a:pt x="165" y="65"/>
                </a:cubicBezTo>
                <a:cubicBezTo>
                  <a:pt x="165" y="51"/>
                  <a:pt x="161" y="42"/>
                  <a:pt x="154" y="36"/>
                </a:cubicBezTo>
                <a:cubicBezTo>
                  <a:pt x="147" y="30"/>
                  <a:pt x="139" y="28"/>
                  <a:pt x="130" y="28"/>
                </a:cubicBezTo>
                <a:cubicBezTo>
                  <a:pt x="111" y="28"/>
                  <a:pt x="93" y="35"/>
                  <a:pt x="76" y="51"/>
                </a:cubicBezTo>
                <a:cubicBezTo>
                  <a:pt x="59" y="66"/>
                  <a:pt x="48" y="85"/>
                  <a:pt x="41" y="109"/>
                </a:cubicBezTo>
                <a:cubicBezTo>
                  <a:pt x="40" y="113"/>
                  <a:pt x="39" y="116"/>
                  <a:pt x="38" y="116"/>
                </a:cubicBezTo>
                <a:cubicBezTo>
                  <a:pt x="36" y="117"/>
                  <a:pt x="32" y="117"/>
                  <a:pt x="26" y="118"/>
                </a:cubicBezTo>
                <a:lnTo>
                  <a:pt x="16" y="118"/>
                </a:lnTo>
                <a:cubicBezTo>
                  <a:pt x="13" y="115"/>
                  <a:pt x="12" y="112"/>
                  <a:pt x="12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8" name=""/>
          <p:cNvSpPr/>
          <p:nvPr/>
        </p:nvSpPr>
        <p:spPr>
          <a:xfrm>
            <a:off x="5900400" y="2083680"/>
            <a:ext cx="43560" cy="182160"/>
          </a:xfrm>
          <a:custGeom>
            <a:avLst/>
            <a:gdLst/>
            <a:ahLst/>
            <a:rect l="0" t="0" r="r" b="b"/>
            <a:pathLst>
              <a:path w="121" h="506">
                <a:moveTo>
                  <a:pt x="0" y="253"/>
                </a:moveTo>
                <a:cubicBezTo>
                  <a:pt x="0" y="230"/>
                  <a:pt x="1" y="208"/>
                  <a:pt x="5" y="187"/>
                </a:cubicBezTo>
                <a:cubicBezTo>
                  <a:pt x="8" y="166"/>
                  <a:pt x="12" y="148"/>
                  <a:pt x="16" y="133"/>
                </a:cubicBezTo>
                <a:cubicBezTo>
                  <a:pt x="21" y="118"/>
                  <a:pt x="27" y="103"/>
                  <a:pt x="35" y="89"/>
                </a:cubicBezTo>
                <a:cubicBezTo>
                  <a:pt x="43" y="74"/>
                  <a:pt x="50" y="63"/>
                  <a:pt x="54" y="55"/>
                </a:cubicBezTo>
                <a:cubicBezTo>
                  <a:pt x="59" y="47"/>
                  <a:pt x="66" y="38"/>
                  <a:pt x="76" y="29"/>
                </a:cubicBezTo>
                <a:cubicBezTo>
                  <a:pt x="85" y="18"/>
                  <a:pt x="91" y="12"/>
                  <a:pt x="92" y="10"/>
                </a:cubicBezTo>
                <a:cubicBezTo>
                  <a:pt x="94" y="8"/>
                  <a:pt x="98" y="5"/>
                  <a:pt x="105" y="0"/>
                </a:cubicBezTo>
                <a:lnTo>
                  <a:pt x="112" y="0"/>
                </a:lnTo>
                <a:lnTo>
                  <a:pt x="114" y="0"/>
                </a:lnTo>
                <a:cubicBezTo>
                  <a:pt x="119" y="0"/>
                  <a:pt x="121" y="1"/>
                  <a:pt x="121" y="4"/>
                </a:cubicBezTo>
                <a:cubicBezTo>
                  <a:pt x="121" y="5"/>
                  <a:pt x="119" y="9"/>
                  <a:pt x="113" y="15"/>
                </a:cubicBezTo>
                <a:cubicBezTo>
                  <a:pt x="106" y="22"/>
                  <a:pt x="99" y="31"/>
                  <a:pt x="91" y="43"/>
                </a:cubicBezTo>
                <a:cubicBezTo>
                  <a:pt x="83" y="54"/>
                  <a:pt x="75" y="69"/>
                  <a:pt x="66" y="86"/>
                </a:cubicBezTo>
                <a:cubicBezTo>
                  <a:pt x="58" y="103"/>
                  <a:pt x="51" y="127"/>
                  <a:pt x="45" y="156"/>
                </a:cubicBezTo>
                <a:cubicBezTo>
                  <a:pt x="39" y="185"/>
                  <a:pt x="37" y="218"/>
                  <a:pt x="37" y="253"/>
                </a:cubicBezTo>
                <a:cubicBezTo>
                  <a:pt x="37" y="289"/>
                  <a:pt x="39" y="322"/>
                  <a:pt x="45" y="351"/>
                </a:cubicBezTo>
                <a:cubicBezTo>
                  <a:pt x="51" y="380"/>
                  <a:pt x="58" y="403"/>
                  <a:pt x="66" y="421"/>
                </a:cubicBezTo>
                <a:cubicBezTo>
                  <a:pt x="74" y="439"/>
                  <a:pt x="82" y="453"/>
                  <a:pt x="91" y="464"/>
                </a:cubicBezTo>
                <a:cubicBezTo>
                  <a:pt x="99" y="475"/>
                  <a:pt x="106" y="484"/>
                  <a:pt x="113" y="491"/>
                </a:cubicBezTo>
                <a:cubicBezTo>
                  <a:pt x="119" y="498"/>
                  <a:pt x="121" y="501"/>
                  <a:pt x="121" y="502"/>
                </a:cubicBezTo>
                <a:cubicBezTo>
                  <a:pt x="121" y="505"/>
                  <a:pt x="119" y="506"/>
                  <a:pt x="114" y="506"/>
                </a:cubicBezTo>
                <a:lnTo>
                  <a:pt x="112" y="506"/>
                </a:lnTo>
                <a:lnTo>
                  <a:pt x="105" y="506"/>
                </a:lnTo>
                <a:lnTo>
                  <a:pt x="91" y="494"/>
                </a:lnTo>
                <a:cubicBezTo>
                  <a:pt x="59" y="465"/>
                  <a:pt x="36" y="430"/>
                  <a:pt x="21" y="387"/>
                </a:cubicBezTo>
                <a:cubicBezTo>
                  <a:pt x="7" y="344"/>
                  <a:pt x="0" y="300"/>
                  <a:pt x="0" y="2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9" name=""/>
          <p:cNvSpPr/>
          <p:nvPr/>
        </p:nvSpPr>
        <p:spPr>
          <a:xfrm>
            <a:off x="5962680" y="2093760"/>
            <a:ext cx="83160" cy="128520"/>
          </a:xfrm>
          <a:custGeom>
            <a:avLst/>
            <a:gdLst/>
            <a:ahLst/>
            <a:rect l="0" t="0" r="r" b="b"/>
            <a:pathLst>
              <a:path w="231" h="357">
                <a:moveTo>
                  <a:pt x="37" y="24"/>
                </a:moveTo>
                <a:cubicBezTo>
                  <a:pt x="37" y="20"/>
                  <a:pt x="38" y="17"/>
                  <a:pt x="39" y="12"/>
                </a:cubicBezTo>
                <a:cubicBezTo>
                  <a:pt x="40" y="8"/>
                  <a:pt x="42" y="6"/>
                  <a:pt x="45" y="6"/>
                </a:cubicBezTo>
                <a:cubicBezTo>
                  <a:pt x="45" y="6"/>
                  <a:pt x="58" y="5"/>
                  <a:pt x="81" y="3"/>
                </a:cubicBezTo>
                <a:cubicBezTo>
                  <a:pt x="105" y="1"/>
                  <a:pt x="119" y="0"/>
                  <a:pt x="119" y="0"/>
                </a:cubicBezTo>
                <a:cubicBezTo>
                  <a:pt x="123" y="0"/>
                  <a:pt x="125" y="1"/>
                  <a:pt x="125" y="4"/>
                </a:cubicBezTo>
                <a:cubicBezTo>
                  <a:pt x="125" y="6"/>
                  <a:pt x="117" y="42"/>
                  <a:pt x="99" y="111"/>
                </a:cubicBezTo>
                <a:cubicBezTo>
                  <a:pt x="82" y="177"/>
                  <a:pt x="74" y="212"/>
                  <a:pt x="74" y="214"/>
                </a:cubicBezTo>
                <a:cubicBezTo>
                  <a:pt x="80" y="211"/>
                  <a:pt x="85" y="208"/>
                  <a:pt x="89" y="205"/>
                </a:cubicBezTo>
                <a:cubicBezTo>
                  <a:pt x="97" y="199"/>
                  <a:pt x="108" y="188"/>
                  <a:pt x="124" y="173"/>
                </a:cubicBezTo>
                <a:cubicBezTo>
                  <a:pt x="140" y="158"/>
                  <a:pt x="151" y="147"/>
                  <a:pt x="160" y="142"/>
                </a:cubicBezTo>
                <a:cubicBezTo>
                  <a:pt x="173" y="133"/>
                  <a:pt x="186" y="128"/>
                  <a:pt x="198" y="128"/>
                </a:cubicBezTo>
                <a:cubicBezTo>
                  <a:pt x="208" y="128"/>
                  <a:pt x="216" y="132"/>
                  <a:pt x="222" y="138"/>
                </a:cubicBezTo>
                <a:cubicBezTo>
                  <a:pt x="228" y="144"/>
                  <a:pt x="231" y="154"/>
                  <a:pt x="231" y="165"/>
                </a:cubicBezTo>
                <a:cubicBezTo>
                  <a:pt x="231" y="174"/>
                  <a:pt x="230" y="181"/>
                  <a:pt x="228" y="187"/>
                </a:cubicBezTo>
                <a:cubicBezTo>
                  <a:pt x="225" y="192"/>
                  <a:pt x="222" y="196"/>
                  <a:pt x="218" y="199"/>
                </a:cubicBezTo>
                <a:cubicBezTo>
                  <a:pt x="214" y="202"/>
                  <a:pt x="210" y="204"/>
                  <a:pt x="207" y="205"/>
                </a:cubicBezTo>
                <a:cubicBezTo>
                  <a:pt x="204" y="206"/>
                  <a:pt x="201" y="206"/>
                  <a:pt x="198" y="206"/>
                </a:cubicBezTo>
                <a:cubicBezTo>
                  <a:pt x="191" y="206"/>
                  <a:pt x="186" y="204"/>
                  <a:pt x="182" y="201"/>
                </a:cubicBezTo>
                <a:cubicBezTo>
                  <a:pt x="178" y="197"/>
                  <a:pt x="176" y="192"/>
                  <a:pt x="176" y="186"/>
                </a:cubicBezTo>
                <a:cubicBezTo>
                  <a:pt x="176" y="178"/>
                  <a:pt x="179" y="171"/>
                  <a:pt x="184" y="165"/>
                </a:cubicBezTo>
                <a:cubicBezTo>
                  <a:pt x="189" y="160"/>
                  <a:pt x="195" y="156"/>
                  <a:pt x="200" y="155"/>
                </a:cubicBezTo>
                <a:lnTo>
                  <a:pt x="208" y="153"/>
                </a:lnTo>
                <a:cubicBezTo>
                  <a:pt x="204" y="149"/>
                  <a:pt x="200" y="147"/>
                  <a:pt x="196" y="147"/>
                </a:cubicBezTo>
                <a:lnTo>
                  <a:pt x="194" y="147"/>
                </a:lnTo>
                <a:cubicBezTo>
                  <a:pt x="183" y="148"/>
                  <a:pt x="173" y="152"/>
                  <a:pt x="162" y="160"/>
                </a:cubicBezTo>
                <a:cubicBezTo>
                  <a:pt x="152" y="167"/>
                  <a:pt x="140" y="178"/>
                  <a:pt x="125" y="192"/>
                </a:cubicBezTo>
                <a:cubicBezTo>
                  <a:pt x="110" y="206"/>
                  <a:pt x="99" y="217"/>
                  <a:pt x="91" y="223"/>
                </a:cubicBezTo>
                <a:cubicBezTo>
                  <a:pt x="92" y="223"/>
                  <a:pt x="94" y="224"/>
                  <a:pt x="99" y="224"/>
                </a:cubicBezTo>
                <a:cubicBezTo>
                  <a:pt x="103" y="225"/>
                  <a:pt x="107" y="226"/>
                  <a:pt x="111" y="227"/>
                </a:cubicBezTo>
                <a:cubicBezTo>
                  <a:pt x="115" y="229"/>
                  <a:pt x="120" y="230"/>
                  <a:pt x="125" y="232"/>
                </a:cubicBezTo>
                <a:cubicBezTo>
                  <a:pt x="130" y="233"/>
                  <a:pt x="135" y="235"/>
                  <a:pt x="139" y="239"/>
                </a:cubicBezTo>
                <a:cubicBezTo>
                  <a:pt x="143" y="242"/>
                  <a:pt x="146" y="245"/>
                  <a:pt x="150" y="248"/>
                </a:cubicBezTo>
                <a:cubicBezTo>
                  <a:pt x="153" y="250"/>
                  <a:pt x="156" y="255"/>
                  <a:pt x="158" y="261"/>
                </a:cubicBezTo>
                <a:cubicBezTo>
                  <a:pt x="161" y="267"/>
                  <a:pt x="162" y="272"/>
                  <a:pt x="161" y="278"/>
                </a:cubicBezTo>
                <a:cubicBezTo>
                  <a:pt x="161" y="283"/>
                  <a:pt x="160" y="290"/>
                  <a:pt x="159" y="298"/>
                </a:cubicBezTo>
                <a:cubicBezTo>
                  <a:pt x="157" y="306"/>
                  <a:pt x="156" y="313"/>
                  <a:pt x="156" y="318"/>
                </a:cubicBezTo>
                <a:cubicBezTo>
                  <a:pt x="156" y="332"/>
                  <a:pt x="160" y="339"/>
                  <a:pt x="169" y="339"/>
                </a:cubicBezTo>
                <a:cubicBezTo>
                  <a:pt x="186" y="339"/>
                  <a:pt x="199" y="319"/>
                  <a:pt x="209" y="279"/>
                </a:cubicBezTo>
                <a:cubicBezTo>
                  <a:pt x="210" y="276"/>
                  <a:pt x="213" y="274"/>
                  <a:pt x="219" y="274"/>
                </a:cubicBezTo>
                <a:lnTo>
                  <a:pt x="221" y="274"/>
                </a:lnTo>
                <a:cubicBezTo>
                  <a:pt x="226" y="274"/>
                  <a:pt x="229" y="276"/>
                  <a:pt x="229" y="279"/>
                </a:cubicBezTo>
                <a:cubicBezTo>
                  <a:pt x="229" y="281"/>
                  <a:pt x="229" y="283"/>
                  <a:pt x="228" y="286"/>
                </a:cubicBezTo>
                <a:cubicBezTo>
                  <a:pt x="214" y="334"/>
                  <a:pt x="194" y="357"/>
                  <a:pt x="168" y="357"/>
                </a:cubicBezTo>
                <a:cubicBezTo>
                  <a:pt x="153" y="357"/>
                  <a:pt x="140" y="353"/>
                  <a:pt x="131" y="344"/>
                </a:cubicBezTo>
                <a:cubicBezTo>
                  <a:pt x="122" y="335"/>
                  <a:pt x="117" y="323"/>
                  <a:pt x="117" y="306"/>
                </a:cubicBezTo>
                <a:cubicBezTo>
                  <a:pt x="117" y="300"/>
                  <a:pt x="117" y="295"/>
                  <a:pt x="118" y="291"/>
                </a:cubicBezTo>
                <a:cubicBezTo>
                  <a:pt x="119" y="286"/>
                  <a:pt x="120" y="282"/>
                  <a:pt x="120" y="279"/>
                </a:cubicBezTo>
                <a:cubicBezTo>
                  <a:pt x="120" y="271"/>
                  <a:pt x="118" y="265"/>
                  <a:pt x="113" y="259"/>
                </a:cubicBezTo>
                <a:cubicBezTo>
                  <a:pt x="107" y="254"/>
                  <a:pt x="101" y="250"/>
                  <a:pt x="94" y="248"/>
                </a:cubicBezTo>
                <a:cubicBezTo>
                  <a:pt x="87" y="245"/>
                  <a:pt x="81" y="243"/>
                  <a:pt x="77" y="242"/>
                </a:cubicBezTo>
                <a:cubicBezTo>
                  <a:pt x="73" y="241"/>
                  <a:pt x="69" y="240"/>
                  <a:pt x="68" y="241"/>
                </a:cubicBezTo>
                <a:lnTo>
                  <a:pt x="67" y="241"/>
                </a:lnTo>
                <a:cubicBezTo>
                  <a:pt x="63" y="255"/>
                  <a:pt x="59" y="268"/>
                  <a:pt x="56" y="282"/>
                </a:cubicBezTo>
                <a:cubicBezTo>
                  <a:pt x="53" y="295"/>
                  <a:pt x="51" y="304"/>
                  <a:pt x="49" y="311"/>
                </a:cubicBezTo>
                <a:cubicBezTo>
                  <a:pt x="47" y="317"/>
                  <a:pt x="46" y="324"/>
                  <a:pt x="45" y="330"/>
                </a:cubicBezTo>
                <a:cubicBezTo>
                  <a:pt x="43" y="336"/>
                  <a:pt x="42" y="340"/>
                  <a:pt x="41" y="342"/>
                </a:cubicBezTo>
                <a:cubicBezTo>
                  <a:pt x="40" y="344"/>
                  <a:pt x="39" y="346"/>
                  <a:pt x="37" y="348"/>
                </a:cubicBezTo>
                <a:cubicBezTo>
                  <a:pt x="36" y="351"/>
                  <a:pt x="34" y="352"/>
                  <a:pt x="32" y="353"/>
                </a:cubicBezTo>
                <a:cubicBezTo>
                  <a:pt x="28" y="356"/>
                  <a:pt x="23" y="357"/>
                  <a:pt x="18" y="357"/>
                </a:cubicBezTo>
                <a:cubicBezTo>
                  <a:pt x="12" y="357"/>
                  <a:pt x="8" y="356"/>
                  <a:pt x="5" y="352"/>
                </a:cubicBezTo>
                <a:cubicBezTo>
                  <a:pt x="2" y="349"/>
                  <a:pt x="0" y="346"/>
                  <a:pt x="0" y="344"/>
                </a:cubicBezTo>
                <a:cubicBezTo>
                  <a:pt x="0" y="340"/>
                  <a:pt x="6" y="313"/>
                  <a:pt x="19" y="263"/>
                </a:cubicBezTo>
                <a:cubicBezTo>
                  <a:pt x="31" y="212"/>
                  <a:pt x="44" y="163"/>
                  <a:pt x="56" y="114"/>
                </a:cubicBezTo>
                <a:lnTo>
                  <a:pt x="74" y="39"/>
                </a:lnTo>
                <a:cubicBezTo>
                  <a:pt x="75" y="35"/>
                  <a:pt x="74" y="32"/>
                  <a:pt x="71" y="31"/>
                </a:cubicBezTo>
                <a:cubicBezTo>
                  <a:pt x="68" y="30"/>
                  <a:pt x="62" y="30"/>
                  <a:pt x="51" y="29"/>
                </a:cubicBezTo>
                <a:lnTo>
                  <a:pt x="49" y="29"/>
                </a:lnTo>
                <a:cubicBezTo>
                  <a:pt x="45" y="29"/>
                  <a:pt x="43" y="29"/>
                  <a:pt x="42" y="29"/>
                </a:cubicBezTo>
                <a:cubicBezTo>
                  <a:pt x="41" y="29"/>
                  <a:pt x="40" y="28"/>
                  <a:pt x="38" y="27"/>
                </a:cubicBezTo>
                <a:cubicBezTo>
                  <a:pt x="37" y="26"/>
                  <a:pt x="37" y="25"/>
                  <a:pt x="37" y="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0" name=""/>
          <p:cNvSpPr/>
          <p:nvPr/>
        </p:nvSpPr>
        <p:spPr>
          <a:xfrm>
            <a:off x="6058800" y="2083680"/>
            <a:ext cx="43920" cy="182160"/>
          </a:xfrm>
          <a:custGeom>
            <a:avLst/>
            <a:gdLst/>
            <a:ahLst/>
            <a:rect l="0" t="0" r="r" b="b"/>
            <a:pathLst>
              <a:path w="122" h="506">
                <a:moveTo>
                  <a:pt x="3" y="0"/>
                </a:moveTo>
                <a:lnTo>
                  <a:pt x="5" y="0"/>
                </a:lnTo>
                <a:cubicBezTo>
                  <a:pt x="6" y="0"/>
                  <a:pt x="8" y="0"/>
                  <a:pt x="10" y="0"/>
                </a:cubicBezTo>
                <a:lnTo>
                  <a:pt x="16" y="0"/>
                </a:lnTo>
                <a:lnTo>
                  <a:pt x="31" y="12"/>
                </a:lnTo>
                <a:cubicBezTo>
                  <a:pt x="62" y="41"/>
                  <a:pt x="86" y="77"/>
                  <a:pt x="100" y="120"/>
                </a:cubicBezTo>
                <a:cubicBezTo>
                  <a:pt x="115" y="163"/>
                  <a:pt x="122" y="207"/>
                  <a:pt x="122" y="253"/>
                </a:cubicBezTo>
                <a:cubicBezTo>
                  <a:pt x="122" y="276"/>
                  <a:pt x="120" y="298"/>
                  <a:pt x="117" y="320"/>
                </a:cubicBezTo>
                <a:cubicBezTo>
                  <a:pt x="113" y="341"/>
                  <a:pt x="109" y="359"/>
                  <a:pt x="105" y="374"/>
                </a:cubicBezTo>
                <a:cubicBezTo>
                  <a:pt x="101" y="389"/>
                  <a:pt x="95" y="403"/>
                  <a:pt x="86" y="418"/>
                </a:cubicBezTo>
                <a:cubicBezTo>
                  <a:pt x="78" y="433"/>
                  <a:pt x="72" y="444"/>
                  <a:pt x="67" y="452"/>
                </a:cubicBezTo>
                <a:cubicBezTo>
                  <a:pt x="62" y="460"/>
                  <a:pt x="56" y="468"/>
                  <a:pt x="46" y="478"/>
                </a:cubicBezTo>
                <a:cubicBezTo>
                  <a:pt x="37" y="487"/>
                  <a:pt x="32" y="493"/>
                  <a:pt x="29" y="495"/>
                </a:cubicBezTo>
                <a:cubicBezTo>
                  <a:pt x="28" y="496"/>
                  <a:pt x="24" y="499"/>
                  <a:pt x="18" y="504"/>
                </a:cubicBezTo>
                <a:cubicBezTo>
                  <a:pt x="17" y="505"/>
                  <a:pt x="16" y="506"/>
                  <a:pt x="16" y="506"/>
                </a:cubicBezTo>
                <a:lnTo>
                  <a:pt x="10" y="506"/>
                </a:lnTo>
                <a:cubicBezTo>
                  <a:pt x="7" y="506"/>
                  <a:pt x="5" y="506"/>
                  <a:pt x="4" y="506"/>
                </a:cubicBezTo>
                <a:cubicBezTo>
                  <a:pt x="3" y="506"/>
                  <a:pt x="2" y="506"/>
                  <a:pt x="1" y="505"/>
                </a:cubicBezTo>
                <a:cubicBezTo>
                  <a:pt x="1" y="504"/>
                  <a:pt x="0" y="502"/>
                  <a:pt x="0" y="500"/>
                </a:cubicBezTo>
                <a:cubicBezTo>
                  <a:pt x="0" y="500"/>
                  <a:pt x="2" y="498"/>
                  <a:pt x="6" y="494"/>
                </a:cubicBezTo>
                <a:cubicBezTo>
                  <a:pt x="59" y="439"/>
                  <a:pt x="85" y="359"/>
                  <a:pt x="85" y="253"/>
                </a:cubicBezTo>
                <a:cubicBezTo>
                  <a:pt x="85" y="148"/>
                  <a:pt x="59" y="68"/>
                  <a:pt x="6" y="12"/>
                </a:cubicBezTo>
                <a:cubicBezTo>
                  <a:pt x="2" y="8"/>
                  <a:pt x="0" y="6"/>
                  <a:pt x="0" y="6"/>
                </a:cubicBezTo>
                <a:cubicBezTo>
                  <a:pt x="0" y="3"/>
                  <a:pt x="1" y="1"/>
                  <a:pt x="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1" name=""/>
          <p:cNvSpPr/>
          <p:nvPr/>
        </p:nvSpPr>
        <p:spPr>
          <a:xfrm>
            <a:off x="6146640" y="19814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4" y="1"/>
                </a:moveTo>
                <a:lnTo>
                  <a:pt x="6" y="0"/>
                </a:lnTo>
                <a:cubicBezTo>
                  <a:pt x="9" y="0"/>
                  <a:pt x="12" y="0"/>
                  <a:pt x="15" y="0"/>
                </a:cubicBezTo>
                <a:lnTo>
                  <a:pt x="23" y="0"/>
                </a:lnTo>
                <a:lnTo>
                  <a:pt x="43" y="17"/>
                </a:lnTo>
                <a:cubicBezTo>
                  <a:pt x="88" y="58"/>
                  <a:pt x="121" y="108"/>
                  <a:pt x="141" y="169"/>
                </a:cubicBezTo>
                <a:cubicBezTo>
                  <a:pt x="162" y="230"/>
                  <a:pt x="172" y="292"/>
                  <a:pt x="172" y="358"/>
                </a:cubicBezTo>
                <a:cubicBezTo>
                  <a:pt x="172" y="390"/>
                  <a:pt x="170" y="421"/>
                  <a:pt x="165" y="451"/>
                </a:cubicBezTo>
                <a:cubicBezTo>
                  <a:pt x="160" y="481"/>
                  <a:pt x="155" y="507"/>
                  <a:pt x="148" y="528"/>
                </a:cubicBezTo>
                <a:cubicBezTo>
                  <a:pt x="142" y="549"/>
                  <a:pt x="133" y="570"/>
                  <a:pt x="122" y="592"/>
                </a:cubicBezTo>
                <a:cubicBezTo>
                  <a:pt x="110" y="613"/>
                  <a:pt x="101" y="629"/>
                  <a:pt x="95" y="640"/>
                </a:cubicBezTo>
                <a:cubicBezTo>
                  <a:pt x="88" y="651"/>
                  <a:pt x="78" y="663"/>
                  <a:pt x="65" y="676"/>
                </a:cubicBezTo>
                <a:cubicBezTo>
                  <a:pt x="53" y="690"/>
                  <a:pt x="45" y="697"/>
                  <a:pt x="43" y="700"/>
                </a:cubicBezTo>
                <a:cubicBezTo>
                  <a:pt x="40" y="702"/>
                  <a:pt x="35" y="707"/>
                  <a:pt x="26" y="713"/>
                </a:cubicBezTo>
                <a:cubicBezTo>
                  <a:pt x="25" y="715"/>
                  <a:pt x="24" y="716"/>
                  <a:pt x="23" y="716"/>
                </a:cubicBezTo>
                <a:lnTo>
                  <a:pt x="15" y="716"/>
                </a:lnTo>
                <a:cubicBezTo>
                  <a:pt x="10" y="716"/>
                  <a:pt x="7" y="716"/>
                  <a:pt x="6" y="716"/>
                </a:cubicBezTo>
                <a:cubicBezTo>
                  <a:pt x="4" y="716"/>
                  <a:pt x="3" y="716"/>
                  <a:pt x="2" y="714"/>
                </a:cubicBezTo>
                <a:cubicBezTo>
                  <a:pt x="1" y="713"/>
                  <a:pt x="1" y="711"/>
                  <a:pt x="0" y="708"/>
                </a:cubicBezTo>
                <a:cubicBezTo>
                  <a:pt x="1" y="707"/>
                  <a:pt x="3" y="704"/>
                  <a:pt x="8" y="698"/>
                </a:cubicBezTo>
                <a:cubicBezTo>
                  <a:pt x="83" y="622"/>
                  <a:pt x="120" y="507"/>
                  <a:pt x="120" y="358"/>
                </a:cubicBezTo>
                <a:cubicBezTo>
                  <a:pt x="120" y="208"/>
                  <a:pt x="83" y="95"/>
                  <a:pt x="8" y="18"/>
                </a:cubicBezTo>
                <a:cubicBezTo>
                  <a:pt x="3" y="12"/>
                  <a:pt x="1" y="9"/>
                  <a:pt x="0" y="9"/>
                </a:cubicBezTo>
                <a:cubicBezTo>
                  <a:pt x="0" y="5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2" name=""/>
          <p:cNvSpPr/>
          <p:nvPr/>
        </p:nvSpPr>
        <p:spPr>
          <a:xfrm>
            <a:off x="6311520" y="2104920"/>
            <a:ext cx="157320" cy="10800"/>
          </a:xfrm>
          <a:custGeom>
            <a:avLst/>
            <a:gdLst/>
            <a:ahLst/>
            <a:rect l="0" t="0" r="r" b="b"/>
            <a:pathLst>
              <a:path w="437" h="30">
                <a:moveTo>
                  <a:pt x="10" y="0"/>
                </a:moveTo>
                <a:lnTo>
                  <a:pt x="426" y="0"/>
                </a:lnTo>
                <a:cubicBezTo>
                  <a:pt x="433" y="4"/>
                  <a:pt x="437" y="9"/>
                  <a:pt x="437" y="15"/>
                </a:cubicBezTo>
                <a:cubicBezTo>
                  <a:pt x="437" y="21"/>
                  <a:pt x="433" y="26"/>
                  <a:pt x="426" y="30"/>
                </a:cubicBezTo>
                <a:lnTo>
                  <a:pt x="10" y="30"/>
                </a:lnTo>
                <a:cubicBezTo>
                  <a:pt x="3" y="27"/>
                  <a:pt x="0" y="22"/>
                  <a:pt x="0" y="15"/>
                </a:cubicBezTo>
                <a:cubicBezTo>
                  <a:pt x="0" y="9"/>
                  <a:pt x="3" y="4"/>
                  <a:pt x="1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3" name=""/>
          <p:cNvSpPr/>
          <p:nvPr/>
        </p:nvSpPr>
        <p:spPr>
          <a:xfrm>
            <a:off x="6555240" y="199944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3" y="487"/>
                </a:moveTo>
                <a:cubicBezTo>
                  <a:pt x="5" y="487"/>
                  <a:pt x="0" y="484"/>
                  <a:pt x="0" y="480"/>
                </a:cubicBezTo>
                <a:cubicBezTo>
                  <a:pt x="0" y="479"/>
                  <a:pt x="1" y="475"/>
                  <a:pt x="2" y="470"/>
                </a:cubicBezTo>
                <a:cubicBezTo>
                  <a:pt x="5" y="462"/>
                  <a:pt x="7" y="458"/>
                  <a:pt x="9" y="457"/>
                </a:cubicBezTo>
                <a:cubicBezTo>
                  <a:pt x="11" y="456"/>
                  <a:pt x="16" y="455"/>
                  <a:pt x="25" y="455"/>
                </a:cubicBezTo>
                <a:cubicBezTo>
                  <a:pt x="38" y="455"/>
                  <a:pt x="53" y="454"/>
                  <a:pt x="68" y="452"/>
                </a:cubicBezTo>
                <a:cubicBezTo>
                  <a:pt x="75" y="451"/>
                  <a:pt x="79" y="448"/>
                  <a:pt x="82" y="444"/>
                </a:cubicBezTo>
                <a:cubicBezTo>
                  <a:pt x="83" y="441"/>
                  <a:pt x="100" y="375"/>
                  <a:pt x="133" y="243"/>
                </a:cubicBezTo>
                <a:cubicBezTo>
                  <a:pt x="166" y="111"/>
                  <a:pt x="182" y="45"/>
                  <a:pt x="183" y="43"/>
                </a:cubicBezTo>
                <a:cubicBezTo>
                  <a:pt x="183" y="39"/>
                  <a:pt x="182" y="38"/>
                  <a:pt x="180" y="38"/>
                </a:cubicBezTo>
                <a:cubicBezTo>
                  <a:pt x="176" y="36"/>
                  <a:pt x="163" y="34"/>
                  <a:pt x="142" y="33"/>
                </a:cubicBezTo>
                <a:lnTo>
                  <a:pt x="120" y="33"/>
                </a:lnTo>
                <a:cubicBezTo>
                  <a:pt x="117" y="30"/>
                  <a:pt x="115" y="28"/>
                  <a:pt x="115" y="27"/>
                </a:cubicBezTo>
                <a:cubicBezTo>
                  <a:pt x="115" y="27"/>
                  <a:pt x="116" y="22"/>
                  <a:pt x="117" y="15"/>
                </a:cubicBezTo>
                <a:cubicBezTo>
                  <a:pt x="119" y="7"/>
                  <a:pt x="121" y="2"/>
                  <a:pt x="124" y="0"/>
                </a:cubicBezTo>
                <a:lnTo>
                  <a:pt x="509" y="0"/>
                </a:lnTo>
                <a:cubicBezTo>
                  <a:pt x="513" y="2"/>
                  <a:pt x="514" y="5"/>
                  <a:pt x="514" y="8"/>
                </a:cubicBezTo>
                <a:cubicBezTo>
                  <a:pt x="514" y="11"/>
                  <a:pt x="511" y="38"/>
                  <a:pt x="505" y="89"/>
                </a:cubicBezTo>
                <a:cubicBezTo>
                  <a:pt x="499" y="140"/>
                  <a:pt x="496" y="166"/>
                  <a:pt x="495" y="168"/>
                </a:cubicBezTo>
                <a:cubicBezTo>
                  <a:pt x="494" y="171"/>
                  <a:pt x="489" y="173"/>
                  <a:pt x="481" y="173"/>
                </a:cubicBezTo>
                <a:lnTo>
                  <a:pt x="472" y="173"/>
                </a:lnTo>
                <a:cubicBezTo>
                  <a:pt x="469" y="171"/>
                  <a:pt x="467" y="167"/>
                  <a:pt x="467" y="164"/>
                </a:cubicBezTo>
                <a:cubicBezTo>
                  <a:pt x="467" y="163"/>
                  <a:pt x="468" y="157"/>
                  <a:pt x="469" y="146"/>
                </a:cubicBezTo>
                <a:cubicBezTo>
                  <a:pt x="471" y="135"/>
                  <a:pt x="472" y="123"/>
                  <a:pt x="472" y="109"/>
                </a:cubicBezTo>
                <a:cubicBezTo>
                  <a:pt x="472" y="94"/>
                  <a:pt x="470" y="83"/>
                  <a:pt x="467" y="74"/>
                </a:cubicBezTo>
                <a:cubicBezTo>
                  <a:pt x="463" y="64"/>
                  <a:pt x="459" y="57"/>
                  <a:pt x="453" y="51"/>
                </a:cubicBezTo>
                <a:cubicBezTo>
                  <a:pt x="447" y="46"/>
                  <a:pt x="438" y="42"/>
                  <a:pt x="426" y="40"/>
                </a:cubicBezTo>
                <a:cubicBezTo>
                  <a:pt x="415" y="38"/>
                  <a:pt x="402" y="35"/>
                  <a:pt x="390" y="34"/>
                </a:cubicBezTo>
                <a:cubicBezTo>
                  <a:pt x="378" y="32"/>
                  <a:pt x="360" y="32"/>
                  <a:pt x="339" y="33"/>
                </a:cubicBezTo>
                <a:lnTo>
                  <a:pt x="322" y="33"/>
                </a:lnTo>
                <a:cubicBezTo>
                  <a:pt x="283" y="34"/>
                  <a:pt x="262" y="34"/>
                  <a:pt x="260" y="36"/>
                </a:cubicBezTo>
                <a:cubicBezTo>
                  <a:pt x="258" y="37"/>
                  <a:pt x="256" y="39"/>
                  <a:pt x="255" y="42"/>
                </a:cubicBezTo>
                <a:cubicBezTo>
                  <a:pt x="254" y="43"/>
                  <a:pt x="246" y="74"/>
                  <a:pt x="231" y="136"/>
                </a:cubicBezTo>
                <a:lnTo>
                  <a:pt x="208" y="228"/>
                </a:lnTo>
                <a:lnTo>
                  <a:pt x="247" y="228"/>
                </a:lnTo>
                <a:cubicBezTo>
                  <a:pt x="248" y="228"/>
                  <a:pt x="254" y="228"/>
                  <a:pt x="263" y="228"/>
                </a:cubicBezTo>
                <a:cubicBezTo>
                  <a:pt x="273" y="228"/>
                  <a:pt x="280" y="228"/>
                  <a:pt x="283" y="227"/>
                </a:cubicBezTo>
                <a:cubicBezTo>
                  <a:pt x="287" y="227"/>
                  <a:pt x="293" y="226"/>
                  <a:pt x="299" y="225"/>
                </a:cubicBezTo>
                <a:cubicBezTo>
                  <a:pt x="306" y="224"/>
                  <a:pt x="312" y="222"/>
                  <a:pt x="316" y="220"/>
                </a:cubicBezTo>
                <a:cubicBezTo>
                  <a:pt x="321" y="218"/>
                  <a:pt x="325" y="215"/>
                  <a:pt x="329" y="212"/>
                </a:cubicBezTo>
                <a:cubicBezTo>
                  <a:pt x="335" y="206"/>
                  <a:pt x="340" y="198"/>
                  <a:pt x="344" y="188"/>
                </a:cubicBezTo>
                <a:cubicBezTo>
                  <a:pt x="349" y="178"/>
                  <a:pt x="352" y="169"/>
                  <a:pt x="354" y="161"/>
                </a:cubicBezTo>
                <a:cubicBezTo>
                  <a:pt x="355" y="153"/>
                  <a:pt x="357" y="148"/>
                  <a:pt x="357" y="148"/>
                </a:cubicBezTo>
                <a:cubicBezTo>
                  <a:pt x="359" y="145"/>
                  <a:pt x="363" y="144"/>
                  <a:pt x="371" y="144"/>
                </a:cubicBezTo>
                <a:lnTo>
                  <a:pt x="379" y="144"/>
                </a:lnTo>
                <a:cubicBezTo>
                  <a:pt x="383" y="147"/>
                  <a:pt x="384" y="149"/>
                  <a:pt x="384" y="151"/>
                </a:cubicBezTo>
                <a:cubicBezTo>
                  <a:pt x="384" y="153"/>
                  <a:pt x="377" y="184"/>
                  <a:pt x="362" y="245"/>
                </a:cubicBezTo>
                <a:cubicBezTo>
                  <a:pt x="347" y="306"/>
                  <a:pt x="339" y="338"/>
                  <a:pt x="338" y="339"/>
                </a:cubicBezTo>
                <a:cubicBezTo>
                  <a:pt x="337" y="343"/>
                  <a:pt x="332" y="344"/>
                  <a:pt x="324" y="344"/>
                </a:cubicBezTo>
                <a:lnTo>
                  <a:pt x="315" y="344"/>
                </a:lnTo>
                <a:cubicBezTo>
                  <a:pt x="312" y="342"/>
                  <a:pt x="310" y="339"/>
                  <a:pt x="310" y="336"/>
                </a:cubicBezTo>
                <a:cubicBezTo>
                  <a:pt x="310" y="334"/>
                  <a:pt x="311" y="329"/>
                  <a:pt x="314" y="320"/>
                </a:cubicBezTo>
                <a:cubicBezTo>
                  <a:pt x="316" y="311"/>
                  <a:pt x="317" y="302"/>
                  <a:pt x="317" y="292"/>
                </a:cubicBezTo>
                <a:cubicBezTo>
                  <a:pt x="317" y="278"/>
                  <a:pt x="312" y="269"/>
                  <a:pt x="303" y="266"/>
                </a:cubicBezTo>
                <a:cubicBezTo>
                  <a:pt x="293" y="263"/>
                  <a:pt x="272" y="261"/>
                  <a:pt x="239" y="261"/>
                </a:cubicBezTo>
                <a:lnTo>
                  <a:pt x="200" y="261"/>
                </a:lnTo>
                <a:lnTo>
                  <a:pt x="177" y="352"/>
                </a:lnTo>
                <a:cubicBezTo>
                  <a:pt x="162" y="411"/>
                  <a:pt x="154" y="442"/>
                  <a:pt x="154" y="445"/>
                </a:cubicBezTo>
                <a:cubicBezTo>
                  <a:pt x="154" y="451"/>
                  <a:pt x="175" y="455"/>
                  <a:pt x="218" y="455"/>
                </a:cubicBezTo>
                <a:lnTo>
                  <a:pt x="236" y="455"/>
                </a:lnTo>
                <a:cubicBezTo>
                  <a:pt x="238" y="457"/>
                  <a:pt x="240" y="459"/>
                  <a:pt x="240" y="460"/>
                </a:cubicBezTo>
                <a:cubicBezTo>
                  <a:pt x="240" y="460"/>
                  <a:pt x="239" y="465"/>
                  <a:pt x="238" y="474"/>
                </a:cubicBezTo>
                <a:cubicBezTo>
                  <a:pt x="237" y="480"/>
                  <a:pt x="234" y="485"/>
                  <a:pt x="231" y="487"/>
                </a:cubicBezTo>
                <a:lnTo>
                  <a:pt x="219" y="487"/>
                </a:lnTo>
                <a:cubicBezTo>
                  <a:pt x="200" y="487"/>
                  <a:pt x="164" y="486"/>
                  <a:pt x="111" y="486"/>
                </a:cubicBezTo>
                <a:cubicBezTo>
                  <a:pt x="80" y="486"/>
                  <a:pt x="57" y="486"/>
                  <a:pt x="40" y="486"/>
                </a:cubicBezTo>
                <a:cubicBezTo>
                  <a:pt x="24" y="486"/>
                  <a:pt x="15" y="486"/>
                  <a:pt x="13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4" name=""/>
          <p:cNvSpPr/>
          <p:nvPr/>
        </p:nvSpPr>
        <p:spPr>
          <a:xfrm>
            <a:off x="6636240" y="1930680"/>
            <a:ext cx="71280" cy="42120"/>
          </a:xfrm>
          <a:custGeom>
            <a:avLst/>
            <a:gdLst/>
            <a:ahLst/>
            <a:rect l="0" t="0" r="r" b="b"/>
            <a:pathLst>
              <a:path w="198" h="117">
                <a:moveTo>
                  <a:pt x="0" y="96"/>
                </a:moveTo>
                <a:lnTo>
                  <a:pt x="99" y="0"/>
                </a:lnTo>
                <a:lnTo>
                  <a:pt x="105" y="5"/>
                </a:lnTo>
                <a:cubicBezTo>
                  <a:pt x="167" y="65"/>
                  <a:pt x="198" y="96"/>
                  <a:pt x="198" y="96"/>
                </a:cubicBezTo>
                <a:lnTo>
                  <a:pt x="180" y="117"/>
                </a:lnTo>
                <a:cubicBezTo>
                  <a:pt x="179" y="117"/>
                  <a:pt x="165" y="105"/>
                  <a:pt x="138" y="81"/>
                </a:cubicBezTo>
                <a:lnTo>
                  <a:pt x="100" y="49"/>
                </a:lnTo>
                <a:lnTo>
                  <a:pt x="60" y="82"/>
                </a:lnTo>
                <a:cubicBezTo>
                  <a:pt x="54" y="87"/>
                  <a:pt x="47" y="93"/>
                  <a:pt x="41" y="99"/>
                </a:cubicBezTo>
                <a:cubicBezTo>
                  <a:pt x="35" y="104"/>
                  <a:pt x="30" y="109"/>
                  <a:pt x="26" y="112"/>
                </a:cubicBezTo>
                <a:lnTo>
                  <a:pt x="21" y="116"/>
                </a:lnTo>
                <a:cubicBezTo>
                  <a:pt x="20" y="117"/>
                  <a:pt x="16" y="114"/>
                  <a:pt x="10" y="106"/>
                </a:cubicBezTo>
                <a:lnTo>
                  <a:pt x="0" y="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5" name=""/>
          <p:cNvSpPr/>
          <p:nvPr/>
        </p:nvSpPr>
        <p:spPr>
          <a:xfrm>
            <a:off x="6730560" y="2091960"/>
            <a:ext cx="72720" cy="121680"/>
          </a:xfrm>
          <a:custGeom>
            <a:avLst/>
            <a:gdLst/>
            <a:ahLst/>
            <a:rect l="0" t="0" r="r" b="b"/>
            <a:pathLst>
              <a:path w="202" h="338">
                <a:moveTo>
                  <a:pt x="29" y="121"/>
                </a:moveTo>
                <a:cubicBezTo>
                  <a:pt x="20" y="121"/>
                  <a:pt x="13" y="118"/>
                  <a:pt x="8" y="112"/>
                </a:cubicBezTo>
                <a:cubicBezTo>
                  <a:pt x="2" y="106"/>
                  <a:pt x="0" y="98"/>
                  <a:pt x="0" y="90"/>
                </a:cubicBezTo>
                <a:cubicBezTo>
                  <a:pt x="0" y="65"/>
                  <a:pt x="8" y="44"/>
                  <a:pt x="26" y="26"/>
                </a:cubicBezTo>
                <a:cubicBezTo>
                  <a:pt x="44" y="9"/>
                  <a:pt x="66" y="0"/>
                  <a:pt x="93" y="0"/>
                </a:cubicBezTo>
                <a:cubicBezTo>
                  <a:pt x="125" y="0"/>
                  <a:pt x="150" y="10"/>
                  <a:pt x="171" y="28"/>
                </a:cubicBezTo>
                <a:cubicBezTo>
                  <a:pt x="191" y="47"/>
                  <a:pt x="202" y="73"/>
                  <a:pt x="202" y="103"/>
                </a:cubicBezTo>
                <a:cubicBezTo>
                  <a:pt x="202" y="117"/>
                  <a:pt x="199" y="131"/>
                  <a:pt x="192" y="144"/>
                </a:cubicBezTo>
                <a:cubicBezTo>
                  <a:pt x="185" y="157"/>
                  <a:pt x="177" y="169"/>
                  <a:pt x="168" y="179"/>
                </a:cubicBezTo>
                <a:cubicBezTo>
                  <a:pt x="158" y="188"/>
                  <a:pt x="145" y="201"/>
                  <a:pt x="127" y="216"/>
                </a:cubicBezTo>
                <a:cubicBezTo>
                  <a:pt x="115" y="226"/>
                  <a:pt x="97" y="242"/>
                  <a:pt x="76" y="262"/>
                </a:cubicBezTo>
                <a:lnTo>
                  <a:pt x="46" y="291"/>
                </a:lnTo>
                <a:lnTo>
                  <a:pt x="84" y="291"/>
                </a:lnTo>
                <a:cubicBezTo>
                  <a:pt x="138" y="291"/>
                  <a:pt x="166" y="290"/>
                  <a:pt x="170" y="289"/>
                </a:cubicBezTo>
                <a:cubicBezTo>
                  <a:pt x="172" y="288"/>
                  <a:pt x="176" y="273"/>
                  <a:pt x="182" y="244"/>
                </a:cubicBezTo>
                <a:lnTo>
                  <a:pt x="182" y="242"/>
                </a:lnTo>
                <a:lnTo>
                  <a:pt x="202" y="242"/>
                </a:lnTo>
                <a:lnTo>
                  <a:pt x="202" y="244"/>
                </a:lnTo>
                <a:cubicBezTo>
                  <a:pt x="202" y="245"/>
                  <a:pt x="200" y="260"/>
                  <a:pt x="196" y="290"/>
                </a:cubicBezTo>
                <a:cubicBezTo>
                  <a:pt x="192" y="319"/>
                  <a:pt x="189" y="335"/>
                  <a:pt x="188" y="336"/>
                </a:cubicBezTo>
                <a:lnTo>
                  <a:pt x="188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4"/>
                </a:cubicBezTo>
                <a:cubicBezTo>
                  <a:pt x="5" y="312"/>
                  <a:pt x="10" y="306"/>
                  <a:pt x="18" y="297"/>
                </a:cubicBezTo>
                <a:cubicBezTo>
                  <a:pt x="27" y="286"/>
                  <a:pt x="36" y="277"/>
                  <a:pt x="43" y="268"/>
                </a:cubicBezTo>
                <a:cubicBezTo>
                  <a:pt x="46" y="265"/>
                  <a:pt x="52" y="259"/>
                  <a:pt x="60" y="250"/>
                </a:cubicBezTo>
                <a:cubicBezTo>
                  <a:pt x="69" y="241"/>
                  <a:pt x="74" y="234"/>
                  <a:pt x="77" y="231"/>
                </a:cubicBezTo>
                <a:cubicBezTo>
                  <a:pt x="80" y="228"/>
                  <a:pt x="85" y="222"/>
                  <a:pt x="92" y="214"/>
                </a:cubicBezTo>
                <a:cubicBezTo>
                  <a:pt x="100" y="207"/>
                  <a:pt x="104" y="201"/>
                  <a:pt x="107" y="197"/>
                </a:cubicBezTo>
                <a:cubicBezTo>
                  <a:pt x="110" y="194"/>
                  <a:pt x="114" y="188"/>
                  <a:pt x="119" y="182"/>
                </a:cubicBezTo>
                <a:cubicBezTo>
                  <a:pt x="124" y="176"/>
                  <a:pt x="127" y="170"/>
                  <a:pt x="129" y="166"/>
                </a:cubicBezTo>
                <a:cubicBezTo>
                  <a:pt x="131" y="161"/>
                  <a:pt x="134" y="157"/>
                  <a:pt x="137" y="151"/>
                </a:cubicBezTo>
                <a:cubicBezTo>
                  <a:pt x="140" y="146"/>
                  <a:pt x="142" y="140"/>
                  <a:pt x="144" y="135"/>
                </a:cubicBezTo>
                <a:cubicBezTo>
                  <a:pt x="145" y="130"/>
                  <a:pt x="146" y="125"/>
                  <a:pt x="147" y="120"/>
                </a:cubicBezTo>
                <a:cubicBezTo>
                  <a:pt x="148" y="115"/>
                  <a:pt x="149" y="110"/>
                  <a:pt x="149" y="103"/>
                </a:cubicBezTo>
                <a:cubicBezTo>
                  <a:pt x="149" y="82"/>
                  <a:pt x="143" y="63"/>
                  <a:pt x="131" y="47"/>
                </a:cubicBezTo>
                <a:cubicBezTo>
                  <a:pt x="120" y="32"/>
                  <a:pt x="104" y="24"/>
                  <a:pt x="81" y="24"/>
                </a:cubicBezTo>
                <a:cubicBezTo>
                  <a:pt x="70" y="24"/>
                  <a:pt x="61" y="27"/>
                  <a:pt x="52" y="32"/>
                </a:cubicBezTo>
                <a:cubicBezTo>
                  <a:pt x="44" y="38"/>
                  <a:pt x="38" y="44"/>
                  <a:pt x="34" y="49"/>
                </a:cubicBezTo>
                <a:cubicBezTo>
                  <a:pt x="31" y="55"/>
                  <a:pt x="29" y="58"/>
                  <a:pt x="29" y="59"/>
                </a:cubicBezTo>
                <a:cubicBezTo>
                  <a:pt x="29" y="59"/>
                  <a:pt x="30" y="59"/>
                  <a:pt x="32" y="59"/>
                </a:cubicBezTo>
                <a:cubicBezTo>
                  <a:pt x="38" y="59"/>
                  <a:pt x="44" y="62"/>
                  <a:pt x="51" y="66"/>
                </a:cubicBezTo>
                <a:cubicBezTo>
                  <a:pt x="57" y="72"/>
                  <a:pt x="60" y="80"/>
                  <a:pt x="60" y="91"/>
                </a:cubicBezTo>
                <a:cubicBezTo>
                  <a:pt x="60" y="99"/>
                  <a:pt x="57" y="106"/>
                  <a:pt x="52" y="112"/>
                </a:cubicBezTo>
                <a:cubicBezTo>
                  <a:pt x="47" y="118"/>
                  <a:pt x="39" y="121"/>
                  <a:pt x="29" y="1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6" name=""/>
          <p:cNvSpPr/>
          <p:nvPr/>
        </p:nvSpPr>
        <p:spPr>
          <a:xfrm>
            <a:off x="6849360" y="19814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2" y="294"/>
                  <a:pt x="7" y="264"/>
                </a:cubicBezTo>
                <a:cubicBezTo>
                  <a:pt x="12" y="235"/>
                  <a:pt x="17" y="209"/>
                  <a:pt x="24" y="188"/>
                </a:cubicBezTo>
                <a:cubicBezTo>
                  <a:pt x="30" y="166"/>
                  <a:pt x="39" y="145"/>
                  <a:pt x="50" y="125"/>
                </a:cubicBezTo>
                <a:cubicBezTo>
                  <a:pt x="62" y="104"/>
                  <a:pt x="71" y="88"/>
                  <a:pt x="77" y="77"/>
                </a:cubicBezTo>
                <a:cubicBezTo>
                  <a:pt x="84" y="65"/>
                  <a:pt x="94" y="53"/>
                  <a:pt x="108" y="40"/>
                </a:cubicBezTo>
                <a:cubicBezTo>
                  <a:pt x="122" y="26"/>
                  <a:pt x="129" y="18"/>
                  <a:pt x="132" y="15"/>
                </a:cubicBezTo>
                <a:cubicBezTo>
                  <a:pt x="134" y="12"/>
                  <a:pt x="140" y="7"/>
                  <a:pt x="150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9" y="0"/>
                  <a:pt x="172" y="2"/>
                  <a:pt x="172" y="7"/>
                </a:cubicBezTo>
                <a:cubicBezTo>
                  <a:pt x="172" y="8"/>
                  <a:pt x="168" y="13"/>
                  <a:pt x="160" y="22"/>
                </a:cubicBezTo>
                <a:cubicBezTo>
                  <a:pt x="152" y="30"/>
                  <a:pt x="142" y="43"/>
                  <a:pt x="130" y="60"/>
                </a:cubicBezTo>
                <a:cubicBezTo>
                  <a:pt x="119" y="76"/>
                  <a:pt x="107" y="97"/>
                  <a:pt x="94" y="121"/>
                </a:cubicBezTo>
                <a:cubicBezTo>
                  <a:pt x="82" y="145"/>
                  <a:pt x="72" y="178"/>
                  <a:pt x="64" y="220"/>
                </a:cubicBezTo>
                <a:cubicBezTo>
                  <a:pt x="56" y="261"/>
                  <a:pt x="52" y="307"/>
                  <a:pt x="52" y="358"/>
                </a:cubicBezTo>
                <a:cubicBezTo>
                  <a:pt x="52" y="408"/>
                  <a:pt x="56" y="454"/>
                  <a:pt x="64" y="495"/>
                </a:cubicBezTo>
                <a:cubicBezTo>
                  <a:pt x="72" y="536"/>
                  <a:pt x="82" y="569"/>
                  <a:pt x="94" y="595"/>
                </a:cubicBezTo>
                <a:cubicBezTo>
                  <a:pt x="106" y="621"/>
                  <a:pt x="118" y="641"/>
                  <a:pt x="130" y="657"/>
                </a:cubicBezTo>
                <a:cubicBezTo>
                  <a:pt x="142" y="673"/>
                  <a:pt x="152" y="685"/>
                  <a:pt x="160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50" y="716"/>
                </a:lnTo>
                <a:lnTo>
                  <a:pt x="130" y="699"/>
                </a:lnTo>
                <a:cubicBezTo>
                  <a:pt x="84" y="659"/>
                  <a:pt x="51" y="608"/>
                  <a:pt x="31" y="547"/>
                </a:cubicBezTo>
                <a:cubicBezTo>
                  <a:pt x="10" y="486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7" name=""/>
          <p:cNvSpPr/>
          <p:nvPr/>
        </p:nvSpPr>
        <p:spPr>
          <a:xfrm>
            <a:off x="6934320" y="206064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2" y="110"/>
                </a:moveTo>
                <a:cubicBezTo>
                  <a:pt x="15" y="90"/>
                  <a:pt x="28" y="67"/>
                  <a:pt x="51" y="41"/>
                </a:cubicBezTo>
                <a:cubicBezTo>
                  <a:pt x="74" y="14"/>
                  <a:pt x="102" y="1"/>
                  <a:pt x="135" y="0"/>
                </a:cubicBezTo>
                <a:cubicBezTo>
                  <a:pt x="151" y="0"/>
                  <a:pt x="167" y="5"/>
                  <a:pt x="180" y="13"/>
                </a:cubicBezTo>
                <a:cubicBezTo>
                  <a:pt x="194" y="22"/>
                  <a:pt x="205" y="33"/>
                  <a:pt x="211" y="46"/>
                </a:cubicBezTo>
                <a:cubicBezTo>
                  <a:pt x="231" y="15"/>
                  <a:pt x="255" y="0"/>
                  <a:pt x="283" y="0"/>
                </a:cubicBezTo>
                <a:cubicBezTo>
                  <a:pt x="301" y="0"/>
                  <a:pt x="316" y="6"/>
                  <a:pt x="329" y="16"/>
                </a:cubicBezTo>
                <a:cubicBezTo>
                  <a:pt x="342" y="27"/>
                  <a:pt x="349" y="41"/>
                  <a:pt x="349" y="58"/>
                </a:cubicBezTo>
                <a:cubicBezTo>
                  <a:pt x="349" y="72"/>
                  <a:pt x="346" y="83"/>
                  <a:pt x="339" y="92"/>
                </a:cubicBezTo>
                <a:cubicBezTo>
                  <a:pt x="333" y="101"/>
                  <a:pt x="326" y="106"/>
                  <a:pt x="320" y="108"/>
                </a:cubicBezTo>
                <a:cubicBezTo>
                  <a:pt x="314" y="110"/>
                  <a:pt x="308" y="111"/>
                  <a:pt x="303" y="111"/>
                </a:cubicBezTo>
                <a:cubicBezTo>
                  <a:pt x="294" y="111"/>
                  <a:pt x="287" y="108"/>
                  <a:pt x="281" y="103"/>
                </a:cubicBezTo>
                <a:cubicBezTo>
                  <a:pt x="276" y="97"/>
                  <a:pt x="273" y="91"/>
                  <a:pt x="273" y="82"/>
                </a:cubicBezTo>
                <a:cubicBezTo>
                  <a:pt x="273" y="60"/>
                  <a:pt x="285" y="45"/>
                  <a:pt x="308" y="37"/>
                </a:cubicBezTo>
                <a:cubicBezTo>
                  <a:pt x="303" y="31"/>
                  <a:pt x="294" y="28"/>
                  <a:pt x="280" y="28"/>
                </a:cubicBezTo>
                <a:cubicBezTo>
                  <a:pt x="274" y="28"/>
                  <a:pt x="269" y="28"/>
                  <a:pt x="266" y="29"/>
                </a:cubicBezTo>
                <a:cubicBezTo>
                  <a:pt x="248" y="37"/>
                  <a:pt x="235" y="52"/>
                  <a:pt x="226" y="76"/>
                </a:cubicBezTo>
                <a:cubicBezTo>
                  <a:pt x="198" y="182"/>
                  <a:pt x="183" y="243"/>
                  <a:pt x="183" y="262"/>
                </a:cubicBezTo>
                <a:cubicBezTo>
                  <a:pt x="183" y="275"/>
                  <a:pt x="187" y="285"/>
                  <a:pt x="195" y="290"/>
                </a:cubicBezTo>
                <a:cubicBezTo>
                  <a:pt x="202" y="296"/>
                  <a:pt x="211" y="299"/>
                  <a:pt x="220" y="299"/>
                </a:cubicBezTo>
                <a:cubicBezTo>
                  <a:pt x="237" y="299"/>
                  <a:pt x="255" y="291"/>
                  <a:pt x="272" y="275"/>
                </a:cubicBezTo>
                <a:cubicBezTo>
                  <a:pt x="289" y="260"/>
                  <a:pt x="301" y="239"/>
                  <a:pt x="307" y="216"/>
                </a:cubicBezTo>
                <a:cubicBezTo>
                  <a:pt x="308" y="212"/>
                  <a:pt x="310" y="209"/>
                  <a:pt x="311" y="209"/>
                </a:cubicBezTo>
                <a:cubicBezTo>
                  <a:pt x="313" y="208"/>
                  <a:pt x="317" y="208"/>
                  <a:pt x="323" y="207"/>
                </a:cubicBezTo>
                <a:lnTo>
                  <a:pt x="326" y="207"/>
                </a:lnTo>
                <a:cubicBezTo>
                  <a:pt x="333" y="207"/>
                  <a:pt x="336" y="209"/>
                  <a:pt x="336" y="213"/>
                </a:cubicBezTo>
                <a:cubicBezTo>
                  <a:pt x="336" y="213"/>
                  <a:pt x="336" y="216"/>
                  <a:pt x="335" y="221"/>
                </a:cubicBezTo>
                <a:cubicBezTo>
                  <a:pt x="327" y="248"/>
                  <a:pt x="312" y="273"/>
                  <a:pt x="291" y="294"/>
                </a:cubicBezTo>
                <a:cubicBezTo>
                  <a:pt x="269" y="315"/>
                  <a:pt x="243" y="325"/>
                  <a:pt x="214" y="325"/>
                </a:cubicBezTo>
                <a:cubicBezTo>
                  <a:pt x="181" y="325"/>
                  <a:pt x="155" y="310"/>
                  <a:pt x="138" y="280"/>
                </a:cubicBezTo>
                <a:cubicBezTo>
                  <a:pt x="119" y="310"/>
                  <a:pt x="96" y="325"/>
                  <a:pt x="71" y="325"/>
                </a:cubicBezTo>
                <a:lnTo>
                  <a:pt x="67" y="325"/>
                </a:lnTo>
                <a:cubicBezTo>
                  <a:pt x="42" y="325"/>
                  <a:pt x="26" y="318"/>
                  <a:pt x="16" y="306"/>
                </a:cubicBezTo>
                <a:cubicBezTo>
                  <a:pt x="6" y="294"/>
                  <a:pt x="0" y="281"/>
                  <a:pt x="0" y="267"/>
                </a:cubicBezTo>
                <a:cubicBezTo>
                  <a:pt x="0" y="250"/>
                  <a:pt x="5" y="238"/>
                  <a:pt x="14" y="229"/>
                </a:cubicBezTo>
                <a:cubicBezTo>
                  <a:pt x="23" y="219"/>
                  <a:pt x="33" y="214"/>
                  <a:pt x="46" y="214"/>
                </a:cubicBezTo>
                <a:cubicBezTo>
                  <a:pt x="67" y="214"/>
                  <a:pt x="77" y="224"/>
                  <a:pt x="77" y="244"/>
                </a:cubicBezTo>
                <a:cubicBezTo>
                  <a:pt x="77" y="255"/>
                  <a:pt x="75" y="263"/>
                  <a:pt x="69" y="270"/>
                </a:cubicBezTo>
                <a:cubicBezTo>
                  <a:pt x="63" y="277"/>
                  <a:pt x="58" y="282"/>
                  <a:pt x="51" y="285"/>
                </a:cubicBezTo>
                <a:cubicBezTo>
                  <a:pt x="46" y="287"/>
                  <a:pt x="43" y="288"/>
                  <a:pt x="42" y="288"/>
                </a:cubicBezTo>
                <a:lnTo>
                  <a:pt x="40" y="289"/>
                </a:lnTo>
                <a:cubicBezTo>
                  <a:pt x="40" y="289"/>
                  <a:pt x="41" y="290"/>
                  <a:pt x="44" y="292"/>
                </a:cubicBezTo>
                <a:cubicBezTo>
                  <a:pt x="47" y="293"/>
                  <a:pt x="51" y="295"/>
                  <a:pt x="57" y="297"/>
                </a:cubicBezTo>
                <a:cubicBezTo>
                  <a:pt x="62" y="299"/>
                  <a:pt x="66" y="299"/>
                  <a:pt x="70" y="299"/>
                </a:cubicBezTo>
                <a:cubicBezTo>
                  <a:pt x="87" y="299"/>
                  <a:pt x="102" y="288"/>
                  <a:pt x="115" y="267"/>
                </a:cubicBezTo>
                <a:cubicBezTo>
                  <a:pt x="119" y="259"/>
                  <a:pt x="124" y="242"/>
                  <a:pt x="131" y="217"/>
                </a:cubicBezTo>
                <a:cubicBezTo>
                  <a:pt x="138" y="192"/>
                  <a:pt x="144" y="167"/>
                  <a:pt x="151" y="140"/>
                </a:cubicBezTo>
                <a:cubicBezTo>
                  <a:pt x="158" y="113"/>
                  <a:pt x="162" y="97"/>
                  <a:pt x="163" y="93"/>
                </a:cubicBezTo>
                <a:cubicBezTo>
                  <a:pt x="165" y="80"/>
                  <a:pt x="166" y="71"/>
                  <a:pt x="166" y="65"/>
                </a:cubicBezTo>
                <a:cubicBezTo>
                  <a:pt x="166" y="51"/>
                  <a:pt x="163" y="42"/>
                  <a:pt x="155" y="36"/>
                </a:cubicBezTo>
                <a:cubicBezTo>
                  <a:pt x="148" y="30"/>
                  <a:pt x="140" y="28"/>
                  <a:pt x="131" y="28"/>
                </a:cubicBezTo>
                <a:cubicBezTo>
                  <a:pt x="112" y="28"/>
                  <a:pt x="94" y="35"/>
                  <a:pt x="77" y="51"/>
                </a:cubicBezTo>
                <a:cubicBezTo>
                  <a:pt x="61" y="66"/>
                  <a:pt x="48" y="85"/>
                  <a:pt x="41" y="109"/>
                </a:cubicBezTo>
                <a:cubicBezTo>
                  <a:pt x="40" y="113"/>
                  <a:pt x="39" y="116"/>
                  <a:pt x="38" y="116"/>
                </a:cubicBezTo>
                <a:cubicBezTo>
                  <a:pt x="36" y="117"/>
                  <a:pt x="33" y="117"/>
                  <a:pt x="26" y="118"/>
                </a:cubicBezTo>
                <a:lnTo>
                  <a:pt x="16" y="118"/>
                </a:lnTo>
                <a:cubicBezTo>
                  <a:pt x="14" y="115"/>
                  <a:pt x="12" y="112"/>
                  <a:pt x="12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8" name=""/>
          <p:cNvSpPr/>
          <p:nvPr/>
        </p:nvSpPr>
        <p:spPr>
          <a:xfrm>
            <a:off x="7098120" y="2083680"/>
            <a:ext cx="43920" cy="182160"/>
          </a:xfrm>
          <a:custGeom>
            <a:avLst/>
            <a:gdLst/>
            <a:ahLst/>
            <a:rect l="0" t="0" r="r" b="b"/>
            <a:pathLst>
              <a:path w="122" h="506">
                <a:moveTo>
                  <a:pt x="0" y="253"/>
                </a:moveTo>
                <a:cubicBezTo>
                  <a:pt x="0" y="230"/>
                  <a:pt x="2" y="208"/>
                  <a:pt x="5" y="187"/>
                </a:cubicBezTo>
                <a:cubicBezTo>
                  <a:pt x="8" y="166"/>
                  <a:pt x="12" y="148"/>
                  <a:pt x="17" y="133"/>
                </a:cubicBezTo>
                <a:cubicBezTo>
                  <a:pt x="21" y="118"/>
                  <a:pt x="28" y="103"/>
                  <a:pt x="36" y="89"/>
                </a:cubicBezTo>
                <a:cubicBezTo>
                  <a:pt x="45" y="74"/>
                  <a:pt x="51" y="63"/>
                  <a:pt x="56" y="55"/>
                </a:cubicBezTo>
                <a:cubicBezTo>
                  <a:pt x="60" y="47"/>
                  <a:pt x="67" y="38"/>
                  <a:pt x="77" y="29"/>
                </a:cubicBezTo>
                <a:cubicBezTo>
                  <a:pt x="86" y="18"/>
                  <a:pt x="92" y="12"/>
                  <a:pt x="94" y="10"/>
                </a:cubicBezTo>
                <a:cubicBezTo>
                  <a:pt x="95" y="8"/>
                  <a:pt x="99" y="5"/>
                  <a:pt x="106" y="0"/>
                </a:cubicBezTo>
                <a:lnTo>
                  <a:pt x="113" y="0"/>
                </a:lnTo>
                <a:lnTo>
                  <a:pt x="115" y="0"/>
                </a:lnTo>
                <a:cubicBezTo>
                  <a:pt x="120" y="0"/>
                  <a:pt x="122" y="1"/>
                  <a:pt x="122" y="4"/>
                </a:cubicBezTo>
                <a:cubicBezTo>
                  <a:pt x="122" y="5"/>
                  <a:pt x="119" y="9"/>
                  <a:pt x="113" y="15"/>
                </a:cubicBezTo>
                <a:cubicBezTo>
                  <a:pt x="108" y="22"/>
                  <a:pt x="101" y="31"/>
                  <a:pt x="93" y="43"/>
                </a:cubicBezTo>
                <a:cubicBezTo>
                  <a:pt x="84" y="54"/>
                  <a:pt x="76" y="69"/>
                  <a:pt x="68" y="86"/>
                </a:cubicBezTo>
                <a:cubicBezTo>
                  <a:pt x="59" y="103"/>
                  <a:pt x="52" y="127"/>
                  <a:pt x="47" y="156"/>
                </a:cubicBezTo>
                <a:cubicBezTo>
                  <a:pt x="41" y="185"/>
                  <a:pt x="38" y="218"/>
                  <a:pt x="38" y="253"/>
                </a:cubicBezTo>
                <a:cubicBezTo>
                  <a:pt x="38" y="289"/>
                  <a:pt x="41" y="322"/>
                  <a:pt x="47" y="351"/>
                </a:cubicBezTo>
                <a:cubicBezTo>
                  <a:pt x="52" y="380"/>
                  <a:pt x="59" y="403"/>
                  <a:pt x="67" y="421"/>
                </a:cubicBezTo>
                <a:cubicBezTo>
                  <a:pt x="75" y="439"/>
                  <a:pt x="84" y="453"/>
                  <a:pt x="92" y="464"/>
                </a:cubicBezTo>
                <a:cubicBezTo>
                  <a:pt x="100" y="475"/>
                  <a:pt x="108" y="484"/>
                  <a:pt x="113" y="491"/>
                </a:cubicBezTo>
                <a:cubicBezTo>
                  <a:pt x="119" y="498"/>
                  <a:pt x="122" y="501"/>
                  <a:pt x="122" y="502"/>
                </a:cubicBezTo>
                <a:cubicBezTo>
                  <a:pt x="122" y="505"/>
                  <a:pt x="119" y="506"/>
                  <a:pt x="114" y="506"/>
                </a:cubicBezTo>
                <a:lnTo>
                  <a:pt x="113" y="506"/>
                </a:lnTo>
                <a:lnTo>
                  <a:pt x="106" y="506"/>
                </a:lnTo>
                <a:lnTo>
                  <a:pt x="92" y="494"/>
                </a:lnTo>
                <a:cubicBezTo>
                  <a:pt x="60" y="465"/>
                  <a:pt x="37" y="430"/>
                  <a:pt x="22" y="387"/>
                </a:cubicBezTo>
                <a:cubicBezTo>
                  <a:pt x="7" y="344"/>
                  <a:pt x="0" y="300"/>
                  <a:pt x="0" y="2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9" name=""/>
          <p:cNvSpPr/>
          <p:nvPr/>
        </p:nvSpPr>
        <p:spPr>
          <a:xfrm>
            <a:off x="7160400" y="2093760"/>
            <a:ext cx="83160" cy="128520"/>
          </a:xfrm>
          <a:custGeom>
            <a:avLst/>
            <a:gdLst/>
            <a:ahLst/>
            <a:rect l="0" t="0" r="r" b="b"/>
            <a:pathLst>
              <a:path w="231" h="357">
                <a:moveTo>
                  <a:pt x="38" y="24"/>
                </a:moveTo>
                <a:cubicBezTo>
                  <a:pt x="38" y="20"/>
                  <a:pt x="39" y="17"/>
                  <a:pt x="40" y="12"/>
                </a:cubicBezTo>
                <a:cubicBezTo>
                  <a:pt x="42" y="8"/>
                  <a:pt x="44" y="6"/>
                  <a:pt x="46" y="6"/>
                </a:cubicBezTo>
                <a:cubicBezTo>
                  <a:pt x="47" y="6"/>
                  <a:pt x="59" y="5"/>
                  <a:pt x="83" y="3"/>
                </a:cubicBezTo>
                <a:cubicBezTo>
                  <a:pt x="107" y="1"/>
                  <a:pt x="119" y="0"/>
                  <a:pt x="120" y="0"/>
                </a:cubicBezTo>
                <a:cubicBezTo>
                  <a:pt x="124" y="0"/>
                  <a:pt x="126" y="1"/>
                  <a:pt x="126" y="4"/>
                </a:cubicBezTo>
                <a:cubicBezTo>
                  <a:pt x="126" y="6"/>
                  <a:pt x="117" y="42"/>
                  <a:pt x="101" y="111"/>
                </a:cubicBezTo>
                <a:cubicBezTo>
                  <a:pt x="84" y="177"/>
                  <a:pt x="75" y="212"/>
                  <a:pt x="75" y="214"/>
                </a:cubicBezTo>
                <a:cubicBezTo>
                  <a:pt x="82" y="211"/>
                  <a:pt x="87" y="208"/>
                  <a:pt x="90" y="205"/>
                </a:cubicBezTo>
                <a:cubicBezTo>
                  <a:pt x="98" y="199"/>
                  <a:pt x="110" y="188"/>
                  <a:pt x="125" y="173"/>
                </a:cubicBezTo>
                <a:cubicBezTo>
                  <a:pt x="140" y="158"/>
                  <a:pt x="152" y="147"/>
                  <a:pt x="160" y="142"/>
                </a:cubicBezTo>
                <a:cubicBezTo>
                  <a:pt x="174" y="133"/>
                  <a:pt x="186" y="128"/>
                  <a:pt x="199" y="128"/>
                </a:cubicBezTo>
                <a:cubicBezTo>
                  <a:pt x="209" y="128"/>
                  <a:pt x="217" y="132"/>
                  <a:pt x="222" y="138"/>
                </a:cubicBezTo>
                <a:cubicBezTo>
                  <a:pt x="228" y="144"/>
                  <a:pt x="231" y="154"/>
                  <a:pt x="231" y="165"/>
                </a:cubicBezTo>
                <a:cubicBezTo>
                  <a:pt x="231" y="174"/>
                  <a:pt x="230" y="181"/>
                  <a:pt x="228" y="187"/>
                </a:cubicBezTo>
                <a:cubicBezTo>
                  <a:pt x="226" y="192"/>
                  <a:pt x="222" y="196"/>
                  <a:pt x="218" y="199"/>
                </a:cubicBezTo>
                <a:cubicBezTo>
                  <a:pt x="214" y="202"/>
                  <a:pt x="211" y="204"/>
                  <a:pt x="208" y="205"/>
                </a:cubicBezTo>
                <a:cubicBezTo>
                  <a:pt x="205" y="206"/>
                  <a:pt x="202" y="206"/>
                  <a:pt x="199" y="206"/>
                </a:cubicBezTo>
                <a:cubicBezTo>
                  <a:pt x="192" y="206"/>
                  <a:pt x="186" y="204"/>
                  <a:pt x="182" y="201"/>
                </a:cubicBezTo>
                <a:cubicBezTo>
                  <a:pt x="178" y="197"/>
                  <a:pt x="176" y="192"/>
                  <a:pt x="176" y="186"/>
                </a:cubicBezTo>
                <a:cubicBezTo>
                  <a:pt x="176" y="178"/>
                  <a:pt x="179" y="171"/>
                  <a:pt x="184" y="165"/>
                </a:cubicBezTo>
                <a:cubicBezTo>
                  <a:pt x="190" y="160"/>
                  <a:pt x="195" y="156"/>
                  <a:pt x="201" y="155"/>
                </a:cubicBezTo>
                <a:lnTo>
                  <a:pt x="209" y="153"/>
                </a:lnTo>
                <a:cubicBezTo>
                  <a:pt x="205" y="149"/>
                  <a:pt x="201" y="147"/>
                  <a:pt x="197" y="147"/>
                </a:cubicBezTo>
                <a:lnTo>
                  <a:pt x="195" y="147"/>
                </a:lnTo>
                <a:cubicBezTo>
                  <a:pt x="184" y="148"/>
                  <a:pt x="173" y="152"/>
                  <a:pt x="163" y="160"/>
                </a:cubicBezTo>
                <a:cubicBezTo>
                  <a:pt x="152" y="167"/>
                  <a:pt x="140" y="178"/>
                  <a:pt x="126" y="192"/>
                </a:cubicBezTo>
                <a:cubicBezTo>
                  <a:pt x="112" y="206"/>
                  <a:pt x="101" y="217"/>
                  <a:pt x="92" y="223"/>
                </a:cubicBezTo>
                <a:cubicBezTo>
                  <a:pt x="93" y="223"/>
                  <a:pt x="96" y="224"/>
                  <a:pt x="100" y="224"/>
                </a:cubicBezTo>
                <a:cubicBezTo>
                  <a:pt x="104" y="225"/>
                  <a:pt x="108" y="226"/>
                  <a:pt x="112" y="227"/>
                </a:cubicBezTo>
                <a:cubicBezTo>
                  <a:pt x="116" y="229"/>
                  <a:pt x="120" y="230"/>
                  <a:pt x="125" y="232"/>
                </a:cubicBezTo>
                <a:cubicBezTo>
                  <a:pt x="130" y="233"/>
                  <a:pt x="135" y="235"/>
                  <a:pt x="139" y="239"/>
                </a:cubicBezTo>
                <a:cubicBezTo>
                  <a:pt x="143" y="242"/>
                  <a:pt x="147" y="245"/>
                  <a:pt x="150" y="248"/>
                </a:cubicBezTo>
                <a:cubicBezTo>
                  <a:pt x="153" y="250"/>
                  <a:pt x="156" y="255"/>
                  <a:pt x="159" y="261"/>
                </a:cubicBezTo>
                <a:cubicBezTo>
                  <a:pt x="161" y="267"/>
                  <a:pt x="162" y="272"/>
                  <a:pt x="162" y="278"/>
                </a:cubicBezTo>
                <a:cubicBezTo>
                  <a:pt x="162" y="283"/>
                  <a:pt x="161" y="290"/>
                  <a:pt x="159" y="298"/>
                </a:cubicBezTo>
                <a:cubicBezTo>
                  <a:pt x="157" y="306"/>
                  <a:pt x="156" y="313"/>
                  <a:pt x="156" y="318"/>
                </a:cubicBezTo>
                <a:cubicBezTo>
                  <a:pt x="156" y="332"/>
                  <a:pt x="161" y="339"/>
                  <a:pt x="170" y="339"/>
                </a:cubicBezTo>
                <a:cubicBezTo>
                  <a:pt x="186" y="339"/>
                  <a:pt x="199" y="319"/>
                  <a:pt x="209" y="279"/>
                </a:cubicBezTo>
                <a:cubicBezTo>
                  <a:pt x="210" y="276"/>
                  <a:pt x="213" y="274"/>
                  <a:pt x="219" y="274"/>
                </a:cubicBezTo>
                <a:lnTo>
                  <a:pt x="221" y="274"/>
                </a:lnTo>
                <a:cubicBezTo>
                  <a:pt x="227" y="274"/>
                  <a:pt x="229" y="276"/>
                  <a:pt x="229" y="279"/>
                </a:cubicBezTo>
                <a:cubicBezTo>
                  <a:pt x="229" y="281"/>
                  <a:pt x="229" y="283"/>
                  <a:pt x="228" y="286"/>
                </a:cubicBezTo>
                <a:cubicBezTo>
                  <a:pt x="214" y="334"/>
                  <a:pt x="194" y="357"/>
                  <a:pt x="168" y="357"/>
                </a:cubicBezTo>
                <a:cubicBezTo>
                  <a:pt x="153" y="357"/>
                  <a:pt x="141" y="353"/>
                  <a:pt x="131" y="344"/>
                </a:cubicBezTo>
                <a:cubicBezTo>
                  <a:pt x="122" y="335"/>
                  <a:pt x="117" y="323"/>
                  <a:pt x="117" y="306"/>
                </a:cubicBezTo>
                <a:cubicBezTo>
                  <a:pt x="117" y="300"/>
                  <a:pt x="118" y="295"/>
                  <a:pt x="119" y="291"/>
                </a:cubicBezTo>
                <a:cubicBezTo>
                  <a:pt x="120" y="286"/>
                  <a:pt x="120" y="282"/>
                  <a:pt x="120" y="279"/>
                </a:cubicBezTo>
                <a:cubicBezTo>
                  <a:pt x="120" y="271"/>
                  <a:pt x="118" y="265"/>
                  <a:pt x="113" y="259"/>
                </a:cubicBezTo>
                <a:cubicBezTo>
                  <a:pt x="108" y="254"/>
                  <a:pt x="103" y="250"/>
                  <a:pt x="95" y="248"/>
                </a:cubicBezTo>
                <a:cubicBezTo>
                  <a:pt x="88" y="245"/>
                  <a:pt x="83" y="243"/>
                  <a:pt x="78" y="242"/>
                </a:cubicBezTo>
                <a:cubicBezTo>
                  <a:pt x="74" y="241"/>
                  <a:pt x="71" y="240"/>
                  <a:pt x="69" y="241"/>
                </a:cubicBezTo>
                <a:lnTo>
                  <a:pt x="68" y="241"/>
                </a:lnTo>
                <a:cubicBezTo>
                  <a:pt x="64" y="255"/>
                  <a:pt x="61" y="268"/>
                  <a:pt x="58" y="282"/>
                </a:cubicBezTo>
                <a:cubicBezTo>
                  <a:pt x="55" y="295"/>
                  <a:pt x="52" y="304"/>
                  <a:pt x="50" y="311"/>
                </a:cubicBezTo>
                <a:cubicBezTo>
                  <a:pt x="49" y="317"/>
                  <a:pt x="47" y="324"/>
                  <a:pt x="46" y="330"/>
                </a:cubicBezTo>
                <a:cubicBezTo>
                  <a:pt x="45" y="336"/>
                  <a:pt x="43" y="340"/>
                  <a:pt x="42" y="342"/>
                </a:cubicBezTo>
                <a:cubicBezTo>
                  <a:pt x="41" y="344"/>
                  <a:pt x="40" y="346"/>
                  <a:pt x="39" y="348"/>
                </a:cubicBezTo>
                <a:cubicBezTo>
                  <a:pt x="38" y="351"/>
                  <a:pt x="36" y="352"/>
                  <a:pt x="33" y="353"/>
                </a:cubicBezTo>
                <a:cubicBezTo>
                  <a:pt x="29" y="356"/>
                  <a:pt x="24" y="357"/>
                  <a:pt x="19" y="357"/>
                </a:cubicBezTo>
                <a:cubicBezTo>
                  <a:pt x="13" y="357"/>
                  <a:pt x="9" y="356"/>
                  <a:pt x="6" y="352"/>
                </a:cubicBezTo>
                <a:cubicBezTo>
                  <a:pt x="2" y="349"/>
                  <a:pt x="0" y="346"/>
                  <a:pt x="0" y="344"/>
                </a:cubicBezTo>
                <a:cubicBezTo>
                  <a:pt x="0" y="340"/>
                  <a:pt x="8" y="313"/>
                  <a:pt x="20" y="263"/>
                </a:cubicBezTo>
                <a:cubicBezTo>
                  <a:pt x="33" y="212"/>
                  <a:pt x="45" y="163"/>
                  <a:pt x="57" y="114"/>
                </a:cubicBezTo>
                <a:lnTo>
                  <a:pt x="76" y="39"/>
                </a:lnTo>
                <a:cubicBezTo>
                  <a:pt x="76" y="35"/>
                  <a:pt x="75" y="32"/>
                  <a:pt x="72" y="31"/>
                </a:cubicBezTo>
                <a:cubicBezTo>
                  <a:pt x="70" y="30"/>
                  <a:pt x="63" y="30"/>
                  <a:pt x="53" y="29"/>
                </a:cubicBezTo>
                <a:lnTo>
                  <a:pt x="50" y="29"/>
                </a:lnTo>
                <a:cubicBezTo>
                  <a:pt x="47" y="29"/>
                  <a:pt x="44" y="29"/>
                  <a:pt x="43" y="29"/>
                </a:cubicBezTo>
                <a:cubicBezTo>
                  <a:pt x="42" y="29"/>
                  <a:pt x="41" y="28"/>
                  <a:pt x="40" y="27"/>
                </a:cubicBezTo>
                <a:cubicBezTo>
                  <a:pt x="39" y="26"/>
                  <a:pt x="38" y="25"/>
                  <a:pt x="38" y="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0" name=""/>
          <p:cNvSpPr/>
          <p:nvPr/>
        </p:nvSpPr>
        <p:spPr>
          <a:xfrm>
            <a:off x="7256520" y="2083680"/>
            <a:ext cx="43920" cy="182160"/>
          </a:xfrm>
          <a:custGeom>
            <a:avLst/>
            <a:gdLst/>
            <a:ahLst/>
            <a:rect l="0" t="0" r="r" b="b"/>
            <a:pathLst>
              <a:path w="122" h="506">
                <a:moveTo>
                  <a:pt x="3" y="0"/>
                </a:moveTo>
                <a:lnTo>
                  <a:pt x="5" y="0"/>
                </a:lnTo>
                <a:cubicBezTo>
                  <a:pt x="7" y="0"/>
                  <a:pt x="8" y="0"/>
                  <a:pt x="10" y="0"/>
                </a:cubicBezTo>
                <a:lnTo>
                  <a:pt x="16" y="0"/>
                </a:lnTo>
                <a:lnTo>
                  <a:pt x="30" y="12"/>
                </a:lnTo>
                <a:cubicBezTo>
                  <a:pt x="62" y="41"/>
                  <a:pt x="86" y="77"/>
                  <a:pt x="100" y="120"/>
                </a:cubicBezTo>
                <a:cubicBezTo>
                  <a:pt x="115" y="163"/>
                  <a:pt x="122" y="207"/>
                  <a:pt x="122" y="253"/>
                </a:cubicBezTo>
                <a:cubicBezTo>
                  <a:pt x="122" y="276"/>
                  <a:pt x="120" y="298"/>
                  <a:pt x="117" y="320"/>
                </a:cubicBezTo>
                <a:cubicBezTo>
                  <a:pt x="114" y="341"/>
                  <a:pt x="110" y="359"/>
                  <a:pt x="105" y="374"/>
                </a:cubicBezTo>
                <a:cubicBezTo>
                  <a:pt x="101" y="389"/>
                  <a:pt x="95" y="403"/>
                  <a:pt x="87" y="418"/>
                </a:cubicBezTo>
                <a:cubicBezTo>
                  <a:pt x="79" y="433"/>
                  <a:pt x="72" y="444"/>
                  <a:pt x="68" y="452"/>
                </a:cubicBezTo>
                <a:cubicBezTo>
                  <a:pt x="62" y="460"/>
                  <a:pt x="55" y="468"/>
                  <a:pt x="46" y="478"/>
                </a:cubicBezTo>
                <a:cubicBezTo>
                  <a:pt x="37" y="487"/>
                  <a:pt x="31" y="493"/>
                  <a:pt x="30" y="495"/>
                </a:cubicBezTo>
                <a:cubicBezTo>
                  <a:pt x="28" y="496"/>
                  <a:pt x="24" y="499"/>
                  <a:pt x="18" y="504"/>
                </a:cubicBezTo>
                <a:cubicBezTo>
                  <a:pt x="17" y="505"/>
                  <a:pt x="16" y="506"/>
                  <a:pt x="16" y="506"/>
                </a:cubicBezTo>
                <a:lnTo>
                  <a:pt x="10" y="506"/>
                </a:lnTo>
                <a:cubicBezTo>
                  <a:pt x="7" y="506"/>
                  <a:pt x="5" y="506"/>
                  <a:pt x="4" y="506"/>
                </a:cubicBezTo>
                <a:cubicBezTo>
                  <a:pt x="3" y="506"/>
                  <a:pt x="3" y="506"/>
                  <a:pt x="2" y="505"/>
                </a:cubicBezTo>
                <a:cubicBezTo>
                  <a:pt x="1" y="504"/>
                  <a:pt x="1" y="502"/>
                  <a:pt x="0" y="500"/>
                </a:cubicBezTo>
                <a:cubicBezTo>
                  <a:pt x="1" y="500"/>
                  <a:pt x="3" y="498"/>
                  <a:pt x="6" y="494"/>
                </a:cubicBezTo>
                <a:cubicBezTo>
                  <a:pt x="58" y="439"/>
                  <a:pt x="85" y="359"/>
                  <a:pt x="85" y="253"/>
                </a:cubicBezTo>
                <a:cubicBezTo>
                  <a:pt x="85" y="148"/>
                  <a:pt x="58" y="68"/>
                  <a:pt x="6" y="12"/>
                </a:cubicBezTo>
                <a:cubicBezTo>
                  <a:pt x="3" y="8"/>
                  <a:pt x="1" y="6"/>
                  <a:pt x="0" y="6"/>
                </a:cubicBezTo>
                <a:cubicBezTo>
                  <a:pt x="0" y="3"/>
                  <a:pt x="1" y="1"/>
                  <a:pt x="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1" name=""/>
          <p:cNvSpPr/>
          <p:nvPr/>
        </p:nvSpPr>
        <p:spPr>
          <a:xfrm>
            <a:off x="7344360" y="19814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2" y="0"/>
                  <a:pt x="14" y="0"/>
                </a:cubicBezTo>
                <a:lnTo>
                  <a:pt x="23" y="0"/>
                </a:lnTo>
                <a:lnTo>
                  <a:pt x="43" y="17"/>
                </a:lnTo>
                <a:cubicBezTo>
                  <a:pt x="88" y="58"/>
                  <a:pt x="121" y="108"/>
                  <a:pt x="141" y="169"/>
                </a:cubicBezTo>
                <a:cubicBezTo>
                  <a:pt x="162" y="230"/>
                  <a:pt x="172" y="292"/>
                  <a:pt x="172" y="358"/>
                </a:cubicBezTo>
                <a:cubicBezTo>
                  <a:pt x="172" y="390"/>
                  <a:pt x="170" y="421"/>
                  <a:pt x="165" y="451"/>
                </a:cubicBezTo>
                <a:cubicBezTo>
                  <a:pt x="160" y="481"/>
                  <a:pt x="155" y="507"/>
                  <a:pt x="149" y="528"/>
                </a:cubicBezTo>
                <a:cubicBezTo>
                  <a:pt x="142" y="549"/>
                  <a:pt x="134" y="570"/>
                  <a:pt x="122" y="592"/>
                </a:cubicBezTo>
                <a:cubicBezTo>
                  <a:pt x="111" y="613"/>
                  <a:pt x="102" y="629"/>
                  <a:pt x="95" y="640"/>
                </a:cubicBezTo>
                <a:cubicBezTo>
                  <a:pt x="88" y="651"/>
                  <a:pt x="78" y="663"/>
                  <a:pt x="65" y="676"/>
                </a:cubicBezTo>
                <a:cubicBezTo>
                  <a:pt x="52" y="690"/>
                  <a:pt x="44" y="697"/>
                  <a:pt x="42" y="700"/>
                </a:cubicBezTo>
                <a:cubicBezTo>
                  <a:pt x="39" y="702"/>
                  <a:pt x="34" y="707"/>
                  <a:pt x="25" y="713"/>
                </a:cubicBezTo>
                <a:cubicBezTo>
                  <a:pt x="24" y="715"/>
                  <a:pt x="23" y="716"/>
                  <a:pt x="23" y="716"/>
                </a:cubicBezTo>
                <a:lnTo>
                  <a:pt x="14" y="716"/>
                </a:lnTo>
                <a:cubicBezTo>
                  <a:pt x="10" y="716"/>
                  <a:pt x="7" y="716"/>
                  <a:pt x="6" y="716"/>
                </a:cubicBezTo>
                <a:cubicBezTo>
                  <a:pt x="5" y="716"/>
                  <a:pt x="3" y="716"/>
                  <a:pt x="2" y="714"/>
                </a:cubicBezTo>
                <a:cubicBezTo>
                  <a:pt x="2" y="713"/>
                  <a:pt x="1" y="711"/>
                  <a:pt x="0" y="708"/>
                </a:cubicBezTo>
                <a:cubicBezTo>
                  <a:pt x="1" y="707"/>
                  <a:pt x="3" y="704"/>
                  <a:pt x="8" y="698"/>
                </a:cubicBezTo>
                <a:cubicBezTo>
                  <a:pt x="82" y="622"/>
                  <a:pt x="120" y="507"/>
                  <a:pt x="120" y="358"/>
                </a:cubicBezTo>
                <a:cubicBezTo>
                  <a:pt x="120" y="208"/>
                  <a:pt x="82" y="95"/>
                  <a:pt x="8" y="18"/>
                </a:cubicBezTo>
                <a:cubicBezTo>
                  <a:pt x="3" y="12"/>
                  <a:pt x="1" y="9"/>
                  <a:pt x="0" y="9"/>
                </a:cubicBezTo>
                <a:cubicBezTo>
                  <a:pt x="0" y="5"/>
                  <a:pt x="2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2" name=""/>
          <p:cNvSpPr/>
          <p:nvPr/>
        </p:nvSpPr>
        <p:spPr>
          <a:xfrm>
            <a:off x="7461000" y="1981800"/>
            <a:ext cx="10800" cy="257400"/>
          </a:xfrm>
          <a:custGeom>
            <a:avLst/>
            <a:gdLst/>
            <a:ahLst/>
            <a:rect l="0" t="0" r="r" b="b"/>
            <a:pathLst>
              <a:path w="30" h="715">
                <a:moveTo>
                  <a:pt x="16" y="715"/>
                </a:moveTo>
                <a:lnTo>
                  <a:pt x="14" y="715"/>
                </a:lnTo>
                <a:cubicBezTo>
                  <a:pt x="7" y="715"/>
                  <a:pt x="3" y="712"/>
                  <a:pt x="0" y="705"/>
                </a:cubicBezTo>
                <a:lnTo>
                  <a:pt x="0" y="356"/>
                </a:lnTo>
                <a:lnTo>
                  <a:pt x="1" y="9"/>
                </a:lnTo>
                <a:cubicBezTo>
                  <a:pt x="6" y="3"/>
                  <a:pt x="11" y="0"/>
                  <a:pt x="16" y="0"/>
                </a:cubicBezTo>
                <a:cubicBezTo>
                  <a:pt x="22" y="0"/>
                  <a:pt x="27" y="3"/>
                  <a:pt x="30" y="10"/>
                </a:cubicBezTo>
                <a:lnTo>
                  <a:pt x="30" y="705"/>
                </a:lnTo>
                <a:cubicBezTo>
                  <a:pt x="26" y="712"/>
                  <a:pt x="22" y="715"/>
                  <a:pt x="17" y="715"/>
                </a:cubicBezTo>
                <a:lnTo>
                  <a:pt x="16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3" name=""/>
          <p:cNvSpPr/>
          <p:nvPr/>
        </p:nvSpPr>
        <p:spPr>
          <a:xfrm>
            <a:off x="7579440" y="209484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0" y="44"/>
                </a:moveTo>
                <a:cubicBezTo>
                  <a:pt x="0" y="32"/>
                  <a:pt x="4" y="22"/>
                  <a:pt x="12" y="14"/>
                </a:cubicBezTo>
                <a:cubicBezTo>
                  <a:pt x="20" y="5"/>
                  <a:pt x="30" y="0"/>
                  <a:pt x="42" y="0"/>
                </a:cubicBezTo>
                <a:cubicBezTo>
                  <a:pt x="54" y="0"/>
                  <a:pt x="65" y="5"/>
                  <a:pt x="74" y="12"/>
                </a:cubicBezTo>
                <a:cubicBezTo>
                  <a:pt x="82" y="20"/>
                  <a:pt x="87" y="30"/>
                  <a:pt x="87" y="43"/>
                </a:cubicBezTo>
                <a:cubicBezTo>
                  <a:pt x="87" y="55"/>
                  <a:pt x="83" y="65"/>
                  <a:pt x="75" y="74"/>
                </a:cubicBezTo>
                <a:cubicBezTo>
                  <a:pt x="67" y="82"/>
                  <a:pt x="56" y="87"/>
                  <a:pt x="43" y="87"/>
                </a:cubicBezTo>
                <a:cubicBezTo>
                  <a:pt x="31" y="87"/>
                  <a:pt x="21" y="83"/>
                  <a:pt x="12" y="74"/>
                </a:cubicBezTo>
                <a:cubicBezTo>
                  <a:pt x="4" y="66"/>
                  <a:pt x="0" y="56"/>
                  <a:pt x="0" y="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4" name=""/>
          <p:cNvSpPr/>
          <p:nvPr/>
        </p:nvSpPr>
        <p:spPr>
          <a:xfrm>
            <a:off x="7712280" y="19814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2" y="294"/>
                  <a:pt x="7" y="264"/>
                </a:cubicBezTo>
                <a:cubicBezTo>
                  <a:pt x="12" y="235"/>
                  <a:pt x="17" y="209"/>
                  <a:pt x="23" y="188"/>
                </a:cubicBezTo>
                <a:cubicBezTo>
                  <a:pt x="29" y="166"/>
                  <a:pt x="38" y="145"/>
                  <a:pt x="50" y="125"/>
                </a:cubicBezTo>
                <a:cubicBezTo>
                  <a:pt x="61" y="104"/>
                  <a:pt x="70" y="88"/>
                  <a:pt x="77" y="77"/>
                </a:cubicBezTo>
                <a:cubicBezTo>
                  <a:pt x="85" y="65"/>
                  <a:pt x="95" y="53"/>
                  <a:pt x="108" y="40"/>
                </a:cubicBezTo>
                <a:cubicBezTo>
                  <a:pt x="121" y="26"/>
                  <a:pt x="129" y="18"/>
                  <a:pt x="132" y="15"/>
                </a:cubicBezTo>
                <a:cubicBezTo>
                  <a:pt x="134" y="12"/>
                  <a:pt x="140" y="7"/>
                  <a:pt x="149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8" y="0"/>
                  <a:pt x="172" y="2"/>
                  <a:pt x="172" y="7"/>
                </a:cubicBezTo>
                <a:cubicBezTo>
                  <a:pt x="172" y="8"/>
                  <a:pt x="168" y="13"/>
                  <a:pt x="159" y="22"/>
                </a:cubicBezTo>
                <a:cubicBezTo>
                  <a:pt x="151" y="30"/>
                  <a:pt x="142" y="43"/>
                  <a:pt x="130" y="60"/>
                </a:cubicBezTo>
                <a:cubicBezTo>
                  <a:pt x="119" y="76"/>
                  <a:pt x="107" y="97"/>
                  <a:pt x="95" y="121"/>
                </a:cubicBezTo>
                <a:cubicBezTo>
                  <a:pt x="82" y="145"/>
                  <a:pt x="72" y="178"/>
                  <a:pt x="64" y="220"/>
                </a:cubicBezTo>
                <a:cubicBezTo>
                  <a:pt x="56" y="261"/>
                  <a:pt x="52" y="307"/>
                  <a:pt x="52" y="358"/>
                </a:cubicBezTo>
                <a:cubicBezTo>
                  <a:pt x="52" y="408"/>
                  <a:pt x="56" y="454"/>
                  <a:pt x="64" y="495"/>
                </a:cubicBezTo>
                <a:cubicBezTo>
                  <a:pt x="72" y="536"/>
                  <a:pt x="83" y="569"/>
                  <a:pt x="94" y="595"/>
                </a:cubicBezTo>
                <a:cubicBezTo>
                  <a:pt x="106" y="621"/>
                  <a:pt x="117" y="641"/>
                  <a:pt x="129" y="657"/>
                </a:cubicBezTo>
                <a:cubicBezTo>
                  <a:pt x="141" y="673"/>
                  <a:pt x="151" y="685"/>
                  <a:pt x="159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49" y="716"/>
                </a:lnTo>
                <a:lnTo>
                  <a:pt x="129" y="699"/>
                </a:lnTo>
                <a:cubicBezTo>
                  <a:pt x="85" y="659"/>
                  <a:pt x="51" y="608"/>
                  <a:pt x="30" y="547"/>
                </a:cubicBezTo>
                <a:cubicBezTo>
                  <a:pt x="10" y="486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5" name=""/>
          <p:cNvSpPr/>
          <p:nvPr/>
        </p:nvSpPr>
        <p:spPr>
          <a:xfrm>
            <a:off x="7797240" y="206064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2" y="110"/>
                </a:moveTo>
                <a:cubicBezTo>
                  <a:pt x="15" y="90"/>
                  <a:pt x="28" y="67"/>
                  <a:pt x="50" y="41"/>
                </a:cubicBezTo>
                <a:cubicBezTo>
                  <a:pt x="73" y="14"/>
                  <a:pt x="101" y="1"/>
                  <a:pt x="134" y="0"/>
                </a:cubicBezTo>
                <a:cubicBezTo>
                  <a:pt x="151" y="0"/>
                  <a:pt x="166" y="5"/>
                  <a:pt x="180" y="13"/>
                </a:cubicBezTo>
                <a:cubicBezTo>
                  <a:pt x="194" y="22"/>
                  <a:pt x="204" y="33"/>
                  <a:pt x="211" y="46"/>
                </a:cubicBezTo>
                <a:cubicBezTo>
                  <a:pt x="231" y="15"/>
                  <a:pt x="255" y="0"/>
                  <a:pt x="283" y="0"/>
                </a:cubicBezTo>
                <a:cubicBezTo>
                  <a:pt x="301" y="0"/>
                  <a:pt x="316" y="6"/>
                  <a:pt x="329" y="16"/>
                </a:cubicBezTo>
                <a:cubicBezTo>
                  <a:pt x="342" y="27"/>
                  <a:pt x="348" y="41"/>
                  <a:pt x="349" y="58"/>
                </a:cubicBezTo>
                <a:cubicBezTo>
                  <a:pt x="349" y="72"/>
                  <a:pt x="345" y="83"/>
                  <a:pt x="339" y="92"/>
                </a:cubicBezTo>
                <a:cubicBezTo>
                  <a:pt x="332" y="101"/>
                  <a:pt x="326" y="106"/>
                  <a:pt x="320" y="108"/>
                </a:cubicBezTo>
                <a:cubicBezTo>
                  <a:pt x="313" y="110"/>
                  <a:pt x="308" y="111"/>
                  <a:pt x="303" y="111"/>
                </a:cubicBezTo>
                <a:cubicBezTo>
                  <a:pt x="294" y="111"/>
                  <a:pt x="287" y="108"/>
                  <a:pt x="281" y="103"/>
                </a:cubicBezTo>
                <a:cubicBezTo>
                  <a:pt x="275" y="97"/>
                  <a:pt x="272" y="91"/>
                  <a:pt x="272" y="82"/>
                </a:cubicBezTo>
                <a:cubicBezTo>
                  <a:pt x="272" y="60"/>
                  <a:pt x="284" y="45"/>
                  <a:pt x="308" y="37"/>
                </a:cubicBezTo>
                <a:cubicBezTo>
                  <a:pt x="303" y="31"/>
                  <a:pt x="293" y="28"/>
                  <a:pt x="279" y="28"/>
                </a:cubicBezTo>
                <a:cubicBezTo>
                  <a:pt x="273" y="28"/>
                  <a:pt x="269" y="28"/>
                  <a:pt x="266" y="29"/>
                </a:cubicBezTo>
                <a:cubicBezTo>
                  <a:pt x="248" y="37"/>
                  <a:pt x="234" y="52"/>
                  <a:pt x="226" y="76"/>
                </a:cubicBezTo>
                <a:cubicBezTo>
                  <a:pt x="197" y="182"/>
                  <a:pt x="183" y="243"/>
                  <a:pt x="183" y="262"/>
                </a:cubicBezTo>
                <a:cubicBezTo>
                  <a:pt x="183" y="275"/>
                  <a:pt x="187" y="285"/>
                  <a:pt x="194" y="290"/>
                </a:cubicBezTo>
                <a:cubicBezTo>
                  <a:pt x="202" y="296"/>
                  <a:pt x="210" y="299"/>
                  <a:pt x="219" y="299"/>
                </a:cubicBezTo>
                <a:cubicBezTo>
                  <a:pt x="237" y="299"/>
                  <a:pt x="254" y="291"/>
                  <a:pt x="272" y="275"/>
                </a:cubicBezTo>
                <a:cubicBezTo>
                  <a:pt x="289" y="260"/>
                  <a:pt x="300" y="239"/>
                  <a:pt x="307" y="216"/>
                </a:cubicBezTo>
                <a:cubicBezTo>
                  <a:pt x="308" y="212"/>
                  <a:pt x="310" y="209"/>
                  <a:pt x="311" y="209"/>
                </a:cubicBezTo>
                <a:cubicBezTo>
                  <a:pt x="312" y="208"/>
                  <a:pt x="316" y="208"/>
                  <a:pt x="322" y="207"/>
                </a:cubicBezTo>
                <a:lnTo>
                  <a:pt x="325" y="207"/>
                </a:lnTo>
                <a:cubicBezTo>
                  <a:pt x="332" y="207"/>
                  <a:pt x="336" y="209"/>
                  <a:pt x="336" y="213"/>
                </a:cubicBezTo>
                <a:cubicBezTo>
                  <a:pt x="336" y="213"/>
                  <a:pt x="335" y="216"/>
                  <a:pt x="335" y="221"/>
                </a:cubicBezTo>
                <a:cubicBezTo>
                  <a:pt x="327" y="248"/>
                  <a:pt x="312" y="273"/>
                  <a:pt x="290" y="294"/>
                </a:cubicBezTo>
                <a:cubicBezTo>
                  <a:pt x="268" y="315"/>
                  <a:pt x="243" y="325"/>
                  <a:pt x="214" y="325"/>
                </a:cubicBezTo>
                <a:cubicBezTo>
                  <a:pt x="180" y="325"/>
                  <a:pt x="155" y="310"/>
                  <a:pt x="138" y="280"/>
                </a:cubicBezTo>
                <a:cubicBezTo>
                  <a:pt x="118" y="310"/>
                  <a:pt x="96" y="325"/>
                  <a:pt x="70" y="325"/>
                </a:cubicBezTo>
                <a:lnTo>
                  <a:pt x="65" y="325"/>
                </a:lnTo>
                <a:cubicBezTo>
                  <a:pt x="42" y="325"/>
                  <a:pt x="25" y="318"/>
                  <a:pt x="15" y="306"/>
                </a:cubicBezTo>
                <a:cubicBezTo>
                  <a:pt x="5" y="294"/>
                  <a:pt x="0" y="281"/>
                  <a:pt x="0" y="267"/>
                </a:cubicBezTo>
                <a:cubicBezTo>
                  <a:pt x="0" y="250"/>
                  <a:pt x="4" y="238"/>
                  <a:pt x="13" y="229"/>
                </a:cubicBezTo>
                <a:cubicBezTo>
                  <a:pt x="22" y="219"/>
                  <a:pt x="33" y="214"/>
                  <a:pt x="45" y="214"/>
                </a:cubicBezTo>
                <a:cubicBezTo>
                  <a:pt x="66" y="214"/>
                  <a:pt x="76" y="224"/>
                  <a:pt x="76" y="244"/>
                </a:cubicBezTo>
                <a:cubicBezTo>
                  <a:pt x="76" y="255"/>
                  <a:pt x="73" y="263"/>
                  <a:pt x="68" y="270"/>
                </a:cubicBezTo>
                <a:cubicBezTo>
                  <a:pt x="62" y="277"/>
                  <a:pt x="56" y="282"/>
                  <a:pt x="51" y="285"/>
                </a:cubicBezTo>
                <a:cubicBezTo>
                  <a:pt x="46" y="287"/>
                  <a:pt x="43" y="288"/>
                  <a:pt x="42" y="288"/>
                </a:cubicBezTo>
                <a:lnTo>
                  <a:pt x="40" y="289"/>
                </a:lnTo>
                <a:cubicBezTo>
                  <a:pt x="40" y="289"/>
                  <a:pt x="41" y="290"/>
                  <a:pt x="44" y="292"/>
                </a:cubicBezTo>
                <a:cubicBezTo>
                  <a:pt x="47" y="293"/>
                  <a:pt x="51" y="295"/>
                  <a:pt x="55" y="297"/>
                </a:cubicBezTo>
                <a:cubicBezTo>
                  <a:pt x="60" y="299"/>
                  <a:pt x="65" y="299"/>
                  <a:pt x="69" y="299"/>
                </a:cubicBezTo>
                <a:cubicBezTo>
                  <a:pt x="86" y="299"/>
                  <a:pt x="102" y="288"/>
                  <a:pt x="114" y="267"/>
                </a:cubicBezTo>
                <a:cubicBezTo>
                  <a:pt x="119" y="259"/>
                  <a:pt x="124" y="242"/>
                  <a:pt x="131" y="217"/>
                </a:cubicBezTo>
                <a:cubicBezTo>
                  <a:pt x="137" y="192"/>
                  <a:pt x="144" y="167"/>
                  <a:pt x="151" y="140"/>
                </a:cubicBezTo>
                <a:cubicBezTo>
                  <a:pt x="157" y="113"/>
                  <a:pt x="161" y="97"/>
                  <a:pt x="162" y="93"/>
                </a:cubicBezTo>
                <a:cubicBezTo>
                  <a:pt x="165" y="80"/>
                  <a:pt x="166" y="71"/>
                  <a:pt x="166" y="65"/>
                </a:cubicBezTo>
                <a:cubicBezTo>
                  <a:pt x="166" y="51"/>
                  <a:pt x="162" y="42"/>
                  <a:pt x="155" y="36"/>
                </a:cubicBezTo>
                <a:cubicBezTo>
                  <a:pt x="148" y="30"/>
                  <a:pt x="140" y="28"/>
                  <a:pt x="131" y="28"/>
                </a:cubicBezTo>
                <a:cubicBezTo>
                  <a:pt x="112" y="28"/>
                  <a:pt x="94" y="35"/>
                  <a:pt x="76" y="51"/>
                </a:cubicBezTo>
                <a:cubicBezTo>
                  <a:pt x="59" y="66"/>
                  <a:pt x="48" y="85"/>
                  <a:pt x="41" y="109"/>
                </a:cubicBezTo>
                <a:cubicBezTo>
                  <a:pt x="40" y="113"/>
                  <a:pt x="39" y="116"/>
                  <a:pt x="38" y="116"/>
                </a:cubicBezTo>
                <a:cubicBezTo>
                  <a:pt x="36" y="117"/>
                  <a:pt x="32" y="117"/>
                  <a:pt x="26" y="118"/>
                </a:cubicBezTo>
                <a:lnTo>
                  <a:pt x="16" y="118"/>
                </a:lnTo>
                <a:cubicBezTo>
                  <a:pt x="13" y="115"/>
                  <a:pt x="12" y="112"/>
                  <a:pt x="12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6" name=""/>
          <p:cNvSpPr/>
          <p:nvPr/>
        </p:nvSpPr>
        <p:spPr>
          <a:xfrm>
            <a:off x="7961040" y="2083680"/>
            <a:ext cx="43920" cy="182160"/>
          </a:xfrm>
          <a:custGeom>
            <a:avLst/>
            <a:gdLst/>
            <a:ahLst/>
            <a:rect l="0" t="0" r="r" b="b"/>
            <a:pathLst>
              <a:path w="122" h="506">
                <a:moveTo>
                  <a:pt x="0" y="253"/>
                </a:moveTo>
                <a:cubicBezTo>
                  <a:pt x="0" y="230"/>
                  <a:pt x="1" y="208"/>
                  <a:pt x="5" y="187"/>
                </a:cubicBezTo>
                <a:cubicBezTo>
                  <a:pt x="8" y="166"/>
                  <a:pt x="12" y="148"/>
                  <a:pt x="16" y="133"/>
                </a:cubicBezTo>
                <a:cubicBezTo>
                  <a:pt x="21" y="118"/>
                  <a:pt x="28" y="103"/>
                  <a:pt x="36" y="89"/>
                </a:cubicBezTo>
                <a:cubicBezTo>
                  <a:pt x="44" y="74"/>
                  <a:pt x="51" y="63"/>
                  <a:pt x="55" y="55"/>
                </a:cubicBezTo>
                <a:cubicBezTo>
                  <a:pt x="60" y="47"/>
                  <a:pt x="67" y="38"/>
                  <a:pt x="77" y="29"/>
                </a:cubicBezTo>
                <a:cubicBezTo>
                  <a:pt x="86" y="18"/>
                  <a:pt x="92" y="12"/>
                  <a:pt x="93" y="10"/>
                </a:cubicBezTo>
                <a:cubicBezTo>
                  <a:pt x="95" y="8"/>
                  <a:pt x="99" y="5"/>
                  <a:pt x="106" y="0"/>
                </a:cubicBezTo>
                <a:lnTo>
                  <a:pt x="112" y="0"/>
                </a:lnTo>
                <a:lnTo>
                  <a:pt x="114" y="0"/>
                </a:lnTo>
                <a:cubicBezTo>
                  <a:pt x="119" y="0"/>
                  <a:pt x="122" y="1"/>
                  <a:pt x="122" y="4"/>
                </a:cubicBezTo>
                <a:cubicBezTo>
                  <a:pt x="122" y="5"/>
                  <a:pt x="119" y="9"/>
                  <a:pt x="113" y="15"/>
                </a:cubicBezTo>
                <a:cubicBezTo>
                  <a:pt x="107" y="22"/>
                  <a:pt x="100" y="31"/>
                  <a:pt x="92" y="43"/>
                </a:cubicBezTo>
                <a:cubicBezTo>
                  <a:pt x="84" y="54"/>
                  <a:pt x="76" y="69"/>
                  <a:pt x="67" y="86"/>
                </a:cubicBezTo>
                <a:cubicBezTo>
                  <a:pt x="59" y="103"/>
                  <a:pt x="52" y="127"/>
                  <a:pt x="46" y="156"/>
                </a:cubicBezTo>
                <a:cubicBezTo>
                  <a:pt x="40" y="185"/>
                  <a:pt x="38" y="218"/>
                  <a:pt x="38" y="253"/>
                </a:cubicBezTo>
                <a:cubicBezTo>
                  <a:pt x="38" y="289"/>
                  <a:pt x="40" y="322"/>
                  <a:pt x="46" y="351"/>
                </a:cubicBezTo>
                <a:cubicBezTo>
                  <a:pt x="52" y="380"/>
                  <a:pt x="59" y="403"/>
                  <a:pt x="67" y="421"/>
                </a:cubicBezTo>
                <a:cubicBezTo>
                  <a:pt x="75" y="439"/>
                  <a:pt x="83" y="453"/>
                  <a:pt x="92" y="464"/>
                </a:cubicBezTo>
                <a:cubicBezTo>
                  <a:pt x="100" y="475"/>
                  <a:pt x="107" y="484"/>
                  <a:pt x="113" y="491"/>
                </a:cubicBezTo>
                <a:cubicBezTo>
                  <a:pt x="119" y="498"/>
                  <a:pt x="122" y="501"/>
                  <a:pt x="122" y="502"/>
                </a:cubicBezTo>
                <a:cubicBezTo>
                  <a:pt x="122" y="505"/>
                  <a:pt x="119" y="506"/>
                  <a:pt x="114" y="506"/>
                </a:cubicBezTo>
                <a:lnTo>
                  <a:pt x="112" y="506"/>
                </a:lnTo>
                <a:lnTo>
                  <a:pt x="106" y="506"/>
                </a:lnTo>
                <a:lnTo>
                  <a:pt x="92" y="494"/>
                </a:lnTo>
                <a:cubicBezTo>
                  <a:pt x="60" y="465"/>
                  <a:pt x="37" y="430"/>
                  <a:pt x="21" y="387"/>
                </a:cubicBezTo>
                <a:cubicBezTo>
                  <a:pt x="7" y="344"/>
                  <a:pt x="0" y="300"/>
                  <a:pt x="0" y="2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7" name=""/>
          <p:cNvSpPr/>
          <p:nvPr/>
        </p:nvSpPr>
        <p:spPr>
          <a:xfrm>
            <a:off x="8023320" y="2093760"/>
            <a:ext cx="83160" cy="128520"/>
          </a:xfrm>
          <a:custGeom>
            <a:avLst/>
            <a:gdLst/>
            <a:ahLst/>
            <a:rect l="0" t="0" r="r" b="b"/>
            <a:pathLst>
              <a:path w="231" h="357">
                <a:moveTo>
                  <a:pt x="37" y="24"/>
                </a:moveTo>
                <a:cubicBezTo>
                  <a:pt x="37" y="20"/>
                  <a:pt x="38" y="17"/>
                  <a:pt x="39" y="12"/>
                </a:cubicBezTo>
                <a:cubicBezTo>
                  <a:pt x="40" y="8"/>
                  <a:pt x="42" y="6"/>
                  <a:pt x="45" y="6"/>
                </a:cubicBezTo>
                <a:cubicBezTo>
                  <a:pt x="45" y="6"/>
                  <a:pt x="58" y="5"/>
                  <a:pt x="81" y="3"/>
                </a:cubicBezTo>
                <a:cubicBezTo>
                  <a:pt x="105" y="1"/>
                  <a:pt x="118" y="0"/>
                  <a:pt x="118" y="0"/>
                </a:cubicBezTo>
                <a:cubicBezTo>
                  <a:pt x="122" y="0"/>
                  <a:pt x="124" y="1"/>
                  <a:pt x="124" y="4"/>
                </a:cubicBezTo>
                <a:cubicBezTo>
                  <a:pt x="124" y="6"/>
                  <a:pt x="116" y="42"/>
                  <a:pt x="99" y="111"/>
                </a:cubicBezTo>
                <a:cubicBezTo>
                  <a:pt x="82" y="177"/>
                  <a:pt x="74" y="212"/>
                  <a:pt x="74" y="214"/>
                </a:cubicBezTo>
                <a:cubicBezTo>
                  <a:pt x="80" y="211"/>
                  <a:pt x="85" y="208"/>
                  <a:pt x="89" y="205"/>
                </a:cubicBezTo>
                <a:cubicBezTo>
                  <a:pt x="97" y="199"/>
                  <a:pt x="108" y="188"/>
                  <a:pt x="123" y="173"/>
                </a:cubicBezTo>
                <a:cubicBezTo>
                  <a:pt x="140" y="158"/>
                  <a:pt x="151" y="147"/>
                  <a:pt x="160" y="142"/>
                </a:cubicBezTo>
                <a:cubicBezTo>
                  <a:pt x="173" y="133"/>
                  <a:pt x="186" y="128"/>
                  <a:pt x="198" y="128"/>
                </a:cubicBezTo>
                <a:cubicBezTo>
                  <a:pt x="208" y="128"/>
                  <a:pt x="216" y="132"/>
                  <a:pt x="222" y="138"/>
                </a:cubicBezTo>
                <a:cubicBezTo>
                  <a:pt x="228" y="144"/>
                  <a:pt x="231" y="154"/>
                  <a:pt x="231" y="165"/>
                </a:cubicBezTo>
                <a:cubicBezTo>
                  <a:pt x="231" y="174"/>
                  <a:pt x="230" y="181"/>
                  <a:pt x="228" y="187"/>
                </a:cubicBezTo>
                <a:cubicBezTo>
                  <a:pt x="225" y="192"/>
                  <a:pt x="222" y="196"/>
                  <a:pt x="218" y="199"/>
                </a:cubicBezTo>
                <a:cubicBezTo>
                  <a:pt x="214" y="202"/>
                  <a:pt x="210" y="204"/>
                  <a:pt x="207" y="205"/>
                </a:cubicBezTo>
                <a:cubicBezTo>
                  <a:pt x="204" y="206"/>
                  <a:pt x="201" y="206"/>
                  <a:pt x="198" y="206"/>
                </a:cubicBezTo>
                <a:cubicBezTo>
                  <a:pt x="191" y="206"/>
                  <a:pt x="186" y="204"/>
                  <a:pt x="182" y="201"/>
                </a:cubicBezTo>
                <a:cubicBezTo>
                  <a:pt x="178" y="197"/>
                  <a:pt x="176" y="192"/>
                  <a:pt x="176" y="186"/>
                </a:cubicBezTo>
                <a:cubicBezTo>
                  <a:pt x="176" y="178"/>
                  <a:pt x="179" y="171"/>
                  <a:pt x="184" y="165"/>
                </a:cubicBezTo>
                <a:cubicBezTo>
                  <a:pt x="189" y="160"/>
                  <a:pt x="195" y="156"/>
                  <a:pt x="200" y="155"/>
                </a:cubicBezTo>
                <a:lnTo>
                  <a:pt x="208" y="153"/>
                </a:lnTo>
                <a:cubicBezTo>
                  <a:pt x="204" y="149"/>
                  <a:pt x="200" y="147"/>
                  <a:pt x="196" y="147"/>
                </a:cubicBezTo>
                <a:lnTo>
                  <a:pt x="194" y="147"/>
                </a:lnTo>
                <a:cubicBezTo>
                  <a:pt x="183" y="148"/>
                  <a:pt x="173" y="152"/>
                  <a:pt x="162" y="160"/>
                </a:cubicBezTo>
                <a:cubicBezTo>
                  <a:pt x="152" y="167"/>
                  <a:pt x="140" y="178"/>
                  <a:pt x="124" y="192"/>
                </a:cubicBezTo>
                <a:cubicBezTo>
                  <a:pt x="110" y="206"/>
                  <a:pt x="99" y="217"/>
                  <a:pt x="91" y="223"/>
                </a:cubicBezTo>
                <a:cubicBezTo>
                  <a:pt x="92" y="223"/>
                  <a:pt x="94" y="224"/>
                  <a:pt x="99" y="224"/>
                </a:cubicBezTo>
                <a:cubicBezTo>
                  <a:pt x="103" y="225"/>
                  <a:pt x="107" y="226"/>
                  <a:pt x="111" y="227"/>
                </a:cubicBezTo>
                <a:cubicBezTo>
                  <a:pt x="115" y="229"/>
                  <a:pt x="119" y="230"/>
                  <a:pt x="124" y="232"/>
                </a:cubicBezTo>
                <a:cubicBezTo>
                  <a:pt x="129" y="233"/>
                  <a:pt x="134" y="235"/>
                  <a:pt x="139" y="239"/>
                </a:cubicBezTo>
                <a:cubicBezTo>
                  <a:pt x="143" y="242"/>
                  <a:pt x="146" y="245"/>
                  <a:pt x="150" y="248"/>
                </a:cubicBezTo>
                <a:cubicBezTo>
                  <a:pt x="153" y="250"/>
                  <a:pt x="156" y="255"/>
                  <a:pt x="158" y="261"/>
                </a:cubicBezTo>
                <a:cubicBezTo>
                  <a:pt x="161" y="267"/>
                  <a:pt x="162" y="272"/>
                  <a:pt x="161" y="278"/>
                </a:cubicBezTo>
                <a:cubicBezTo>
                  <a:pt x="161" y="283"/>
                  <a:pt x="160" y="290"/>
                  <a:pt x="159" y="298"/>
                </a:cubicBezTo>
                <a:cubicBezTo>
                  <a:pt x="157" y="306"/>
                  <a:pt x="156" y="313"/>
                  <a:pt x="156" y="318"/>
                </a:cubicBezTo>
                <a:cubicBezTo>
                  <a:pt x="156" y="332"/>
                  <a:pt x="160" y="339"/>
                  <a:pt x="169" y="339"/>
                </a:cubicBezTo>
                <a:cubicBezTo>
                  <a:pt x="186" y="339"/>
                  <a:pt x="199" y="319"/>
                  <a:pt x="209" y="279"/>
                </a:cubicBezTo>
                <a:cubicBezTo>
                  <a:pt x="210" y="276"/>
                  <a:pt x="213" y="274"/>
                  <a:pt x="219" y="274"/>
                </a:cubicBezTo>
                <a:lnTo>
                  <a:pt x="221" y="274"/>
                </a:lnTo>
                <a:cubicBezTo>
                  <a:pt x="226" y="274"/>
                  <a:pt x="229" y="276"/>
                  <a:pt x="229" y="279"/>
                </a:cubicBezTo>
                <a:cubicBezTo>
                  <a:pt x="229" y="281"/>
                  <a:pt x="229" y="283"/>
                  <a:pt x="228" y="286"/>
                </a:cubicBezTo>
                <a:cubicBezTo>
                  <a:pt x="214" y="334"/>
                  <a:pt x="194" y="357"/>
                  <a:pt x="168" y="357"/>
                </a:cubicBezTo>
                <a:cubicBezTo>
                  <a:pt x="153" y="357"/>
                  <a:pt x="140" y="353"/>
                  <a:pt x="130" y="344"/>
                </a:cubicBezTo>
                <a:cubicBezTo>
                  <a:pt x="121" y="335"/>
                  <a:pt x="116" y="323"/>
                  <a:pt x="116" y="306"/>
                </a:cubicBezTo>
                <a:cubicBezTo>
                  <a:pt x="116" y="300"/>
                  <a:pt x="116" y="295"/>
                  <a:pt x="117" y="291"/>
                </a:cubicBezTo>
                <a:cubicBezTo>
                  <a:pt x="118" y="286"/>
                  <a:pt x="119" y="282"/>
                  <a:pt x="119" y="279"/>
                </a:cubicBezTo>
                <a:cubicBezTo>
                  <a:pt x="119" y="271"/>
                  <a:pt x="117" y="265"/>
                  <a:pt x="112" y="259"/>
                </a:cubicBezTo>
                <a:cubicBezTo>
                  <a:pt x="107" y="254"/>
                  <a:pt x="101" y="250"/>
                  <a:pt x="94" y="248"/>
                </a:cubicBezTo>
                <a:cubicBezTo>
                  <a:pt x="87" y="245"/>
                  <a:pt x="81" y="243"/>
                  <a:pt x="77" y="242"/>
                </a:cubicBezTo>
                <a:cubicBezTo>
                  <a:pt x="73" y="241"/>
                  <a:pt x="70" y="240"/>
                  <a:pt x="68" y="241"/>
                </a:cubicBezTo>
                <a:lnTo>
                  <a:pt x="67" y="241"/>
                </a:lnTo>
                <a:cubicBezTo>
                  <a:pt x="63" y="255"/>
                  <a:pt x="59" y="268"/>
                  <a:pt x="56" y="282"/>
                </a:cubicBezTo>
                <a:cubicBezTo>
                  <a:pt x="53" y="295"/>
                  <a:pt x="51" y="304"/>
                  <a:pt x="49" y="311"/>
                </a:cubicBezTo>
                <a:cubicBezTo>
                  <a:pt x="47" y="317"/>
                  <a:pt x="46" y="324"/>
                  <a:pt x="45" y="330"/>
                </a:cubicBezTo>
                <a:cubicBezTo>
                  <a:pt x="43" y="336"/>
                  <a:pt x="42" y="340"/>
                  <a:pt x="41" y="342"/>
                </a:cubicBezTo>
                <a:cubicBezTo>
                  <a:pt x="40" y="344"/>
                  <a:pt x="39" y="346"/>
                  <a:pt x="37" y="348"/>
                </a:cubicBezTo>
                <a:cubicBezTo>
                  <a:pt x="36" y="351"/>
                  <a:pt x="34" y="352"/>
                  <a:pt x="32" y="353"/>
                </a:cubicBezTo>
                <a:cubicBezTo>
                  <a:pt x="28" y="356"/>
                  <a:pt x="23" y="357"/>
                  <a:pt x="18" y="357"/>
                </a:cubicBezTo>
                <a:cubicBezTo>
                  <a:pt x="12" y="357"/>
                  <a:pt x="8" y="356"/>
                  <a:pt x="5" y="352"/>
                </a:cubicBezTo>
                <a:cubicBezTo>
                  <a:pt x="2" y="349"/>
                  <a:pt x="0" y="346"/>
                  <a:pt x="0" y="344"/>
                </a:cubicBezTo>
                <a:cubicBezTo>
                  <a:pt x="0" y="340"/>
                  <a:pt x="6" y="313"/>
                  <a:pt x="19" y="263"/>
                </a:cubicBezTo>
                <a:cubicBezTo>
                  <a:pt x="31" y="212"/>
                  <a:pt x="44" y="163"/>
                  <a:pt x="56" y="114"/>
                </a:cubicBezTo>
                <a:lnTo>
                  <a:pt x="74" y="39"/>
                </a:lnTo>
                <a:cubicBezTo>
                  <a:pt x="75" y="35"/>
                  <a:pt x="74" y="32"/>
                  <a:pt x="71" y="31"/>
                </a:cubicBezTo>
                <a:cubicBezTo>
                  <a:pt x="68" y="30"/>
                  <a:pt x="62" y="30"/>
                  <a:pt x="51" y="29"/>
                </a:cubicBezTo>
                <a:lnTo>
                  <a:pt x="49" y="29"/>
                </a:lnTo>
                <a:cubicBezTo>
                  <a:pt x="45" y="29"/>
                  <a:pt x="43" y="29"/>
                  <a:pt x="42" y="29"/>
                </a:cubicBezTo>
                <a:cubicBezTo>
                  <a:pt x="41" y="29"/>
                  <a:pt x="40" y="28"/>
                  <a:pt x="39" y="27"/>
                </a:cubicBezTo>
                <a:cubicBezTo>
                  <a:pt x="37" y="26"/>
                  <a:pt x="37" y="25"/>
                  <a:pt x="37" y="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8" name=""/>
          <p:cNvSpPr/>
          <p:nvPr/>
        </p:nvSpPr>
        <p:spPr>
          <a:xfrm>
            <a:off x="8119800" y="2113920"/>
            <a:ext cx="121320" cy="121320"/>
          </a:xfrm>
          <a:custGeom>
            <a:avLst/>
            <a:gdLst/>
            <a:ahLst/>
            <a:rect l="0" t="0" r="r" b="b"/>
            <a:pathLst>
              <a:path w="337" h="337">
                <a:moveTo>
                  <a:pt x="7" y="159"/>
                </a:moveTo>
                <a:lnTo>
                  <a:pt x="159" y="159"/>
                </a:lnTo>
                <a:lnTo>
                  <a:pt x="159" y="84"/>
                </a:lnTo>
                <a:lnTo>
                  <a:pt x="159" y="7"/>
                </a:lnTo>
                <a:cubicBezTo>
                  <a:pt x="163" y="2"/>
                  <a:pt x="166" y="0"/>
                  <a:pt x="169" y="0"/>
                </a:cubicBezTo>
                <a:cubicBezTo>
                  <a:pt x="173" y="0"/>
                  <a:pt x="177" y="3"/>
                  <a:pt x="179" y="9"/>
                </a:cubicBezTo>
                <a:lnTo>
                  <a:pt x="179" y="159"/>
                </a:lnTo>
                <a:lnTo>
                  <a:pt x="330" y="159"/>
                </a:lnTo>
                <a:cubicBezTo>
                  <a:pt x="335" y="162"/>
                  <a:pt x="337" y="165"/>
                  <a:pt x="337" y="169"/>
                </a:cubicBezTo>
                <a:cubicBezTo>
                  <a:pt x="337" y="174"/>
                  <a:pt x="335" y="177"/>
                  <a:pt x="330" y="180"/>
                </a:cubicBezTo>
                <a:lnTo>
                  <a:pt x="179" y="180"/>
                </a:lnTo>
                <a:lnTo>
                  <a:pt x="179" y="330"/>
                </a:lnTo>
                <a:cubicBezTo>
                  <a:pt x="176" y="335"/>
                  <a:pt x="173" y="337"/>
                  <a:pt x="170" y="337"/>
                </a:cubicBezTo>
                <a:lnTo>
                  <a:pt x="169" y="337"/>
                </a:lnTo>
                <a:lnTo>
                  <a:pt x="168" y="337"/>
                </a:lnTo>
                <a:cubicBezTo>
                  <a:pt x="164" y="337"/>
                  <a:pt x="161" y="335"/>
                  <a:pt x="159" y="330"/>
                </a:cubicBezTo>
                <a:lnTo>
                  <a:pt x="159" y="180"/>
                </a:lnTo>
                <a:lnTo>
                  <a:pt x="7" y="180"/>
                </a:lnTo>
                <a:cubicBezTo>
                  <a:pt x="2" y="177"/>
                  <a:pt x="0" y="174"/>
                  <a:pt x="0" y="169"/>
                </a:cubicBezTo>
                <a:cubicBezTo>
                  <a:pt x="0" y="165"/>
                  <a:pt x="2" y="162"/>
                  <a:pt x="7" y="1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9" name=""/>
          <p:cNvSpPr/>
          <p:nvPr/>
        </p:nvSpPr>
        <p:spPr>
          <a:xfrm>
            <a:off x="8265960" y="209880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6" y="45"/>
                </a:moveTo>
                <a:lnTo>
                  <a:pt x="60" y="47"/>
                </a:lnTo>
                <a:cubicBezTo>
                  <a:pt x="55" y="49"/>
                  <a:pt x="48" y="52"/>
                  <a:pt x="39" y="53"/>
                </a:cubicBezTo>
                <a:cubicBezTo>
                  <a:pt x="31" y="55"/>
                  <a:pt x="21" y="56"/>
                  <a:pt x="10" y="57"/>
                </a:cubicBezTo>
                <a:lnTo>
                  <a:pt x="0" y="57"/>
                </a:lnTo>
                <a:lnTo>
                  <a:pt x="0" y="33"/>
                </a:lnTo>
                <a:lnTo>
                  <a:pt x="10" y="33"/>
                </a:lnTo>
                <a:cubicBezTo>
                  <a:pt x="26" y="32"/>
                  <a:pt x="41" y="29"/>
                  <a:pt x="54" y="25"/>
                </a:cubicBezTo>
                <a:cubicBezTo>
                  <a:pt x="68" y="21"/>
                  <a:pt x="77" y="17"/>
                  <a:pt x="82" y="13"/>
                </a:cubicBezTo>
                <a:cubicBezTo>
                  <a:pt x="88" y="9"/>
                  <a:pt x="92" y="5"/>
                  <a:pt x="96" y="2"/>
                </a:cubicBezTo>
                <a:cubicBezTo>
                  <a:pt x="97" y="1"/>
                  <a:pt x="99" y="0"/>
                  <a:pt x="103" y="0"/>
                </a:cubicBezTo>
                <a:cubicBezTo>
                  <a:pt x="106" y="0"/>
                  <a:pt x="108" y="1"/>
                  <a:pt x="111" y="3"/>
                </a:cubicBezTo>
                <a:lnTo>
                  <a:pt x="111" y="155"/>
                </a:lnTo>
                <a:lnTo>
                  <a:pt x="112" y="307"/>
                </a:lnTo>
                <a:cubicBezTo>
                  <a:pt x="114" y="309"/>
                  <a:pt x="116" y="311"/>
                  <a:pt x="118" y="312"/>
                </a:cubicBezTo>
                <a:cubicBezTo>
                  <a:pt x="119" y="312"/>
                  <a:pt x="123" y="313"/>
                  <a:pt x="130" y="314"/>
                </a:cubicBezTo>
                <a:cubicBezTo>
                  <a:pt x="137" y="314"/>
                  <a:pt x="148" y="315"/>
                  <a:pt x="162" y="315"/>
                </a:cubicBezTo>
                <a:lnTo>
                  <a:pt x="175" y="315"/>
                </a:lnTo>
                <a:lnTo>
                  <a:pt x="175" y="338"/>
                </a:lnTo>
                <a:lnTo>
                  <a:pt x="170" y="338"/>
                </a:lnTo>
                <a:cubicBezTo>
                  <a:pt x="163" y="337"/>
                  <a:pt x="136" y="336"/>
                  <a:pt x="88" y="336"/>
                </a:cubicBezTo>
                <a:cubicBezTo>
                  <a:pt x="43" y="336"/>
                  <a:pt x="16" y="337"/>
                  <a:pt x="9" y="338"/>
                </a:cubicBezTo>
                <a:lnTo>
                  <a:pt x="3" y="338"/>
                </a:lnTo>
                <a:lnTo>
                  <a:pt x="3" y="315"/>
                </a:lnTo>
                <a:lnTo>
                  <a:pt x="16" y="315"/>
                </a:lnTo>
                <a:cubicBezTo>
                  <a:pt x="24" y="315"/>
                  <a:pt x="30" y="315"/>
                  <a:pt x="35" y="315"/>
                </a:cubicBezTo>
                <a:cubicBezTo>
                  <a:pt x="41" y="315"/>
                  <a:pt x="45" y="314"/>
                  <a:pt x="48" y="314"/>
                </a:cubicBezTo>
                <a:cubicBezTo>
                  <a:pt x="51" y="314"/>
                  <a:pt x="54" y="313"/>
                  <a:pt x="56" y="313"/>
                </a:cubicBezTo>
                <a:cubicBezTo>
                  <a:pt x="58" y="312"/>
                  <a:pt x="60" y="312"/>
                  <a:pt x="60" y="312"/>
                </a:cubicBezTo>
                <a:cubicBezTo>
                  <a:pt x="60" y="312"/>
                  <a:pt x="61" y="311"/>
                  <a:pt x="63" y="309"/>
                </a:cubicBezTo>
                <a:cubicBezTo>
                  <a:pt x="65" y="307"/>
                  <a:pt x="66" y="307"/>
                  <a:pt x="66" y="307"/>
                </a:cubicBezTo>
                <a:lnTo>
                  <a:pt x="66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0" name=""/>
          <p:cNvSpPr/>
          <p:nvPr/>
        </p:nvSpPr>
        <p:spPr>
          <a:xfrm>
            <a:off x="8352000" y="2083680"/>
            <a:ext cx="43920" cy="182160"/>
          </a:xfrm>
          <a:custGeom>
            <a:avLst/>
            <a:gdLst/>
            <a:ahLst/>
            <a:rect l="0" t="0" r="r" b="b"/>
            <a:pathLst>
              <a:path w="122" h="506">
                <a:moveTo>
                  <a:pt x="3" y="0"/>
                </a:moveTo>
                <a:lnTo>
                  <a:pt x="5" y="0"/>
                </a:lnTo>
                <a:cubicBezTo>
                  <a:pt x="6" y="0"/>
                  <a:pt x="8" y="0"/>
                  <a:pt x="10" y="0"/>
                </a:cubicBezTo>
                <a:lnTo>
                  <a:pt x="16" y="0"/>
                </a:lnTo>
                <a:lnTo>
                  <a:pt x="31" y="12"/>
                </a:lnTo>
                <a:cubicBezTo>
                  <a:pt x="63" y="41"/>
                  <a:pt x="86" y="77"/>
                  <a:pt x="100" y="120"/>
                </a:cubicBezTo>
                <a:cubicBezTo>
                  <a:pt x="115" y="163"/>
                  <a:pt x="122" y="207"/>
                  <a:pt x="122" y="253"/>
                </a:cubicBezTo>
                <a:cubicBezTo>
                  <a:pt x="122" y="276"/>
                  <a:pt x="120" y="298"/>
                  <a:pt x="117" y="320"/>
                </a:cubicBezTo>
                <a:cubicBezTo>
                  <a:pt x="113" y="341"/>
                  <a:pt x="110" y="359"/>
                  <a:pt x="105" y="374"/>
                </a:cubicBezTo>
                <a:cubicBezTo>
                  <a:pt x="101" y="389"/>
                  <a:pt x="95" y="403"/>
                  <a:pt x="86" y="418"/>
                </a:cubicBezTo>
                <a:cubicBezTo>
                  <a:pt x="78" y="433"/>
                  <a:pt x="72" y="444"/>
                  <a:pt x="67" y="452"/>
                </a:cubicBezTo>
                <a:cubicBezTo>
                  <a:pt x="63" y="460"/>
                  <a:pt x="56" y="468"/>
                  <a:pt x="47" y="478"/>
                </a:cubicBezTo>
                <a:cubicBezTo>
                  <a:pt x="37" y="487"/>
                  <a:pt x="32" y="493"/>
                  <a:pt x="30" y="495"/>
                </a:cubicBezTo>
                <a:cubicBezTo>
                  <a:pt x="29" y="496"/>
                  <a:pt x="25" y="499"/>
                  <a:pt x="18" y="504"/>
                </a:cubicBezTo>
                <a:cubicBezTo>
                  <a:pt x="17" y="505"/>
                  <a:pt x="16" y="506"/>
                  <a:pt x="16" y="506"/>
                </a:cubicBezTo>
                <a:lnTo>
                  <a:pt x="10" y="506"/>
                </a:lnTo>
                <a:cubicBezTo>
                  <a:pt x="7" y="506"/>
                  <a:pt x="5" y="506"/>
                  <a:pt x="4" y="506"/>
                </a:cubicBezTo>
                <a:cubicBezTo>
                  <a:pt x="3" y="506"/>
                  <a:pt x="2" y="506"/>
                  <a:pt x="2" y="505"/>
                </a:cubicBezTo>
                <a:cubicBezTo>
                  <a:pt x="1" y="504"/>
                  <a:pt x="0" y="502"/>
                  <a:pt x="0" y="500"/>
                </a:cubicBezTo>
                <a:cubicBezTo>
                  <a:pt x="0" y="500"/>
                  <a:pt x="2" y="498"/>
                  <a:pt x="6" y="494"/>
                </a:cubicBezTo>
                <a:cubicBezTo>
                  <a:pt x="59" y="439"/>
                  <a:pt x="85" y="359"/>
                  <a:pt x="85" y="253"/>
                </a:cubicBezTo>
                <a:cubicBezTo>
                  <a:pt x="85" y="148"/>
                  <a:pt x="59" y="68"/>
                  <a:pt x="6" y="12"/>
                </a:cubicBezTo>
                <a:cubicBezTo>
                  <a:pt x="2" y="8"/>
                  <a:pt x="0" y="6"/>
                  <a:pt x="0" y="6"/>
                </a:cubicBezTo>
                <a:cubicBezTo>
                  <a:pt x="0" y="3"/>
                  <a:pt x="1" y="1"/>
                  <a:pt x="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1" name=""/>
          <p:cNvSpPr/>
          <p:nvPr/>
        </p:nvSpPr>
        <p:spPr>
          <a:xfrm>
            <a:off x="8504640" y="2104920"/>
            <a:ext cx="157320" cy="10800"/>
          </a:xfrm>
          <a:custGeom>
            <a:avLst/>
            <a:gdLst/>
            <a:ahLst/>
            <a:rect l="0" t="0" r="r" b="b"/>
            <a:pathLst>
              <a:path w="437" h="30">
                <a:moveTo>
                  <a:pt x="10" y="0"/>
                </a:moveTo>
                <a:lnTo>
                  <a:pt x="426" y="0"/>
                </a:lnTo>
                <a:cubicBezTo>
                  <a:pt x="433" y="4"/>
                  <a:pt x="437" y="9"/>
                  <a:pt x="437" y="15"/>
                </a:cubicBezTo>
                <a:cubicBezTo>
                  <a:pt x="437" y="21"/>
                  <a:pt x="433" y="26"/>
                  <a:pt x="426" y="30"/>
                </a:cubicBezTo>
                <a:lnTo>
                  <a:pt x="10" y="30"/>
                </a:lnTo>
                <a:cubicBezTo>
                  <a:pt x="3" y="27"/>
                  <a:pt x="0" y="22"/>
                  <a:pt x="0" y="15"/>
                </a:cubicBezTo>
                <a:cubicBezTo>
                  <a:pt x="0" y="9"/>
                  <a:pt x="3" y="4"/>
                  <a:pt x="1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2" name=""/>
          <p:cNvSpPr/>
          <p:nvPr/>
        </p:nvSpPr>
        <p:spPr>
          <a:xfrm>
            <a:off x="8749440" y="206064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2" y="110"/>
                </a:moveTo>
                <a:cubicBezTo>
                  <a:pt x="15" y="90"/>
                  <a:pt x="28" y="67"/>
                  <a:pt x="51" y="41"/>
                </a:cubicBezTo>
                <a:cubicBezTo>
                  <a:pt x="73" y="14"/>
                  <a:pt x="101" y="1"/>
                  <a:pt x="134" y="0"/>
                </a:cubicBezTo>
                <a:cubicBezTo>
                  <a:pt x="150" y="0"/>
                  <a:pt x="166" y="5"/>
                  <a:pt x="179" y="13"/>
                </a:cubicBezTo>
                <a:cubicBezTo>
                  <a:pt x="193" y="22"/>
                  <a:pt x="203" y="33"/>
                  <a:pt x="210" y="46"/>
                </a:cubicBezTo>
                <a:cubicBezTo>
                  <a:pt x="231" y="15"/>
                  <a:pt x="255" y="0"/>
                  <a:pt x="283" y="0"/>
                </a:cubicBezTo>
                <a:cubicBezTo>
                  <a:pt x="301" y="0"/>
                  <a:pt x="316" y="6"/>
                  <a:pt x="329" y="16"/>
                </a:cubicBezTo>
                <a:cubicBezTo>
                  <a:pt x="342" y="27"/>
                  <a:pt x="349" y="41"/>
                  <a:pt x="349" y="58"/>
                </a:cubicBezTo>
                <a:cubicBezTo>
                  <a:pt x="349" y="72"/>
                  <a:pt x="346" y="83"/>
                  <a:pt x="339" y="92"/>
                </a:cubicBezTo>
                <a:cubicBezTo>
                  <a:pt x="332" y="101"/>
                  <a:pt x="326" y="106"/>
                  <a:pt x="320" y="108"/>
                </a:cubicBezTo>
                <a:cubicBezTo>
                  <a:pt x="314" y="110"/>
                  <a:pt x="308" y="111"/>
                  <a:pt x="303" y="111"/>
                </a:cubicBezTo>
                <a:cubicBezTo>
                  <a:pt x="294" y="111"/>
                  <a:pt x="287" y="108"/>
                  <a:pt x="281" y="103"/>
                </a:cubicBezTo>
                <a:cubicBezTo>
                  <a:pt x="276" y="97"/>
                  <a:pt x="273" y="91"/>
                  <a:pt x="273" y="82"/>
                </a:cubicBezTo>
                <a:cubicBezTo>
                  <a:pt x="273" y="60"/>
                  <a:pt x="285" y="45"/>
                  <a:pt x="308" y="37"/>
                </a:cubicBezTo>
                <a:cubicBezTo>
                  <a:pt x="303" y="31"/>
                  <a:pt x="294" y="28"/>
                  <a:pt x="280" y="28"/>
                </a:cubicBezTo>
                <a:cubicBezTo>
                  <a:pt x="274" y="28"/>
                  <a:pt x="269" y="28"/>
                  <a:pt x="266" y="29"/>
                </a:cubicBezTo>
                <a:cubicBezTo>
                  <a:pt x="248" y="37"/>
                  <a:pt x="235" y="52"/>
                  <a:pt x="225" y="76"/>
                </a:cubicBezTo>
                <a:cubicBezTo>
                  <a:pt x="197" y="182"/>
                  <a:pt x="182" y="243"/>
                  <a:pt x="182" y="262"/>
                </a:cubicBezTo>
                <a:cubicBezTo>
                  <a:pt x="182" y="275"/>
                  <a:pt x="186" y="285"/>
                  <a:pt x="194" y="290"/>
                </a:cubicBezTo>
                <a:cubicBezTo>
                  <a:pt x="201" y="296"/>
                  <a:pt x="210" y="299"/>
                  <a:pt x="219" y="299"/>
                </a:cubicBezTo>
                <a:cubicBezTo>
                  <a:pt x="237" y="299"/>
                  <a:pt x="255" y="291"/>
                  <a:pt x="272" y="275"/>
                </a:cubicBezTo>
                <a:cubicBezTo>
                  <a:pt x="289" y="260"/>
                  <a:pt x="301" y="239"/>
                  <a:pt x="307" y="216"/>
                </a:cubicBezTo>
                <a:cubicBezTo>
                  <a:pt x="308" y="212"/>
                  <a:pt x="310" y="209"/>
                  <a:pt x="311" y="209"/>
                </a:cubicBezTo>
                <a:cubicBezTo>
                  <a:pt x="313" y="208"/>
                  <a:pt x="317" y="208"/>
                  <a:pt x="323" y="207"/>
                </a:cubicBezTo>
                <a:lnTo>
                  <a:pt x="326" y="207"/>
                </a:lnTo>
                <a:cubicBezTo>
                  <a:pt x="333" y="207"/>
                  <a:pt x="336" y="209"/>
                  <a:pt x="336" y="213"/>
                </a:cubicBezTo>
                <a:cubicBezTo>
                  <a:pt x="336" y="213"/>
                  <a:pt x="336" y="216"/>
                  <a:pt x="335" y="221"/>
                </a:cubicBezTo>
                <a:cubicBezTo>
                  <a:pt x="327" y="248"/>
                  <a:pt x="312" y="273"/>
                  <a:pt x="291" y="294"/>
                </a:cubicBezTo>
                <a:cubicBezTo>
                  <a:pt x="269" y="315"/>
                  <a:pt x="243" y="325"/>
                  <a:pt x="213" y="325"/>
                </a:cubicBezTo>
                <a:cubicBezTo>
                  <a:pt x="180" y="325"/>
                  <a:pt x="154" y="310"/>
                  <a:pt x="137" y="280"/>
                </a:cubicBezTo>
                <a:cubicBezTo>
                  <a:pt x="118" y="310"/>
                  <a:pt x="95" y="325"/>
                  <a:pt x="70" y="325"/>
                </a:cubicBezTo>
                <a:lnTo>
                  <a:pt x="66" y="325"/>
                </a:lnTo>
                <a:cubicBezTo>
                  <a:pt x="42" y="325"/>
                  <a:pt x="26" y="318"/>
                  <a:pt x="16" y="306"/>
                </a:cubicBezTo>
                <a:cubicBezTo>
                  <a:pt x="6" y="294"/>
                  <a:pt x="0" y="281"/>
                  <a:pt x="0" y="267"/>
                </a:cubicBezTo>
                <a:cubicBezTo>
                  <a:pt x="0" y="250"/>
                  <a:pt x="4" y="238"/>
                  <a:pt x="14" y="229"/>
                </a:cubicBezTo>
                <a:cubicBezTo>
                  <a:pt x="23" y="219"/>
                  <a:pt x="33" y="214"/>
                  <a:pt x="46" y="214"/>
                </a:cubicBezTo>
                <a:cubicBezTo>
                  <a:pt x="66" y="214"/>
                  <a:pt x="76" y="224"/>
                  <a:pt x="76" y="244"/>
                </a:cubicBezTo>
                <a:cubicBezTo>
                  <a:pt x="76" y="255"/>
                  <a:pt x="74" y="263"/>
                  <a:pt x="68" y="270"/>
                </a:cubicBezTo>
                <a:cubicBezTo>
                  <a:pt x="62" y="277"/>
                  <a:pt x="57" y="282"/>
                  <a:pt x="51" y="285"/>
                </a:cubicBezTo>
                <a:cubicBezTo>
                  <a:pt x="46" y="287"/>
                  <a:pt x="43" y="288"/>
                  <a:pt x="42" y="288"/>
                </a:cubicBezTo>
                <a:lnTo>
                  <a:pt x="40" y="289"/>
                </a:lnTo>
                <a:cubicBezTo>
                  <a:pt x="40" y="289"/>
                  <a:pt x="41" y="290"/>
                  <a:pt x="44" y="292"/>
                </a:cubicBezTo>
                <a:cubicBezTo>
                  <a:pt x="47" y="293"/>
                  <a:pt x="51" y="295"/>
                  <a:pt x="56" y="297"/>
                </a:cubicBezTo>
                <a:cubicBezTo>
                  <a:pt x="60" y="299"/>
                  <a:pt x="65" y="299"/>
                  <a:pt x="69" y="299"/>
                </a:cubicBezTo>
                <a:cubicBezTo>
                  <a:pt x="86" y="299"/>
                  <a:pt x="101" y="288"/>
                  <a:pt x="114" y="267"/>
                </a:cubicBezTo>
                <a:cubicBezTo>
                  <a:pt x="118" y="259"/>
                  <a:pt x="123" y="242"/>
                  <a:pt x="130" y="217"/>
                </a:cubicBezTo>
                <a:cubicBezTo>
                  <a:pt x="137" y="192"/>
                  <a:pt x="143" y="167"/>
                  <a:pt x="150" y="140"/>
                </a:cubicBezTo>
                <a:cubicBezTo>
                  <a:pt x="157" y="113"/>
                  <a:pt x="161" y="97"/>
                  <a:pt x="162" y="93"/>
                </a:cubicBezTo>
                <a:cubicBezTo>
                  <a:pt x="164" y="80"/>
                  <a:pt x="165" y="71"/>
                  <a:pt x="165" y="65"/>
                </a:cubicBezTo>
                <a:cubicBezTo>
                  <a:pt x="165" y="51"/>
                  <a:pt x="162" y="42"/>
                  <a:pt x="154" y="36"/>
                </a:cubicBezTo>
                <a:cubicBezTo>
                  <a:pt x="147" y="30"/>
                  <a:pt x="139" y="28"/>
                  <a:pt x="130" y="28"/>
                </a:cubicBezTo>
                <a:cubicBezTo>
                  <a:pt x="111" y="28"/>
                  <a:pt x="93" y="35"/>
                  <a:pt x="76" y="51"/>
                </a:cubicBezTo>
                <a:cubicBezTo>
                  <a:pt x="60" y="66"/>
                  <a:pt x="48" y="85"/>
                  <a:pt x="41" y="109"/>
                </a:cubicBezTo>
                <a:cubicBezTo>
                  <a:pt x="40" y="113"/>
                  <a:pt x="39" y="116"/>
                  <a:pt x="38" y="116"/>
                </a:cubicBezTo>
                <a:cubicBezTo>
                  <a:pt x="36" y="117"/>
                  <a:pt x="33" y="117"/>
                  <a:pt x="26" y="118"/>
                </a:cubicBezTo>
                <a:lnTo>
                  <a:pt x="16" y="118"/>
                </a:lnTo>
                <a:cubicBezTo>
                  <a:pt x="14" y="115"/>
                  <a:pt x="12" y="112"/>
                  <a:pt x="12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3" name=""/>
          <p:cNvSpPr/>
          <p:nvPr/>
        </p:nvSpPr>
        <p:spPr>
          <a:xfrm>
            <a:off x="8913240" y="2083680"/>
            <a:ext cx="43920" cy="182160"/>
          </a:xfrm>
          <a:custGeom>
            <a:avLst/>
            <a:gdLst/>
            <a:ahLst/>
            <a:rect l="0" t="0" r="r" b="b"/>
            <a:pathLst>
              <a:path w="122" h="506">
                <a:moveTo>
                  <a:pt x="0" y="253"/>
                </a:moveTo>
                <a:cubicBezTo>
                  <a:pt x="0" y="230"/>
                  <a:pt x="2" y="208"/>
                  <a:pt x="5" y="187"/>
                </a:cubicBezTo>
                <a:cubicBezTo>
                  <a:pt x="8" y="166"/>
                  <a:pt x="12" y="148"/>
                  <a:pt x="17" y="133"/>
                </a:cubicBezTo>
                <a:cubicBezTo>
                  <a:pt x="22" y="118"/>
                  <a:pt x="28" y="103"/>
                  <a:pt x="36" y="89"/>
                </a:cubicBezTo>
                <a:cubicBezTo>
                  <a:pt x="44" y="74"/>
                  <a:pt x="51" y="63"/>
                  <a:pt x="56" y="55"/>
                </a:cubicBezTo>
                <a:cubicBezTo>
                  <a:pt x="60" y="47"/>
                  <a:pt x="67" y="38"/>
                  <a:pt x="77" y="29"/>
                </a:cubicBezTo>
                <a:cubicBezTo>
                  <a:pt x="86" y="18"/>
                  <a:pt x="92" y="12"/>
                  <a:pt x="94" y="10"/>
                </a:cubicBezTo>
                <a:cubicBezTo>
                  <a:pt x="95" y="8"/>
                  <a:pt x="99" y="5"/>
                  <a:pt x="106" y="0"/>
                </a:cubicBezTo>
                <a:lnTo>
                  <a:pt x="113" y="0"/>
                </a:lnTo>
                <a:lnTo>
                  <a:pt x="115" y="0"/>
                </a:lnTo>
                <a:cubicBezTo>
                  <a:pt x="119" y="0"/>
                  <a:pt x="122" y="1"/>
                  <a:pt x="122" y="4"/>
                </a:cubicBezTo>
                <a:cubicBezTo>
                  <a:pt x="122" y="5"/>
                  <a:pt x="119" y="9"/>
                  <a:pt x="113" y="15"/>
                </a:cubicBezTo>
                <a:cubicBezTo>
                  <a:pt x="108" y="22"/>
                  <a:pt x="101" y="31"/>
                  <a:pt x="93" y="43"/>
                </a:cubicBezTo>
                <a:cubicBezTo>
                  <a:pt x="84" y="54"/>
                  <a:pt x="76" y="69"/>
                  <a:pt x="68" y="86"/>
                </a:cubicBezTo>
                <a:cubicBezTo>
                  <a:pt x="59" y="103"/>
                  <a:pt x="52" y="127"/>
                  <a:pt x="47" y="156"/>
                </a:cubicBezTo>
                <a:cubicBezTo>
                  <a:pt x="41" y="185"/>
                  <a:pt x="38" y="218"/>
                  <a:pt x="38" y="253"/>
                </a:cubicBezTo>
                <a:cubicBezTo>
                  <a:pt x="38" y="289"/>
                  <a:pt x="41" y="322"/>
                  <a:pt x="47" y="351"/>
                </a:cubicBezTo>
                <a:cubicBezTo>
                  <a:pt x="52" y="380"/>
                  <a:pt x="59" y="403"/>
                  <a:pt x="67" y="421"/>
                </a:cubicBezTo>
                <a:cubicBezTo>
                  <a:pt x="75" y="439"/>
                  <a:pt x="84" y="453"/>
                  <a:pt x="92" y="464"/>
                </a:cubicBezTo>
                <a:cubicBezTo>
                  <a:pt x="100" y="475"/>
                  <a:pt x="108" y="484"/>
                  <a:pt x="113" y="491"/>
                </a:cubicBezTo>
                <a:cubicBezTo>
                  <a:pt x="119" y="498"/>
                  <a:pt x="122" y="501"/>
                  <a:pt x="122" y="502"/>
                </a:cubicBezTo>
                <a:cubicBezTo>
                  <a:pt x="122" y="505"/>
                  <a:pt x="119" y="506"/>
                  <a:pt x="114" y="506"/>
                </a:cubicBezTo>
                <a:lnTo>
                  <a:pt x="113" y="506"/>
                </a:lnTo>
                <a:lnTo>
                  <a:pt x="106" y="506"/>
                </a:lnTo>
                <a:lnTo>
                  <a:pt x="92" y="494"/>
                </a:lnTo>
                <a:cubicBezTo>
                  <a:pt x="60" y="465"/>
                  <a:pt x="37" y="430"/>
                  <a:pt x="23" y="387"/>
                </a:cubicBezTo>
                <a:cubicBezTo>
                  <a:pt x="7" y="344"/>
                  <a:pt x="0" y="300"/>
                  <a:pt x="0" y="2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4" name=""/>
          <p:cNvSpPr/>
          <p:nvPr/>
        </p:nvSpPr>
        <p:spPr>
          <a:xfrm>
            <a:off x="8975520" y="2093760"/>
            <a:ext cx="83160" cy="128520"/>
          </a:xfrm>
          <a:custGeom>
            <a:avLst/>
            <a:gdLst/>
            <a:ahLst/>
            <a:rect l="0" t="0" r="r" b="b"/>
            <a:pathLst>
              <a:path w="231" h="357">
                <a:moveTo>
                  <a:pt x="38" y="24"/>
                </a:moveTo>
                <a:cubicBezTo>
                  <a:pt x="38" y="20"/>
                  <a:pt x="39" y="17"/>
                  <a:pt x="40" y="12"/>
                </a:cubicBezTo>
                <a:cubicBezTo>
                  <a:pt x="42" y="8"/>
                  <a:pt x="44" y="6"/>
                  <a:pt x="46" y="6"/>
                </a:cubicBezTo>
                <a:cubicBezTo>
                  <a:pt x="47" y="6"/>
                  <a:pt x="59" y="5"/>
                  <a:pt x="83" y="3"/>
                </a:cubicBezTo>
                <a:cubicBezTo>
                  <a:pt x="107" y="1"/>
                  <a:pt x="119" y="0"/>
                  <a:pt x="120" y="0"/>
                </a:cubicBezTo>
                <a:cubicBezTo>
                  <a:pt x="124" y="0"/>
                  <a:pt x="126" y="1"/>
                  <a:pt x="126" y="4"/>
                </a:cubicBezTo>
                <a:cubicBezTo>
                  <a:pt x="126" y="6"/>
                  <a:pt x="117" y="42"/>
                  <a:pt x="100" y="111"/>
                </a:cubicBezTo>
                <a:cubicBezTo>
                  <a:pt x="84" y="177"/>
                  <a:pt x="75" y="212"/>
                  <a:pt x="75" y="214"/>
                </a:cubicBezTo>
                <a:cubicBezTo>
                  <a:pt x="82" y="211"/>
                  <a:pt x="87" y="208"/>
                  <a:pt x="90" y="205"/>
                </a:cubicBezTo>
                <a:cubicBezTo>
                  <a:pt x="98" y="199"/>
                  <a:pt x="110" y="188"/>
                  <a:pt x="125" y="173"/>
                </a:cubicBezTo>
                <a:cubicBezTo>
                  <a:pt x="140" y="158"/>
                  <a:pt x="152" y="147"/>
                  <a:pt x="160" y="142"/>
                </a:cubicBezTo>
                <a:cubicBezTo>
                  <a:pt x="174" y="133"/>
                  <a:pt x="186" y="128"/>
                  <a:pt x="199" y="128"/>
                </a:cubicBezTo>
                <a:cubicBezTo>
                  <a:pt x="209" y="128"/>
                  <a:pt x="217" y="132"/>
                  <a:pt x="222" y="138"/>
                </a:cubicBezTo>
                <a:cubicBezTo>
                  <a:pt x="228" y="144"/>
                  <a:pt x="231" y="154"/>
                  <a:pt x="231" y="165"/>
                </a:cubicBezTo>
                <a:cubicBezTo>
                  <a:pt x="231" y="174"/>
                  <a:pt x="230" y="181"/>
                  <a:pt x="228" y="187"/>
                </a:cubicBezTo>
                <a:cubicBezTo>
                  <a:pt x="226" y="192"/>
                  <a:pt x="222" y="196"/>
                  <a:pt x="218" y="199"/>
                </a:cubicBezTo>
                <a:cubicBezTo>
                  <a:pt x="214" y="202"/>
                  <a:pt x="211" y="204"/>
                  <a:pt x="208" y="205"/>
                </a:cubicBezTo>
                <a:cubicBezTo>
                  <a:pt x="205" y="206"/>
                  <a:pt x="202" y="206"/>
                  <a:pt x="199" y="206"/>
                </a:cubicBezTo>
                <a:cubicBezTo>
                  <a:pt x="192" y="206"/>
                  <a:pt x="186" y="204"/>
                  <a:pt x="182" y="201"/>
                </a:cubicBezTo>
                <a:cubicBezTo>
                  <a:pt x="178" y="197"/>
                  <a:pt x="176" y="192"/>
                  <a:pt x="176" y="186"/>
                </a:cubicBezTo>
                <a:cubicBezTo>
                  <a:pt x="176" y="178"/>
                  <a:pt x="179" y="171"/>
                  <a:pt x="184" y="165"/>
                </a:cubicBezTo>
                <a:cubicBezTo>
                  <a:pt x="190" y="160"/>
                  <a:pt x="195" y="156"/>
                  <a:pt x="201" y="155"/>
                </a:cubicBezTo>
                <a:lnTo>
                  <a:pt x="209" y="153"/>
                </a:lnTo>
                <a:cubicBezTo>
                  <a:pt x="205" y="149"/>
                  <a:pt x="201" y="147"/>
                  <a:pt x="197" y="147"/>
                </a:cubicBezTo>
                <a:lnTo>
                  <a:pt x="195" y="147"/>
                </a:lnTo>
                <a:cubicBezTo>
                  <a:pt x="184" y="148"/>
                  <a:pt x="173" y="152"/>
                  <a:pt x="163" y="160"/>
                </a:cubicBezTo>
                <a:cubicBezTo>
                  <a:pt x="152" y="167"/>
                  <a:pt x="140" y="178"/>
                  <a:pt x="126" y="192"/>
                </a:cubicBezTo>
                <a:cubicBezTo>
                  <a:pt x="112" y="206"/>
                  <a:pt x="100" y="217"/>
                  <a:pt x="92" y="223"/>
                </a:cubicBezTo>
                <a:cubicBezTo>
                  <a:pt x="93" y="223"/>
                  <a:pt x="96" y="224"/>
                  <a:pt x="100" y="224"/>
                </a:cubicBezTo>
                <a:cubicBezTo>
                  <a:pt x="104" y="225"/>
                  <a:pt x="108" y="226"/>
                  <a:pt x="112" y="227"/>
                </a:cubicBezTo>
                <a:cubicBezTo>
                  <a:pt x="116" y="229"/>
                  <a:pt x="120" y="230"/>
                  <a:pt x="125" y="232"/>
                </a:cubicBezTo>
                <a:cubicBezTo>
                  <a:pt x="130" y="233"/>
                  <a:pt x="135" y="235"/>
                  <a:pt x="139" y="239"/>
                </a:cubicBezTo>
                <a:cubicBezTo>
                  <a:pt x="143" y="242"/>
                  <a:pt x="147" y="245"/>
                  <a:pt x="150" y="248"/>
                </a:cubicBezTo>
                <a:cubicBezTo>
                  <a:pt x="153" y="250"/>
                  <a:pt x="156" y="255"/>
                  <a:pt x="159" y="261"/>
                </a:cubicBezTo>
                <a:cubicBezTo>
                  <a:pt x="161" y="267"/>
                  <a:pt x="162" y="272"/>
                  <a:pt x="162" y="278"/>
                </a:cubicBezTo>
                <a:cubicBezTo>
                  <a:pt x="162" y="283"/>
                  <a:pt x="161" y="290"/>
                  <a:pt x="159" y="298"/>
                </a:cubicBezTo>
                <a:cubicBezTo>
                  <a:pt x="157" y="306"/>
                  <a:pt x="156" y="313"/>
                  <a:pt x="156" y="318"/>
                </a:cubicBezTo>
                <a:cubicBezTo>
                  <a:pt x="156" y="332"/>
                  <a:pt x="161" y="339"/>
                  <a:pt x="170" y="339"/>
                </a:cubicBezTo>
                <a:cubicBezTo>
                  <a:pt x="186" y="339"/>
                  <a:pt x="199" y="319"/>
                  <a:pt x="209" y="279"/>
                </a:cubicBezTo>
                <a:cubicBezTo>
                  <a:pt x="210" y="276"/>
                  <a:pt x="213" y="274"/>
                  <a:pt x="219" y="274"/>
                </a:cubicBezTo>
                <a:lnTo>
                  <a:pt x="221" y="274"/>
                </a:lnTo>
                <a:cubicBezTo>
                  <a:pt x="227" y="274"/>
                  <a:pt x="229" y="276"/>
                  <a:pt x="229" y="279"/>
                </a:cubicBezTo>
                <a:cubicBezTo>
                  <a:pt x="229" y="281"/>
                  <a:pt x="229" y="283"/>
                  <a:pt x="228" y="286"/>
                </a:cubicBezTo>
                <a:cubicBezTo>
                  <a:pt x="214" y="334"/>
                  <a:pt x="194" y="357"/>
                  <a:pt x="168" y="357"/>
                </a:cubicBezTo>
                <a:cubicBezTo>
                  <a:pt x="153" y="357"/>
                  <a:pt x="141" y="353"/>
                  <a:pt x="131" y="344"/>
                </a:cubicBezTo>
                <a:cubicBezTo>
                  <a:pt x="122" y="335"/>
                  <a:pt x="117" y="323"/>
                  <a:pt x="117" y="306"/>
                </a:cubicBezTo>
                <a:cubicBezTo>
                  <a:pt x="117" y="300"/>
                  <a:pt x="118" y="295"/>
                  <a:pt x="119" y="291"/>
                </a:cubicBezTo>
                <a:cubicBezTo>
                  <a:pt x="120" y="286"/>
                  <a:pt x="120" y="282"/>
                  <a:pt x="120" y="279"/>
                </a:cubicBezTo>
                <a:cubicBezTo>
                  <a:pt x="120" y="271"/>
                  <a:pt x="118" y="265"/>
                  <a:pt x="113" y="259"/>
                </a:cubicBezTo>
                <a:cubicBezTo>
                  <a:pt x="108" y="254"/>
                  <a:pt x="103" y="250"/>
                  <a:pt x="95" y="248"/>
                </a:cubicBezTo>
                <a:cubicBezTo>
                  <a:pt x="88" y="245"/>
                  <a:pt x="83" y="243"/>
                  <a:pt x="78" y="242"/>
                </a:cubicBezTo>
                <a:cubicBezTo>
                  <a:pt x="74" y="241"/>
                  <a:pt x="71" y="240"/>
                  <a:pt x="69" y="241"/>
                </a:cubicBezTo>
                <a:lnTo>
                  <a:pt x="68" y="241"/>
                </a:lnTo>
                <a:cubicBezTo>
                  <a:pt x="64" y="255"/>
                  <a:pt x="61" y="268"/>
                  <a:pt x="58" y="282"/>
                </a:cubicBezTo>
                <a:cubicBezTo>
                  <a:pt x="54" y="295"/>
                  <a:pt x="52" y="304"/>
                  <a:pt x="50" y="311"/>
                </a:cubicBezTo>
                <a:cubicBezTo>
                  <a:pt x="49" y="317"/>
                  <a:pt x="47" y="324"/>
                  <a:pt x="46" y="330"/>
                </a:cubicBezTo>
                <a:cubicBezTo>
                  <a:pt x="45" y="336"/>
                  <a:pt x="43" y="340"/>
                  <a:pt x="42" y="342"/>
                </a:cubicBezTo>
                <a:cubicBezTo>
                  <a:pt x="41" y="344"/>
                  <a:pt x="40" y="346"/>
                  <a:pt x="39" y="348"/>
                </a:cubicBezTo>
                <a:cubicBezTo>
                  <a:pt x="37" y="351"/>
                  <a:pt x="36" y="352"/>
                  <a:pt x="33" y="353"/>
                </a:cubicBezTo>
                <a:cubicBezTo>
                  <a:pt x="29" y="356"/>
                  <a:pt x="24" y="357"/>
                  <a:pt x="18" y="357"/>
                </a:cubicBezTo>
                <a:cubicBezTo>
                  <a:pt x="12" y="357"/>
                  <a:pt x="8" y="356"/>
                  <a:pt x="5" y="352"/>
                </a:cubicBezTo>
                <a:cubicBezTo>
                  <a:pt x="2" y="349"/>
                  <a:pt x="0" y="346"/>
                  <a:pt x="0" y="344"/>
                </a:cubicBezTo>
                <a:cubicBezTo>
                  <a:pt x="0" y="340"/>
                  <a:pt x="7" y="313"/>
                  <a:pt x="19" y="263"/>
                </a:cubicBezTo>
                <a:cubicBezTo>
                  <a:pt x="33" y="212"/>
                  <a:pt x="45" y="163"/>
                  <a:pt x="57" y="114"/>
                </a:cubicBezTo>
                <a:lnTo>
                  <a:pt x="76" y="39"/>
                </a:lnTo>
                <a:cubicBezTo>
                  <a:pt x="76" y="35"/>
                  <a:pt x="75" y="32"/>
                  <a:pt x="72" y="31"/>
                </a:cubicBezTo>
                <a:cubicBezTo>
                  <a:pt x="69" y="30"/>
                  <a:pt x="63" y="30"/>
                  <a:pt x="52" y="29"/>
                </a:cubicBezTo>
                <a:lnTo>
                  <a:pt x="50" y="29"/>
                </a:lnTo>
                <a:cubicBezTo>
                  <a:pt x="47" y="29"/>
                  <a:pt x="44" y="29"/>
                  <a:pt x="43" y="29"/>
                </a:cubicBezTo>
                <a:cubicBezTo>
                  <a:pt x="42" y="29"/>
                  <a:pt x="41" y="28"/>
                  <a:pt x="40" y="27"/>
                </a:cubicBezTo>
                <a:cubicBezTo>
                  <a:pt x="38" y="26"/>
                  <a:pt x="38" y="25"/>
                  <a:pt x="38" y="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5" name=""/>
          <p:cNvSpPr/>
          <p:nvPr/>
        </p:nvSpPr>
        <p:spPr>
          <a:xfrm>
            <a:off x="9071640" y="2083680"/>
            <a:ext cx="43920" cy="182160"/>
          </a:xfrm>
          <a:custGeom>
            <a:avLst/>
            <a:gdLst/>
            <a:ahLst/>
            <a:rect l="0" t="0" r="r" b="b"/>
            <a:pathLst>
              <a:path w="122" h="506">
                <a:moveTo>
                  <a:pt x="3" y="0"/>
                </a:moveTo>
                <a:lnTo>
                  <a:pt x="5" y="0"/>
                </a:lnTo>
                <a:cubicBezTo>
                  <a:pt x="7" y="0"/>
                  <a:pt x="8" y="0"/>
                  <a:pt x="10" y="0"/>
                </a:cubicBezTo>
                <a:lnTo>
                  <a:pt x="16" y="0"/>
                </a:lnTo>
                <a:lnTo>
                  <a:pt x="30" y="12"/>
                </a:lnTo>
                <a:cubicBezTo>
                  <a:pt x="63" y="41"/>
                  <a:pt x="86" y="77"/>
                  <a:pt x="100" y="120"/>
                </a:cubicBezTo>
                <a:cubicBezTo>
                  <a:pt x="115" y="163"/>
                  <a:pt x="122" y="207"/>
                  <a:pt x="122" y="253"/>
                </a:cubicBezTo>
                <a:cubicBezTo>
                  <a:pt x="122" y="276"/>
                  <a:pt x="120" y="298"/>
                  <a:pt x="117" y="320"/>
                </a:cubicBezTo>
                <a:cubicBezTo>
                  <a:pt x="114" y="341"/>
                  <a:pt x="110" y="359"/>
                  <a:pt x="105" y="374"/>
                </a:cubicBezTo>
                <a:cubicBezTo>
                  <a:pt x="101" y="389"/>
                  <a:pt x="95" y="403"/>
                  <a:pt x="87" y="418"/>
                </a:cubicBezTo>
                <a:cubicBezTo>
                  <a:pt x="79" y="433"/>
                  <a:pt x="72" y="444"/>
                  <a:pt x="68" y="452"/>
                </a:cubicBezTo>
                <a:cubicBezTo>
                  <a:pt x="63" y="460"/>
                  <a:pt x="55" y="468"/>
                  <a:pt x="46" y="478"/>
                </a:cubicBezTo>
                <a:cubicBezTo>
                  <a:pt x="37" y="487"/>
                  <a:pt x="31" y="493"/>
                  <a:pt x="30" y="495"/>
                </a:cubicBezTo>
                <a:cubicBezTo>
                  <a:pt x="28" y="496"/>
                  <a:pt x="24" y="499"/>
                  <a:pt x="18" y="504"/>
                </a:cubicBezTo>
                <a:cubicBezTo>
                  <a:pt x="17" y="505"/>
                  <a:pt x="16" y="506"/>
                  <a:pt x="16" y="506"/>
                </a:cubicBezTo>
                <a:lnTo>
                  <a:pt x="10" y="506"/>
                </a:lnTo>
                <a:cubicBezTo>
                  <a:pt x="7" y="506"/>
                  <a:pt x="5" y="506"/>
                  <a:pt x="4" y="506"/>
                </a:cubicBezTo>
                <a:cubicBezTo>
                  <a:pt x="3" y="506"/>
                  <a:pt x="3" y="506"/>
                  <a:pt x="2" y="505"/>
                </a:cubicBezTo>
                <a:cubicBezTo>
                  <a:pt x="1" y="504"/>
                  <a:pt x="1" y="502"/>
                  <a:pt x="0" y="500"/>
                </a:cubicBezTo>
                <a:cubicBezTo>
                  <a:pt x="1" y="500"/>
                  <a:pt x="3" y="498"/>
                  <a:pt x="6" y="494"/>
                </a:cubicBezTo>
                <a:cubicBezTo>
                  <a:pt x="58" y="439"/>
                  <a:pt x="85" y="359"/>
                  <a:pt x="85" y="253"/>
                </a:cubicBezTo>
                <a:cubicBezTo>
                  <a:pt x="85" y="148"/>
                  <a:pt x="58" y="68"/>
                  <a:pt x="6" y="12"/>
                </a:cubicBezTo>
                <a:cubicBezTo>
                  <a:pt x="3" y="8"/>
                  <a:pt x="1" y="6"/>
                  <a:pt x="0" y="6"/>
                </a:cubicBezTo>
                <a:cubicBezTo>
                  <a:pt x="0" y="3"/>
                  <a:pt x="1" y="1"/>
                  <a:pt x="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6" name=""/>
          <p:cNvSpPr/>
          <p:nvPr/>
        </p:nvSpPr>
        <p:spPr>
          <a:xfrm>
            <a:off x="9159480" y="19814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2" y="0"/>
                  <a:pt x="14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7" y="58"/>
                  <a:pt x="120" y="108"/>
                  <a:pt x="140" y="169"/>
                </a:cubicBezTo>
                <a:cubicBezTo>
                  <a:pt x="162" y="230"/>
                  <a:pt x="172" y="292"/>
                  <a:pt x="172" y="358"/>
                </a:cubicBezTo>
                <a:cubicBezTo>
                  <a:pt x="172" y="390"/>
                  <a:pt x="170" y="421"/>
                  <a:pt x="165" y="451"/>
                </a:cubicBezTo>
                <a:cubicBezTo>
                  <a:pt x="160" y="481"/>
                  <a:pt x="155" y="507"/>
                  <a:pt x="149" y="528"/>
                </a:cubicBezTo>
                <a:cubicBezTo>
                  <a:pt x="141" y="549"/>
                  <a:pt x="133" y="570"/>
                  <a:pt x="121" y="592"/>
                </a:cubicBezTo>
                <a:cubicBezTo>
                  <a:pt x="110" y="613"/>
                  <a:pt x="101" y="629"/>
                  <a:pt x="94" y="640"/>
                </a:cubicBezTo>
                <a:cubicBezTo>
                  <a:pt x="87" y="651"/>
                  <a:pt x="78" y="663"/>
                  <a:pt x="65" y="676"/>
                </a:cubicBezTo>
                <a:cubicBezTo>
                  <a:pt x="52" y="690"/>
                  <a:pt x="44" y="697"/>
                  <a:pt x="42" y="700"/>
                </a:cubicBezTo>
                <a:cubicBezTo>
                  <a:pt x="39" y="702"/>
                  <a:pt x="34" y="707"/>
                  <a:pt x="25" y="713"/>
                </a:cubicBezTo>
                <a:cubicBezTo>
                  <a:pt x="24" y="715"/>
                  <a:pt x="23" y="716"/>
                  <a:pt x="22" y="716"/>
                </a:cubicBezTo>
                <a:lnTo>
                  <a:pt x="14" y="716"/>
                </a:lnTo>
                <a:cubicBezTo>
                  <a:pt x="10" y="716"/>
                  <a:pt x="7" y="716"/>
                  <a:pt x="6" y="716"/>
                </a:cubicBezTo>
                <a:cubicBezTo>
                  <a:pt x="5" y="716"/>
                  <a:pt x="3" y="716"/>
                  <a:pt x="2" y="714"/>
                </a:cubicBezTo>
                <a:cubicBezTo>
                  <a:pt x="2" y="713"/>
                  <a:pt x="1" y="711"/>
                  <a:pt x="0" y="708"/>
                </a:cubicBezTo>
                <a:cubicBezTo>
                  <a:pt x="1" y="707"/>
                  <a:pt x="3" y="704"/>
                  <a:pt x="8" y="698"/>
                </a:cubicBezTo>
                <a:cubicBezTo>
                  <a:pt x="82" y="622"/>
                  <a:pt x="119" y="507"/>
                  <a:pt x="119" y="358"/>
                </a:cubicBezTo>
                <a:cubicBezTo>
                  <a:pt x="119" y="208"/>
                  <a:pt x="82" y="95"/>
                  <a:pt x="8" y="18"/>
                </a:cubicBezTo>
                <a:cubicBezTo>
                  <a:pt x="3" y="12"/>
                  <a:pt x="1" y="9"/>
                  <a:pt x="0" y="9"/>
                </a:cubicBezTo>
                <a:cubicBezTo>
                  <a:pt x="0" y="5"/>
                  <a:pt x="2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7" name=""/>
          <p:cNvSpPr/>
          <p:nvPr/>
        </p:nvSpPr>
        <p:spPr>
          <a:xfrm>
            <a:off x="6213240" y="2506320"/>
            <a:ext cx="82440" cy="176040"/>
          </a:xfrm>
          <a:custGeom>
            <a:avLst/>
            <a:gdLst/>
            <a:ahLst/>
            <a:rect l="0" t="0" r="r" b="b"/>
            <a:pathLst>
              <a:path w="229" h="489">
                <a:moveTo>
                  <a:pt x="221" y="489"/>
                </a:moveTo>
                <a:cubicBezTo>
                  <a:pt x="211" y="488"/>
                  <a:pt x="176" y="487"/>
                  <a:pt x="115" y="487"/>
                </a:cubicBezTo>
                <a:cubicBezTo>
                  <a:pt x="54" y="487"/>
                  <a:pt x="18" y="488"/>
                  <a:pt x="8" y="489"/>
                </a:cubicBezTo>
                <a:lnTo>
                  <a:pt x="0" y="489"/>
                </a:lnTo>
                <a:lnTo>
                  <a:pt x="0" y="456"/>
                </a:lnTo>
                <a:lnTo>
                  <a:pt x="16" y="456"/>
                </a:lnTo>
                <a:cubicBezTo>
                  <a:pt x="40" y="456"/>
                  <a:pt x="55" y="456"/>
                  <a:pt x="61" y="454"/>
                </a:cubicBezTo>
                <a:cubicBezTo>
                  <a:pt x="68" y="453"/>
                  <a:pt x="73" y="450"/>
                  <a:pt x="76" y="446"/>
                </a:cubicBezTo>
                <a:cubicBezTo>
                  <a:pt x="76" y="445"/>
                  <a:pt x="77" y="378"/>
                  <a:pt x="77" y="245"/>
                </a:cubicBezTo>
                <a:cubicBezTo>
                  <a:pt x="77" y="111"/>
                  <a:pt x="76" y="44"/>
                  <a:pt x="76" y="43"/>
                </a:cubicBezTo>
                <a:cubicBezTo>
                  <a:pt x="74" y="40"/>
                  <a:pt x="72" y="39"/>
                  <a:pt x="70" y="38"/>
                </a:cubicBezTo>
                <a:cubicBezTo>
                  <a:pt x="68" y="37"/>
                  <a:pt x="63" y="36"/>
                  <a:pt x="54" y="34"/>
                </a:cubicBezTo>
                <a:cubicBezTo>
                  <a:pt x="45" y="33"/>
                  <a:pt x="33" y="32"/>
                  <a:pt x="16" y="33"/>
                </a:cubicBezTo>
                <a:lnTo>
                  <a:pt x="0" y="33"/>
                </a:lnTo>
                <a:lnTo>
                  <a:pt x="0" y="0"/>
                </a:lnTo>
                <a:lnTo>
                  <a:pt x="8" y="0"/>
                </a:lnTo>
                <a:cubicBezTo>
                  <a:pt x="18" y="1"/>
                  <a:pt x="54" y="2"/>
                  <a:pt x="115" y="2"/>
                </a:cubicBezTo>
                <a:cubicBezTo>
                  <a:pt x="176" y="2"/>
                  <a:pt x="211" y="1"/>
                  <a:pt x="221" y="0"/>
                </a:cubicBezTo>
                <a:lnTo>
                  <a:pt x="229" y="0"/>
                </a:lnTo>
                <a:lnTo>
                  <a:pt x="229" y="33"/>
                </a:lnTo>
                <a:lnTo>
                  <a:pt x="213" y="33"/>
                </a:lnTo>
                <a:cubicBezTo>
                  <a:pt x="190" y="33"/>
                  <a:pt x="175" y="34"/>
                  <a:pt x="168" y="35"/>
                </a:cubicBezTo>
                <a:cubicBezTo>
                  <a:pt x="161" y="36"/>
                  <a:pt x="157" y="39"/>
                  <a:pt x="154" y="43"/>
                </a:cubicBezTo>
                <a:cubicBezTo>
                  <a:pt x="153" y="44"/>
                  <a:pt x="152" y="111"/>
                  <a:pt x="152" y="245"/>
                </a:cubicBezTo>
                <a:cubicBezTo>
                  <a:pt x="152" y="378"/>
                  <a:pt x="153" y="445"/>
                  <a:pt x="154" y="446"/>
                </a:cubicBezTo>
                <a:cubicBezTo>
                  <a:pt x="156" y="449"/>
                  <a:pt x="158" y="450"/>
                  <a:pt x="159" y="451"/>
                </a:cubicBezTo>
                <a:cubicBezTo>
                  <a:pt x="161" y="452"/>
                  <a:pt x="167" y="454"/>
                  <a:pt x="175" y="455"/>
                </a:cubicBezTo>
                <a:cubicBezTo>
                  <a:pt x="184" y="456"/>
                  <a:pt x="196" y="457"/>
                  <a:pt x="213" y="456"/>
                </a:cubicBezTo>
                <a:lnTo>
                  <a:pt x="229" y="456"/>
                </a:lnTo>
                <a:lnTo>
                  <a:pt x="229" y="489"/>
                </a:lnTo>
                <a:lnTo>
                  <a:pt x="221" y="4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8" name=""/>
          <p:cNvSpPr/>
          <p:nvPr/>
        </p:nvSpPr>
        <p:spPr>
          <a:xfrm>
            <a:off x="6315480" y="2500560"/>
            <a:ext cx="173160" cy="231480"/>
          </a:xfrm>
          <a:custGeom>
            <a:avLst/>
            <a:gdLst/>
            <a:ahLst/>
            <a:rect l="0" t="0" r="r" b="b"/>
            <a:pathLst>
              <a:path w="481" h="643">
                <a:moveTo>
                  <a:pt x="0" y="260"/>
                </a:moveTo>
                <a:cubicBezTo>
                  <a:pt x="0" y="185"/>
                  <a:pt x="24" y="123"/>
                  <a:pt x="72" y="74"/>
                </a:cubicBezTo>
                <a:cubicBezTo>
                  <a:pt x="120" y="25"/>
                  <a:pt x="175" y="0"/>
                  <a:pt x="237" y="0"/>
                </a:cubicBezTo>
                <a:cubicBezTo>
                  <a:pt x="300" y="0"/>
                  <a:pt x="356" y="25"/>
                  <a:pt x="404" y="75"/>
                </a:cubicBezTo>
                <a:cubicBezTo>
                  <a:pt x="451" y="124"/>
                  <a:pt x="476" y="186"/>
                  <a:pt x="477" y="260"/>
                </a:cubicBezTo>
                <a:cubicBezTo>
                  <a:pt x="477" y="292"/>
                  <a:pt x="472" y="321"/>
                  <a:pt x="463" y="348"/>
                </a:cubicBezTo>
                <a:cubicBezTo>
                  <a:pt x="453" y="376"/>
                  <a:pt x="443" y="397"/>
                  <a:pt x="431" y="413"/>
                </a:cubicBezTo>
                <a:cubicBezTo>
                  <a:pt x="420" y="430"/>
                  <a:pt x="406" y="446"/>
                  <a:pt x="391" y="460"/>
                </a:cubicBezTo>
                <a:cubicBezTo>
                  <a:pt x="375" y="475"/>
                  <a:pt x="364" y="484"/>
                  <a:pt x="356" y="487"/>
                </a:cubicBezTo>
                <a:cubicBezTo>
                  <a:pt x="349" y="491"/>
                  <a:pt x="342" y="495"/>
                  <a:pt x="335" y="499"/>
                </a:cubicBezTo>
                <a:cubicBezTo>
                  <a:pt x="334" y="499"/>
                  <a:pt x="334" y="500"/>
                  <a:pt x="334" y="500"/>
                </a:cubicBezTo>
                <a:cubicBezTo>
                  <a:pt x="334" y="501"/>
                  <a:pt x="335" y="503"/>
                  <a:pt x="336" y="506"/>
                </a:cubicBezTo>
                <a:cubicBezTo>
                  <a:pt x="337" y="509"/>
                  <a:pt x="339" y="514"/>
                  <a:pt x="344" y="520"/>
                </a:cubicBezTo>
                <a:cubicBezTo>
                  <a:pt x="348" y="527"/>
                  <a:pt x="352" y="533"/>
                  <a:pt x="356" y="539"/>
                </a:cubicBezTo>
                <a:cubicBezTo>
                  <a:pt x="361" y="545"/>
                  <a:pt x="367" y="549"/>
                  <a:pt x="375" y="553"/>
                </a:cubicBezTo>
                <a:cubicBezTo>
                  <a:pt x="383" y="557"/>
                  <a:pt x="391" y="559"/>
                  <a:pt x="399" y="560"/>
                </a:cubicBezTo>
                <a:cubicBezTo>
                  <a:pt x="417" y="560"/>
                  <a:pt x="432" y="555"/>
                  <a:pt x="444" y="545"/>
                </a:cubicBezTo>
                <a:cubicBezTo>
                  <a:pt x="456" y="536"/>
                  <a:pt x="464" y="523"/>
                  <a:pt x="465" y="507"/>
                </a:cubicBezTo>
                <a:cubicBezTo>
                  <a:pt x="466" y="501"/>
                  <a:pt x="468" y="498"/>
                  <a:pt x="473" y="498"/>
                </a:cubicBezTo>
                <a:cubicBezTo>
                  <a:pt x="475" y="498"/>
                  <a:pt x="478" y="499"/>
                  <a:pt x="481" y="502"/>
                </a:cubicBezTo>
                <a:lnTo>
                  <a:pt x="480" y="515"/>
                </a:lnTo>
                <a:cubicBezTo>
                  <a:pt x="480" y="550"/>
                  <a:pt x="473" y="581"/>
                  <a:pt x="459" y="605"/>
                </a:cubicBezTo>
                <a:cubicBezTo>
                  <a:pt x="444" y="630"/>
                  <a:pt x="422" y="643"/>
                  <a:pt x="393" y="643"/>
                </a:cubicBezTo>
                <a:cubicBezTo>
                  <a:pt x="372" y="643"/>
                  <a:pt x="356" y="637"/>
                  <a:pt x="344" y="624"/>
                </a:cubicBezTo>
                <a:cubicBezTo>
                  <a:pt x="332" y="611"/>
                  <a:pt x="323" y="591"/>
                  <a:pt x="316" y="565"/>
                </a:cubicBezTo>
                <a:cubicBezTo>
                  <a:pt x="308" y="536"/>
                  <a:pt x="305" y="518"/>
                  <a:pt x="305" y="511"/>
                </a:cubicBezTo>
                <a:lnTo>
                  <a:pt x="296" y="513"/>
                </a:lnTo>
                <a:cubicBezTo>
                  <a:pt x="291" y="515"/>
                  <a:pt x="282" y="516"/>
                  <a:pt x="271" y="518"/>
                </a:cubicBezTo>
                <a:cubicBezTo>
                  <a:pt x="259" y="520"/>
                  <a:pt x="248" y="521"/>
                  <a:pt x="237" y="521"/>
                </a:cubicBezTo>
                <a:cubicBezTo>
                  <a:pt x="173" y="521"/>
                  <a:pt x="118" y="496"/>
                  <a:pt x="70" y="447"/>
                </a:cubicBezTo>
                <a:cubicBezTo>
                  <a:pt x="23" y="397"/>
                  <a:pt x="0" y="335"/>
                  <a:pt x="0" y="260"/>
                </a:cubicBezTo>
                <a:moveTo>
                  <a:pt x="394" y="262"/>
                </a:moveTo>
                <a:cubicBezTo>
                  <a:pt x="394" y="219"/>
                  <a:pt x="389" y="182"/>
                  <a:pt x="379" y="150"/>
                </a:cubicBezTo>
                <a:cubicBezTo>
                  <a:pt x="369" y="118"/>
                  <a:pt x="355" y="93"/>
                  <a:pt x="339" y="77"/>
                </a:cubicBezTo>
                <a:cubicBezTo>
                  <a:pt x="323" y="60"/>
                  <a:pt x="306" y="48"/>
                  <a:pt x="289" y="40"/>
                </a:cubicBezTo>
                <a:cubicBezTo>
                  <a:pt x="272" y="33"/>
                  <a:pt x="255" y="29"/>
                  <a:pt x="238" y="29"/>
                </a:cubicBezTo>
                <a:cubicBezTo>
                  <a:pt x="222" y="29"/>
                  <a:pt x="205" y="33"/>
                  <a:pt x="187" y="40"/>
                </a:cubicBezTo>
                <a:cubicBezTo>
                  <a:pt x="169" y="48"/>
                  <a:pt x="153" y="60"/>
                  <a:pt x="137" y="77"/>
                </a:cubicBezTo>
                <a:cubicBezTo>
                  <a:pt x="121" y="93"/>
                  <a:pt x="108" y="118"/>
                  <a:pt x="97" y="150"/>
                </a:cubicBezTo>
                <a:cubicBezTo>
                  <a:pt x="86" y="182"/>
                  <a:pt x="81" y="219"/>
                  <a:pt x="81" y="262"/>
                </a:cubicBezTo>
                <a:cubicBezTo>
                  <a:pt x="81" y="355"/>
                  <a:pt x="107" y="423"/>
                  <a:pt x="158" y="465"/>
                </a:cubicBezTo>
                <a:cubicBezTo>
                  <a:pt x="169" y="473"/>
                  <a:pt x="176" y="477"/>
                  <a:pt x="178" y="477"/>
                </a:cubicBezTo>
                <a:lnTo>
                  <a:pt x="177" y="475"/>
                </a:lnTo>
                <a:cubicBezTo>
                  <a:pt x="177" y="474"/>
                  <a:pt x="177" y="473"/>
                  <a:pt x="177" y="472"/>
                </a:cubicBezTo>
                <a:cubicBezTo>
                  <a:pt x="175" y="469"/>
                  <a:pt x="175" y="464"/>
                  <a:pt x="175" y="457"/>
                </a:cubicBezTo>
                <a:cubicBezTo>
                  <a:pt x="175" y="441"/>
                  <a:pt x="180" y="426"/>
                  <a:pt x="192" y="413"/>
                </a:cubicBezTo>
                <a:cubicBezTo>
                  <a:pt x="203" y="400"/>
                  <a:pt x="219" y="393"/>
                  <a:pt x="239" y="393"/>
                </a:cubicBezTo>
                <a:cubicBezTo>
                  <a:pt x="269" y="393"/>
                  <a:pt x="294" y="414"/>
                  <a:pt x="313" y="455"/>
                </a:cubicBezTo>
                <a:lnTo>
                  <a:pt x="318" y="464"/>
                </a:lnTo>
                <a:cubicBezTo>
                  <a:pt x="341" y="448"/>
                  <a:pt x="359" y="422"/>
                  <a:pt x="373" y="387"/>
                </a:cubicBezTo>
                <a:cubicBezTo>
                  <a:pt x="387" y="354"/>
                  <a:pt x="394" y="312"/>
                  <a:pt x="394" y="262"/>
                </a:cubicBezTo>
                <a:moveTo>
                  <a:pt x="235" y="492"/>
                </a:moveTo>
                <a:cubicBezTo>
                  <a:pt x="244" y="492"/>
                  <a:pt x="253" y="491"/>
                  <a:pt x="263" y="489"/>
                </a:cubicBezTo>
                <a:cubicBezTo>
                  <a:pt x="273" y="486"/>
                  <a:pt x="282" y="484"/>
                  <a:pt x="288" y="482"/>
                </a:cubicBezTo>
                <a:cubicBezTo>
                  <a:pt x="294" y="479"/>
                  <a:pt x="297" y="478"/>
                  <a:pt x="297" y="477"/>
                </a:cubicBezTo>
                <a:cubicBezTo>
                  <a:pt x="297" y="473"/>
                  <a:pt x="296" y="469"/>
                  <a:pt x="294" y="465"/>
                </a:cubicBezTo>
                <a:cubicBezTo>
                  <a:pt x="293" y="460"/>
                  <a:pt x="288" y="452"/>
                  <a:pt x="281" y="442"/>
                </a:cubicBezTo>
                <a:cubicBezTo>
                  <a:pt x="273" y="431"/>
                  <a:pt x="264" y="425"/>
                  <a:pt x="254" y="422"/>
                </a:cubicBezTo>
                <a:cubicBezTo>
                  <a:pt x="247" y="421"/>
                  <a:pt x="241" y="421"/>
                  <a:pt x="236" y="421"/>
                </a:cubicBezTo>
                <a:cubicBezTo>
                  <a:pt x="226" y="421"/>
                  <a:pt x="219" y="424"/>
                  <a:pt x="212" y="431"/>
                </a:cubicBezTo>
                <a:cubicBezTo>
                  <a:pt x="205" y="440"/>
                  <a:pt x="202" y="448"/>
                  <a:pt x="201" y="457"/>
                </a:cubicBezTo>
                <a:cubicBezTo>
                  <a:pt x="201" y="466"/>
                  <a:pt x="204" y="475"/>
                  <a:pt x="211" y="482"/>
                </a:cubicBezTo>
                <a:cubicBezTo>
                  <a:pt x="217" y="489"/>
                  <a:pt x="225" y="492"/>
                  <a:pt x="235" y="49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9" name=""/>
          <p:cNvSpPr/>
          <p:nvPr/>
        </p:nvSpPr>
        <p:spPr>
          <a:xfrm>
            <a:off x="6508080" y="2506320"/>
            <a:ext cx="181800" cy="181800"/>
          </a:xfrm>
          <a:custGeom>
            <a:avLst/>
            <a:gdLst/>
            <a:ahLst/>
            <a:rect l="0" t="0" r="r" b="b"/>
            <a:pathLst>
              <a:path w="505" h="505">
                <a:moveTo>
                  <a:pt x="74" y="44"/>
                </a:moveTo>
                <a:cubicBezTo>
                  <a:pt x="70" y="40"/>
                  <a:pt x="68" y="38"/>
                  <a:pt x="66" y="37"/>
                </a:cubicBezTo>
                <a:cubicBezTo>
                  <a:pt x="64" y="36"/>
                  <a:pt x="60" y="35"/>
                  <a:pt x="54" y="35"/>
                </a:cubicBezTo>
                <a:cubicBezTo>
                  <a:pt x="49" y="34"/>
                  <a:pt x="39" y="34"/>
                  <a:pt x="24" y="33"/>
                </a:cubicBezTo>
                <a:lnTo>
                  <a:pt x="0" y="33"/>
                </a:lnTo>
                <a:lnTo>
                  <a:pt x="0" y="0"/>
                </a:lnTo>
                <a:lnTo>
                  <a:pt x="125" y="0"/>
                </a:lnTo>
                <a:lnTo>
                  <a:pt x="150" y="0"/>
                </a:lnTo>
                <a:lnTo>
                  <a:pt x="195" y="0"/>
                </a:lnTo>
                <a:cubicBezTo>
                  <a:pt x="232" y="0"/>
                  <a:pt x="259" y="1"/>
                  <a:pt x="279" y="4"/>
                </a:cubicBezTo>
                <a:cubicBezTo>
                  <a:pt x="299" y="7"/>
                  <a:pt x="319" y="14"/>
                  <a:pt x="339" y="25"/>
                </a:cubicBezTo>
                <a:cubicBezTo>
                  <a:pt x="385" y="48"/>
                  <a:pt x="411" y="79"/>
                  <a:pt x="417" y="119"/>
                </a:cubicBezTo>
                <a:cubicBezTo>
                  <a:pt x="418" y="121"/>
                  <a:pt x="418" y="125"/>
                  <a:pt x="418" y="130"/>
                </a:cubicBezTo>
                <a:cubicBezTo>
                  <a:pt x="418" y="146"/>
                  <a:pt x="414" y="161"/>
                  <a:pt x="407" y="174"/>
                </a:cubicBezTo>
                <a:cubicBezTo>
                  <a:pt x="399" y="188"/>
                  <a:pt x="390" y="199"/>
                  <a:pt x="379" y="208"/>
                </a:cubicBezTo>
                <a:cubicBezTo>
                  <a:pt x="369" y="217"/>
                  <a:pt x="358" y="224"/>
                  <a:pt x="347" y="230"/>
                </a:cubicBezTo>
                <a:cubicBezTo>
                  <a:pt x="336" y="236"/>
                  <a:pt x="327" y="241"/>
                  <a:pt x="319" y="243"/>
                </a:cubicBezTo>
                <a:lnTo>
                  <a:pt x="307" y="247"/>
                </a:lnTo>
                <a:cubicBezTo>
                  <a:pt x="308" y="248"/>
                  <a:pt x="311" y="249"/>
                  <a:pt x="315" y="251"/>
                </a:cubicBezTo>
                <a:cubicBezTo>
                  <a:pt x="330" y="259"/>
                  <a:pt x="342" y="267"/>
                  <a:pt x="351" y="275"/>
                </a:cubicBezTo>
                <a:cubicBezTo>
                  <a:pt x="360" y="284"/>
                  <a:pt x="367" y="294"/>
                  <a:pt x="372" y="307"/>
                </a:cubicBezTo>
                <a:cubicBezTo>
                  <a:pt x="376" y="319"/>
                  <a:pt x="380" y="329"/>
                  <a:pt x="382" y="337"/>
                </a:cubicBezTo>
                <a:cubicBezTo>
                  <a:pt x="383" y="347"/>
                  <a:pt x="386" y="360"/>
                  <a:pt x="388" y="378"/>
                </a:cubicBezTo>
                <a:cubicBezTo>
                  <a:pt x="390" y="397"/>
                  <a:pt x="393" y="412"/>
                  <a:pt x="395" y="422"/>
                </a:cubicBezTo>
                <a:cubicBezTo>
                  <a:pt x="400" y="445"/>
                  <a:pt x="406" y="460"/>
                  <a:pt x="412" y="467"/>
                </a:cubicBezTo>
                <a:cubicBezTo>
                  <a:pt x="419" y="474"/>
                  <a:pt x="428" y="478"/>
                  <a:pt x="439" y="478"/>
                </a:cubicBezTo>
                <a:lnTo>
                  <a:pt x="443" y="478"/>
                </a:lnTo>
                <a:cubicBezTo>
                  <a:pt x="450" y="478"/>
                  <a:pt x="457" y="474"/>
                  <a:pt x="464" y="466"/>
                </a:cubicBezTo>
                <a:cubicBezTo>
                  <a:pt x="470" y="459"/>
                  <a:pt x="475" y="446"/>
                  <a:pt x="477" y="427"/>
                </a:cubicBezTo>
                <a:cubicBezTo>
                  <a:pt x="477" y="422"/>
                  <a:pt x="478" y="418"/>
                  <a:pt x="479" y="417"/>
                </a:cubicBezTo>
                <a:cubicBezTo>
                  <a:pt x="481" y="416"/>
                  <a:pt x="485" y="415"/>
                  <a:pt x="491" y="414"/>
                </a:cubicBezTo>
                <a:cubicBezTo>
                  <a:pt x="497" y="414"/>
                  <a:pt x="500" y="414"/>
                  <a:pt x="502" y="416"/>
                </a:cubicBezTo>
                <a:cubicBezTo>
                  <a:pt x="504" y="417"/>
                  <a:pt x="505" y="420"/>
                  <a:pt x="505" y="425"/>
                </a:cubicBezTo>
                <a:cubicBezTo>
                  <a:pt x="505" y="440"/>
                  <a:pt x="501" y="455"/>
                  <a:pt x="494" y="470"/>
                </a:cubicBezTo>
                <a:cubicBezTo>
                  <a:pt x="486" y="485"/>
                  <a:pt x="476" y="495"/>
                  <a:pt x="462" y="501"/>
                </a:cubicBezTo>
                <a:cubicBezTo>
                  <a:pt x="455" y="504"/>
                  <a:pt x="445" y="505"/>
                  <a:pt x="432" y="505"/>
                </a:cubicBezTo>
                <a:cubicBezTo>
                  <a:pt x="361" y="502"/>
                  <a:pt x="320" y="475"/>
                  <a:pt x="308" y="425"/>
                </a:cubicBezTo>
                <a:cubicBezTo>
                  <a:pt x="307" y="420"/>
                  <a:pt x="307" y="402"/>
                  <a:pt x="307" y="373"/>
                </a:cubicBezTo>
                <a:cubicBezTo>
                  <a:pt x="307" y="342"/>
                  <a:pt x="305" y="322"/>
                  <a:pt x="302" y="312"/>
                </a:cubicBezTo>
                <a:cubicBezTo>
                  <a:pt x="293" y="285"/>
                  <a:pt x="275" y="267"/>
                  <a:pt x="248" y="259"/>
                </a:cubicBezTo>
                <a:lnTo>
                  <a:pt x="240" y="258"/>
                </a:lnTo>
                <a:lnTo>
                  <a:pt x="193" y="257"/>
                </a:lnTo>
                <a:lnTo>
                  <a:pt x="146" y="257"/>
                </a:lnTo>
                <a:lnTo>
                  <a:pt x="146" y="352"/>
                </a:lnTo>
                <a:lnTo>
                  <a:pt x="147" y="446"/>
                </a:lnTo>
                <a:cubicBezTo>
                  <a:pt x="150" y="450"/>
                  <a:pt x="154" y="453"/>
                  <a:pt x="159" y="454"/>
                </a:cubicBezTo>
                <a:cubicBezTo>
                  <a:pt x="164" y="455"/>
                  <a:pt x="177" y="456"/>
                  <a:pt x="196" y="456"/>
                </a:cubicBezTo>
                <a:lnTo>
                  <a:pt x="220" y="456"/>
                </a:lnTo>
                <a:lnTo>
                  <a:pt x="220" y="489"/>
                </a:lnTo>
                <a:lnTo>
                  <a:pt x="212" y="489"/>
                </a:lnTo>
                <a:cubicBezTo>
                  <a:pt x="202" y="488"/>
                  <a:pt x="168" y="487"/>
                  <a:pt x="110" y="487"/>
                </a:cubicBezTo>
                <a:cubicBezTo>
                  <a:pt x="52" y="487"/>
                  <a:pt x="18" y="488"/>
                  <a:pt x="8" y="489"/>
                </a:cubicBezTo>
                <a:lnTo>
                  <a:pt x="0" y="489"/>
                </a:lnTo>
                <a:lnTo>
                  <a:pt x="0" y="456"/>
                </a:lnTo>
                <a:lnTo>
                  <a:pt x="24" y="456"/>
                </a:lnTo>
                <a:cubicBezTo>
                  <a:pt x="44" y="456"/>
                  <a:pt x="56" y="455"/>
                  <a:pt x="60" y="454"/>
                </a:cubicBezTo>
                <a:cubicBezTo>
                  <a:pt x="64" y="453"/>
                  <a:pt x="69" y="450"/>
                  <a:pt x="74" y="446"/>
                </a:cubicBezTo>
                <a:lnTo>
                  <a:pt x="74" y="44"/>
                </a:lnTo>
                <a:moveTo>
                  <a:pt x="333" y="131"/>
                </a:moveTo>
                <a:lnTo>
                  <a:pt x="333" y="124"/>
                </a:lnTo>
                <a:cubicBezTo>
                  <a:pt x="333" y="116"/>
                  <a:pt x="333" y="109"/>
                  <a:pt x="332" y="103"/>
                </a:cubicBezTo>
                <a:cubicBezTo>
                  <a:pt x="332" y="97"/>
                  <a:pt x="330" y="90"/>
                  <a:pt x="326" y="81"/>
                </a:cubicBezTo>
                <a:cubicBezTo>
                  <a:pt x="322" y="72"/>
                  <a:pt x="316" y="64"/>
                  <a:pt x="311" y="59"/>
                </a:cubicBezTo>
                <a:cubicBezTo>
                  <a:pt x="306" y="53"/>
                  <a:pt x="297" y="48"/>
                  <a:pt x="284" y="43"/>
                </a:cubicBezTo>
                <a:cubicBezTo>
                  <a:pt x="271" y="38"/>
                  <a:pt x="256" y="35"/>
                  <a:pt x="240" y="34"/>
                </a:cubicBezTo>
                <a:cubicBezTo>
                  <a:pt x="239" y="34"/>
                  <a:pt x="233" y="34"/>
                  <a:pt x="224" y="34"/>
                </a:cubicBezTo>
                <a:cubicBezTo>
                  <a:pt x="214" y="34"/>
                  <a:pt x="206" y="33"/>
                  <a:pt x="198" y="33"/>
                </a:cubicBezTo>
                <a:lnTo>
                  <a:pt x="183" y="33"/>
                </a:lnTo>
                <a:cubicBezTo>
                  <a:pt x="162" y="33"/>
                  <a:pt x="150" y="35"/>
                  <a:pt x="148" y="39"/>
                </a:cubicBezTo>
                <a:cubicBezTo>
                  <a:pt x="147" y="41"/>
                  <a:pt x="146" y="74"/>
                  <a:pt x="146" y="136"/>
                </a:cubicBezTo>
                <a:lnTo>
                  <a:pt x="146" y="231"/>
                </a:lnTo>
                <a:lnTo>
                  <a:pt x="187" y="231"/>
                </a:lnTo>
                <a:cubicBezTo>
                  <a:pt x="236" y="231"/>
                  <a:pt x="270" y="227"/>
                  <a:pt x="291" y="218"/>
                </a:cubicBezTo>
                <a:cubicBezTo>
                  <a:pt x="312" y="209"/>
                  <a:pt x="326" y="191"/>
                  <a:pt x="331" y="162"/>
                </a:cubicBezTo>
                <a:cubicBezTo>
                  <a:pt x="332" y="157"/>
                  <a:pt x="333" y="147"/>
                  <a:pt x="333" y="1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0" name=""/>
          <p:cNvSpPr/>
          <p:nvPr/>
        </p:nvSpPr>
        <p:spPr>
          <a:xfrm>
            <a:off x="6201000" y="2400480"/>
            <a:ext cx="493560" cy="73440"/>
          </a:xfrm>
          <a:custGeom>
            <a:avLst/>
            <a:gdLst/>
            <a:ahLst/>
            <a:rect l="0" t="0" r="r" b="b"/>
            <a:pathLst>
              <a:path w="1371" h="204">
                <a:moveTo>
                  <a:pt x="13" y="204"/>
                </a:moveTo>
                <a:cubicBezTo>
                  <a:pt x="9" y="204"/>
                  <a:pt x="6" y="199"/>
                  <a:pt x="3" y="189"/>
                </a:cubicBezTo>
                <a:cubicBezTo>
                  <a:pt x="1" y="179"/>
                  <a:pt x="0" y="171"/>
                  <a:pt x="0" y="163"/>
                </a:cubicBezTo>
                <a:cubicBezTo>
                  <a:pt x="0" y="161"/>
                  <a:pt x="0" y="159"/>
                  <a:pt x="0" y="158"/>
                </a:cubicBezTo>
                <a:cubicBezTo>
                  <a:pt x="1" y="157"/>
                  <a:pt x="114" y="129"/>
                  <a:pt x="339" y="78"/>
                </a:cubicBezTo>
                <a:cubicBezTo>
                  <a:pt x="564" y="27"/>
                  <a:pt x="679" y="1"/>
                  <a:pt x="684" y="0"/>
                </a:cubicBezTo>
                <a:cubicBezTo>
                  <a:pt x="685" y="0"/>
                  <a:pt x="798" y="26"/>
                  <a:pt x="1023" y="77"/>
                </a:cubicBezTo>
                <a:cubicBezTo>
                  <a:pt x="1248" y="128"/>
                  <a:pt x="1363" y="155"/>
                  <a:pt x="1366" y="156"/>
                </a:cubicBezTo>
                <a:cubicBezTo>
                  <a:pt x="1369" y="156"/>
                  <a:pt x="1371" y="159"/>
                  <a:pt x="1371" y="163"/>
                </a:cubicBezTo>
                <a:cubicBezTo>
                  <a:pt x="1371" y="169"/>
                  <a:pt x="1370" y="177"/>
                  <a:pt x="1367" y="188"/>
                </a:cubicBezTo>
                <a:cubicBezTo>
                  <a:pt x="1365" y="199"/>
                  <a:pt x="1361" y="204"/>
                  <a:pt x="1357" y="204"/>
                </a:cubicBezTo>
                <a:cubicBezTo>
                  <a:pt x="1356" y="204"/>
                  <a:pt x="1243" y="182"/>
                  <a:pt x="1019" y="138"/>
                </a:cubicBezTo>
                <a:lnTo>
                  <a:pt x="685" y="68"/>
                </a:lnTo>
                <a:lnTo>
                  <a:pt x="350" y="138"/>
                </a:lnTo>
                <a:cubicBezTo>
                  <a:pt x="126" y="182"/>
                  <a:pt x="14" y="204"/>
                  <a:pt x="13" y="20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1" name=""/>
          <p:cNvSpPr/>
          <p:nvPr/>
        </p:nvSpPr>
        <p:spPr>
          <a:xfrm>
            <a:off x="6702840" y="2660400"/>
            <a:ext cx="91800" cy="116280"/>
          </a:xfrm>
          <a:custGeom>
            <a:avLst/>
            <a:gdLst/>
            <a:ahLst/>
            <a:rect l="0" t="0" r="r" b="b"/>
            <a:pathLst>
              <a:path w="255" h="323">
                <a:moveTo>
                  <a:pt x="8" y="299"/>
                </a:moveTo>
                <a:lnTo>
                  <a:pt x="15" y="299"/>
                </a:lnTo>
                <a:cubicBezTo>
                  <a:pt x="28" y="299"/>
                  <a:pt x="36" y="297"/>
                  <a:pt x="39" y="292"/>
                </a:cubicBezTo>
                <a:lnTo>
                  <a:pt x="39" y="288"/>
                </a:lnTo>
                <a:cubicBezTo>
                  <a:pt x="39" y="286"/>
                  <a:pt x="39" y="283"/>
                  <a:pt x="39" y="279"/>
                </a:cubicBezTo>
                <a:cubicBezTo>
                  <a:pt x="39" y="275"/>
                  <a:pt x="39" y="270"/>
                  <a:pt x="39" y="264"/>
                </a:cubicBezTo>
                <a:cubicBezTo>
                  <a:pt x="39" y="257"/>
                  <a:pt x="39" y="251"/>
                  <a:pt x="39" y="244"/>
                </a:cubicBezTo>
                <a:cubicBezTo>
                  <a:pt x="40" y="237"/>
                  <a:pt x="40" y="229"/>
                  <a:pt x="39" y="222"/>
                </a:cubicBezTo>
                <a:cubicBezTo>
                  <a:pt x="39" y="214"/>
                  <a:pt x="39" y="206"/>
                  <a:pt x="39" y="197"/>
                </a:cubicBezTo>
                <a:cubicBezTo>
                  <a:pt x="40" y="188"/>
                  <a:pt x="40" y="179"/>
                  <a:pt x="39" y="171"/>
                </a:cubicBezTo>
                <a:cubicBezTo>
                  <a:pt x="39" y="160"/>
                  <a:pt x="39" y="147"/>
                  <a:pt x="39" y="134"/>
                </a:cubicBezTo>
                <a:cubicBezTo>
                  <a:pt x="39" y="122"/>
                  <a:pt x="39" y="111"/>
                  <a:pt x="39" y="101"/>
                </a:cubicBezTo>
                <a:cubicBezTo>
                  <a:pt x="39" y="91"/>
                  <a:pt x="39" y="82"/>
                  <a:pt x="39" y="74"/>
                </a:cubicBezTo>
                <a:cubicBezTo>
                  <a:pt x="39" y="66"/>
                  <a:pt x="39" y="59"/>
                  <a:pt x="39" y="54"/>
                </a:cubicBezTo>
                <a:cubicBezTo>
                  <a:pt x="38" y="49"/>
                  <a:pt x="38" y="46"/>
                  <a:pt x="39" y="46"/>
                </a:cubicBezTo>
                <a:cubicBezTo>
                  <a:pt x="38" y="40"/>
                  <a:pt x="35" y="36"/>
                  <a:pt x="32" y="34"/>
                </a:cubicBezTo>
                <a:cubicBezTo>
                  <a:pt x="28" y="31"/>
                  <a:pt x="20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10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5"/>
                  <a:pt x="21" y="4"/>
                </a:cubicBezTo>
                <a:cubicBezTo>
                  <a:pt x="27" y="4"/>
                  <a:pt x="33" y="4"/>
                  <a:pt x="39" y="3"/>
                </a:cubicBezTo>
                <a:cubicBezTo>
                  <a:pt x="45" y="3"/>
                  <a:pt x="51" y="3"/>
                  <a:pt x="58" y="2"/>
                </a:cubicBezTo>
                <a:cubicBezTo>
                  <a:pt x="65" y="2"/>
                  <a:pt x="70" y="1"/>
                  <a:pt x="73" y="1"/>
                </a:cubicBezTo>
                <a:cubicBezTo>
                  <a:pt x="76" y="0"/>
                  <a:pt x="78" y="0"/>
                  <a:pt x="79" y="0"/>
                </a:cubicBezTo>
                <a:lnTo>
                  <a:pt x="80" y="0"/>
                </a:lnTo>
                <a:lnTo>
                  <a:pt x="80" y="13"/>
                </a:lnTo>
                <a:lnTo>
                  <a:pt x="81" y="26"/>
                </a:lnTo>
                <a:lnTo>
                  <a:pt x="85" y="23"/>
                </a:lnTo>
                <a:cubicBezTo>
                  <a:pt x="105" y="8"/>
                  <a:pt x="128" y="1"/>
                  <a:pt x="154" y="1"/>
                </a:cubicBezTo>
                <a:cubicBezTo>
                  <a:pt x="182" y="1"/>
                  <a:pt x="205" y="11"/>
                  <a:pt x="224" y="33"/>
                </a:cubicBezTo>
                <a:cubicBezTo>
                  <a:pt x="244" y="55"/>
                  <a:pt x="254" y="82"/>
                  <a:pt x="255" y="114"/>
                </a:cubicBezTo>
                <a:cubicBezTo>
                  <a:pt x="255" y="148"/>
                  <a:pt x="244" y="177"/>
                  <a:pt x="221" y="198"/>
                </a:cubicBezTo>
                <a:cubicBezTo>
                  <a:pt x="199" y="220"/>
                  <a:pt x="174" y="230"/>
                  <a:pt x="146" y="230"/>
                </a:cubicBezTo>
                <a:cubicBezTo>
                  <a:pt x="123" y="230"/>
                  <a:pt x="103" y="223"/>
                  <a:pt x="86" y="208"/>
                </a:cubicBezTo>
                <a:lnTo>
                  <a:pt x="82" y="204"/>
                </a:lnTo>
                <a:lnTo>
                  <a:pt x="82" y="247"/>
                </a:lnTo>
                <a:lnTo>
                  <a:pt x="82" y="276"/>
                </a:lnTo>
                <a:cubicBezTo>
                  <a:pt x="82" y="285"/>
                  <a:pt x="82" y="290"/>
                  <a:pt x="83" y="292"/>
                </a:cubicBezTo>
                <a:cubicBezTo>
                  <a:pt x="83" y="294"/>
                  <a:pt x="85" y="296"/>
                  <a:pt x="88" y="298"/>
                </a:cubicBezTo>
                <a:cubicBezTo>
                  <a:pt x="95" y="299"/>
                  <a:pt x="104" y="299"/>
                  <a:pt x="113" y="299"/>
                </a:cubicBezTo>
                <a:lnTo>
                  <a:pt x="121" y="299"/>
                </a:lnTo>
                <a:lnTo>
                  <a:pt x="121" y="323"/>
                </a:lnTo>
                <a:lnTo>
                  <a:pt x="117" y="323"/>
                </a:lnTo>
                <a:lnTo>
                  <a:pt x="105" y="322"/>
                </a:lnTo>
                <a:cubicBezTo>
                  <a:pt x="97" y="322"/>
                  <a:pt x="89" y="322"/>
                  <a:pt x="80" y="322"/>
                </a:cubicBezTo>
                <a:cubicBezTo>
                  <a:pt x="71" y="322"/>
                  <a:pt x="64" y="321"/>
                  <a:pt x="60" y="321"/>
                </a:cubicBezTo>
                <a:cubicBezTo>
                  <a:pt x="26" y="321"/>
                  <a:pt x="7" y="322"/>
                  <a:pt x="4" y="323"/>
                </a:cubicBezTo>
                <a:lnTo>
                  <a:pt x="0" y="323"/>
                </a:lnTo>
                <a:lnTo>
                  <a:pt x="0" y="299"/>
                </a:lnTo>
                <a:lnTo>
                  <a:pt x="8" y="299"/>
                </a:lnTo>
                <a:moveTo>
                  <a:pt x="204" y="113"/>
                </a:moveTo>
                <a:cubicBezTo>
                  <a:pt x="204" y="88"/>
                  <a:pt x="198" y="67"/>
                  <a:pt x="187" y="48"/>
                </a:cubicBezTo>
                <a:cubicBezTo>
                  <a:pt x="175" y="30"/>
                  <a:pt x="161" y="20"/>
                  <a:pt x="144" y="20"/>
                </a:cubicBezTo>
                <a:cubicBezTo>
                  <a:pt x="120" y="20"/>
                  <a:pt x="99" y="31"/>
                  <a:pt x="82" y="53"/>
                </a:cubicBezTo>
                <a:lnTo>
                  <a:pt x="82" y="175"/>
                </a:lnTo>
                <a:cubicBezTo>
                  <a:pt x="95" y="199"/>
                  <a:pt x="114" y="211"/>
                  <a:pt x="138" y="211"/>
                </a:cubicBezTo>
                <a:cubicBezTo>
                  <a:pt x="155" y="211"/>
                  <a:pt x="171" y="202"/>
                  <a:pt x="184" y="184"/>
                </a:cubicBezTo>
                <a:cubicBezTo>
                  <a:pt x="197" y="166"/>
                  <a:pt x="204" y="142"/>
                  <a:pt x="204" y="11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2" name=""/>
          <p:cNvSpPr/>
          <p:nvPr/>
        </p:nvSpPr>
        <p:spPr>
          <a:xfrm>
            <a:off x="6805440" y="2659320"/>
            <a:ext cx="81000" cy="83880"/>
          </a:xfrm>
          <a:custGeom>
            <a:avLst/>
            <a:gdLst/>
            <a:ahLst/>
            <a:rect l="0" t="0" r="r" b="b"/>
            <a:pathLst>
              <a:path w="225" h="233">
                <a:moveTo>
                  <a:pt x="0" y="118"/>
                </a:moveTo>
                <a:cubicBezTo>
                  <a:pt x="0" y="86"/>
                  <a:pt x="11" y="59"/>
                  <a:pt x="33" y="36"/>
                </a:cubicBezTo>
                <a:cubicBezTo>
                  <a:pt x="55" y="12"/>
                  <a:pt x="81" y="0"/>
                  <a:pt x="112" y="0"/>
                </a:cubicBezTo>
                <a:cubicBezTo>
                  <a:pt x="142" y="0"/>
                  <a:pt x="170" y="12"/>
                  <a:pt x="191" y="34"/>
                </a:cubicBezTo>
                <a:cubicBezTo>
                  <a:pt x="213" y="57"/>
                  <a:pt x="224" y="85"/>
                  <a:pt x="225" y="118"/>
                </a:cubicBezTo>
                <a:cubicBezTo>
                  <a:pt x="225" y="151"/>
                  <a:pt x="214" y="178"/>
                  <a:pt x="192" y="200"/>
                </a:cubicBezTo>
                <a:cubicBezTo>
                  <a:pt x="171" y="222"/>
                  <a:pt x="143" y="233"/>
                  <a:pt x="112" y="233"/>
                </a:cubicBezTo>
                <a:cubicBezTo>
                  <a:pt x="79" y="233"/>
                  <a:pt x="53" y="221"/>
                  <a:pt x="32" y="199"/>
                </a:cubicBezTo>
                <a:cubicBezTo>
                  <a:pt x="11" y="176"/>
                  <a:pt x="0" y="150"/>
                  <a:pt x="0" y="118"/>
                </a:cubicBezTo>
                <a:moveTo>
                  <a:pt x="112" y="212"/>
                </a:moveTo>
                <a:cubicBezTo>
                  <a:pt x="153" y="212"/>
                  <a:pt x="175" y="185"/>
                  <a:pt x="175" y="130"/>
                </a:cubicBezTo>
                <a:lnTo>
                  <a:pt x="175" y="113"/>
                </a:lnTo>
                <a:lnTo>
                  <a:pt x="175" y="100"/>
                </a:lnTo>
                <a:cubicBezTo>
                  <a:pt x="175" y="93"/>
                  <a:pt x="175" y="86"/>
                  <a:pt x="174" y="81"/>
                </a:cubicBezTo>
                <a:cubicBezTo>
                  <a:pt x="174" y="76"/>
                  <a:pt x="173" y="69"/>
                  <a:pt x="171" y="62"/>
                </a:cubicBezTo>
                <a:cubicBezTo>
                  <a:pt x="169" y="54"/>
                  <a:pt x="166" y="48"/>
                  <a:pt x="162" y="44"/>
                </a:cubicBezTo>
                <a:cubicBezTo>
                  <a:pt x="158" y="39"/>
                  <a:pt x="153" y="34"/>
                  <a:pt x="146" y="29"/>
                </a:cubicBezTo>
                <a:cubicBezTo>
                  <a:pt x="139" y="25"/>
                  <a:pt x="131" y="21"/>
                  <a:pt x="121" y="19"/>
                </a:cubicBezTo>
                <a:cubicBezTo>
                  <a:pt x="120" y="19"/>
                  <a:pt x="117" y="19"/>
                  <a:pt x="113" y="19"/>
                </a:cubicBezTo>
                <a:cubicBezTo>
                  <a:pt x="103" y="19"/>
                  <a:pt x="93" y="21"/>
                  <a:pt x="84" y="25"/>
                </a:cubicBezTo>
                <a:cubicBezTo>
                  <a:pt x="70" y="32"/>
                  <a:pt x="60" y="43"/>
                  <a:pt x="56" y="56"/>
                </a:cubicBezTo>
                <a:cubicBezTo>
                  <a:pt x="52" y="69"/>
                  <a:pt x="49" y="84"/>
                  <a:pt x="49" y="102"/>
                </a:cubicBezTo>
                <a:lnTo>
                  <a:pt x="49" y="112"/>
                </a:lnTo>
                <a:cubicBezTo>
                  <a:pt x="49" y="146"/>
                  <a:pt x="53" y="168"/>
                  <a:pt x="59" y="182"/>
                </a:cubicBezTo>
                <a:cubicBezTo>
                  <a:pt x="70" y="202"/>
                  <a:pt x="88" y="212"/>
                  <a:pt x="112" y="21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3" name=""/>
          <p:cNvSpPr/>
          <p:nvPr/>
        </p:nvSpPr>
        <p:spPr>
          <a:xfrm>
            <a:off x="6896520" y="2659320"/>
            <a:ext cx="81000" cy="83880"/>
          </a:xfrm>
          <a:custGeom>
            <a:avLst/>
            <a:gdLst/>
            <a:ahLst/>
            <a:rect l="0" t="0" r="r" b="b"/>
            <a:pathLst>
              <a:path w="225" h="233">
                <a:moveTo>
                  <a:pt x="0" y="118"/>
                </a:moveTo>
                <a:cubicBezTo>
                  <a:pt x="0" y="86"/>
                  <a:pt x="11" y="59"/>
                  <a:pt x="33" y="36"/>
                </a:cubicBezTo>
                <a:cubicBezTo>
                  <a:pt x="54" y="12"/>
                  <a:pt x="81" y="0"/>
                  <a:pt x="112" y="0"/>
                </a:cubicBezTo>
                <a:cubicBezTo>
                  <a:pt x="143" y="0"/>
                  <a:pt x="169" y="12"/>
                  <a:pt x="191" y="34"/>
                </a:cubicBezTo>
                <a:cubicBezTo>
                  <a:pt x="213" y="57"/>
                  <a:pt x="224" y="85"/>
                  <a:pt x="225" y="118"/>
                </a:cubicBezTo>
                <a:cubicBezTo>
                  <a:pt x="225" y="151"/>
                  <a:pt x="214" y="178"/>
                  <a:pt x="192" y="200"/>
                </a:cubicBezTo>
                <a:cubicBezTo>
                  <a:pt x="171" y="222"/>
                  <a:pt x="144" y="233"/>
                  <a:pt x="112" y="233"/>
                </a:cubicBezTo>
                <a:cubicBezTo>
                  <a:pt x="79" y="233"/>
                  <a:pt x="52" y="221"/>
                  <a:pt x="31" y="199"/>
                </a:cubicBezTo>
                <a:cubicBezTo>
                  <a:pt x="11" y="176"/>
                  <a:pt x="0" y="150"/>
                  <a:pt x="0" y="118"/>
                </a:cubicBezTo>
                <a:moveTo>
                  <a:pt x="112" y="212"/>
                </a:moveTo>
                <a:cubicBezTo>
                  <a:pt x="154" y="212"/>
                  <a:pt x="175" y="185"/>
                  <a:pt x="175" y="130"/>
                </a:cubicBezTo>
                <a:lnTo>
                  <a:pt x="175" y="113"/>
                </a:lnTo>
                <a:lnTo>
                  <a:pt x="175" y="100"/>
                </a:lnTo>
                <a:cubicBezTo>
                  <a:pt x="175" y="93"/>
                  <a:pt x="174" y="86"/>
                  <a:pt x="174" y="81"/>
                </a:cubicBezTo>
                <a:cubicBezTo>
                  <a:pt x="174" y="76"/>
                  <a:pt x="173" y="69"/>
                  <a:pt x="171" y="62"/>
                </a:cubicBezTo>
                <a:cubicBezTo>
                  <a:pt x="168" y="54"/>
                  <a:pt x="166" y="48"/>
                  <a:pt x="162" y="44"/>
                </a:cubicBezTo>
                <a:cubicBezTo>
                  <a:pt x="159" y="39"/>
                  <a:pt x="154" y="34"/>
                  <a:pt x="147" y="29"/>
                </a:cubicBezTo>
                <a:cubicBezTo>
                  <a:pt x="140" y="25"/>
                  <a:pt x="130" y="21"/>
                  <a:pt x="121" y="19"/>
                </a:cubicBezTo>
                <a:cubicBezTo>
                  <a:pt x="119" y="19"/>
                  <a:pt x="117" y="19"/>
                  <a:pt x="113" y="19"/>
                </a:cubicBezTo>
                <a:cubicBezTo>
                  <a:pt x="103" y="19"/>
                  <a:pt x="93" y="21"/>
                  <a:pt x="84" y="25"/>
                </a:cubicBezTo>
                <a:cubicBezTo>
                  <a:pt x="70" y="32"/>
                  <a:pt x="60" y="43"/>
                  <a:pt x="56" y="56"/>
                </a:cubicBezTo>
                <a:cubicBezTo>
                  <a:pt x="51" y="69"/>
                  <a:pt x="49" y="84"/>
                  <a:pt x="49" y="102"/>
                </a:cubicBezTo>
                <a:lnTo>
                  <a:pt x="49" y="112"/>
                </a:lnTo>
                <a:cubicBezTo>
                  <a:pt x="49" y="146"/>
                  <a:pt x="52" y="168"/>
                  <a:pt x="59" y="182"/>
                </a:cubicBezTo>
                <a:cubicBezTo>
                  <a:pt x="70" y="202"/>
                  <a:pt x="87" y="212"/>
                  <a:pt x="112" y="21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4" name=""/>
          <p:cNvSpPr/>
          <p:nvPr/>
        </p:nvSpPr>
        <p:spPr>
          <a:xfrm>
            <a:off x="6986880" y="2614680"/>
            <a:ext cx="43560" cy="126720"/>
          </a:xfrm>
          <a:custGeom>
            <a:avLst/>
            <a:gdLst/>
            <a:ahLst/>
            <a:rect l="0" t="0" r="r" b="b"/>
            <a:pathLst>
              <a:path w="121" h="352">
                <a:moveTo>
                  <a:pt x="8" y="328"/>
                </a:moveTo>
                <a:lnTo>
                  <a:pt x="16" y="328"/>
                </a:lnTo>
                <a:cubicBezTo>
                  <a:pt x="29" y="328"/>
                  <a:pt x="37" y="326"/>
                  <a:pt x="39" y="321"/>
                </a:cubicBezTo>
                <a:lnTo>
                  <a:pt x="39" y="317"/>
                </a:lnTo>
                <a:cubicBezTo>
                  <a:pt x="39" y="314"/>
                  <a:pt x="39" y="310"/>
                  <a:pt x="39" y="306"/>
                </a:cubicBezTo>
                <a:cubicBezTo>
                  <a:pt x="39" y="301"/>
                  <a:pt x="39" y="295"/>
                  <a:pt x="39" y="289"/>
                </a:cubicBezTo>
                <a:cubicBezTo>
                  <a:pt x="39" y="283"/>
                  <a:pt x="39" y="275"/>
                  <a:pt x="40" y="267"/>
                </a:cubicBezTo>
                <a:cubicBezTo>
                  <a:pt x="40" y="258"/>
                  <a:pt x="40" y="250"/>
                  <a:pt x="40" y="241"/>
                </a:cubicBezTo>
                <a:cubicBezTo>
                  <a:pt x="39" y="232"/>
                  <a:pt x="39" y="223"/>
                  <a:pt x="40" y="213"/>
                </a:cubicBezTo>
                <a:cubicBezTo>
                  <a:pt x="40" y="203"/>
                  <a:pt x="40" y="194"/>
                  <a:pt x="40" y="184"/>
                </a:cubicBezTo>
                <a:cubicBezTo>
                  <a:pt x="40" y="172"/>
                  <a:pt x="40" y="159"/>
                  <a:pt x="40" y="145"/>
                </a:cubicBezTo>
                <a:cubicBezTo>
                  <a:pt x="40" y="131"/>
                  <a:pt x="40" y="118"/>
                  <a:pt x="40" y="107"/>
                </a:cubicBezTo>
                <a:cubicBezTo>
                  <a:pt x="40" y="95"/>
                  <a:pt x="40" y="85"/>
                  <a:pt x="40" y="77"/>
                </a:cubicBezTo>
                <a:cubicBezTo>
                  <a:pt x="40" y="68"/>
                  <a:pt x="40" y="60"/>
                  <a:pt x="39" y="54"/>
                </a:cubicBezTo>
                <a:cubicBezTo>
                  <a:pt x="39" y="48"/>
                  <a:pt x="39" y="45"/>
                  <a:pt x="39" y="46"/>
                </a:cubicBezTo>
                <a:cubicBezTo>
                  <a:pt x="38" y="39"/>
                  <a:pt x="36" y="35"/>
                  <a:pt x="32" y="33"/>
                </a:cubicBezTo>
                <a:cubicBezTo>
                  <a:pt x="29" y="31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1" y="5"/>
                  <a:pt x="1" y="5"/>
                </a:cubicBezTo>
                <a:lnTo>
                  <a:pt x="6" y="5"/>
                </a:lnTo>
                <a:cubicBezTo>
                  <a:pt x="10" y="4"/>
                  <a:pt x="15" y="4"/>
                  <a:pt x="21" y="4"/>
                </a:cubicBezTo>
                <a:cubicBezTo>
                  <a:pt x="28" y="3"/>
                  <a:pt x="34" y="3"/>
                  <a:pt x="40" y="3"/>
                </a:cubicBezTo>
                <a:cubicBezTo>
                  <a:pt x="46" y="2"/>
                  <a:pt x="53" y="2"/>
                  <a:pt x="60" y="2"/>
                </a:cubicBezTo>
                <a:cubicBezTo>
                  <a:pt x="66" y="1"/>
                  <a:pt x="71" y="1"/>
                  <a:pt x="75" y="0"/>
                </a:cubicBezTo>
                <a:cubicBezTo>
                  <a:pt x="78" y="0"/>
                  <a:pt x="80" y="-1"/>
                  <a:pt x="80" y="0"/>
                </a:cubicBezTo>
                <a:lnTo>
                  <a:pt x="82" y="0"/>
                </a:lnTo>
                <a:lnTo>
                  <a:pt x="82" y="159"/>
                </a:lnTo>
                <a:cubicBezTo>
                  <a:pt x="82" y="267"/>
                  <a:pt x="82" y="321"/>
                  <a:pt x="82" y="321"/>
                </a:cubicBezTo>
                <a:cubicBezTo>
                  <a:pt x="84" y="324"/>
                  <a:pt x="86" y="326"/>
                  <a:pt x="88" y="327"/>
                </a:cubicBezTo>
                <a:cubicBezTo>
                  <a:pt x="95" y="328"/>
                  <a:pt x="104" y="328"/>
                  <a:pt x="113" y="328"/>
                </a:cubicBezTo>
                <a:lnTo>
                  <a:pt x="121" y="328"/>
                </a:lnTo>
                <a:lnTo>
                  <a:pt x="121" y="352"/>
                </a:lnTo>
                <a:lnTo>
                  <a:pt x="117" y="352"/>
                </a:lnTo>
                <a:lnTo>
                  <a:pt x="106" y="351"/>
                </a:lnTo>
                <a:cubicBezTo>
                  <a:pt x="98" y="351"/>
                  <a:pt x="90" y="351"/>
                  <a:pt x="81" y="351"/>
                </a:cubicBezTo>
                <a:cubicBezTo>
                  <a:pt x="72" y="351"/>
                  <a:pt x="66" y="350"/>
                  <a:pt x="62" y="350"/>
                </a:cubicBezTo>
                <a:cubicBezTo>
                  <a:pt x="58" y="350"/>
                  <a:pt x="51" y="350"/>
                  <a:pt x="41" y="350"/>
                </a:cubicBezTo>
                <a:cubicBezTo>
                  <a:pt x="33" y="350"/>
                  <a:pt x="24" y="351"/>
                  <a:pt x="16" y="351"/>
                </a:cubicBezTo>
                <a:lnTo>
                  <a:pt x="4" y="352"/>
                </a:lnTo>
                <a:lnTo>
                  <a:pt x="0" y="352"/>
                </a:lnTo>
                <a:lnTo>
                  <a:pt x="0" y="328"/>
                </a:lnTo>
                <a:lnTo>
                  <a:pt x="8" y="3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5" name=""/>
          <p:cNvSpPr/>
          <p:nvPr/>
        </p:nvSpPr>
        <p:spPr>
          <a:xfrm>
            <a:off x="7038000" y="2659320"/>
            <a:ext cx="70920" cy="83880"/>
          </a:xfrm>
          <a:custGeom>
            <a:avLst/>
            <a:gdLst/>
            <a:ahLst/>
            <a:rect l="0" t="0" r="r" b="b"/>
            <a:pathLst>
              <a:path w="197" h="233">
                <a:moveTo>
                  <a:pt x="0" y="116"/>
                </a:moveTo>
                <a:cubicBezTo>
                  <a:pt x="0" y="98"/>
                  <a:pt x="3" y="81"/>
                  <a:pt x="10" y="66"/>
                </a:cubicBezTo>
                <a:cubicBezTo>
                  <a:pt x="17" y="51"/>
                  <a:pt x="25" y="38"/>
                  <a:pt x="35" y="29"/>
                </a:cubicBezTo>
                <a:cubicBezTo>
                  <a:pt x="45" y="19"/>
                  <a:pt x="57" y="12"/>
                  <a:pt x="69" y="8"/>
                </a:cubicBezTo>
                <a:cubicBezTo>
                  <a:pt x="81" y="3"/>
                  <a:pt x="92" y="0"/>
                  <a:pt x="103" y="0"/>
                </a:cubicBezTo>
                <a:cubicBezTo>
                  <a:pt x="120" y="0"/>
                  <a:pt x="136" y="3"/>
                  <a:pt x="149" y="9"/>
                </a:cubicBezTo>
                <a:cubicBezTo>
                  <a:pt x="161" y="15"/>
                  <a:pt x="171" y="24"/>
                  <a:pt x="178" y="34"/>
                </a:cubicBezTo>
                <a:cubicBezTo>
                  <a:pt x="185" y="45"/>
                  <a:pt x="189" y="56"/>
                  <a:pt x="192" y="67"/>
                </a:cubicBezTo>
                <a:cubicBezTo>
                  <a:pt x="195" y="78"/>
                  <a:pt x="196" y="90"/>
                  <a:pt x="197" y="103"/>
                </a:cubicBezTo>
                <a:cubicBezTo>
                  <a:pt x="197" y="105"/>
                  <a:pt x="195" y="107"/>
                  <a:pt x="193" y="110"/>
                </a:cubicBezTo>
                <a:lnTo>
                  <a:pt x="50" y="110"/>
                </a:lnTo>
                <a:lnTo>
                  <a:pt x="50" y="117"/>
                </a:lnTo>
                <a:cubicBezTo>
                  <a:pt x="50" y="168"/>
                  <a:pt x="67" y="199"/>
                  <a:pt x="101" y="209"/>
                </a:cubicBezTo>
                <a:cubicBezTo>
                  <a:pt x="108" y="211"/>
                  <a:pt x="115" y="212"/>
                  <a:pt x="123" y="212"/>
                </a:cubicBezTo>
                <a:cubicBezTo>
                  <a:pt x="137" y="212"/>
                  <a:pt x="150" y="207"/>
                  <a:pt x="160" y="196"/>
                </a:cubicBezTo>
                <a:cubicBezTo>
                  <a:pt x="165" y="191"/>
                  <a:pt x="170" y="183"/>
                  <a:pt x="173" y="175"/>
                </a:cubicBezTo>
                <a:lnTo>
                  <a:pt x="178" y="163"/>
                </a:lnTo>
                <a:cubicBezTo>
                  <a:pt x="179" y="162"/>
                  <a:pt x="182" y="161"/>
                  <a:pt x="186" y="161"/>
                </a:cubicBezTo>
                <a:lnTo>
                  <a:pt x="188" y="161"/>
                </a:lnTo>
                <a:cubicBezTo>
                  <a:pt x="194" y="161"/>
                  <a:pt x="197" y="163"/>
                  <a:pt x="197" y="166"/>
                </a:cubicBezTo>
                <a:cubicBezTo>
                  <a:pt x="197" y="168"/>
                  <a:pt x="196" y="170"/>
                  <a:pt x="195" y="173"/>
                </a:cubicBezTo>
                <a:cubicBezTo>
                  <a:pt x="189" y="192"/>
                  <a:pt x="178" y="206"/>
                  <a:pt x="163" y="217"/>
                </a:cubicBezTo>
                <a:cubicBezTo>
                  <a:pt x="148" y="228"/>
                  <a:pt x="132" y="233"/>
                  <a:pt x="113" y="233"/>
                </a:cubicBezTo>
                <a:cubicBezTo>
                  <a:pt x="81" y="233"/>
                  <a:pt x="55" y="222"/>
                  <a:pt x="32" y="198"/>
                </a:cubicBezTo>
                <a:cubicBezTo>
                  <a:pt x="11" y="175"/>
                  <a:pt x="0" y="147"/>
                  <a:pt x="0" y="116"/>
                </a:cubicBezTo>
                <a:moveTo>
                  <a:pt x="155" y="88"/>
                </a:moveTo>
                <a:cubicBezTo>
                  <a:pt x="151" y="44"/>
                  <a:pt x="135" y="22"/>
                  <a:pt x="107" y="19"/>
                </a:cubicBezTo>
                <a:lnTo>
                  <a:pt x="106" y="19"/>
                </a:lnTo>
                <a:cubicBezTo>
                  <a:pt x="103" y="19"/>
                  <a:pt x="101" y="19"/>
                  <a:pt x="98" y="19"/>
                </a:cubicBezTo>
                <a:cubicBezTo>
                  <a:pt x="95" y="20"/>
                  <a:pt x="91" y="21"/>
                  <a:pt x="85" y="23"/>
                </a:cubicBezTo>
                <a:cubicBezTo>
                  <a:pt x="80" y="26"/>
                  <a:pt x="75" y="29"/>
                  <a:pt x="71" y="34"/>
                </a:cubicBezTo>
                <a:cubicBezTo>
                  <a:pt x="67" y="39"/>
                  <a:pt x="63" y="46"/>
                  <a:pt x="59" y="55"/>
                </a:cubicBezTo>
                <a:cubicBezTo>
                  <a:pt x="55" y="64"/>
                  <a:pt x="53" y="75"/>
                  <a:pt x="51" y="88"/>
                </a:cubicBezTo>
                <a:lnTo>
                  <a:pt x="51" y="92"/>
                </a:lnTo>
                <a:lnTo>
                  <a:pt x="155" y="92"/>
                </a:lnTo>
                <a:lnTo>
                  <a:pt x="155" y="8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6" name=""/>
          <p:cNvSpPr/>
          <p:nvPr/>
        </p:nvSpPr>
        <p:spPr>
          <a:xfrm>
            <a:off x="7119720" y="2614680"/>
            <a:ext cx="91800" cy="128520"/>
          </a:xfrm>
          <a:custGeom>
            <a:avLst/>
            <a:gdLst/>
            <a:ahLst/>
            <a:rect l="0" t="0" r="r" b="b"/>
            <a:pathLst>
              <a:path w="255" h="357">
                <a:moveTo>
                  <a:pt x="174" y="101"/>
                </a:moveTo>
                <a:cubicBezTo>
                  <a:pt x="174" y="96"/>
                  <a:pt x="174" y="89"/>
                  <a:pt x="174" y="81"/>
                </a:cubicBezTo>
                <a:cubicBezTo>
                  <a:pt x="174" y="73"/>
                  <a:pt x="174" y="67"/>
                  <a:pt x="175" y="64"/>
                </a:cubicBezTo>
                <a:cubicBezTo>
                  <a:pt x="175" y="49"/>
                  <a:pt x="173" y="40"/>
                  <a:pt x="170" y="36"/>
                </a:cubicBezTo>
                <a:cubicBezTo>
                  <a:pt x="166" y="31"/>
                  <a:pt x="158" y="29"/>
                  <a:pt x="144" y="29"/>
                </a:cubicBezTo>
                <a:lnTo>
                  <a:pt x="135" y="29"/>
                </a:lnTo>
                <a:lnTo>
                  <a:pt x="135" y="17"/>
                </a:lnTo>
                <a:cubicBezTo>
                  <a:pt x="135" y="9"/>
                  <a:pt x="135" y="5"/>
                  <a:pt x="136" y="5"/>
                </a:cubicBezTo>
                <a:lnTo>
                  <a:pt x="141" y="5"/>
                </a:lnTo>
                <a:cubicBezTo>
                  <a:pt x="144" y="4"/>
                  <a:pt x="149" y="4"/>
                  <a:pt x="156" y="4"/>
                </a:cubicBezTo>
                <a:cubicBezTo>
                  <a:pt x="162" y="3"/>
                  <a:pt x="168" y="3"/>
                  <a:pt x="174" y="3"/>
                </a:cubicBezTo>
                <a:cubicBezTo>
                  <a:pt x="180" y="2"/>
                  <a:pt x="186" y="2"/>
                  <a:pt x="193" y="2"/>
                </a:cubicBezTo>
                <a:cubicBezTo>
                  <a:pt x="200" y="1"/>
                  <a:pt x="205" y="1"/>
                  <a:pt x="208" y="0"/>
                </a:cubicBezTo>
                <a:cubicBezTo>
                  <a:pt x="212" y="0"/>
                  <a:pt x="213" y="-1"/>
                  <a:pt x="214" y="0"/>
                </a:cubicBezTo>
                <a:lnTo>
                  <a:pt x="215" y="0"/>
                </a:lnTo>
                <a:lnTo>
                  <a:pt x="215" y="154"/>
                </a:lnTo>
                <a:cubicBezTo>
                  <a:pt x="215" y="258"/>
                  <a:pt x="215" y="310"/>
                  <a:pt x="216" y="311"/>
                </a:cubicBezTo>
                <a:cubicBezTo>
                  <a:pt x="217" y="317"/>
                  <a:pt x="219" y="322"/>
                  <a:pt x="223" y="324"/>
                </a:cubicBezTo>
                <a:cubicBezTo>
                  <a:pt x="227" y="326"/>
                  <a:pt x="234" y="327"/>
                  <a:pt x="246" y="328"/>
                </a:cubicBezTo>
                <a:lnTo>
                  <a:pt x="255" y="328"/>
                </a:lnTo>
                <a:lnTo>
                  <a:pt x="255" y="352"/>
                </a:lnTo>
                <a:cubicBezTo>
                  <a:pt x="254" y="352"/>
                  <a:pt x="241" y="352"/>
                  <a:pt x="216" y="354"/>
                </a:cubicBezTo>
                <a:cubicBezTo>
                  <a:pt x="191" y="356"/>
                  <a:pt x="178" y="357"/>
                  <a:pt x="176" y="357"/>
                </a:cubicBezTo>
                <a:lnTo>
                  <a:pt x="173" y="357"/>
                </a:lnTo>
                <a:lnTo>
                  <a:pt x="173" y="329"/>
                </a:lnTo>
                <a:lnTo>
                  <a:pt x="169" y="333"/>
                </a:lnTo>
                <a:cubicBezTo>
                  <a:pt x="149" y="349"/>
                  <a:pt x="127" y="357"/>
                  <a:pt x="103" y="357"/>
                </a:cubicBezTo>
                <a:cubicBezTo>
                  <a:pt x="76" y="357"/>
                  <a:pt x="53" y="347"/>
                  <a:pt x="32" y="326"/>
                </a:cubicBezTo>
                <a:cubicBezTo>
                  <a:pt x="11" y="306"/>
                  <a:pt x="0" y="278"/>
                  <a:pt x="0" y="243"/>
                </a:cubicBezTo>
                <a:cubicBezTo>
                  <a:pt x="0" y="209"/>
                  <a:pt x="11" y="182"/>
                  <a:pt x="32" y="161"/>
                </a:cubicBezTo>
                <a:cubicBezTo>
                  <a:pt x="53" y="139"/>
                  <a:pt x="78" y="128"/>
                  <a:pt x="108" y="128"/>
                </a:cubicBezTo>
                <a:cubicBezTo>
                  <a:pt x="133" y="128"/>
                  <a:pt x="155" y="136"/>
                  <a:pt x="174" y="153"/>
                </a:cubicBezTo>
                <a:lnTo>
                  <a:pt x="174" y="101"/>
                </a:lnTo>
                <a:moveTo>
                  <a:pt x="173" y="179"/>
                </a:moveTo>
                <a:cubicBezTo>
                  <a:pt x="158" y="157"/>
                  <a:pt x="139" y="147"/>
                  <a:pt x="116" y="147"/>
                </a:cubicBezTo>
                <a:cubicBezTo>
                  <a:pt x="99" y="147"/>
                  <a:pt x="83" y="153"/>
                  <a:pt x="71" y="165"/>
                </a:cubicBezTo>
                <a:cubicBezTo>
                  <a:pt x="62" y="174"/>
                  <a:pt x="56" y="185"/>
                  <a:pt x="53" y="197"/>
                </a:cubicBezTo>
                <a:cubicBezTo>
                  <a:pt x="51" y="210"/>
                  <a:pt x="50" y="225"/>
                  <a:pt x="49" y="245"/>
                </a:cubicBezTo>
                <a:cubicBezTo>
                  <a:pt x="49" y="264"/>
                  <a:pt x="51" y="279"/>
                  <a:pt x="53" y="291"/>
                </a:cubicBezTo>
                <a:cubicBezTo>
                  <a:pt x="55" y="303"/>
                  <a:pt x="61" y="313"/>
                  <a:pt x="71" y="322"/>
                </a:cubicBezTo>
                <a:cubicBezTo>
                  <a:pt x="81" y="333"/>
                  <a:pt x="95" y="338"/>
                  <a:pt x="111" y="338"/>
                </a:cubicBezTo>
                <a:cubicBezTo>
                  <a:pt x="135" y="338"/>
                  <a:pt x="156" y="325"/>
                  <a:pt x="173" y="300"/>
                </a:cubicBezTo>
                <a:lnTo>
                  <a:pt x="173" y="1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7" name=""/>
          <p:cNvSpPr/>
          <p:nvPr/>
        </p:nvSpPr>
        <p:spPr>
          <a:xfrm>
            <a:off x="4164480" y="2313000"/>
            <a:ext cx="5107320" cy="15840"/>
          </a:xfrm>
          <a:custGeom>
            <a:avLst/>
            <a:gdLst/>
            <a:ahLst/>
            <a:rect l="0" t="0" r="r" b="b"/>
            <a:pathLst>
              <a:path w="14187" h="44">
                <a:moveTo>
                  <a:pt x="0" y="0"/>
                </a:moveTo>
                <a:lnTo>
                  <a:pt x="14187" y="0"/>
                </a:lnTo>
                <a:lnTo>
                  <a:pt x="14187" y="44"/>
                </a:lnTo>
                <a:lnTo>
                  <a:pt x="0" y="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8" name=""/>
          <p:cNvSpPr/>
          <p:nvPr/>
        </p:nvSpPr>
        <p:spPr>
          <a:xfrm>
            <a:off x="857160" y="3038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571320" y="1386000"/>
            <a:ext cx="22964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Empirical estimator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80" name=""/>
          <p:cNvSpPr/>
          <p:nvPr/>
        </p:nvSpPr>
        <p:spPr>
          <a:xfrm>
            <a:off x="2499120" y="2983320"/>
            <a:ext cx="178200" cy="187200"/>
          </a:xfrm>
          <a:custGeom>
            <a:avLst/>
            <a:gdLst/>
            <a:ahLst/>
            <a:rect l="0" t="0" r="r" b="b"/>
            <a:pathLst>
              <a:path w="495" h="520">
                <a:moveTo>
                  <a:pt x="495" y="193"/>
                </a:moveTo>
                <a:cubicBezTo>
                  <a:pt x="495" y="247"/>
                  <a:pt x="479" y="301"/>
                  <a:pt x="449" y="352"/>
                </a:cubicBezTo>
                <a:cubicBezTo>
                  <a:pt x="418" y="403"/>
                  <a:pt x="379" y="444"/>
                  <a:pt x="331" y="475"/>
                </a:cubicBezTo>
                <a:cubicBezTo>
                  <a:pt x="283" y="505"/>
                  <a:pt x="233" y="520"/>
                  <a:pt x="182" y="520"/>
                </a:cubicBezTo>
                <a:cubicBezTo>
                  <a:pt x="136" y="520"/>
                  <a:pt x="96" y="507"/>
                  <a:pt x="63" y="480"/>
                </a:cubicBezTo>
                <a:cubicBezTo>
                  <a:pt x="30" y="452"/>
                  <a:pt x="10" y="413"/>
                  <a:pt x="1" y="361"/>
                </a:cubicBezTo>
                <a:cubicBezTo>
                  <a:pt x="1" y="357"/>
                  <a:pt x="0" y="347"/>
                  <a:pt x="0" y="330"/>
                </a:cubicBezTo>
                <a:cubicBezTo>
                  <a:pt x="0" y="282"/>
                  <a:pt x="12" y="234"/>
                  <a:pt x="35" y="191"/>
                </a:cubicBezTo>
                <a:cubicBezTo>
                  <a:pt x="58" y="147"/>
                  <a:pt x="88" y="108"/>
                  <a:pt x="127" y="74"/>
                </a:cubicBezTo>
                <a:cubicBezTo>
                  <a:pt x="186" y="25"/>
                  <a:pt x="246" y="0"/>
                  <a:pt x="306" y="0"/>
                </a:cubicBezTo>
                <a:cubicBezTo>
                  <a:pt x="324" y="0"/>
                  <a:pt x="335" y="1"/>
                  <a:pt x="340" y="1"/>
                </a:cubicBezTo>
                <a:cubicBezTo>
                  <a:pt x="386" y="8"/>
                  <a:pt x="424" y="28"/>
                  <a:pt x="452" y="63"/>
                </a:cubicBezTo>
                <a:cubicBezTo>
                  <a:pt x="480" y="97"/>
                  <a:pt x="494" y="140"/>
                  <a:pt x="495" y="193"/>
                </a:cubicBezTo>
                <a:moveTo>
                  <a:pt x="421" y="163"/>
                </a:moveTo>
                <a:cubicBezTo>
                  <a:pt x="421" y="121"/>
                  <a:pt x="410" y="88"/>
                  <a:pt x="388" y="64"/>
                </a:cubicBezTo>
                <a:cubicBezTo>
                  <a:pt x="366" y="40"/>
                  <a:pt x="339" y="28"/>
                  <a:pt x="306" y="28"/>
                </a:cubicBezTo>
                <a:cubicBezTo>
                  <a:pt x="268" y="28"/>
                  <a:pt x="231" y="43"/>
                  <a:pt x="195" y="71"/>
                </a:cubicBezTo>
                <a:cubicBezTo>
                  <a:pt x="157" y="101"/>
                  <a:pt x="128" y="143"/>
                  <a:pt x="108" y="198"/>
                </a:cubicBezTo>
                <a:cubicBezTo>
                  <a:pt x="88" y="252"/>
                  <a:pt x="77" y="303"/>
                  <a:pt x="77" y="350"/>
                </a:cubicBezTo>
                <a:cubicBezTo>
                  <a:pt x="77" y="393"/>
                  <a:pt x="87" y="427"/>
                  <a:pt x="108" y="452"/>
                </a:cubicBezTo>
                <a:cubicBezTo>
                  <a:pt x="128" y="478"/>
                  <a:pt x="155" y="491"/>
                  <a:pt x="189" y="491"/>
                </a:cubicBezTo>
                <a:cubicBezTo>
                  <a:pt x="233" y="491"/>
                  <a:pt x="274" y="472"/>
                  <a:pt x="312" y="435"/>
                </a:cubicBezTo>
                <a:cubicBezTo>
                  <a:pt x="351" y="397"/>
                  <a:pt x="380" y="346"/>
                  <a:pt x="400" y="281"/>
                </a:cubicBezTo>
                <a:cubicBezTo>
                  <a:pt x="414" y="235"/>
                  <a:pt x="421" y="196"/>
                  <a:pt x="421" y="1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1" name=""/>
          <p:cNvSpPr/>
          <p:nvPr/>
        </p:nvSpPr>
        <p:spPr>
          <a:xfrm>
            <a:off x="2706840" y="29714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3" y="294"/>
                  <a:pt x="7" y="264"/>
                </a:cubicBezTo>
                <a:cubicBezTo>
                  <a:pt x="12" y="235"/>
                  <a:pt x="18" y="209"/>
                  <a:pt x="24" y="188"/>
                </a:cubicBezTo>
                <a:cubicBezTo>
                  <a:pt x="30" y="166"/>
                  <a:pt x="39" y="145"/>
                  <a:pt x="51" y="125"/>
                </a:cubicBezTo>
                <a:cubicBezTo>
                  <a:pt x="63" y="104"/>
                  <a:pt x="72" y="88"/>
                  <a:pt x="78" y="77"/>
                </a:cubicBezTo>
                <a:cubicBezTo>
                  <a:pt x="85" y="66"/>
                  <a:pt x="95" y="53"/>
                  <a:pt x="108" y="40"/>
                </a:cubicBezTo>
                <a:cubicBezTo>
                  <a:pt x="122" y="26"/>
                  <a:pt x="130" y="18"/>
                  <a:pt x="132" y="16"/>
                </a:cubicBezTo>
                <a:cubicBezTo>
                  <a:pt x="134" y="13"/>
                  <a:pt x="140" y="8"/>
                  <a:pt x="150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9" y="0"/>
                  <a:pt x="172" y="3"/>
                  <a:pt x="172" y="7"/>
                </a:cubicBezTo>
                <a:cubicBezTo>
                  <a:pt x="172" y="8"/>
                  <a:pt x="168" y="13"/>
                  <a:pt x="160" y="22"/>
                </a:cubicBezTo>
                <a:cubicBezTo>
                  <a:pt x="152" y="31"/>
                  <a:pt x="142" y="43"/>
                  <a:pt x="131" y="60"/>
                </a:cubicBezTo>
                <a:cubicBezTo>
                  <a:pt x="119" y="77"/>
                  <a:pt x="107" y="97"/>
                  <a:pt x="96" y="121"/>
                </a:cubicBezTo>
                <a:cubicBezTo>
                  <a:pt x="84" y="146"/>
                  <a:pt x="74" y="178"/>
                  <a:pt x="66" y="220"/>
                </a:cubicBezTo>
                <a:cubicBezTo>
                  <a:pt x="57" y="261"/>
                  <a:pt x="53" y="307"/>
                  <a:pt x="53" y="358"/>
                </a:cubicBezTo>
                <a:cubicBezTo>
                  <a:pt x="53" y="408"/>
                  <a:pt x="57" y="454"/>
                  <a:pt x="66" y="495"/>
                </a:cubicBezTo>
                <a:cubicBezTo>
                  <a:pt x="74" y="536"/>
                  <a:pt x="83" y="569"/>
                  <a:pt x="95" y="594"/>
                </a:cubicBezTo>
                <a:cubicBezTo>
                  <a:pt x="106" y="620"/>
                  <a:pt x="118" y="640"/>
                  <a:pt x="130" y="656"/>
                </a:cubicBezTo>
                <a:cubicBezTo>
                  <a:pt x="142" y="673"/>
                  <a:pt x="152" y="685"/>
                  <a:pt x="160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50" y="716"/>
                </a:lnTo>
                <a:lnTo>
                  <a:pt x="130" y="699"/>
                </a:lnTo>
                <a:cubicBezTo>
                  <a:pt x="85" y="658"/>
                  <a:pt x="52" y="607"/>
                  <a:pt x="31" y="547"/>
                </a:cubicBezTo>
                <a:cubicBezTo>
                  <a:pt x="10" y="486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2" name=""/>
          <p:cNvSpPr/>
          <p:nvPr/>
        </p:nvSpPr>
        <p:spPr>
          <a:xfrm>
            <a:off x="2806920" y="29714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3" y="294"/>
                  <a:pt x="7" y="264"/>
                </a:cubicBezTo>
                <a:cubicBezTo>
                  <a:pt x="12" y="235"/>
                  <a:pt x="18" y="209"/>
                  <a:pt x="24" y="188"/>
                </a:cubicBezTo>
                <a:cubicBezTo>
                  <a:pt x="30" y="166"/>
                  <a:pt x="39" y="145"/>
                  <a:pt x="50" y="125"/>
                </a:cubicBezTo>
                <a:cubicBezTo>
                  <a:pt x="62" y="104"/>
                  <a:pt x="71" y="88"/>
                  <a:pt x="77" y="77"/>
                </a:cubicBezTo>
                <a:cubicBezTo>
                  <a:pt x="84" y="66"/>
                  <a:pt x="94" y="53"/>
                  <a:pt x="107" y="40"/>
                </a:cubicBezTo>
                <a:cubicBezTo>
                  <a:pt x="122" y="26"/>
                  <a:pt x="130" y="18"/>
                  <a:pt x="132" y="16"/>
                </a:cubicBezTo>
                <a:cubicBezTo>
                  <a:pt x="134" y="13"/>
                  <a:pt x="140" y="8"/>
                  <a:pt x="150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9" y="0"/>
                  <a:pt x="172" y="3"/>
                  <a:pt x="172" y="7"/>
                </a:cubicBezTo>
                <a:cubicBezTo>
                  <a:pt x="172" y="8"/>
                  <a:pt x="168" y="13"/>
                  <a:pt x="160" y="22"/>
                </a:cubicBezTo>
                <a:cubicBezTo>
                  <a:pt x="152" y="31"/>
                  <a:pt x="142" y="43"/>
                  <a:pt x="131" y="60"/>
                </a:cubicBezTo>
                <a:cubicBezTo>
                  <a:pt x="119" y="77"/>
                  <a:pt x="107" y="97"/>
                  <a:pt x="95" y="121"/>
                </a:cubicBezTo>
                <a:cubicBezTo>
                  <a:pt x="83" y="146"/>
                  <a:pt x="73" y="178"/>
                  <a:pt x="65" y="220"/>
                </a:cubicBezTo>
                <a:cubicBezTo>
                  <a:pt x="57" y="261"/>
                  <a:pt x="52" y="307"/>
                  <a:pt x="52" y="358"/>
                </a:cubicBezTo>
                <a:cubicBezTo>
                  <a:pt x="52" y="408"/>
                  <a:pt x="57" y="454"/>
                  <a:pt x="65" y="495"/>
                </a:cubicBezTo>
                <a:cubicBezTo>
                  <a:pt x="73" y="536"/>
                  <a:pt x="82" y="569"/>
                  <a:pt x="94" y="594"/>
                </a:cubicBezTo>
                <a:cubicBezTo>
                  <a:pt x="105" y="620"/>
                  <a:pt x="118" y="640"/>
                  <a:pt x="130" y="656"/>
                </a:cubicBezTo>
                <a:cubicBezTo>
                  <a:pt x="142" y="673"/>
                  <a:pt x="152" y="685"/>
                  <a:pt x="160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9" y="716"/>
                  <a:pt x="161" y="716"/>
                </a:cubicBezTo>
                <a:lnTo>
                  <a:pt x="159" y="716"/>
                </a:lnTo>
                <a:lnTo>
                  <a:pt x="150" y="716"/>
                </a:lnTo>
                <a:lnTo>
                  <a:pt x="130" y="699"/>
                </a:lnTo>
                <a:cubicBezTo>
                  <a:pt x="84" y="658"/>
                  <a:pt x="52" y="607"/>
                  <a:pt x="31" y="547"/>
                </a:cubicBezTo>
                <a:cubicBezTo>
                  <a:pt x="11" y="486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3" name=""/>
          <p:cNvSpPr/>
          <p:nvPr/>
        </p:nvSpPr>
        <p:spPr>
          <a:xfrm>
            <a:off x="2888280" y="3051000"/>
            <a:ext cx="144360" cy="116640"/>
          </a:xfrm>
          <a:custGeom>
            <a:avLst/>
            <a:gdLst/>
            <a:ahLst/>
            <a:rect l="0" t="0" r="r" b="b"/>
            <a:pathLst>
              <a:path w="401" h="324">
                <a:moveTo>
                  <a:pt x="0" y="111"/>
                </a:moveTo>
                <a:cubicBezTo>
                  <a:pt x="1" y="109"/>
                  <a:pt x="1" y="105"/>
                  <a:pt x="2" y="100"/>
                </a:cubicBezTo>
                <a:cubicBezTo>
                  <a:pt x="3" y="95"/>
                  <a:pt x="6" y="86"/>
                  <a:pt x="11" y="72"/>
                </a:cubicBezTo>
                <a:cubicBezTo>
                  <a:pt x="16" y="59"/>
                  <a:pt x="20" y="47"/>
                  <a:pt x="25" y="38"/>
                </a:cubicBezTo>
                <a:cubicBezTo>
                  <a:pt x="30" y="29"/>
                  <a:pt x="38" y="20"/>
                  <a:pt x="49" y="12"/>
                </a:cubicBezTo>
                <a:cubicBezTo>
                  <a:pt x="60" y="3"/>
                  <a:pt x="71" y="-1"/>
                  <a:pt x="82" y="0"/>
                </a:cubicBezTo>
                <a:cubicBezTo>
                  <a:pt x="99" y="0"/>
                  <a:pt x="113" y="4"/>
                  <a:pt x="125" y="13"/>
                </a:cubicBezTo>
                <a:cubicBezTo>
                  <a:pt x="136" y="21"/>
                  <a:pt x="143" y="29"/>
                  <a:pt x="146" y="37"/>
                </a:cubicBezTo>
                <a:cubicBezTo>
                  <a:pt x="149" y="44"/>
                  <a:pt x="150" y="49"/>
                  <a:pt x="150" y="52"/>
                </a:cubicBezTo>
                <a:cubicBezTo>
                  <a:pt x="150" y="53"/>
                  <a:pt x="150" y="53"/>
                  <a:pt x="151" y="53"/>
                </a:cubicBezTo>
                <a:lnTo>
                  <a:pt x="160" y="45"/>
                </a:lnTo>
                <a:cubicBezTo>
                  <a:pt x="189" y="15"/>
                  <a:pt x="222" y="0"/>
                  <a:pt x="259" y="0"/>
                </a:cubicBezTo>
                <a:cubicBezTo>
                  <a:pt x="285" y="0"/>
                  <a:pt x="306" y="6"/>
                  <a:pt x="321" y="19"/>
                </a:cubicBezTo>
                <a:cubicBezTo>
                  <a:pt x="337" y="32"/>
                  <a:pt x="345" y="51"/>
                  <a:pt x="346" y="75"/>
                </a:cubicBezTo>
                <a:cubicBezTo>
                  <a:pt x="346" y="101"/>
                  <a:pt x="337" y="139"/>
                  <a:pt x="319" y="189"/>
                </a:cubicBezTo>
                <a:cubicBezTo>
                  <a:pt x="300" y="239"/>
                  <a:pt x="291" y="269"/>
                  <a:pt x="291" y="279"/>
                </a:cubicBezTo>
                <a:cubicBezTo>
                  <a:pt x="291" y="292"/>
                  <a:pt x="295" y="298"/>
                  <a:pt x="304" y="298"/>
                </a:cubicBezTo>
                <a:cubicBezTo>
                  <a:pt x="306" y="298"/>
                  <a:pt x="309" y="298"/>
                  <a:pt x="310" y="297"/>
                </a:cubicBezTo>
                <a:cubicBezTo>
                  <a:pt x="324" y="295"/>
                  <a:pt x="336" y="286"/>
                  <a:pt x="347" y="270"/>
                </a:cubicBezTo>
                <a:cubicBezTo>
                  <a:pt x="358" y="254"/>
                  <a:pt x="366" y="235"/>
                  <a:pt x="372" y="213"/>
                </a:cubicBezTo>
                <a:cubicBezTo>
                  <a:pt x="373" y="209"/>
                  <a:pt x="378" y="207"/>
                  <a:pt x="386" y="207"/>
                </a:cubicBezTo>
                <a:cubicBezTo>
                  <a:pt x="396" y="207"/>
                  <a:pt x="401" y="209"/>
                  <a:pt x="401" y="213"/>
                </a:cubicBezTo>
                <a:cubicBezTo>
                  <a:pt x="401" y="213"/>
                  <a:pt x="400" y="217"/>
                  <a:pt x="398" y="224"/>
                </a:cubicBezTo>
                <a:cubicBezTo>
                  <a:pt x="394" y="237"/>
                  <a:pt x="389" y="251"/>
                  <a:pt x="382" y="264"/>
                </a:cubicBezTo>
                <a:cubicBezTo>
                  <a:pt x="375" y="278"/>
                  <a:pt x="365" y="291"/>
                  <a:pt x="349" y="304"/>
                </a:cubicBezTo>
                <a:cubicBezTo>
                  <a:pt x="334" y="318"/>
                  <a:pt x="318" y="324"/>
                  <a:pt x="300" y="324"/>
                </a:cubicBezTo>
                <a:cubicBezTo>
                  <a:pt x="278" y="324"/>
                  <a:pt x="261" y="317"/>
                  <a:pt x="251" y="304"/>
                </a:cubicBezTo>
                <a:cubicBezTo>
                  <a:pt x="241" y="292"/>
                  <a:pt x="236" y="278"/>
                  <a:pt x="236" y="264"/>
                </a:cubicBezTo>
                <a:cubicBezTo>
                  <a:pt x="236" y="255"/>
                  <a:pt x="245" y="227"/>
                  <a:pt x="262" y="179"/>
                </a:cubicBezTo>
                <a:cubicBezTo>
                  <a:pt x="279" y="131"/>
                  <a:pt x="288" y="94"/>
                  <a:pt x="288" y="69"/>
                </a:cubicBezTo>
                <a:cubicBezTo>
                  <a:pt x="288" y="41"/>
                  <a:pt x="278" y="27"/>
                  <a:pt x="257" y="27"/>
                </a:cubicBezTo>
                <a:lnTo>
                  <a:pt x="253" y="27"/>
                </a:lnTo>
                <a:cubicBezTo>
                  <a:pt x="212" y="27"/>
                  <a:pt x="178" y="51"/>
                  <a:pt x="149" y="100"/>
                </a:cubicBezTo>
                <a:lnTo>
                  <a:pt x="144" y="109"/>
                </a:lnTo>
                <a:lnTo>
                  <a:pt x="120" y="204"/>
                </a:lnTo>
                <a:cubicBezTo>
                  <a:pt x="105" y="267"/>
                  <a:pt x="95" y="300"/>
                  <a:pt x="93" y="305"/>
                </a:cubicBezTo>
                <a:cubicBezTo>
                  <a:pt x="87" y="318"/>
                  <a:pt x="77" y="324"/>
                  <a:pt x="62" y="324"/>
                </a:cubicBezTo>
                <a:cubicBezTo>
                  <a:pt x="56" y="324"/>
                  <a:pt x="51" y="323"/>
                  <a:pt x="47" y="320"/>
                </a:cubicBezTo>
                <a:cubicBezTo>
                  <a:pt x="44" y="317"/>
                  <a:pt x="41" y="314"/>
                  <a:pt x="39" y="312"/>
                </a:cubicBezTo>
                <a:cubicBezTo>
                  <a:pt x="38" y="309"/>
                  <a:pt x="38" y="306"/>
                  <a:pt x="38" y="304"/>
                </a:cubicBezTo>
                <a:cubicBezTo>
                  <a:pt x="38" y="298"/>
                  <a:pt x="47" y="259"/>
                  <a:pt x="65" y="188"/>
                </a:cubicBezTo>
                <a:cubicBezTo>
                  <a:pt x="83" y="116"/>
                  <a:pt x="93" y="77"/>
                  <a:pt x="94" y="70"/>
                </a:cubicBezTo>
                <a:cubicBezTo>
                  <a:pt x="94" y="68"/>
                  <a:pt x="95" y="63"/>
                  <a:pt x="95" y="54"/>
                </a:cubicBezTo>
                <a:cubicBezTo>
                  <a:pt x="95" y="35"/>
                  <a:pt x="89" y="26"/>
                  <a:pt x="77" y="26"/>
                </a:cubicBezTo>
                <a:cubicBezTo>
                  <a:pt x="59" y="26"/>
                  <a:pt x="44" y="50"/>
                  <a:pt x="32" y="99"/>
                </a:cubicBezTo>
                <a:cubicBezTo>
                  <a:pt x="29" y="108"/>
                  <a:pt x="28" y="113"/>
                  <a:pt x="28" y="114"/>
                </a:cubicBezTo>
                <a:cubicBezTo>
                  <a:pt x="27" y="116"/>
                  <a:pt x="23" y="118"/>
                  <a:pt x="14" y="118"/>
                </a:cubicBezTo>
                <a:lnTo>
                  <a:pt x="4" y="118"/>
                </a:lnTo>
                <a:cubicBezTo>
                  <a:pt x="2" y="115"/>
                  <a:pt x="0" y="113"/>
                  <a:pt x="0" y="11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4" name=""/>
          <p:cNvSpPr/>
          <p:nvPr/>
        </p:nvSpPr>
        <p:spPr>
          <a:xfrm>
            <a:off x="3061080" y="3081960"/>
            <a:ext cx="62640" cy="121680"/>
          </a:xfrm>
          <a:custGeom>
            <a:avLst/>
            <a:gdLst/>
            <a:ahLst/>
            <a:rect l="0" t="0" r="r" b="b"/>
            <a:pathLst>
              <a:path w="174" h="338">
                <a:moveTo>
                  <a:pt x="66" y="46"/>
                </a:moveTo>
                <a:lnTo>
                  <a:pt x="59" y="48"/>
                </a:lnTo>
                <a:cubicBezTo>
                  <a:pt x="54" y="50"/>
                  <a:pt x="47" y="52"/>
                  <a:pt x="38" y="53"/>
                </a:cubicBezTo>
                <a:cubicBezTo>
                  <a:pt x="30" y="55"/>
                  <a:pt x="20" y="56"/>
                  <a:pt x="9" y="57"/>
                </a:cubicBezTo>
                <a:lnTo>
                  <a:pt x="0" y="57"/>
                </a:lnTo>
                <a:lnTo>
                  <a:pt x="0" y="34"/>
                </a:lnTo>
                <a:lnTo>
                  <a:pt x="9" y="34"/>
                </a:lnTo>
                <a:cubicBezTo>
                  <a:pt x="25" y="33"/>
                  <a:pt x="40" y="30"/>
                  <a:pt x="53" y="26"/>
                </a:cubicBezTo>
                <a:cubicBezTo>
                  <a:pt x="68" y="22"/>
                  <a:pt x="77" y="18"/>
                  <a:pt x="82" y="14"/>
                </a:cubicBezTo>
                <a:cubicBezTo>
                  <a:pt x="88" y="10"/>
                  <a:pt x="93" y="5"/>
                  <a:pt x="97" y="2"/>
                </a:cubicBezTo>
                <a:cubicBezTo>
                  <a:pt x="97" y="1"/>
                  <a:pt x="99" y="0"/>
                  <a:pt x="103" y="0"/>
                </a:cubicBezTo>
                <a:cubicBezTo>
                  <a:pt x="106" y="0"/>
                  <a:pt x="109" y="1"/>
                  <a:pt x="111" y="3"/>
                </a:cubicBezTo>
                <a:lnTo>
                  <a:pt x="111" y="155"/>
                </a:lnTo>
                <a:lnTo>
                  <a:pt x="112" y="307"/>
                </a:lnTo>
                <a:cubicBezTo>
                  <a:pt x="114" y="309"/>
                  <a:pt x="116" y="311"/>
                  <a:pt x="118" y="312"/>
                </a:cubicBezTo>
                <a:cubicBezTo>
                  <a:pt x="119" y="312"/>
                  <a:pt x="124" y="313"/>
                  <a:pt x="130" y="314"/>
                </a:cubicBezTo>
                <a:cubicBezTo>
                  <a:pt x="136" y="314"/>
                  <a:pt x="147" y="315"/>
                  <a:pt x="161" y="315"/>
                </a:cubicBezTo>
                <a:lnTo>
                  <a:pt x="174" y="315"/>
                </a:lnTo>
                <a:lnTo>
                  <a:pt x="174" y="338"/>
                </a:lnTo>
                <a:lnTo>
                  <a:pt x="169" y="338"/>
                </a:lnTo>
                <a:cubicBezTo>
                  <a:pt x="162" y="337"/>
                  <a:pt x="135" y="336"/>
                  <a:pt x="88" y="336"/>
                </a:cubicBezTo>
                <a:cubicBezTo>
                  <a:pt x="42" y="336"/>
                  <a:pt x="15" y="337"/>
                  <a:pt x="8" y="338"/>
                </a:cubicBezTo>
                <a:lnTo>
                  <a:pt x="2" y="338"/>
                </a:lnTo>
                <a:lnTo>
                  <a:pt x="2" y="315"/>
                </a:lnTo>
                <a:lnTo>
                  <a:pt x="15" y="315"/>
                </a:lnTo>
                <a:cubicBezTo>
                  <a:pt x="23" y="315"/>
                  <a:pt x="29" y="315"/>
                  <a:pt x="34" y="315"/>
                </a:cubicBezTo>
                <a:cubicBezTo>
                  <a:pt x="40" y="315"/>
                  <a:pt x="44" y="314"/>
                  <a:pt x="47" y="314"/>
                </a:cubicBezTo>
                <a:cubicBezTo>
                  <a:pt x="50" y="314"/>
                  <a:pt x="53" y="313"/>
                  <a:pt x="55" y="313"/>
                </a:cubicBezTo>
                <a:cubicBezTo>
                  <a:pt x="57" y="312"/>
                  <a:pt x="59" y="312"/>
                  <a:pt x="59" y="312"/>
                </a:cubicBezTo>
                <a:cubicBezTo>
                  <a:pt x="60" y="312"/>
                  <a:pt x="62" y="311"/>
                  <a:pt x="63" y="309"/>
                </a:cubicBezTo>
                <a:cubicBezTo>
                  <a:pt x="65" y="307"/>
                  <a:pt x="66" y="307"/>
                  <a:pt x="66" y="307"/>
                </a:cubicBezTo>
                <a:lnTo>
                  <a:pt x="66" y="4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5" name=""/>
          <p:cNvSpPr/>
          <p:nvPr/>
        </p:nvSpPr>
        <p:spPr>
          <a:xfrm>
            <a:off x="3221280" y="3014640"/>
            <a:ext cx="171720" cy="171360"/>
          </a:xfrm>
          <a:custGeom>
            <a:avLst/>
            <a:gdLst/>
            <a:ahLst/>
            <a:rect l="0" t="0" r="r" b="b"/>
            <a:pathLst>
              <a:path w="477" h="476">
                <a:moveTo>
                  <a:pt x="10" y="224"/>
                </a:moveTo>
                <a:lnTo>
                  <a:pt x="224" y="224"/>
                </a:lnTo>
                <a:lnTo>
                  <a:pt x="224" y="116"/>
                </a:lnTo>
                <a:lnTo>
                  <a:pt x="224" y="9"/>
                </a:lnTo>
                <a:cubicBezTo>
                  <a:pt x="229" y="3"/>
                  <a:pt x="234" y="0"/>
                  <a:pt x="238" y="0"/>
                </a:cubicBezTo>
                <a:cubicBezTo>
                  <a:pt x="244" y="0"/>
                  <a:pt x="249" y="3"/>
                  <a:pt x="252" y="11"/>
                </a:cubicBezTo>
                <a:lnTo>
                  <a:pt x="252" y="224"/>
                </a:lnTo>
                <a:lnTo>
                  <a:pt x="466" y="224"/>
                </a:lnTo>
                <a:cubicBezTo>
                  <a:pt x="473" y="227"/>
                  <a:pt x="477" y="232"/>
                  <a:pt x="477" y="238"/>
                </a:cubicBezTo>
                <a:cubicBezTo>
                  <a:pt x="477" y="244"/>
                  <a:pt x="473" y="248"/>
                  <a:pt x="466" y="252"/>
                </a:cubicBezTo>
                <a:lnTo>
                  <a:pt x="252" y="252"/>
                </a:lnTo>
                <a:lnTo>
                  <a:pt x="252" y="466"/>
                </a:lnTo>
                <a:cubicBezTo>
                  <a:pt x="248" y="473"/>
                  <a:pt x="244" y="476"/>
                  <a:pt x="239" y="476"/>
                </a:cubicBezTo>
                <a:lnTo>
                  <a:pt x="238" y="476"/>
                </a:lnTo>
                <a:lnTo>
                  <a:pt x="237" y="476"/>
                </a:lnTo>
                <a:cubicBezTo>
                  <a:pt x="231" y="476"/>
                  <a:pt x="227" y="473"/>
                  <a:pt x="224" y="466"/>
                </a:cubicBezTo>
                <a:lnTo>
                  <a:pt x="224" y="252"/>
                </a:lnTo>
                <a:lnTo>
                  <a:pt x="10" y="252"/>
                </a:lnTo>
                <a:cubicBezTo>
                  <a:pt x="3" y="249"/>
                  <a:pt x="0" y="244"/>
                  <a:pt x="0" y="238"/>
                </a:cubicBezTo>
                <a:cubicBezTo>
                  <a:pt x="0" y="232"/>
                  <a:pt x="3" y="227"/>
                  <a:pt x="10" y="2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6" name=""/>
          <p:cNvSpPr/>
          <p:nvPr/>
        </p:nvSpPr>
        <p:spPr>
          <a:xfrm>
            <a:off x="3469680" y="3051000"/>
            <a:ext cx="144000" cy="116640"/>
          </a:xfrm>
          <a:custGeom>
            <a:avLst/>
            <a:gdLst/>
            <a:ahLst/>
            <a:rect l="0" t="0" r="r" b="b"/>
            <a:pathLst>
              <a:path w="400" h="324">
                <a:moveTo>
                  <a:pt x="0" y="111"/>
                </a:moveTo>
                <a:cubicBezTo>
                  <a:pt x="0" y="109"/>
                  <a:pt x="1" y="105"/>
                  <a:pt x="2" y="100"/>
                </a:cubicBezTo>
                <a:cubicBezTo>
                  <a:pt x="3" y="95"/>
                  <a:pt x="6" y="86"/>
                  <a:pt x="11" y="72"/>
                </a:cubicBezTo>
                <a:cubicBezTo>
                  <a:pt x="15" y="59"/>
                  <a:pt x="20" y="47"/>
                  <a:pt x="25" y="38"/>
                </a:cubicBezTo>
                <a:cubicBezTo>
                  <a:pt x="30" y="29"/>
                  <a:pt x="38" y="20"/>
                  <a:pt x="48" y="12"/>
                </a:cubicBezTo>
                <a:cubicBezTo>
                  <a:pt x="59" y="3"/>
                  <a:pt x="70" y="-1"/>
                  <a:pt x="81" y="0"/>
                </a:cubicBezTo>
                <a:cubicBezTo>
                  <a:pt x="98" y="0"/>
                  <a:pt x="113" y="4"/>
                  <a:pt x="124" y="13"/>
                </a:cubicBezTo>
                <a:cubicBezTo>
                  <a:pt x="136" y="21"/>
                  <a:pt x="144" y="29"/>
                  <a:pt x="147" y="37"/>
                </a:cubicBezTo>
                <a:cubicBezTo>
                  <a:pt x="150" y="44"/>
                  <a:pt x="151" y="49"/>
                  <a:pt x="151" y="52"/>
                </a:cubicBezTo>
                <a:cubicBezTo>
                  <a:pt x="151" y="53"/>
                  <a:pt x="151" y="53"/>
                  <a:pt x="152" y="53"/>
                </a:cubicBezTo>
                <a:lnTo>
                  <a:pt x="160" y="45"/>
                </a:lnTo>
                <a:cubicBezTo>
                  <a:pt x="189" y="15"/>
                  <a:pt x="222" y="0"/>
                  <a:pt x="259" y="0"/>
                </a:cubicBezTo>
                <a:cubicBezTo>
                  <a:pt x="285" y="0"/>
                  <a:pt x="305" y="6"/>
                  <a:pt x="321" y="19"/>
                </a:cubicBezTo>
                <a:cubicBezTo>
                  <a:pt x="337" y="32"/>
                  <a:pt x="345" y="51"/>
                  <a:pt x="345" y="75"/>
                </a:cubicBezTo>
                <a:cubicBezTo>
                  <a:pt x="346" y="101"/>
                  <a:pt x="337" y="139"/>
                  <a:pt x="318" y="189"/>
                </a:cubicBezTo>
                <a:cubicBezTo>
                  <a:pt x="300" y="239"/>
                  <a:pt x="291" y="269"/>
                  <a:pt x="291" y="279"/>
                </a:cubicBezTo>
                <a:cubicBezTo>
                  <a:pt x="291" y="292"/>
                  <a:pt x="295" y="298"/>
                  <a:pt x="303" y="298"/>
                </a:cubicBezTo>
                <a:cubicBezTo>
                  <a:pt x="306" y="298"/>
                  <a:pt x="308" y="298"/>
                  <a:pt x="310" y="297"/>
                </a:cubicBezTo>
                <a:cubicBezTo>
                  <a:pt x="323" y="295"/>
                  <a:pt x="336" y="286"/>
                  <a:pt x="347" y="270"/>
                </a:cubicBezTo>
                <a:cubicBezTo>
                  <a:pt x="358" y="254"/>
                  <a:pt x="366" y="235"/>
                  <a:pt x="372" y="213"/>
                </a:cubicBezTo>
                <a:cubicBezTo>
                  <a:pt x="373" y="209"/>
                  <a:pt x="378" y="207"/>
                  <a:pt x="386" y="207"/>
                </a:cubicBezTo>
                <a:cubicBezTo>
                  <a:pt x="396" y="207"/>
                  <a:pt x="400" y="209"/>
                  <a:pt x="400" y="213"/>
                </a:cubicBezTo>
                <a:cubicBezTo>
                  <a:pt x="400" y="213"/>
                  <a:pt x="399" y="217"/>
                  <a:pt x="398" y="224"/>
                </a:cubicBezTo>
                <a:cubicBezTo>
                  <a:pt x="394" y="237"/>
                  <a:pt x="389" y="251"/>
                  <a:pt x="382" y="264"/>
                </a:cubicBezTo>
                <a:cubicBezTo>
                  <a:pt x="375" y="278"/>
                  <a:pt x="364" y="291"/>
                  <a:pt x="349" y="304"/>
                </a:cubicBezTo>
                <a:cubicBezTo>
                  <a:pt x="334" y="318"/>
                  <a:pt x="317" y="324"/>
                  <a:pt x="300" y="324"/>
                </a:cubicBezTo>
                <a:cubicBezTo>
                  <a:pt x="277" y="324"/>
                  <a:pt x="261" y="317"/>
                  <a:pt x="251" y="304"/>
                </a:cubicBezTo>
                <a:cubicBezTo>
                  <a:pt x="241" y="292"/>
                  <a:pt x="236" y="278"/>
                  <a:pt x="236" y="264"/>
                </a:cubicBezTo>
                <a:cubicBezTo>
                  <a:pt x="236" y="255"/>
                  <a:pt x="245" y="227"/>
                  <a:pt x="262" y="179"/>
                </a:cubicBezTo>
                <a:cubicBezTo>
                  <a:pt x="279" y="131"/>
                  <a:pt x="288" y="94"/>
                  <a:pt x="288" y="69"/>
                </a:cubicBezTo>
                <a:cubicBezTo>
                  <a:pt x="288" y="41"/>
                  <a:pt x="278" y="27"/>
                  <a:pt x="257" y="27"/>
                </a:cubicBezTo>
                <a:lnTo>
                  <a:pt x="253" y="27"/>
                </a:lnTo>
                <a:cubicBezTo>
                  <a:pt x="212" y="27"/>
                  <a:pt x="178" y="51"/>
                  <a:pt x="150" y="100"/>
                </a:cubicBezTo>
                <a:lnTo>
                  <a:pt x="145" y="109"/>
                </a:lnTo>
                <a:lnTo>
                  <a:pt x="120" y="204"/>
                </a:lnTo>
                <a:cubicBezTo>
                  <a:pt x="104" y="267"/>
                  <a:pt x="95" y="300"/>
                  <a:pt x="93" y="305"/>
                </a:cubicBezTo>
                <a:cubicBezTo>
                  <a:pt x="87" y="318"/>
                  <a:pt x="76" y="324"/>
                  <a:pt x="62" y="324"/>
                </a:cubicBezTo>
                <a:cubicBezTo>
                  <a:pt x="56" y="324"/>
                  <a:pt x="51" y="323"/>
                  <a:pt x="47" y="320"/>
                </a:cubicBezTo>
                <a:cubicBezTo>
                  <a:pt x="43" y="317"/>
                  <a:pt x="41" y="314"/>
                  <a:pt x="39" y="312"/>
                </a:cubicBezTo>
                <a:cubicBezTo>
                  <a:pt x="38" y="309"/>
                  <a:pt x="37" y="306"/>
                  <a:pt x="38" y="304"/>
                </a:cubicBezTo>
                <a:cubicBezTo>
                  <a:pt x="38" y="298"/>
                  <a:pt x="47" y="259"/>
                  <a:pt x="65" y="188"/>
                </a:cubicBezTo>
                <a:cubicBezTo>
                  <a:pt x="83" y="116"/>
                  <a:pt x="93" y="77"/>
                  <a:pt x="93" y="70"/>
                </a:cubicBezTo>
                <a:cubicBezTo>
                  <a:pt x="94" y="68"/>
                  <a:pt x="94" y="63"/>
                  <a:pt x="94" y="54"/>
                </a:cubicBezTo>
                <a:cubicBezTo>
                  <a:pt x="94" y="35"/>
                  <a:pt x="88" y="26"/>
                  <a:pt x="77" y="26"/>
                </a:cubicBezTo>
                <a:cubicBezTo>
                  <a:pt x="59" y="26"/>
                  <a:pt x="44" y="50"/>
                  <a:pt x="32" y="99"/>
                </a:cubicBezTo>
                <a:cubicBezTo>
                  <a:pt x="29" y="108"/>
                  <a:pt x="28" y="113"/>
                  <a:pt x="28" y="114"/>
                </a:cubicBezTo>
                <a:cubicBezTo>
                  <a:pt x="27" y="116"/>
                  <a:pt x="22" y="118"/>
                  <a:pt x="14" y="118"/>
                </a:cubicBezTo>
                <a:lnTo>
                  <a:pt x="4" y="118"/>
                </a:lnTo>
                <a:cubicBezTo>
                  <a:pt x="1" y="115"/>
                  <a:pt x="0" y="113"/>
                  <a:pt x="0" y="11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7" name=""/>
          <p:cNvSpPr/>
          <p:nvPr/>
        </p:nvSpPr>
        <p:spPr>
          <a:xfrm>
            <a:off x="3636360" y="3081960"/>
            <a:ext cx="72720" cy="121680"/>
          </a:xfrm>
          <a:custGeom>
            <a:avLst/>
            <a:gdLst/>
            <a:ahLst/>
            <a:rect l="0" t="0" r="r" b="b"/>
            <a:pathLst>
              <a:path w="202" h="338">
                <a:moveTo>
                  <a:pt x="29" y="121"/>
                </a:moveTo>
                <a:cubicBezTo>
                  <a:pt x="20" y="121"/>
                  <a:pt x="13" y="118"/>
                  <a:pt x="8" y="112"/>
                </a:cubicBezTo>
                <a:cubicBezTo>
                  <a:pt x="2" y="106"/>
                  <a:pt x="0" y="98"/>
                  <a:pt x="0" y="90"/>
                </a:cubicBezTo>
                <a:cubicBezTo>
                  <a:pt x="0" y="66"/>
                  <a:pt x="9" y="45"/>
                  <a:pt x="26" y="28"/>
                </a:cubicBezTo>
                <a:cubicBezTo>
                  <a:pt x="44" y="10"/>
                  <a:pt x="67" y="0"/>
                  <a:pt x="94" y="0"/>
                </a:cubicBezTo>
                <a:cubicBezTo>
                  <a:pt x="125" y="0"/>
                  <a:pt x="150" y="11"/>
                  <a:pt x="171" y="30"/>
                </a:cubicBezTo>
                <a:cubicBezTo>
                  <a:pt x="191" y="48"/>
                  <a:pt x="202" y="73"/>
                  <a:pt x="202" y="103"/>
                </a:cubicBezTo>
                <a:cubicBezTo>
                  <a:pt x="202" y="117"/>
                  <a:pt x="199" y="131"/>
                  <a:pt x="192" y="144"/>
                </a:cubicBezTo>
                <a:cubicBezTo>
                  <a:pt x="185" y="157"/>
                  <a:pt x="177" y="169"/>
                  <a:pt x="168" y="179"/>
                </a:cubicBezTo>
                <a:cubicBezTo>
                  <a:pt x="158" y="188"/>
                  <a:pt x="145" y="201"/>
                  <a:pt x="127" y="216"/>
                </a:cubicBezTo>
                <a:cubicBezTo>
                  <a:pt x="115" y="226"/>
                  <a:pt x="98" y="242"/>
                  <a:pt x="77" y="263"/>
                </a:cubicBezTo>
                <a:lnTo>
                  <a:pt x="46" y="291"/>
                </a:lnTo>
                <a:lnTo>
                  <a:pt x="85" y="291"/>
                </a:lnTo>
                <a:cubicBezTo>
                  <a:pt x="138" y="291"/>
                  <a:pt x="167" y="290"/>
                  <a:pt x="170" y="289"/>
                </a:cubicBezTo>
                <a:cubicBezTo>
                  <a:pt x="172" y="288"/>
                  <a:pt x="176" y="273"/>
                  <a:pt x="182" y="244"/>
                </a:cubicBezTo>
                <a:lnTo>
                  <a:pt x="182" y="242"/>
                </a:lnTo>
                <a:lnTo>
                  <a:pt x="202" y="242"/>
                </a:lnTo>
                <a:lnTo>
                  <a:pt x="202" y="244"/>
                </a:lnTo>
                <a:cubicBezTo>
                  <a:pt x="202" y="245"/>
                  <a:pt x="200" y="260"/>
                  <a:pt x="196" y="290"/>
                </a:cubicBezTo>
                <a:cubicBezTo>
                  <a:pt x="192" y="319"/>
                  <a:pt x="189" y="335"/>
                  <a:pt x="188" y="336"/>
                </a:cubicBezTo>
                <a:lnTo>
                  <a:pt x="188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5"/>
                </a:cubicBezTo>
                <a:cubicBezTo>
                  <a:pt x="5" y="312"/>
                  <a:pt x="10" y="306"/>
                  <a:pt x="18" y="297"/>
                </a:cubicBezTo>
                <a:cubicBezTo>
                  <a:pt x="28" y="286"/>
                  <a:pt x="36" y="277"/>
                  <a:pt x="43" y="269"/>
                </a:cubicBezTo>
                <a:cubicBezTo>
                  <a:pt x="46" y="265"/>
                  <a:pt x="53" y="259"/>
                  <a:pt x="61" y="250"/>
                </a:cubicBezTo>
                <a:cubicBezTo>
                  <a:pt x="70" y="241"/>
                  <a:pt x="75" y="235"/>
                  <a:pt x="78" y="231"/>
                </a:cubicBezTo>
                <a:cubicBezTo>
                  <a:pt x="81" y="228"/>
                  <a:pt x="86" y="222"/>
                  <a:pt x="93" y="215"/>
                </a:cubicBezTo>
                <a:cubicBezTo>
                  <a:pt x="100" y="207"/>
                  <a:pt x="105" y="201"/>
                  <a:pt x="107" y="197"/>
                </a:cubicBezTo>
                <a:cubicBezTo>
                  <a:pt x="110" y="194"/>
                  <a:pt x="114" y="189"/>
                  <a:pt x="119" y="182"/>
                </a:cubicBezTo>
                <a:cubicBezTo>
                  <a:pt x="124" y="176"/>
                  <a:pt x="127" y="170"/>
                  <a:pt x="129" y="166"/>
                </a:cubicBezTo>
                <a:cubicBezTo>
                  <a:pt x="131" y="162"/>
                  <a:pt x="134" y="157"/>
                  <a:pt x="137" y="151"/>
                </a:cubicBezTo>
                <a:cubicBezTo>
                  <a:pt x="140" y="146"/>
                  <a:pt x="142" y="141"/>
                  <a:pt x="144" y="135"/>
                </a:cubicBezTo>
                <a:cubicBezTo>
                  <a:pt x="145" y="130"/>
                  <a:pt x="146" y="125"/>
                  <a:pt x="147" y="120"/>
                </a:cubicBezTo>
                <a:cubicBezTo>
                  <a:pt x="148" y="115"/>
                  <a:pt x="149" y="110"/>
                  <a:pt x="149" y="103"/>
                </a:cubicBezTo>
                <a:cubicBezTo>
                  <a:pt x="149" y="82"/>
                  <a:pt x="143" y="64"/>
                  <a:pt x="131" y="48"/>
                </a:cubicBezTo>
                <a:cubicBezTo>
                  <a:pt x="120" y="33"/>
                  <a:pt x="104" y="25"/>
                  <a:pt x="82" y="25"/>
                </a:cubicBezTo>
                <a:cubicBezTo>
                  <a:pt x="71" y="25"/>
                  <a:pt x="62" y="28"/>
                  <a:pt x="53" y="34"/>
                </a:cubicBezTo>
                <a:cubicBezTo>
                  <a:pt x="44" y="39"/>
                  <a:pt x="38" y="45"/>
                  <a:pt x="34" y="50"/>
                </a:cubicBezTo>
                <a:cubicBezTo>
                  <a:pt x="31" y="56"/>
                  <a:pt x="29" y="59"/>
                  <a:pt x="29" y="60"/>
                </a:cubicBezTo>
                <a:cubicBezTo>
                  <a:pt x="29" y="60"/>
                  <a:pt x="30" y="60"/>
                  <a:pt x="32" y="60"/>
                </a:cubicBezTo>
                <a:cubicBezTo>
                  <a:pt x="38" y="60"/>
                  <a:pt x="44" y="63"/>
                  <a:pt x="52" y="67"/>
                </a:cubicBezTo>
                <a:cubicBezTo>
                  <a:pt x="58" y="72"/>
                  <a:pt x="61" y="80"/>
                  <a:pt x="61" y="91"/>
                </a:cubicBezTo>
                <a:cubicBezTo>
                  <a:pt x="61" y="99"/>
                  <a:pt x="59" y="106"/>
                  <a:pt x="53" y="112"/>
                </a:cubicBezTo>
                <a:cubicBezTo>
                  <a:pt x="47" y="118"/>
                  <a:pt x="39" y="121"/>
                  <a:pt x="29" y="1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8" name=""/>
          <p:cNvSpPr/>
          <p:nvPr/>
        </p:nvSpPr>
        <p:spPr>
          <a:xfrm>
            <a:off x="3745080" y="29714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1" y="0"/>
                  <a:pt x="14" y="0"/>
                </a:cubicBezTo>
                <a:lnTo>
                  <a:pt x="22" y="0"/>
                </a:lnTo>
                <a:lnTo>
                  <a:pt x="42" y="18"/>
                </a:lnTo>
                <a:cubicBezTo>
                  <a:pt x="88" y="58"/>
                  <a:pt x="121" y="109"/>
                  <a:pt x="141" y="169"/>
                </a:cubicBezTo>
                <a:cubicBezTo>
                  <a:pt x="162" y="230"/>
                  <a:pt x="172" y="293"/>
                  <a:pt x="172" y="358"/>
                </a:cubicBezTo>
                <a:cubicBezTo>
                  <a:pt x="172" y="390"/>
                  <a:pt x="170" y="422"/>
                  <a:pt x="165" y="452"/>
                </a:cubicBezTo>
                <a:cubicBezTo>
                  <a:pt x="160" y="482"/>
                  <a:pt x="155" y="507"/>
                  <a:pt x="148" y="528"/>
                </a:cubicBezTo>
                <a:cubicBezTo>
                  <a:pt x="142" y="549"/>
                  <a:pt x="133" y="570"/>
                  <a:pt x="122" y="591"/>
                </a:cubicBezTo>
                <a:cubicBezTo>
                  <a:pt x="110" y="612"/>
                  <a:pt x="101" y="628"/>
                  <a:pt x="95" y="639"/>
                </a:cubicBezTo>
                <a:cubicBezTo>
                  <a:pt x="88" y="650"/>
                  <a:pt x="78" y="662"/>
                  <a:pt x="65" y="676"/>
                </a:cubicBezTo>
                <a:cubicBezTo>
                  <a:pt x="53" y="690"/>
                  <a:pt x="44" y="697"/>
                  <a:pt x="42" y="700"/>
                </a:cubicBezTo>
                <a:cubicBezTo>
                  <a:pt x="39" y="702"/>
                  <a:pt x="34" y="707"/>
                  <a:pt x="25" y="713"/>
                </a:cubicBezTo>
                <a:cubicBezTo>
                  <a:pt x="24" y="715"/>
                  <a:pt x="23" y="716"/>
                  <a:pt x="22" y="716"/>
                </a:cubicBezTo>
                <a:lnTo>
                  <a:pt x="14" y="716"/>
                </a:lnTo>
                <a:cubicBezTo>
                  <a:pt x="10" y="716"/>
                  <a:pt x="7" y="716"/>
                  <a:pt x="6" y="716"/>
                </a:cubicBezTo>
                <a:cubicBezTo>
                  <a:pt x="4" y="716"/>
                  <a:pt x="3" y="716"/>
                  <a:pt x="2" y="714"/>
                </a:cubicBezTo>
                <a:cubicBezTo>
                  <a:pt x="1" y="713"/>
                  <a:pt x="1" y="711"/>
                  <a:pt x="0" y="708"/>
                </a:cubicBezTo>
                <a:cubicBezTo>
                  <a:pt x="1" y="707"/>
                  <a:pt x="3" y="704"/>
                  <a:pt x="8" y="698"/>
                </a:cubicBezTo>
                <a:cubicBezTo>
                  <a:pt x="83" y="621"/>
                  <a:pt x="120" y="508"/>
                  <a:pt x="120" y="358"/>
                </a:cubicBezTo>
                <a:cubicBezTo>
                  <a:pt x="120" y="208"/>
                  <a:pt x="83" y="95"/>
                  <a:pt x="8" y="18"/>
                </a:cubicBezTo>
                <a:cubicBezTo>
                  <a:pt x="3" y="13"/>
                  <a:pt x="1" y="10"/>
                  <a:pt x="0" y="9"/>
                </a:cubicBezTo>
                <a:cubicBezTo>
                  <a:pt x="0" y="5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9" name=""/>
          <p:cNvSpPr/>
          <p:nvPr/>
        </p:nvSpPr>
        <p:spPr>
          <a:xfrm>
            <a:off x="3880800" y="2985840"/>
            <a:ext cx="61200" cy="179280"/>
          </a:xfrm>
          <a:custGeom>
            <a:avLst/>
            <a:gdLst/>
            <a:ahLst/>
            <a:rect l="0" t="0" r="r" b="b"/>
            <a:pathLst>
              <a:path w="170" h="498">
                <a:moveTo>
                  <a:pt x="11" y="465"/>
                </a:moveTo>
                <a:lnTo>
                  <a:pt x="21" y="465"/>
                </a:lnTo>
                <a:cubicBezTo>
                  <a:pt x="40" y="465"/>
                  <a:pt x="51" y="461"/>
                  <a:pt x="55" y="455"/>
                </a:cubicBezTo>
                <a:lnTo>
                  <a:pt x="55" y="449"/>
                </a:lnTo>
                <a:cubicBezTo>
                  <a:pt x="55" y="445"/>
                  <a:pt x="55" y="439"/>
                  <a:pt x="55" y="433"/>
                </a:cubicBezTo>
                <a:cubicBezTo>
                  <a:pt x="55" y="426"/>
                  <a:pt x="55" y="418"/>
                  <a:pt x="55" y="409"/>
                </a:cubicBezTo>
                <a:cubicBezTo>
                  <a:pt x="55" y="400"/>
                  <a:pt x="55" y="390"/>
                  <a:pt x="55" y="377"/>
                </a:cubicBezTo>
                <a:cubicBezTo>
                  <a:pt x="56" y="366"/>
                  <a:pt x="56" y="354"/>
                  <a:pt x="55" y="341"/>
                </a:cubicBezTo>
                <a:cubicBezTo>
                  <a:pt x="55" y="329"/>
                  <a:pt x="55" y="316"/>
                  <a:pt x="55" y="302"/>
                </a:cubicBezTo>
                <a:cubicBezTo>
                  <a:pt x="56" y="288"/>
                  <a:pt x="56" y="275"/>
                  <a:pt x="55" y="261"/>
                </a:cubicBezTo>
                <a:cubicBezTo>
                  <a:pt x="55" y="244"/>
                  <a:pt x="55" y="225"/>
                  <a:pt x="55" y="206"/>
                </a:cubicBezTo>
                <a:cubicBezTo>
                  <a:pt x="55" y="186"/>
                  <a:pt x="55" y="168"/>
                  <a:pt x="55" y="152"/>
                </a:cubicBezTo>
                <a:cubicBezTo>
                  <a:pt x="55" y="136"/>
                  <a:pt x="55" y="122"/>
                  <a:pt x="55" y="109"/>
                </a:cubicBezTo>
                <a:cubicBezTo>
                  <a:pt x="55" y="97"/>
                  <a:pt x="55" y="86"/>
                  <a:pt x="55" y="78"/>
                </a:cubicBezTo>
                <a:cubicBezTo>
                  <a:pt x="54" y="69"/>
                  <a:pt x="54" y="65"/>
                  <a:pt x="55" y="66"/>
                </a:cubicBezTo>
                <a:cubicBezTo>
                  <a:pt x="53" y="57"/>
                  <a:pt x="50" y="51"/>
                  <a:pt x="45" y="48"/>
                </a:cubicBezTo>
                <a:cubicBezTo>
                  <a:pt x="39" y="45"/>
                  <a:pt x="29" y="43"/>
                  <a:pt x="12" y="41"/>
                </a:cubicBezTo>
                <a:lnTo>
                  <a:pt x="0" y="41"/>
                </a:lnTo>
                <a:lnTo>
                  <a:pt x="0" y="25"/>
                </a:lnTo>
                <a:cubicBezTo>
                  <a:pt x="0" y="14"/>
                  <a:pt x="0" y="8"/>
                  <a:pt x="1" y="8"/>
                </a:cubicBezTo>
                <a:lnTo>
                  <a:pt x="8" y="8"/>
                </a:lnTo>
                <a:cubicBezTo>
                  <a:pt x="13" y="7"/>
                  <a:pt x="20" y="7"/>
                  <a:pt x="29" y="6"/>
                </a:cubicBezTo>
                <a:cubicBezTo>
                  <a:pt x="38" y="6"/>
                  <a:pt x="47" y="5"/>
                  <a:pt x="55" y="5"/>
                </a:cubicBezTo>
                <a:cubicBezTo>
                  <a:pt x="63" y="4"/>
                  <a:pt x="72" y="4"/>
                  <a:pt x="82" y="3"/>
                </a:cubicBezTo>
                <a:cubicBezTo>
                  <a:pt x="91" y="3"/>
                  <a:pt x="98" y="2"/>
                  <a:pt x="103" y="1"/>
                </a:cubicBezTo>
                <a:cubicBezTo>
                  <a:pt x="108" y="0"/>
                  <a:pt x="111" y="0"/>
                  <a:pt x="111" y="1"/>
                </a:cubicBezTo>
                <a:lnTo>
                  <a:pt x="113" y="1"/>
                </a:lnTo>
                <a:lnTo>
                  <a:pt x="113" y="226"/>
                </a:lnTo>
                <a:cubicBezTo>
                  <a:pt x="113" y="377"/>
                  <a:pt x="113" y="454"/>
                  <a:pt x="114" y="455"/>
                </a:cubicBezTo>
                <a:cubicBezTo>
                  <a:pt x="116" y="459"/>
                  <a:pt x="119" y="461"/>
                  <a:pt x="123" y="463"/>
                </a:cubicBezTo>
                <a:cubicBezTo>
                  <a:pt x="133" y="464"/>
                  <a:pt x="145" y="465"/>
                  <a:pt x="158" y="465"/>
                </a:cubicBezTo>
                <a:lnTo>
                  <a:pt x="170" y="465"/>
                </a:lnTo>
                <a:lnTo>
                  <a:pt x="170" y="498"/>
                </a:lnTo>
                <a:lnTo>
                  <a:pt x="164" y="498"/>
                </a:lnTo>
                <a:lnTo>
                  <a:pt x="148" y="497"/>
                </a:lnTo>
                <a:cubicBezTo>
                  <a:pt x="137" y="496"/>
                  <a:pt x="125" y="496"/>
                  <a:pt x="112" y="496"/>
                </a:cubicBezTo>
                <a:cubicBezTo>
                  <a:pt x="99" y="496"/>
                  <a:pt x="90" y="496"/>
                  <a:pt x="85" y="495"/>
                </a:cubicBezTo>
                <a:cubicBezTo>
                  <a:pt x="79" y="495"/>
                  <a:pt x="70" y="495"/>
                  <a:pt x="57" y="495"/>
                </a:cubicBezTo>
                <a:cubicBezTo>
                  <a:pt x="45" y="496"/>
                  <a:pt x="33" y="496"/>
                  <a:pt x="22" y="497"/>
                </a:cubicBezTo>
                <a:lnTo>
                  <a:pt x="5" y="498"/>
                </a:lnTo>
                <a:lnTo>
                  <a:pt x="0" y="498"/>
                </a:lnTo>
                <a:lnTo>
                  <a:pt x="0" y="465"/>
                </a:lnTo>
                <a:lnTo>
                  <a:pt x="11" y="46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0" name=""/>
          <p:cNvSpPr/>
          <p:nvPr/>
        </p:nvSpPr>
        <p:spPr>
          <a:xfrm>
            <a:off x="3952800" y="3049200"/>
            <a:ext cx="114120" cy="118440"/>
          </a:xfrm>
          <a:custGeom>
            <a:avLst/>
            <a:gdLst/>
            <a:ahLst/>
            <a:rect l="0" t="0" r="r" b="b"/>
            <a:pathLst>
              <a:path w="317" h="329">
                <a:moveTo>
                  <a:pt x="0" y="168"/>
                </a:moveTo>
                <a:cubicBezTo>
                  <a:pt x="0" y="122"/>
                  <a:pt x="15" y="83"/>
                  <a:pt x="46" y="50"/>
                </a:cubicBezTo>
                <a:cubicBezTo>
                  <a:pt x="77" y="18"/>
                  <a:pt x="115" y="1"/>
                  <a:pt x="158" y="0"/>
                </a:cubicBezTo>
                <a:cubicBezTo>
                  <a:pt x="201" y="0"/>
                  <a:pt x="239" y="17"/>
                  <a:pt x="270" y="49"/>
                </a:cubicBezTo>
                <a:cubicBezTo>
                  <a:pt x="301" y="81"/>
                  <a:pt x="317" y="121"/>
                  <a:pt x="317" y="167"/>
                </a:cubicBezTo>
                <a:cubicBezTo>
                  <a:pt x="317" y="213"/>
                  <a:pt x="302" y="251"/>
                  <a:pt x="272" y="282"/>
                </a:cubicBezTo>
                <a:cubicBezTo>
                  <a:pt x="241" y="313"/>
                  <a:pt x="203" y="329"/>
                  <a:pt x="158" y="329"/>
                </a:cubicBezTo>
                <a:cubicBezTo>
                  <a:pt x="112" y="329"/>
                  <a:pt x="74" y="313"/>
                  <a:pt x="45" y="281"/>
                </a:cubicBezTo>
                <a:cubicBezTo>
                  <a:pt x="15" y="249"/>
                  <a:pt x="0" y="212"/>
                  <a:pt x="0" y="168"/>
                </a:cubicBezTo>
                <a:moveTo>
                  <a:pt x="158" y="300"/>
                </a:moveTo>
                <a:cubicBezTo>
                  <a:pt x="216" y="300"/>
                  <a:pt x="247" y="261"/>
                  <a:pt x="247" y="183"/>
                </a:cubicBezTo>
                <a:lnTo>
                  <a:pt x="247" y="160"/>
                </a:lnTo>
                <a:lnTo>
                  <a:pt x="247" y="142"/>
                </a:lnTo>
                <a:cubicBezTo>
                  <a:pt x="247" y="131"/>
                  <a:pt x="246" y="122"/>
                  <a:pt x="246" y="115"/>
                </a:cubicBezTo>
                <a:cubicBezTo>
                  <a:pt x="245" y="107"/>
                  <a:pt x="244" y="98"/>
                  <a:pt x="241" y="88"/>
                </a:cubicBezTo>
                <a:cubicBezTo>
                  <a:pt x="237" y="77"/>
                  <a:pt x="233" y="69"/>
                  <a:pt x="228" y="62"/>
                </a:cubicBezTo>
                <a:cubicBezTo>
                  <a:pt x="224" y="55"/>
                  <a:pt x="216" y="48"/>
                  <a:pt x="206" y="42"/>
                </a:cubicBezTo>
                <a:cubicBezTo>
                  <a:pt x="196" y="35"/>
                  <a:pt x="185" y="30"/>
                  <a:pt x="171" y="28"/>
                </a:cubicBezTo>
                <a:cubicBezTo>
                  <a:pt x="169" y="27"/>
                  <a:pt x="165" y="27"/>
                  <a:pt x="160" y="27"/>
                </a:cubicBezTo>
                <a:cubicBezTo>
                  <a:pt x="145" y="27"/>
                  <a:pt x="132" y="30"/>
                  <a:pt x="119" y="35"/>
                </a:cubicBezTo>
                <a:cubicBezTo>
                  <a:pt x="99" y="46"/>
                  <a:pt x="85" y="60"/>
                  <a:pt x="79" y="79"/>
                </a:cubicBezTo>
                <a:cubicBezTo>
                  <a:pt x="73" y="98"/>
                  <a:pt x="70" y="119"/>
                  <a:pt x="70" y="145"/>
                </a:cubicBezTo>
                <a:lnTo>
                  <a:pt x="70" y="159"/>
                </a:lnTo>
                <a:cubicBezTo>
                  <a:pt x="70" y="206"/>
                  <a:pt x="74" y="238"/>
                  <a:pt x="83" y="257"/>
                </a:cubicBezTo>
                <a:cubicBezTo>
                  <a:pt x="99" y="286"/>
                  <a:pt x="124" y="300"/>
                  <a:pt x="158" y="3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1" name=""/>
          <p:cNvSpPr/>
          <p:nvPr/>
        </p:nvSpPr>
        <p:spPr>
          <a:xfrm>
            <a:off x="4081680" y="3048120"/>
            <a:ext cx="117720" cy="169920"/>
          </a:xfrm>
          <a:custGeom>
            <a:avLst/>
            <a:gdLst/>
            <a:ahLst/>
            <a:rect l="0" t="0" r="r" b="b"/>
            <a:pathLst>
              <a:path w="327" h="472">
                <a:moveTo>
                  <a:pt x="215" y="31"/>
                </a:moveTo>
                <a:cubicBezTo>
                  <a:pt x="236" y="10"/>
                  <a:pt x="260" y="0"/>
                  <a:pt x="287" y="0"/>
                </a:cubicBezTo>
                <a:cubicBezTo>
                  <a:pt x="301" y="0"/>
                  <a:pt x="311" y="4"/>
                  <a:pt x="317" y="13"/>
                </a:cubicBezTo>
                <a:cubicBezTo>
                  <a:pt x="324" y="22"/>
                  <a:pt x="327" y="31"/>
                  <a:pt x="327" y="41"/>
                </a:cubicBezTo>
                <a:cubicBezTo>
                  <a:pt x="327" y="47"/>
                  <a:pt x="325" y="53"/>
                  <a:pt x="320" y="58"/>
                </a:cubicBezTo>
                <a:cubicBezTo>
                  <a:pt x="316" y="64"/>
                  <a:pt x="310" y="66"/>
                  <a:pt x="301" y="66"/>
                </a:cubicBezTo>
                <a:cubicBezTo>
                  <a:pt x="285" y="66"/>
                  <a:pt x="276" y="59"/>
                  <a:pt x="275" y="45"/>
                </a:cubicBezTo>
                <a:cubicBezTo>
                  <a:pt x="274" y="38"/>
                  <a:pt x="274" y="33"/>
                  <a:pt x="277" y="30"/>
                </a:cubicBezTo>
                <a:cubicBezTo>
                  <a:pt x="277" y="29"/>
                  <a:pt x="277" y="29"/>
                  <a:pt x="277" y="28"/>
                </a:cubicBezTo>
                <a:lnTo>
                  <a:pt x="277" y="27"/>
                </a:lnTo>
                <a:cubicBezTo>
                  <a:pt x="264" y="28"/>
                  <a:pt x="251" y="34"/>
                  <a:pt x="240" y="43"/>
                </a:cubicBezTo>
                <a:cubicBezTo>
                  <a:pt x="236" y="45"/>
                  <a:pt x="234" y="47"/>
                  <a:pt x="234" y="48"/>
                </a:cubicBezTo>
                <a:cubicBezTo>
                  <a:pt x="234" y="48"/>
                  <a:pt x="235" y="49"/>
                  <a:pt x="237" y="51"/>
                </a:cubicBezTo>
                <a:cubicBezTo>
                  <a:pt x="239" y="53"/>
                  <a:pt x="241" y="56"/>
                  <a:pt x="243" y="60"/>
                </a:cubicBezTo>
                <a:cubicBezTo>
                  <a:pt x="245" y="64"/>
                  <a:pt x="248" y="68"/>
                  <a:pt x="251" y="73"/>
                </a:cubicBezTo>
                <a:cubicBezTo>
                  <a:pt x="254" y="77"/>
                  <a:pt x="256" y="84"/>
                  <a:pt x="257" y="91"/>
                </a:cubicBezTo>
                <a:cubicBezTo>
                  <a:pt x="259" y="99"/>
                  <a:pt x="260" y="107"/>
                  <a:pt x="260" y="115"/>
                </a:cubicBezTo>
                <a:cubicBezTo>
                  <a:pt x="260" y="144"/>
                  <a:pt x="249" y="169"/>
                  <a:pt x="225" y="190"/>
                </a:cubicBezTo>
                <a:cubicBezTo>
                  <a:pt x="202" y="210"/>
                  <a:pt x="172" y="221"/>
                  <a:pt x="138" y="221"/>
                </a:cubicBezTo>
                <a:cubicBezTo>
                  <a:pt x="114" y="221"/>
                  <a:pt x="90" y="215"/>
                  <a:pt x="67" y="201"/>
                </a:cubicBezTo>
                <a:cubicBezTo>
                  <a:pt x="62" y="210"/>
                  <a:pt x="59" y="219"/>
                  <a:pt x="59" y="229"/>
                </a:cubicBezTo>
                <a:cubicBezTo>
                  <a:pt x="59" y="245"/>
                  <a:pt x="65" y="259"/>
                  <a:pt x="78" y="267"/>
                </a:cubicBezTo>
                <a:cubicBezTo>
                  <a:pt x="82" y="270"/>
                  <a:pt x="86" y="271"/>
                  <a:pt x="90" y="271"/>
                </a:cubicBezTo>
                <a:cubicBezTo>
                  <a:pt x="94" y="271"/>
                  <a:pt x="111" y="271"/>
                  <a:pt x="141" y="272"/>
                </a:cubicBezTo>
                <a:cubicBezTo>
                  <a:pt x="181" y="273"/>
                  <a:pt x="208" y="274"/>
                  <a:pt x="219" y="277"/>
                </a:cubicBezTo>
                <a:cubicBezTo>
                  <a:pt x="249" y="281"/>
                  <a:pt x="271" y="291"/>
                  <a:pt x="288" y="306"/>
                </a:cubicBezTo>
                <a:cubicBezTo>
                  <a:pt x="307" y="325"/>
                  <a:pt x="316" y="348"/>
                  <a:pt x="316" y="376"/>
                </a:cubicBezTo>
                <a:cubicBezTo>
                  <a:pt x="316" y="408"/>
                  <a:pt x="297" y="433"/>
                  <a:pt x="260" y="450"/>
                </a:cubicBezTo>
                <a:cubicBezTo>
                  <a:pt x="232" y="464"/>
                  <a:pt x="197" y="472"/>
                  <a:pt x="158" y="472"/>
                </a:cubicBezTo>
                <a:cubicBezTo>
                  <a:pt x="118" y="472"/>
                  <a:pt x="84" y="464"/>
                  <a:pt x="56" y="450"/>
                </a:cubicBezTo>
                <a:cubicBezTo>
                  <a:pt x="18" y="433"/>
                  <a:pt x="0" y="409"/>
                  <a:pt x="0" y="378"/>
                </a:cubicBezTo>
                <a:cubicBezTo>
                  <a:pt x="0" y="361"/>
                  <a:pt x="5" y="347"/>
                  <a:pt x="15" y="335"/>
                </a:cubicBezTo>
                <a:cubicBezTo>
                  <a:pt x="25" y="324"/>
                  <a:pt x="35" y="316"/>
                  <a:pt x="45" y="312"/>
                </a:cubicBezTo>
                <a:lnTo>
                  <a:pt x="53" y="307"/>
                </a:lnTo>
                <a:cubicBezTo>
                  <a:pt x="36" y="293"/>
                  <a:pt x="27" y="273"/>
                  <a:pt x="27" y="246"/>
                </a:cubicBezTo>
                <a:cubicBezTo>
                  <a:pt x="27" y="224"/>
                  <a:pt x="34" y="204"/>
                  <a:pt x="48" y="186"/>
                </a:cubicBezTo>
                <a:cubicBezTo>
                  <a:pt x="27" y="165"/>
                  <a:pt x="16" y="141"/>
                  <a:pt x="16" y="115"/>
                </a:cubicBezTo>
                <a:cubicBezTo>
                  <a:pt x="16" y="85"/>
                  <a:pt x="28" y="60"/>
                  <a:pt x="52" y="39"/>
                </a:cubicBezTo>
                <a:cubicBezTo>
                  <a:pt x="76" y="19"/>
                  <a:pt x="105" y="8"/>
                  <a:pt x="138" y="8"/>
                </a:cubicBezTo>
                <a:cubicBezTo>
                  <a:pt x="163" y="8"/>
                  <a:pt x="185" y="14"/>
                  <a:pt x="207" y="26"/>
                </a:cubicBezTo>
                <a:lnTo>
                  <a:pt x="215" y="31"/>
                </a:lnTo>
                <a:moveTo>
                  <a:pt x="193" y="78"/>
                </a:moveTo>
                <a:cubicBezTo>
                  <a:pt x="190" y="65"/>
                  <a:pt x="184" y="55"/>
                  <a:pt x="174" y="47"/>
                </a:cubicBezTo>
                <a:cubicBezTo>
                  <a:pt x="164" y="39"/>
                  <a:pt x="152" y="35"/>
                  <a:pt x="137" y="35"/>
                </a:cubicBezTo>
                <a:cubicBezTo>
                  <a:pt x="123" y="35"/>
                  <a:pt x="111" y="39"/>
                  <a:pt x="101" y="46"/>
                </a:cubicBezTo>
                <a:cubicBezTo>
                  <a:pt x="91" y="54"/>
                  <a:pt x="85" y="65"/>
                  <a:pt x="83" y="78"/>
                </a:cubicBezTo>
                <a:cubicBezTo>
                  <a:pt x="81" y="87"/>
                  <a:pt x="81" y="99"/>
                  <a:pt x="81" y="115"/>
                </a:cubicBezTo>
                <a:cubicBezTo>
                  <a:pt x="81" y="136"/>
                  <a:pt x="82" y="151"/>
                  <a:pt x="86" y="161"/>
                </a:cubicBezTo>
                <a:cubicBezTo>
                  <a:pt x="89" y="171"/>
                  <a:pt x="96" y="180"/>
                  <a:pt x="107" y="186"/>
                </a:cubicBezTo>
                <a:cubicBezTo>
                  <a:pt x="115" y="191"/>
                  <a:pt x="125" y="193"/>
                  <a:pt x="138" y="193"/>
                </a:cubicBezTo>
                <a:cubicBezTo>
                  <a:pt x="148" y="193"/>
                  <a:pt x="157" y="192"/>
                  <a:pt x="165" y="188"/>
                </a:cubicBezTo>
                <a:cubicBezTo>
                  <a:pt x="173" y="185"/>
                  <a:pt x="178" y="181"/>
                  <a:pt x="181" y="176"/>
                </a:cubicBezTo>
                <a:cubicBezTo>
                  <a:pt x="185" y="170"/>
                  <a:pt x="187" y="166"/>
                  <a:pt x="189" y="161"/>
                </a:cubicBezTo>
                <a:cubicBezTo>
                  <a:pt x="191" y="157"/>
                  <a:pt x="192" y="153"/>
                  <a:pt x="193" y="151"/>
                </a:cubicBezTo>
                <a:cubicBezTo>
                  <a:pt x="194" y="143"/>
                  <a:pt x="195" y="131"/>
                  <a:pt x="195" y="115"/>
                </a:cubicBezTo>
                <a:cubicBezTo>
                  <a:pt x="195" y="99"/>
                  <a:pt x="194" y="87"/>
                  <a:pt x="193" y="78"/>
                </a:cubicBezTo>
                <a:moveTo>
                  <a:pt x="268" y="378"/>
                </a:moveTo>
                <a:cubicBezTo>
                  <a:pt x="268" y="366"/>
                  <a:pt x="265" y="357"/>
                  <a:pt x="258" y="349"/>
                </a:cubicBezTo>
                <a:cubicBezTo>
                  <a:pt x="251" y="341"/>
                  <a:pt x="242" y="336"/>
                  <a:pt x="229" y="332"/>
                </a:cubicBezTo>
                <a:cubicBezTo>
                  <a:pt x="216" y="329"/>
                  <a:pt x="204" y="327"/>
                  <a:pt x="193" y="326"/>
                </a:cubicBezTo>
                <a:cubicBezTo>
                  <a:pt x="182" y="325"/>
                  <a:pt x="169" y="325"/>
                  <a:pt x="154" y="325"/>
                </a:cubicBezTo>
                <a:lnTo>
                  <a:pt x="135" y="325"/>
                </a:lnTo>
                <a:cubicBezTo>
                  <a:pt x="103" y="325"/>
                  <a:pt x="84" y="326"/>
                  <a:pt x="78" y="329"/>
                </a:cubicBezTo>
                <a:cubicBezTo>
                  <a:pt x="68" y="333"/>
                  <a:pt x="61" y="340"/>
                  <a:pt x="56" y="349"/>
                </a:cubicBezTo>
                <a:cubicBezTo>
                  <a:pt x="50" y="358"/>
                  <a:pt x="47" y="367"/>
                  <a:pt x="47" y="377"/>
                </a:cubicBezTo>
                <a:cubicBezTo>
                  <a:pt x="47" y="382"/>
                  <a:pt x="48" y="388"/>
                  <a:pt x="51" y="394"/>
                </a:cubicBezTo>
                <a:cubicBezTo>
                  <a:pt x="54" y="400"/>
                  <a:pt x="59" y="407"/>
                  <a:pt x="66" y="415"/>
                </a:cubicBezTo>
                <a:cubicBezTo>
                  <a:pt x="73" y="423"/>
                  <a:pt x="85" y="430"/>
                  <a:pt x="101" y="435"/>
                </a:cubicBezTo>
                <a:cubicBezTo>
                  <a:pt x="116" y="441"/>
                  <a:pt x="135" y="443"/>
                  <a:pt x="158" y="444"/>
                </a:cubicBezTo>
                <a:cubicBezTo>
                  <a:pt x="191" y="444"/>
                  <a:pt x="218" y="437"/>
                  <a:pt x="238" y="424"/>
                </a:cubicBezTo>
                <a:cubicBezTo>
                  <a:pt x="258" y="411"/>
                  <a:pt x="268" y="395"/>
                  <a:pt x="268" y="37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2" name=""/>
          <p:cNvSpPr/>
          <p:nvPr/>
        </p:nvSpPr>
        <p:spPr>
          <a:xfrm>
            <a:off x="4227120" y="2971440"/>
            <a:ext cx="61560" cy="257760"/>
          </a:xfrm>
          <a:custGeom>
            <a:avLst/>
            <a:gdLst/>
            <a:ahLst/>
            <a:rect l="0" t="0" r="r" b="b"/>
            <a:pathLst>
              <a:path w="171" h="716">
                <a:moveTo>
                  <a:pt x="0" y="358"/>
                </a:moveTo>
                <a:cubicBezTo>
                  <a:pt x="0" y="325"/>
                  <a:pt x="2" y="294"/>
                  <a:pt x="7" y="264"/>
                </a:cubicBezTo>
                <a:cubicBezTo>
                  <a:pt x="12" y="235"/>
                  <a:pt x="17" y="209"/>
                  <a:pt x="23" y="188"/>
                </a:cubicBezTo>
                <a:cubicBezTo>
                  <a:pt x="29" y="166"/>
                  <a:pt x="38" y="145"/>
                  <a:pt x="50" y="125"/>
                </a:cubicBezTo>
                <a:cubicBezTo>
                  <a:pt x="61" y="104"/>
                  <a:pt x="70" y="88"/>
                  <a:pt x="78" y="77"/>
                </a:cubicBezTo>
                <a:cubicBezTo>
                  <a:pt x="84" y="66"/>
                  <a:pt x="94" y="53"/>
                  <a:pt x="108" y="40"/>
                </a:cubicBezTo>
                <a:cubicBezTo>
                  <a:pt x="121" y="26"/>
                  <a:pt x="129" y="18"/>
                  <a:pt x="131" y="16"/>
                </a:cubicBezTo>
                <a:cubicBezTo>
                  <a:pt x="134" y="13"/>
                  <a:pt x="140" y="8"/>
                  <a:pt x="149" y="0"/>
                </a:cubicBezTo>
                <a:lnTo>
                  <a:pt x="159" y="0"/>
                </a:lnTo>
                <a:lnTo>
                  <a:pt x="161" y="0"/>
                </a:lnTo>
                <a:cubicBezTo>
                  <a:pt x="168" y="0"/>
                  <a:pt x="171" y="3"/>
                  <a:pt x="171" y="7"/>
                </a:cubicBezTo>
                <a:cubicBezTo>
                  <a:pt x="171" y="8"/>
                  <a:pt x="167" y="13"/>
                  <a:pt x="159" y="22"/>
                </a:cubicBezTo>
                <a:cubicBezTo>
                  <a:pt x="151" y="31"/>
                  <a:pt x="141" y="43"/>
                  <a:pt x="130" y="60"/>
                </a:cubicBezTo>
                <a:cubicBezTo>
                  <a:pt x="119" y="77"/>
                  <a:pt x="107" y="97"/>
                  <a:pt x="95" y="121"/>
                </a:cubicBezTo>
                <a:cubicBezTo>
                  <a:pt x="83" y="146"/>
                  <a:pt x="72" y="178"/>
                  <a:pt x="64" y="220"/>
                </a:cubicBezTo>
                <a:cubicBezTo>
                  <a:pt x="56" y="261"/>
                  <a:pt x="52" y="307"/>
                  <a:pt x="52" y="358"/>
                </a:cubicBezTo>
                <a:cubicBezTo>
                  <a:pt x="52" y="408"/>
                  <a:pt x="56" y="454"/>
                  <a:pt x="64" y="495"/>
                </a:cubicBezTo>
                <a:cubicBezTo>
                  <a:pt x="72" y="536"/>
                  <a:pt x="83" y="569"/>
                  <a:pt x="94" y="594"/>
                </a:cubicBezTo>
                <a:cubicBezTo>
                  <a:pt x="106" y="620"/>
                  <a:pt x="117" y="640"/>
                  <a:pt x="129" y="656"/>
                </a:cubicBezTo>
                <a:cubicBezTo>
                  <a:pt x="141" y="673"/>
                  <a:pt x="151" y="685"/>
                  <a:pt x="159" y="695"/>
                </a:cubicBezTo>
                <a:cubicBezTo>
                  <a:pt x="167" y="704"/>
                  <a:pt x="171" y="709"/>
                  <a:pt x="171" y="710"/>
                </a:cubicBezTo>
                <a:cubicBezTo>
                  <a:pt x="171" y="714"/>
                  <a:pt x="168" y="716"/>
                  <a:pt x="161" y="716"/>
                </a:cubicBezTo>
                <a:lnTo>
                  <a:pt x="159" y="716"/>
                </a:lnTo>
                <a:lnTo>
                  <a:pt x="149" y="716"/>
                </a:lnTo>
                <a:lnTo>
                  <a:pt x="129" y="699"/>
                </a:lnTo>
                <a:cubicBezTo>
                  <a:pt x="84" y="658"/>
                  <a:pt x="51" y="607"/>
                  <a:pt x="30" y="547"/>
                </a:cubicBezTo>
                <a:cubicBezTo>
                  <a:pt x="10" y="486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3" name=""/>
          <p:cNvSpPr/>
          <p:nvPr/>
        </p:nvSpPr>
        <p:spPr>
          <a:xfrm>
            <a:off x="4308120" y="3051000"/>
            <a:ext cx="144360" cy="116640"/>
          </a:xfrm>
          <a:custGeom>
            <a:avLst/>
            <a:gdLst/>
            <a:ahLst/>
            <a:rect l="0" t="0" r="r" b="b"/>
            <a:pathLst>
              <a:path w="401" h="324">
                <a:moveTo>
                  <a:pt x="0" y="111"/>
                </a:moveTo>
                <a:cubicBezTo>
                  <a:pt x="1" y="109"/>
                  <a:pt x="2" y="105"/>
                  <a:pt x="3" y="100"/>
                </a:cubicBezTo>
                <a:cubicBezTo>
                  <a:pt x="4" y="95"/>
                  <a:pt x="6" y="86"/>
                  <a:pt x="11" y="72"/>
                </a:cubicBezTo>
                <a:cubicBezTo>
                  <a:pt x="16" y="59"/>
                  <a:pt x="21" y="47"/>
                  <a:pt x="26" y="38"/>
                </a:cubicBezTo>
                <a:cubicBezTo>
                  <a:pt x="30" y="29"/>
                  <a:pt x="38" y="20"/>
                  <a:pt x="49" y="12"/>
                </a:cubicBezTo>
                <a:cubicBezTo>
                  <a:pt x="60" y="3"/>
                  <a:pt x="71" y="-1"/>
                  <a:pt x="82" y="0"/>
                </a:cubicBezTo>
                <a:cubicBezTo>
                  <a:pt x="99" y="0"/>
                  <a:pt x="113" y="4"/>
                  <a:pt x="125" y="13"/>
                </a:cubicBezTo>
                <a:cubicBezTo>
                  <a:pt x="136" y="21"/>
                  <a:pt x="143" y="29"/>
                  <a:pt x="146" y="37"/>
                </a:cubicBezTo>
                <a:cubicBezTo>
                  <a:pt x="149" y="44"/>
                  <a:pt x="151" y="49"/>
                  <a:pt x="151" y="52"/>
                </a:cubicBezTo>
                <a:cubicBezTo>
                  <a:pt x="151" y="53"/>
                  <a:pt x="151" y="53"/>
                  <a:pt x="151" y="53"/>
                </a:cubicBezTo>
                <a:lnTo>
                  <a:pt x="159" y="45"/>
                </a:lnTo>
                <a:cubicBezTo>
                  <a:pt x="188" y="15"/>
                  <a:pt x="222" y="0"/>
                  <a:pt x="260" y="0"/>
                </a:cubicBezTo>
                <a:cubicBezTo>
                  <a:pt x="285" y="0"/>
                  <a:pt x="306" y="6"/>
                  <a:pt x="322" y="19"/>
                </a:cubicBezTo>
                <a:cubicBezTo>
                  <a:pt x="337" y="32"/>
                  <a:pt x="346" y="51"/>
                  <a:pt x="346" y="75"/>
                </a:cubicBezTo>
                <a:cubicBezTo>
                  <a:pt x="347" y="101"/>
                  <a:pt x="337" y="139"/>
                  <a:pt x="319" y="189"/>
                </a:cubicBezTo>
                <a:cubicBezTo>
                  <a:pt x="300" y="239"/>
                  <a:pt x="291" y="269"/>
                  <a:pt x="292" y="279"/>
                </a:cubicBezTo>
                <a:cubicBezTo>
                  <a:pt x="292" y="292"/>
                  <a:pt x="296" y="298"/>
                  <a:pt x="304" y="298"/>
                </a:cubicBezTo>
                <a:cubicBezTo>
                  <a:pt x="307" y="298"/>
                  <a:pt x="309" y="298"/>
                  <a:pt x="310" y="297"/>
                </a:cubicBezTo>
                <a:cubicBezTo>
                  <a:pt x="324" y="295"/>
                  <a:pt x="336" y="286"/>
                  <a:pt x="347" y="270"/>
                </a:cubicBezTo>
                <a:cubicBezTo>
                  <a:pt x="358" y="254"/>
                  <a:pt x="367" y="235"/>
                  <a:pt x="372" y="213"/>
                </a:cubicBezTo>
                <a:cubicBezTo>
                  <a:pt x="373" y="209"/>
                  <a:pt x="378" y="207"/>
                  <a:pt x="387" y="207"/>
                </a:cubicBezTo>
                <a:cubicBezTo>
                  <a:pt x="396" y="207"/>
                  <a:pt x="401" y="209"/>
                  <a:pt x="401" y="213"/>
                </a:cubicBezTo>
                <a:cubicBezTo>
                  <a:pt x="401" y="213"/>
                  <a:pt x="400" y="217"/>
                  <a:pt x="398" y="224"/>
                </a:cubicBezTo>
                <a:cubicBezTo>
                  <a:pt x="394" y="237"/>
                  <a:pt x="389" y="251"/>
                  <a:pt x="382" y="264"/>
                </a:cubicBezTo>
                <a:cubicBezTo>
                  <a:pt x="376" y="278"/>
                  <a:pt x="365" y="291"/>
                  <a:pt x="350" y="304"/>
                </a:cubicBezTo>
                <a:cubicBezTo>
                  <a:pt x="334" y="318"/>
                  <a:pt x="318" y="324"/>
                  <a:pt x="300" y="324"/>
                </a:cubicBezTo>
                <a:cubicBezTo>
                  <a:pt x="278" y="324"/>
                  <a:pt x="262" y="317"/>
                  <a:pt x="252" y="304"/>
                </a:cubicBezTo>
                <a:cubicBezTo>
                  <a:pt x="242" y="292"/>
                  <a:pt x="237" y="278"/>
                  <a:pt x="237" y="264"/>
                </a:cubicBezTo>
                <a:cubicBezTo>
                  <a:pt x="237" y="255"/>
                  <a:pt x="245" y="227"/>
                  <a:pt x="262" y="179"/>
                </a:cubicBezTo>
                <a:cubicBezTo>
                  <a:pt x="280" y="131"/>
                  <a:pt x="288" y="94"/>
                  <a:pt x="289" y="69"/>
                </a:cubicBezTo>
                <a:cubicBezTo>
                  <a:pt x="289" y="41"/>
                  <a:pt x="278" y="27"/>
                  <a:pt x="257" y="27"/>
                </a:cubicBezTo>
                <a:lnTo>
                  <a:pt x="254" y="27"/>
                </a:lnTo>
                <a:cubicBezTo>
                  <a:pt x="213" y="27"/>
                  <a:pt x="177" y="51"/>
                  <a:pt x="149" y="100"/>
                </a:cubicBezTo>
                <a:lnTo>
                  <a:pt x="144" y="109"/>
                </a:lnTo>
                <a:lnTo>
                  <a:pt x="121" y="204"/>
                </a:lnTo>
                <a:cubicBezTo>
                  <a:pt x="105" y="267"/>
                  <a:pt x="96" y="300"/>
                  <a:pt x="93" y="305"/>
                </a:cubicBezTo>
                <a:cubicBezTo>
                  <a:pt x="87" y="318"/>
                  <a:pt x="77" y="324"/>
                  <a:pt x="63" y="324"/>
                </a:cubicBezTo>
                <a:cubicBezTo>
                  <a:pt x="56" y="324"/>
                  <a:pt x="51" y="323"/>
                  <a:pt x="48" y="320"/>
                </a:cubicBezTo>
                <a:cubicBezTo>
                  <a:pt x="44" y="317"/>
                  <a:pt x="41" y="314"/>
                  <a:pt x="40" y="312"/>
                </a:cubicBezTo>
                <a:cubicBezTo>
                  <a:pt x="38" y="309"/>
                  <a:pt x="38" y="306"/>
                  <a:pt x="38" y="304"/>
                </a:cubicBezTo>
                <a:cubicBezTo>
                  <a:pt x="38" y="298"/>
                  <a:pt x="47" y="259"/>
                  <a:pt x="66" y="188"/>
                </a:cubicBezTo>
                <a:cubicBezTo>
                  <a:pt x="84" y="116"/>
                  <a:pt x="93" y="77"/>
                  <a:pt x="94" y="70"/>
                </a:cubicBezTo>
                <a:cubicBezTo>
                  <a:pt x="95" y="68"/>
                  <a:pt x="95" y="63"/>
                  <a:pt x="95" y="54"/>
                </a:cubicBezTo>
                <a:cubicBezTo>
                  <a:pt x="95" y="35"/>
                  <a:pt x="89" y="26"/>
                  <a:pt x="78" y="26"/>
                </a:cubicBezTo>
                <a:cubicBezTo>
                  <a:pt x="60" y="26"/>
                  <a:pt x="45" y="50"/>
                  <a:pt x="33" y="99"/>
                </a:cubicBezTo>
                <a:cubicBezTo>
                  <a:pt x="30" y="108"/>
                  <a:pt x="28" y="113"/>
                  <a:pt x="28" y="114"/>
                </a:cubicBezTo>
                <a:cubicBezTo>
                  <a:pt x="27" y="116"/>
                  <a:pt x="23" y="118"/>
                  <a:pt x="15" y="118"/>
                </a:cubicBezTo>
                <a:lnTo>
                  <a:pt x="5" y="118"/>
                </a:lnTo>
                <a:cubicBezTo>
                  <a:pt x="2" y="115"/>
                  <a:pt x="0" y="113"/>
                  <a:pt x="0" y="11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4" name=""/>
          <p:cNvSpPr/>
          <p:nvPr/>
        </p:nvSpPr>
        <p:spPr>
          <a:xfrm>
            <a:off x="4480920" y="308196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6" y="46"/>
                </a:moveTo>
                <a:lnTo>
                  <a:pt x="59" y="48"/>
                </a:lnTo>
                <a:cubicBezTo>
                  <a:pt x="54" y="50"/>
                  <a:pt x="48" y="52"/>
                  <a:pt x="39" y="53"/>
                </a:cubicBezTo>
                <a:cubicBezTo>
                  <a:pt x="30" y="55"/>
                  <a:pt x="20" y="56"/>
                  <a:pt x="9" y="57"/>
                </a:cubicBezTo>
                <a:lnTo>
                  <a:pt x="0" y="57"/>
                </a:lnTo>
                <a:lnTo>
                  <a:pt x="0" y="34"/>
                </a:lnTo>
                <a:lnTo>
                  <a:pt x="9" y="34"/>
                </a:lnTo>
                <a:cubicBezTo>
                  <a:pt x="25" y="33"/>
                  <a:pt x="40" y="30"/>
                  <a:pt x="53" y="26"/>
                </a:cubicBezTo>
                <a:cubicBezTo>
                  <a:pt x="67" y="22"/>
                  <a:pt x="76" y="18"/>
                  <a:pt x="82" y="14"/>
                </a:cubicBezTo>
                <a:cubicBezTo>
                  <a:pt x="87" y="10"/>
                  <a:pt x="92" y="5"/>
                  <a:pt x="97" y="2"/>
                </a:cubicBezTo>
                <a:cubicBezTo>
                  <a:pt x="98" y="1"/>
                  <a:pt x="100" y="0"/>
                  <a:pt x="103" y="0"/>
                </a:cubicBezTo>
                <a:cubicBezTo>
                  <a:pt x="106" y="0"/>
                  <a:pt x="109" y="1"/>
                  <a:pt x="112" y="3"/>
                </a:cubicBezTo>
                <a:lnTo>
                  <a:pt x="112" y="155"/>
                </a:lnTo>
                <a:lnTo>
                  <a:pt x="112" y="307"/>
                </a:lnTo>
                <a:cubicBezTo>
                  <a:pt x="114" y="309"/>
                  <a:pt x="116" y="311"/>
                  <a:pt x="118" y="312"/>
                </a:cubicBezTo>
                <a:cubicBezTo>
                  <a:pt x="120" y="312"/>
                  <a:pt x="124" y="313"/>
                  <a:pt x="130" y="314"/>
                </a:cubicBezTo>
                <a:cubicBezTo>
                  <a:pt x="137" y="314"/>
                  <a:pt x="147" y="315"/>
                  <a:pt x="162" y="315"/>
                </a:cubicBezTo>
                <a:lnTo>
                  <a:pt x="175" y="315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5" y="336"/>
                  <a:pt x="88" y="336"/>
                </a:cubicBezTo>
                <a:cubicBezTo>
                  <a:pt x="42" y="336"/>
                  <a:pt x="16" y="337"/>
                  <a:pt x="8" y="338"/>
                </a:cubicBezTo>
                <a:lnTo>
                  <a:pt x="2" y="338"/>
                </a:lnTo>
                <a:lnTo>
                  <a:pt x="2" y="315"/>
                </a:lnTo>
                <a:lnTo>
                  <a:pt x="16" y="315"/>
                </a:lnTo>
                <a:cubicBezTo>
                  <a:pt x="23" y="315"/>
                  <a:pt x="29" y="315"/>
                  <a:pt x="35" y="315"/>
                </a:cubicBezTo>
                <a:cubicBezTo>
                  <a:pt x="40" y="315"/>
                  <a:pt x="44" y="314"/>
                  <a:pt x="47" y="314"/>
                </a:cubicBezTo>
                <a:cubicBezTo>
                  <a:pt x="50" y="314"/>
                  <a:pt x="53" y="313"/>
                  <a:pt x="55" y="313"/>
                </a:cubicBezTo>
                <a:cubicBezTo>
                  <a:pt x="58" y="312"/>
                  <a:pt x="59" y="312"/>
                  <a:pt x="60" y="312"/>
                </a:cubicBezTo>
                <a:cubicBezTo>
                  <a:pt x="60" y="312"/>
                  <a:pt x="61" y="311"/>
                  <a:pt x="63" y="309"/>
                </a:cubicBezTo>
                <a:cubicBezTo>
                  <a:pt x="64" y="307"/>
                  <a:pt x="65" y="307"/>
                  <a:pt x="66" y="307"/>
                </a:cubicBezTo>
                <a:lnTo>
                  <a:pt x="66" y="4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5" name=""/>
          <p:cNvSpPr/>
          <p:nvPr/>
        </p:nvSpPr>
        <p:spPr>
          <a:xfrm>
            <a:off x="4641120" y="3014640"/>
            <a:ext cx="171720" cy="171360"/>
          </a:xfrm>
          <a:custGeom>
            <a:avLst/>
            <a:gdLst/>
            <a:ahLst/>
            <a:rect l="0" t="0" r="r" b="b"/>
            <a:pathLst>
              <a:path w="477" h="476">
                <a:moveTo>
                  <a:pt x="10" y="224"/>
                </a:moveTo>
                <a:lnTo>
                  <a:pt x="225" y="224"/>
                </a:lnTo>
                <a:lnTo>
                  <a:pt x="225" y="116"/>
                </a:lnTo>
                <a:lnTo>
                  <a:pt x="226" y="9"/>
                </a:lnTo>
                <a:cubicBezTo>
                  <a:pt x="230" y="3"/>
                  <a:pt x="235" y="0"/>
                  <a:pt x="239" y="0"/>
                </a:cubicBezTo>
                <a:cubicBezTo>
                  <a:pt x="246" y="0"/>
                  <a:pt x="250" y="3"/>
                  <a:pt x="254" y="11"/>
                </a:cubicBezTo>
                <a:lnTo>
                  <a:pt x="254" y="224"/>
                </a:lnTo>
                <a:lnTo>
                  <a:pt x="467" y="224"/>
                </a:lnTo>
                <a:cubicBezTo>
                  <a:pt x="474" y="227"/>
                  <a:pt x="477" y="232"/>
                  <a:pt x="477" y="238"/>
                </a:cubicBezTo>
                <a:cubicBezTo>
                  <a:pt x="477" y="244"/>
                  <a:pt x="474" y="248"/>
                  <a:pt x="467" y="252"/>
                </a:cubicBezTo>
                <a:lnTo>
                  <a:pt x="254" y="252"/>
                </a:lnTo>
                <a:lnTo>
                  <a:pt x="254" y="466"/>
                </a:lnTo>
                <a:cubicBezTo>
                  <a:pt x="250" y="473"/>
                  <a:pt x="246" y="476"/>
                  <a:pt x="241" y="476"/>
                </a:cubicBezTo>
                <a:lnTo>
                  <a:pt x="239" y="476"/>
                </a:lnTo>
                <a:lnTo>
                  <a:pt x="238" y="476"/>
                </a:lnTo>
                <a:cubicBezTo>
                  <a:pt x="232" y="476"/>
                  <a:pt x="228" y="473"/>
                  <a:pt x="225" y="466"/>
                </a:cubicBezTo>
                <a:lnTo>
                  <a:pt x="225" y="252"/>
                </a:lnTo>
                <a:lnTo>
                  <a:pt x="10" y="252"/>
                </a:lnTo>
                <a:cubicBezTo>
                  <a:pt x="4" y="249"/>
                  <a:pt x="0" y="244"/>
                  <a:pt x="0" y="238"/>
                </a:cubicBezTo>
                <a:cubicBezTo>
                  <a:pt x="0" y="232"/>
                  <a:pt x="4" y="227"/>
                  <a:pt x="10" y="2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6" name=""/>
          <p:cNvSpPr/>
          <p:nvPr/>
        </p:nvSpPr>
        <p:spPr>
          <a:xfrm>
            <a:off x="4889520" y="3051000"/>
            <a:ext cx="144360" cy="116640"/>
          </a:xfrm>
          <a:custGeom>
            <a:avLst/>
            <a:gdLst/>
            <a:ahLst/>
            <a:rect l="0" t="0" r="r" b="b"/>
            <a:pathLst>
              <a:path w="401" h="324">
                <a:moveTo>
                  <a:pt x="0" y="111"/>
                </a:moveTo>
                <a:cubicBezTo>
                  <a:pt x="1" y="109"/>
                  <a:pt x="1" y="105"/>
                  <a:pt x="2" y="100"/>
                </a:cubicBezTo>
                <a:cubicBezTo>
                  <a:pt x="3" y="95"/>
                  <a:pt x="6" y="86"/>
                  <a:pt x="11" y="72"/>
                </a:cubicBezTo>
                <a:cubicBezTo>
                  <a:pt x="16" y="59"/>
                  <a:pt x="20" y="47"/>
                  <a:pt x="25" y="38"/>
                </a:cubicBezTo>
                <a:cubicBezTo>
                  <a:pt x="30" y="29"/>
                  <a:pt x="38" y="20"/>
                  <a:pt x="49" y="12"/>
                </a:cubicBezTo>
                <a:cubicBezTo>
                  <a:pt x="60" y="3"/>
                  <a:pt x="71" y="-1"/>
                  <a:pt x="82" y="0"/>
                </a:cubicBezTo>
                <a:cubicBezTo>
                  <a:pt x="99" y="0"/>
                  <a:pt x="113" y="4"/>
                  <a:pt x="125" y="13"/>
                </a:cubicBezTo>
                <a:cubicBezTo>
                  <a:pt x="136" y="21"/>
                  <a:pt x="143" y="29"/>
                  <a:pt x="146" y="37"/>
                </a:cubicBezTo>
                <a:cubicBezTo>
                  <a:pt x="149" y="44"/>
                  <a:pt x="150" y="49"/>
                  <a:pt x="150" y="52"/>
                </a:cubicBezTo>
                <a:cubicBezTo>
                  <a:pt x="150" y="53"/>
                  <a:pt x="151" y="53"/>
                  <a:pt x="151" y="53"/>
                </a:cubicBezTo>
                <a:lnTo>
                  <a:pt x="159" y="45"/>
                </a:lnTo>
                <a:cubicBezTo>
                  <a:pt x="189" y="15"/>
                  <a:pt x="222" y="0"/>
                  <a:pt x="259" y="0"/>
                </a:cubicBezTo>
                <a:cubicBezTo>
                  <a:pt x="285" y="0"/>
                  <a:pt x="306" y="6"/>
                  <a:pt x="321" y="19"/>
                </a:cubicBezTo>
                <a:cubicBezTo>
                  <a:pt x="337" y="32"/>
                  <a:pt x="345" y="51"/>
                  <a:pt x="346" y="75"/>
                </a:cubicBezTo>
                <a:cubicBezTo>
                  <a:pt x="346" y="101"/>
                  <a:pt x="337" y="139"/>
                  <a:pt x="319" y="189"/>
                </a:cubicBezTo>
                <a:cubicBezTo>
                  <a:pt x="300" y="239"/>
                  <a:pt x="291" y="269"/>
                  <a:pt x="291" y="279"/>
                </a:cubicBezTo>
                <a:cubicBezTo>
                  <a:pt x="291" y="292"/>
                  <a:pt x="295" y="298"/>
                  <a:pt x="304" y="298"/>
                </a:cubicBezTo>
                <a:cubicBezTo>
                  <a:pt x="306" y="298"/>
                  <a:pt x="309" y="298"/>
                  <a:pt x="310" y="297"/>
                </a:cubicBezTo>
                <a:cubicBezTo>
                  <a:pt x="324" y="295"/>
                  <a:pt x="336" y="286"/>
                  <a:pt x="347" y="270"/>
                </a:cubicBezTo>
                <a:cubicBezTo>
                  <a:pt x="358" y="254"/>
                  <a:pt x="366" y="235"/>
                  <a:pt x="372" y="213"/>
                </a:cubicBezTo>
                <a:cubicBezTo>
                  <a:pt x="373" y="209"/>
                  <a:pt x="378" y="207"/>
                  <a:pt x="386" y="207"/>
                </a:cubicBezTo>
                <a:cubicBezTo>
                  <a:pt x="396" y="207"/>
                  <a:pt x="401" y="209"/>
                  <a:pt x="401" y="213"/>
                </a:cubicBezTo>
                <a:cubicBezTo>
                  <a:pt x="401" y="213"/>
                  <a:pt x="400" y="217"/>
                  <a:pt x="398" y="224"/>
                </a:cubicBezTo>
                <a:cubicBezTo>
                  <a:pt x="394" y="237"/>
                  <a:pt x="389" y="251"/>
                  <a:pt x="382" y="264"/>
                </a:cubicBezTo>
                <a:cubicBezTo>
                  <a:pt x="376" y="278"/>
                  <a:pt x="365" y="291"/>
                  <a:pt x="349" y="304"/>
                </a:cubicBezTo>
                <a:cubicBezTo>
                  <a:pt x="334" y="318"/>
                  <a:pt x="318" y="324"/>
                  <a:pt x="300" y="324"/>
                </a:cubicBezTo>
                <a:cubicBezTo>
                  <a:pt x="278" y="324"/>
                  <a:pt x="261" y="317"/>
                  <a:pt x="251" y="304"/>
                </a:cubicBezTo>
                <a:cubicBezTo>
                  <a:pt x="241" y="292"/>
                  <a:pt x="236" y="278"/>
                  <a:pt x="236" y="264"/>
                </a:cubicBezTo>
                <a:cubicBezTo>
                  <a:pt x="236" y="255"/>
                  <a:pt x="245" y="227"/>
                  <a:pt x="262" y="179"/>
                </a:cubicBezTo>
                <a:cubicBezTo>
                  <a:pt x="279" y="131"/>
                  <a:pt x="288" y="94"/>
                  <a:pt x="289" y="69"/>
                </a:cubicBezTo>
                <a:cubicBezTo>
                  <a:pt x="289" y="41"/>
                  <a:pt x="278" y="27"/>
                  <a:pt x="257" y="27"/>
                </a:cubicBezTo>
                <a:lnTo>
                  <a:pt x="254" y="27"/>
                </a:lnTo>
                <a:cubicBezTo>
                  <a:pt x="213" y="27"/>
                  <a:pt x="177" y="51"/>
                  <a:pt x="149" y="100"/>
                </a:cubicBezTo>
                <a:lnTo>
                  <a:pt x="144" y="109"/>
                </a:lnTo>
                <a:lnTo>
                  <a:pt x="120" y="204"/>
                </a:lnTo>
                <a:cubicBezTo>
                  <a:pt x="105" y="267"/>
                  <a:pt x="96" y="300"/>
                  <a:pt x="93" y="305"/>
                </a:cubicBezTo>
                <a:cubicBezTo>
                  <a:pt x="87" y="318"/>
                  <a:pt x="77" y="324"/>
                  <a:pt x="62" y="324"/>
                </a:cubicBezTo>
                <a:cubicBezTo>
                  <a:pt x="56" y="324"/>
                  <a:pt x="51" y="323"/>
                  <a:pt x="47" y="320"/>
                </a:cubicBezTo>
                <a:cubicBezTo>
                  <a:pt x="44" y="317"/>
                  <a:pt x="41" y="314"/>
                  <a:pt x="40" y="312"/>
                </a:cubicBezTo>
                <a:cubicBezTo>
                  <a:pt x="38" y="309"/>
                  <a:pt x="38" y="306"/>
                  <a:pt x="38" y="304"/>
                </a:cubicBezTo>
                <a:cubicBezTo>
                  <a:pt x="38" y="298"/>
                  <a:pt x="47" y="259"/>
                  <a:pt x="65" y="188"/>
                </a:cubicBezTo>
                <a:cubicBezTo>
                  <a:pt x="83" y="116"/>
                  <a:pt x="93" y="77"/>
                  <a:pt x="94" y="70"/>
                </a:cubicBezTo>
                <a:cubicBezTo>
                  <a:pt x="94" y="68"/>
                  <a:pt x="95" y="63"/>
                  <a:pt x="95" y="54"/>
                </a:cubicBezTo>
                <a:cubicBezTo>
                  <a:pt x="95" y="35"/>
                  <a:pt x="89" y="26"/>
                  <a:pt x="77" y="26"/>
                </a:cubicBezTo>
                <a:cubicBezTo>
                  <a:pt x="59" y="26"/>
                  <a:pt x="44" y="50"/>
                  <a:pt x="32" y="99"/>
                </a:cubicBezTo>
                <a:cubicBezTo>
                  <a:pt x="30" y="108"/>
                  <a:pt x="28" y="113"/>
                  <a:pt x="28" y="114"/>
                </a:cubicBezTo>
                <a:cubicBezTo>
                  <a:pt x="27" y="116"/>
                  <a:pt x="23" y="118"/>
                  <a:pt x="14" y="118"/>
                </a:cubicBezTo>
                <a:lnTo>
                  <a:pt x="4" y="118"/>
                </a:lnTo>
                <a:cubicBezTo>
                  <a:pt x="2" y="115"/>
                  <a:pt x="0" y="113"/>
                  <a:pt x="0" y="11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7" name=""/>
          <p:cNvSpPr/>
          <p:nvPr/>
        </p:nvSpPr>
        <p:spPr>
          <a:xfrm>
            <a:off x="5056200" y="3081960"/>
            <a:ext cx="73080" cy="121680"/>
          </a:xfrm>
          <a:custGeom>
            <a:avLst/>
            <a:gdLst/>
            <a:ahLst/>
            <a:rect l="0" t="0" r="r" b="b"/>
            <a:pathLst>
              <a:path w="203" h="338">
                <a:moveTo>
                  <a:pt x="30" y="121"/>
                </a:moveTo>
                <a:cubicBezTo>
                  <a:pt x="21" y="121"/>
                  <a:pt x="13" y="118"/>
                  <a:pt x="8" y="112"/>
                </a:cubicBezTo>
                <a:cubicBezTo>
                  <a:pt x="3" y="106"/>
                  <a:pt x="0" y="98"/>
                  <a:pt x="0" y="90"/>
                </a:cubicBezTo>
                <a:cubicBezTo>
                  <a:pt x="0" y="66"/>
                  <a:pt x="9" y="45"/>
                  <a:pt x="27" y="28"/>
                </a:cubicBezTo>
                <a:cubicBezTo>
                  <a:pt x="45" y="10"/>
                  <a:pt x="67" y="0"/>
                  <a:pt x="93" y="0"/>
                </a:cubicBezTo>
                <a:cubicBezTo>
                  <a:pt x="124" y="0"/>
                  <a:pt x="151" y="11"/>
                  <a:pt x="171" y="30"/>
                </a:cubicBezTo>
                <a:cubicBezTo>
                  <a:pt x="192" y="48"/>
                  <a:pt x="202" y="73"/>
                  <a:pt x="203" y="103"/>
                </a:cubicBezTo>
                <a:cubicBezTo>
                  <a:pt x="203" y="117"/>
                  <a:pt x="199" y="131"/>
                  <a:pt x="192" y="144"/>
                </a:cubicBezTo>
                <a:cubicBezTo>
                  <a:pt x="186" y="157"/>
                  <a:pt x="178" y="169"/>
                  <a:pt x="168" y="179"/>
                </a:cubicBezTo>
                <a:cubicBezTo>
                  <a:pt x="159" y="188"/>
                  <a:pt x="145" y="201"/>
                  <a:pt x="128" y="216"/>
                </a:cubicBezTo>
                <a:cubicBezTo>
                  <a:pt x="115" y="226"/>
                  <a:pt x="98" y="242"/>
                  <a:pt x="76" y="263"/>
                </a:cubicBezTo>
                <a:lnTo>
                  <a:pt x="46" y="291"/>
                </a:lnTo>
                <a:lnTo>
                  <a:pt x="85" y="291"/>
                </a:lnTo>
                <a:cubicBezTo>
                  <a:pt x="139" y="291"/>
                  <a:pt x="167" y="290"/>
                  <a:pt x="170" y="289"/>
                </a:cubicBezTo>
                <a:cubicBezTo>
                  <a:pt x="173" y="288"/>
                  <a:pt x="177" y="273"/>
                  <a:pt x="182" y="244"/>
                </a:cubicBezTo>
                <a:lnTo>
                  <a:pt x="182" y="242"/>
                </a:lnTo>
                <a:lnTo>
                  <a:pt x="203" y="242"/>
                </a:lnTo>
                <a:lnTo>
                  <a:pt x="203" y="244"/>
                </a:lnTo>
                <a:cubicBezTo>
                  <a:pt x="202" y="245"/>
                  <a:pt x="200" y="260"/>
                  <a:pt x="196" y="290"/>
                </a:cubicBezTo>
                <a:cubicBezTo>
                  <a:pt x="192" y="319"/>
                  <a:pt x="189" y="335"/>
                  <a:pt x="188" y="336"/>
                </a:cubicBezTo>
                <a:lnTo>
                  <a:pt x="188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5"/>
                </a:cubicBezTo>
                <a:cubicBezTo>
                  <a:pt x="5" y="312"/>
                  <a:pt x="10" y="306"/>
                  <a:pt x="18" y="297"/>
                </a:cubicBezTo>
                <a:cubicBezTo>
                  <a:pt x="28" y="286"/>
                  <a:pt x="36" y="277"/>
                  <a:pt x="43" y="269"/>
                </a:cubicBezTo>
                <a:cubicBezTo>
                  <a:pt x="46" y="265"/>
                  <a:pt x="52" y="259"/>
                  <a:pt x="61" y="250"/>
                </a:cubicBezTo>
                <a:cubicBezTo>
                  <a:pt x="69" y="241"/>
                  <a:pt x="75" y="235"/>
                  <a:pt x="78" y="231"/>
                </a:cubicBezTo>
                <a:cubicBezTo>
                  <a:pt x="81" y="228"/>
                  <a:pt x="86" y="222"/>
                  <a:pt x="92" y="215"/>
                </a:cubicBezTo>
                <a:cubicBezTo>
                  <a:pt x="99" y="207"/>
                  <a:pt x="104" y="201"/>
                  <a:pt x="107" y="197"/>
                </a:cubicBezTo>
                <a:cubicBezTo>
                  <a:pt x="109" y="194"/>
                  <a:pt x="113" y="189"/>
                  <a:pt x="118" y="182"/>
                </a:cubicBezTo>
                <a:cubicBezTo>
                  <a:pt x="123" y="176"/>
                  <a:pt x="128" y="170"/>
                  <a:pt x="130" y="166"/>
                </a:cubicBezTo>
                <a:cubicBezTo>
                  <a:pt x="132" y="162"/>
                  <a:pt x="134" y="157"/>
                  <a:pt x="137" y="151"/>
                </a:cubicBezTo>
                <a:cubicBezTo>
                  <a:pt x="140" y="146"/>
                  <a:pt x="143" y="141"/>
                  <a:pt x="144" y="135"/>
                </a:cubicBezTo>
                <a:cubicBezTo>
                  <a:pt x="145" y="130"/>
                  <a:pt x="146" y="125"/>
                  <a:pt x="147" y="120"/>
                </a:cubicBezTo>
                <a:cubicBezTo>
                  <a:pt x="148" y="115"/>
                  <a:pt x="149" y="110"/>
                  <a:pt x="149" y="103"/>
                </a:cubicBezTo>
                <a:cubicBezTo>
                  <a:pt x="149" y="82"/>
                  <a:pt x="143" y="64"/>
                  <a:pt x="132" y="48"/>
                </a:cubicBezTo>
                <a:cubicBezTo>
                  <a:pt x="119" y="33"/>
                  <a:pt x="103" y="25"/>
                  <a:pt x="82" y="25"/>
                </a:cubicBezTo>
                <a:cubicBezTo>
                  <a:pt x="71" y="25"/>
                  <a:pt x="61" y="28"/>
                  <a:pt x="52" y="34"/>
                </a:cubicBezTo>
                <a:cubicBezTo>
                  <a:pt x="44" y="39"/>
                  <a:pt x="38" y="45"/>
                  <a:pt x="35" y="50"/>
                </a:cubicBezTo>
                <a:cubicBezTo>
                  <a:pt x="31" y="56"/>
                  <a:pt x="30" y="59"/>
                  <a:pt x="30" y="60"/>
                </a:cubicBezTo>
                <a:cubicBezTo>
                  <a:pt x="30" y="60"/>
                  <a:pt x="31" y="60"/>
                  <a:pt x="32" y="60"/>
                </a:cubicBezTo>
                <a:cubicBezTo>
                  <a:pt x="38" y="60"/>
                  <a:pt x="45" y="63"/>
                  <a:pt x="51" y="67"/>
                </a:cubicBezTo>
                <a:cubicBezTo>
                  <a:pt x="57" y="72"/>
                  <a:pt x="61" y="80"/>
                  <a:pt x="61" y="91"/>
                </a:cubicBezTo>
                <a:cubicBezTo>
                  <a:pt x="61" y="99"/>
                  <a:pt x="58" y="106"/>
                  <a:pt x="52" y="112"/>
                </a:cubicBezTo>
                <a:cubicBezTo>
                  <a:pt x="47" y="118"/>
                  <a:pt x="40" y="121"/>
                  <a:pt x="30" y="1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8" name=""/>
          <p:cNvSpPr/>
          <p:nvPr/>
        </p:nvSpPr>
        <p:spPr>
          <a:xfrm>
            <a:off x="5164920" y="29714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2" y="0"/>
                  <a:pt x="14" y="0"/>
                </a:cubicBezTo>
                <a:lnTo>
                  <a:pt x="24" y="0"/>
                </a:lnTo>
                <a:lnTo>
                  <a:pt x="44" y="18"/>
                </a:lnTo>
                <a:cubicBezTo>
                  <a:pt x="88" y="58"/>
                  <a:pt x="121" y="109"/>
                  <a:pt x="142" y="169"/>
                </a:cubicBezTo>
                <a:cubicBezTo>
                  <a:pt x="162" y="230"/>
                  <a:pt x="172" y="293"/>
                  <a:pt x="172" y="358"/>
                </a:cubicBezTo>
                <a:cubicBezTo>
                  <a:pt x="172" y="390"/>
                  <a:pt x="170" y="422"/>
                  <a:pt x="165" y="452"/>
                </a:cubicBezTo>
                <a:cubicBezTo>
                  <a:pt x="160" y="482"/>
                  <a:pt x="155" y="507"/>
                  <a:pt x="149" y="528"/>
                </a:cubicBezTo>
                <a:cubicBezTo>
                  <a:pt x="143" y="549"/>
                  <a:pt x="134" y="570"/>
                  <a:pt x="122" y="591"/>
                </a:cubicBezTo>
                <a:cubicBezTo>
                  <a:pt x="111" y="612"/>
                  <a:pt x="102" y="628"/>
                  <a:pt x="95" y="639"/>
                </a:cubicBezTo>
                <a:cubicBezTo>
                  <a:pt x="88" y="650"/>
                  <a:pt x="79" y="662"/>
                  <a:pt x="66" y="676"/>
                </a:cubicBezTo>
                <a:cubicBezTo>
                  <a:pt x="53" y="690"/>
                  <a:pt x="45" y="697"/>
                  <a:pt x="43" y="700"/>
                </a:cubicBezTo>
                <a:cubicBezTo>
                  <a:pt x="41" y="702"/>
                  <a:pt x="35" y="707"/>
                  <a:pt x="26" y="713"/>
                </a:cubicBezTo>
                <a:cubicBezTo>
                  <a:pt x="25" y="715"/>
                  <a:pt x="24" y="716"/>
                  <a:pt x="24" y="716"/>
                </a:cubicBezTo>
                <a:lnTo>
                  <a:pt x="14" y="716"/>
                </a:lnTo>
                <a:cubicBezTo>
                  <a:pt x="10" y="716"/>
                  <a:pt x="8" y="716"/>
                  <a:pt x="6" y="716"/>
                </a:cubicBezTo>
                <a:cubicBezTo>
                  <a:pt x="5" y="716"/>
                  <a:pt x="4" y="716"/>
                  <a:pt x="3" y="714"/>
                </a:cubicBezTo>
                <a:cubicBezTo>
                  <a:pt x="2" y="713"/>
                  <a:pt x="1" y="711"/>
                  <a:pt x="0" y="708"/>
                </a:cubicBezTo>
                <a:cubicBezTo>
                  <a:pt x="1" y="707"/>
                  <a:pt x="4" y="704"/>
                  <a:pt x="8" y="698"/>
                </a:cubicBezTo>
                <a:cubicBezTo>
                  <a:pt x="83" y="621"/>
                  <a:pt x="120" y="508"/>
                  <a:pt x="120" y="358"/>
                </a:cubicBezTo>
                <a:cubicBezTo>
                  <a:pt x="120" y="208"/>
                  <a:pt x="83" y="95"/>
                  <a:pt x="8" y="18"/>
                </a:cubicBezTo>
                <a:cubicBezTo>
                  <a:pt x="4" y="13"/>
                  <a:pt x="1" y="10"/>
                  <a:pt x="0" y="9"/>
                </a:cubicBezTo>
                <a:cubicBezTo>
                  <a:pt x="0" y="5"/>
                  <a:pt x="2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9" name=""/>
          <p:cNvSpPr/>
          <p:nvPr/>
        </p:nvSpPr>
        <p:spPr>
          <a:xfrm>
            <a:off x="5265360" y="2971440"/>
            <a:ext cx="61560" cy="257760"/>
          </a:xfrm>
          <a:custGeom>
            <a:avLst/>
            <a:gdLst/>
            <a:ahLst/>
            <a:rect l="0" t="0" r="r" b="b"/>
            <a:pathLst>
              <a:path w="171" h="716">
                <a:moveTo>
                  <a:pt x="3" y="1"/>
                </a:moveTo>
                <a:lnTo>
                  <a:pt x="6" y="0"/>
                </a:lnTo>
                <a:cubicBezTo>
                  <a:pt x="8" y="0"/>
                  <a:pt x="11" y="0"/>
                  <a:pt x="13" y="0"/>
                </a:cubicBezTo>
                <a:lnTo>
                  <a:pt x="22" y="0"/>
                </a:lnTo>
                <a:lnTo>
                  <a:pt x="42" y="18"/>
                </a:lnTo>
                <a:cubicBezTo>
                  <a:pt x="87" y="58"/>
                  <a:pt x="120" y="109"/>
                  <a:pt x="141" y="169"/>
                </a:cubicBezTo>
                <a:cubicBezTo>
                  <a:pt x="161" y="230"/>
                  <a:pt x="171" y="293"/>
                  <a:pt x="171" y="358"/>
                </a:cubicBezTo>
                <a:cubicBezTo>
                  <a:pt x="171" y="390"/>
                  <a:pt x="169" y="422"/>
                  <a:pt x="164" y="452"/>
                </a:cubicBezTo>
                <a:cubicBezTo>
                  <a:pt x="159" y="482"/>
                  <a:pt x="154" y="507"/>
                  <a:pt x="148" y="528"/>
                </a:cubicBezTo>
                <a:cubicBezTo>
                  <a:pt x="142" y="549"/>
                  <a:pt x="133" y="570"/>
                  <a:pt x="121" y="591"/>
                </a:cubicBezTo>
                <a:cubicBezTo>
                  <a:pt x="110" y="612"/>
                  <a:pt x="101" y="628"/>
                  <a:pt x="94" y="639"/>
                </a:cubicBezTo>
                <a:cubicBezTo>
                  <a:pt x="87" y="650"/>
                  <a:pt x="77" y="662"/>
                  <a:pt x="64" y="676"/>
                </a:cubicBezTo>
                <a:cubicBezTo>
                  <a:pt x="51" y="690"/>
                  <a:pt x="43" y="697"/>
                  <a:pt x="41" y="700"/>
                </a:cubicBezTo>
                <a:cubicBezTo>
                  <a:pt x="39" y="702"/>
                  <a:pt x="33" y="707"/>
                  <a:pt x="25" y="713"/>
                </a:cubicBezTo>
                <a:cubicBezTo>
                  <a:pt x="23" y="715"/>
                  <a:pt x="22" y="716"/>
                  <a:pt x="22" y="716"/>
                </a:cubicBezTo>
                <a:lnTo>
                  <a:pt x="13" y="716"/>
                </a:lnTo>
                <a:cubicBezTo>
                  <a:pt x="9" y="716"/>
                  <a:pt x="7" y="716"/>
                  <a:pt x="5" y="716"/>
                </a:cubicBezTo>
                <a:cubicBezTo>
                  <a:pt x="4" y="716"/>
                  <a:pt x="3" y="716"/>
                  <a:pt x="2" y="714"/>
                </a:cubicBezTo>
                <a:cubicBezTo>
                  <a:pt x="1" y="713"/>
                  <a:pt x="0" y="711"/>
                  <a:pt x="0" y="708"/>
                </a:cubicBezTo>
                <a:cubicBezTo>
                  <a:pt x="0" y="707"/>
                  <a:pt x="3" y="704"/>
                  <a:pt x="7" y="698"/>
                </a:cubicBezTo>
                <a:cubicBezTo>
                  <a:pt x="82" y="621"/>
                  <a:pt x="119" y="508"/>
                  <a:pt x="119" y="358"/>
                </a:cubicBezTo>
                <a:cubicBezTo>
                  <a:pt x="119" y="208"/>
                  <a:pt x="82" y="95"/>
                  <a:pt x="7" y="18"/>
                </a:cubicBezTo>
                <a:cubicBezTo>
                  <a:pt x="3" y="13"/>
                  <a:pt x="0" y="10"/>
                  <a:pt x="0" y="9"/>
                </a:cubicBezTo>
                <a:cubicBezTo>
                  <a:pt x="0" y="5"/>
                  <a:pt x="1" y="3"/>
                  <a:pt x="3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085760" y="2952720"/>
            <a:ext cx="1401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Computation: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5347800" y="2952720"/>
            <a:ext cx="17553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— sort dominates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02" name=""/>
          <p:cNvSpPr/>
          <p:nvPr/>
        </p:nvSpPr>
        <p:spPr>
          <a:xfrm>
            <a:off x="857160" y="4143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571320" y="3424320"/>
            <a:ext cx="36133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Inference: Percentile bootstrap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04" name=""/>
          <p:cNvSpPr/>
          <p:nvPr/>
        </p:nvSpPr>
        <p:spPr>
          <a:xfrm>
            <a:off x="5082840" y="4150800"/>
            <a:ext cx="144000" cy="117000"/>
          </a:xfrm>
          <a:custGeom>
            <a:avLst/>
            <a:gdLst/>
            <a:ahLst/>
            <a:rect l="0" t="0" r="r" b="b"/>
            <a:pathLst>
              <a:path w="400" h="325">
                <a:moveTo>
                  <a:pt x="0" y="110"/>
                </a:moveTo>
                <a:cubicBezTo>
                  <a:pt x="0" y="108"/>
                  <a:pt x="1" y="104"/>
                  <a:pt x="2" y="99"/>
                </a:cubicBezTo>
                <a:cubicBezTo>
                  <a:pt x="3" y="94"/>
                  <a:pt x="6" y="85"/>
                  <a:pt x="10" y="72"/>
                </a:cubicBezTo>
                <a:cubicBezTo>
                  <a:pt x="15" y="58"/>
                  <a:pt x="20" y="47"/>
                  <a:pt x="25" y="38"/>
                </a:cubicBezTo>
                <a:cubicBezTo>
                  <a:pt x="29" y="29"/>
                  <a:pt x="37" y="20"/>
                  <a:pt x="49" y="12"/>
                </a:cubicBezTo>
                <a:cubicBezTo>
                  <a:pt x="60" y="3"/>
                  <a:pt x="71" y="-1"/>
                  <a:pt x="82" y="0"/>
                </a:cubicBezTo>
                <a:cubicBezTo>
                  <a:pt x="99" y="0"/>
                  <a:pt x="114" y="4"/>
                  <a:pt x="125" y="12"/>
                </a:cubicBezTo>
                <a:cubicBezTo>
                  <a:pt x="137" y="21"/>
                  <a:pt x="144" y="29"/>
                  <a:pt x="147" y="37"/>
                </a:cubicBezTo>
                <a:cubicBezTo>
                  <a:pt x="149" y="44"/>
                  <a:pt x="151" y="49"/>
                  <a:pt x="151" y="52"/>
                </a:cubicBezTo>
                <a:cubicBezTo>
                  <a:pt x="151" y="53"/>
                  <a:pt x="151" y="53"/>
                  <a:pt x="152" y="53"/>
                </a:cubicBezTo>
                <a:lnTo>
                  <a:pt x="159" y="45"/>
                </a:lnTo>
                <a:cubicBezTo>
                  <a:pt x="188" y="15"/>
                  <a:pt x="222" y="0"/>
                  <a:pt x="259" y="0"/>
                </a:cubicBezTo>
                <a:cubicBezTo>
                  <a:pt x="285" y="0"/>
                  <a:pt x="305" y="6"/>
                  <a:pt x="321" y="19"/>
                </a:cubicBezTo>
                <a:cubicBezTo>
                  <a:pt x="337" y="32"/>
                  <a:pt x="345" y="51"/>
                  <a:pt x="345" y="75"/>
                </a:cubicBezTo>
                <a:cubicBezTo>
                  <a:pt x="346" y="100"/>
                  <a:pt x="337" y="138"/>
                  <a:pt x="318" y="188"/>
                </a:cubicBezTo>
                <a:cubicBezTo>
                  <a:pt x="300" y="238"/>
                  <a:pt x="291" y="269"/>
                  <a:pt x="291" y="279"/>
                </a:cubicBezTo>
                <a:cubicBezTo>
                  <a:pt x="291" y="292"/>
                  <a:pt x="295" y="298"/>
                  <a:pt x="303" y="298"/>
                </a:cubicBezTo>
                <a:cubicBezTo>
                  <a:pt x="306" y="298"/>
                  <a:pt x="308" y="298"/>
                  <a:pt x="310" y="297"/>
                </a:cubicBezTo>
                <a:cubicBezTo>
                  <a:pt x="323" y="295"/>
                  <a:pt x="336" y="286"/>
                  <a:pt x="347" y="270"/>
                </a:cubicBezTo>
                <a:cubicBezTo>
                  <a:pt x="358" y="253"/>
                  <a:pt x="366" y="234"/>
                  <a:pt x="372" y="212"/>
                </a:cubicBezTo>
                <a:cubicBezTo>
                  <a:pt x="373" y="208"/>
                  <a:pt x="377" y="206"/>
                  <a:pt x="386" y="206"/>
                </a:cubicBezTo>
                <a:cubicBezTo>
                  <a:pt x="396" y="206"/>
                  <a:pt x="400" y="208"/>
                  <a:pt x="400" y="212"/>
                </a:cubicBezTo>
                <a:cubicBezTo>
                  <a:pt x="400" y="212"/>
                  <a:pt x="399" y="216"/>
                  <a:pt x="398" y="223"/>
                </a:cubicBezTo>
                <a:cubicBezTo>
                  <a:pt x="394" y="237"/>
                  <a:pt x="388" y="250"/>
                  <a:pt x="382" y="264"/>
                </a:cubicBezTo>
                <a:cubicBezTo>
                  <a:pt x="375" y="278"/>
                  <a:pt x="364" y="291"/>
                  <a:pt x="349" y="304"/>
                </a:cubicBezTo>
                <a:cubicBezTo>
                  <a:pt x="334" y="318"/>
                  <a:pt x="317" y="324"/>
                  <a:pt x="300" y="324"/>
                </a:cubicBezTo>
                <a:cubicBezTo>
                  <a:pt x="277" y="324"/>
                  <a:pt x="261" y="317"/>
                  <a:pt x="251" y="304"/>
                </a:cubicBezTo>
                <a:cubicBezTo>
                  <a:pt x="241" y="292"/>
                  <a:pt x="236" y="278"/>
                  <a:pt x="236" y="264"/>
                </a:cubicBezTo>
                <a:cubicBezTo>
                  <a:pt x="236" y="254"/>
                  <a:pt x="245" y="226"/>
                  <a:pt x="262" y="178"/>
                </a:cubicBezTo>
                <a:cubicBezTo>
                  <a:pt x="279" y="130"/>
                  <a:pt x="288" y="93"/>
                  <a:pt x="288" y="69"/>
                </a:cubicBezTo>
                <a:cubicBezTo>
                  <a:pt x="288" y="41"/>
                  <a:pt x="278" y="27"/>
                  <a:pt x="257" y="27"/>
                </a:cubicBezTo>
                <a:lnTo>
                  <a:pt x="253" y="27"/>
                </a:lnTo>
                <a:cubicBezTo>
                  <a:pt x="212" y="27"/>
                  <a:pt x="178" y="51"/>
                  <a:pt x="149" y="99"/>
                </a:cubicBezTo>
                <a:lnTo>
                  <a:pt x="144" y="108"/>
                </a:lnTo>
                <a:lnTo>
                  <a:pt x="121" y="203"/>
                </a:lnTo>
                <a:cubicBezTo>
                  <a:pt x="105" y="267"/>
                  <a:pt x="96" y="300"/>
                  <a:pt x="94" y="305"/>
                </a:cubicBezTo>
                <a:cubicBezTo>
                  <a:pt x="87" y="318"/>
                  <a:pt x="77" y="325"/>
                  <a:pt x="63" y="325"/>
                </a:cubicBezTo>
                <a:cubicBezTo>
                  <a:pt x="57" y="325"/>
                  <a:pt x="52" y="323"/>
                  <a:pt x="48" y="320"/>
                </a:cubicBezTo>
                <a:cubicBezTo>
                  <a:pt x="43" y="317"/>
                  <a:pt x="40" y="315"/>
                  <a:pt x="39" y="312"/>
                </a:cubicBezTo>
                <a:cubicBezTo>
                  <a:pt x="38" y="309"/>
                  <a:pt x="37" y="306"/>
                  <a:pt x="38" y="304"/>
                </a:cubicBezTo>
                <a:cubicBezTo>
                  <a:pt x="38" y="298"/>
                  <a:pt x="48" y="258"/>
                  <a:pt x="66" y="187"/>
                </a:cubicBezTo>
                <a:cubicBezTo>
                  <a:pt x="84" y="115"/>
                  <a:pt x="93" y="77"/>
                  <a:pt x="94" y="70"/>
                </a:cubicBezTo>
                <a:cubicBezTo>
                  <a:pt x="95" y="68"/>
                  <a:pt x="95" y="63"/>
                  <a:pt x="95" y="54"/>
                </a:cubicBezTo>
                <a:cubicBezTo>
                  <a:pt x="95" y="35"/>
                  <a:pt x="89" y="26"/>
                  <a:pt x="78" y="26"/>
                </a:cubicBezTo>
                <a:cubicBezTo>
                  <a:pt x="60" y="26"/>
                  <a:pt x="44" y="50"/>
                  <a:pt x="32" y="98"/>
                </a:cubicBezTo>
                <a:cubicBezTo>
                  <a:pt x="29" y="107"/>
                  <a:pt x="28" y="112"/>
                  <a:pt x="28" y="113"/>
                </a:cubicBezTo>
                <a:cubicBezTo>
                  <a:pt x="27" y="115"/>
                  <a:pt x="22" y="117"/>
                  <a:pt x="14" y="117"/>
                </a:cubicBezTo>
                <a:lnTo>
                  <a:pt x="4" y="117"/>
                </a:lnTo>
                <a:cubicBezTo>
                  <a:pt x="1" y="114"/>
                  <a:pt x="0" y="112"/>
                  <a:pt x="0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5" name=""/>
          <p:cNvSpPr/>
          <p:nvPr/>
        </p:nvSpPr>
        <p:spPr>
          <a:xfrm>
            <a:off x="4876200" y="4062960"/>
            <a:ext cx="201600" cy="257760"/>
          </a:xfrm>
          <a:custGeom>
            <a:avLst/>
            <a:gdLst/>
            <a:ahLst/>
            <a:rect l="0" t="0" r="r" b="b"/>
            <a:pathLst>
              <a:path w="560" h="716">
                <a:moveTo>
                  <a:pt x="17" y="445"/>
                </a:moveTo>
                <a:cubicBezTo>
                  <a:pt x="14" y="445"/>
                  <a:pt x="11" y="443"/>
                  <a:pt x="7" y="439"/>
                </a:cubicBezTo>
                <a:cubicBezTo>
                  <a:pt x="3" y="435"/>
                  <a:pt x="1" y="432"/>
                  <a:pt x="0" y="429"/>
                </a:cubicBezTo>
                <a:cubicBezTo>
                  <a:pt x="0" y="426"/>
                  <a:pt x="7" y="419"/>
                  <a:pt x="22" y="407"/>
                </a:cubicBezTo>
                <a:cubicBezTo>
                  <a:pt x="38" y="396"/>
                  <a:pt x="53" y="384"/>
                  <a:pt x="70" y="372"/>
                </a:cubicBezTo>
                <a:cubicBezTo>
                  <a:pt x="86" y="359"/>
                  <a:pt x="95" y="352"/>
                  <a:pt x="97" y="351"/>
                </a:cubicBezTo>
                <a:cubicBezTo>
                  <a:pt x="98" y="350"/>
                  <a:pt x="99" y="349"/>
                  <a:pt x="100" y="349"/>
                </a:cubicBezTo>
                <a:lnTo>
                  <a:pt x="101" y="349"/>
                </a:lnTo>
                <a:cubicBezTo>
                  <a:pt x="104" y="349"/>
                  <a:pt x="107" y="353"/>
                  <a:pt x="111" y="362"/>
                </a:cubicBezTo>
                <a:cubicBezTo>
                  <a:pt x="115" y="370"/>
                  <a:pt x="129" y="398"/>
                  <a:pt x="151" y="445"/>
                </a:cubicBezTo>
                <a:cubicBezTo>
                  <a:pt x="160" y="466"/>
                  <a:pt x="167" y="482"/>
                  <a:pt x="173" y="495"/>
                </a:cubicBezTo>
                <a:lnTo>
                  <a:pt x="234" y="628"/>
                </a:lnTo>
                <a:cubicBezTo>
                  <a:pt x="234" y="628"/>
                  <a:pt x="259" y="577"/>
                  <a:pt x="308" y="475"/>
                </a:cubicBezTo>
                <a:cubicBezTo>
                  <a:pt x="357" y="373"/>
                  <a:pt x="406" y="271"/>
                  <a:pt x="455" y="168"/>
                </a:cubicBezTo>
                <a:cubicBezTo>
                  <a:pt x="504" y="65"/>
                  <a:pt x="530" y="12"/>
                  <a:pt x="532" y="10"/>
                </a:cubicBezTo>
                <a:cubicBezTo>
                  <a:pt x="535" y="3"/>
                  <a:pt x="539" y="0"/>
                  <a:pt x="546" y="0"/>
                </a:cubicBezTo>
                <a:cubicBezTo>
                  <a:pt x="549" y="0"/>
                  <a:pt x="552" y="1"/>
                  <a:pt x="555" y="4"/>
                </a:cubicBezTo>
                <a:cubicBezTo>
                  <a:pt x="557" y="7"/>
                  <a:pt x="559" y="10"/>
                  <a:pt x="560" y="13"/>
                </a:cubicBezTo>
                <a:lnTo>
                  <a:pt x="560" y="17"/>
                </a:lnTo>
                <a:lnTo>
                  <a:pt x="393" y="362"/>
                </a:lnTo>
                <a:lnTo>
                  <a:pt x="225" y="711"/>
                </a:lnTo>
                <a:cubicBezTo>
                  <a:pt x="223" y="714"/>
                  <a:pt x="219" y="716"/>
                  <a:pt x="211" y="716"/>
                </a:cubicBezTo>
                <a:cubicBezTo>
                  <a:pt x="207" y="716"/>
                  <a:pt x="204" y="715"/>
                  <a:pt x="203" y="714"/>
                </a:cubicBezTo>
                <a:cubicBezTo>
                  <a:pt x="202" y="713"/>
                  <a:pt x="179" y="662"/>
                  <a:pt x="133" y="562"/>
                </a:cubicBezTo>
                <a:lnTo>
                  <a:pt x="63" y="411"/>
                </a:lnTo>
                <a:lnTo>
                  <a:pt x="52" y="419"/>
                </a:lnTo>
                <a:cubicBezTo>
                  <a:pt x="45" y="425"/>
                  <a:pt x="37" y="430"/>
                  <a:pt x="30" y="436"/>
                </a:cubicBezTo>
                <a:cubicBezTo>
                  <a:pt x="22" y="442"/>
                  <a:pt x="18" y="445"/>
                  <a:pt x="17" y="44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6" name=""/>
          <p:cNvSpPr/>
          <p:nvPr/>
        </p:nvSpPr>
        <p:spPr>
          <a:xfrm>
            <a:off x="5077440" y="4062960"/>
            <a:ext cx="154800" cy="15840"/>
          </a:xfrm>
          <a:custGeom>
            <a:avLst/>
            <a:gdLst/>
            <a:ahLst/>
            <a:rect l="0" t="0" r="r" b="b"/>
            <a:pathLst>
              <a:path w="430" h="44">
                <a:moveTo>
                  <a:pt x="0" y="0"/>
                </a:moveTo>
                <a:lnTo>
                  <a:pt x="430" y="0"/>
                </a:lnTo>
                <a:lnTo>
                  <a:pt x="430" y="44"/>
                </a:lnTo>
                <a:lnTo>
                  <a:pt x="0" y="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7" name=""/>
          <p:cNvSpPr/>
          <p:nvPr/>
        </p:nvSpPr>
        <p:spPr>
          <a:xfrm>
            <a:off x="5288040" y="4088520"/>
            <a:ext cx="256680" cy="181800"/>
          </a:xfrm>
          <a:custGeom>
            <a:avLst/>
            <a:gdLst/>
            <a:ahLst/>
            <a:rect l="0" t="0" r="r" b="b"/>
            <a:pathLst>
              <a:path w="713" h="505">
                <a:moveTo>
                  <a:pt x="275" y="0"/>
                </a:moveTo>
                <a:cubicBezTo>
                  <a:pt x="282" y="0"/>
                  <a:pt x="293" y="1"/>
                  <a:pt x="311" y="1"/>
                </a:cubicBezTo>
                <a:cubicBezTo>
                  <a:pt x="328" y="1"/>
                  <a:pt x="344" y="2"/>
                  <a:pt x="358" y="2"/>
                </a:cubicBezTo>
                <a:cubicBezTo>
                  <a:pt x="383" y="2"/>
                  <a:pt x="403" y="2"/>
                  <a:pt x="419" y="2"/>
                </a:cubicBezTo>
                <a:cubicBezTo>
                  <a:pt x="435" y="1"/>
                  <a:pt x="445" y="1"/>
                  <a:pt x="447" y="1"/>
                </a:cubicBezTo>
                <a:cubicBezTo>
                  <a:pt x="456" y="1"/>
                  <a:pt x="460" y="3"/>
                  <a:pt x="460" y="7"/>
                </a:cubicBezTo>
                <a:cubicBezTo>
                  <a:pt x="460" y="9"/>
                  <a:pt x="459" y="12"/>
                  <a:pt x="458" y="17"/>
                </a:cubicBezTo>
                <a:cubicBezTo>
                  <a:pt x="455" y="26"/>
                  <a:pt x="453" y="31"/>
                  <a:pt x="451" y="32"/>
                </a:cubicBezTo>
                <a:cubicBezTo>
                  <a:pt x="450" y="33"/>
                  <a:pt x="444" y="33"/>
                  <a:pt x="436" y="33"/>
                </a:cubicBezTo>
                <a:cubicBezTo>
                  <a:pt x="424" y="34"/>
                  <a:pt x="414" y="35"/>
                  <a:pt x="407" y="37"/>
                </a:cubicBezTo>
                <a:cubicBezTo>
                  <a:pt x="400" y="39"/>
                  <a:pt x="395" y="41"/>
                  <a:pt x="392" y="42"/>
                </a:cubicBezTo>
                <a:cubicBezTo>
                  <a:pt x="389" y="44"/>
                  <a:pt x="389" y="47"/>
                  <a:pt x="390" y="49"/>
                </a:cubicBezTo>
                <a:cubicBezTo>
                  <a:pt x="390" y="55"/>
                  <a:pt x="394" y="111"/>
                  <a:pt x="401" y="219"/>
                </a:cubicBezTo>
                <a:cubicBezTo>
                  <a:pt x="409" y="327"/>
                  <a:pt x="413" y="384"/>
                  <a:pt x="413" y="390"/>
                </a:cubicBezTo>
                <a:lnTo>
                  <a:pt x="414" y="388"/>
                </a:lnTo>
                <a:cubicBezTo>
                  <a:pt x="415" y="386"/>
                  <a:pt x="417" y="384"/>
                  <a:pt x="419" y="381"/>
                </a:cubicBezTo>
                <a:cubicBezTo>
                  <a:pt x="420" y="377"/>
                  <a:pt x="423" y="373"/>
                  <a:pt x="427" y="367"/>
                </a:cubicBezTo>
                <a:cubicBezTo>
                  <a:pt x="431" y="361"/>
                  <a:pt x="435" y="354"/>
                  <a:pt x="439" y="346"/>
                </a:cubicBezTo>
                <a:cubicBezTo>
                  <a:pt x="444" y="337"/>
                  <a:pt x="449" y="327"/>
                  <a:pt x="456" y="316"/>
                </a:cubicBezTo>
                <a:cubicBezTo>
                  <a:pt x="464" y="305"/>
                  <a:pt x="471" y="293"/>
                  <a:pt x="478" y="278"/>
                </a:cubicBezTo>
                <a:cubicBezTo>
                  <a:pt x="485" y="263"/>
                  <a:pt x="494" y="247"/>
                  <a:pt x="506" y="230"/>
                </a:cubicBezTo>
                <a:cubicBezTo>
                  <a:pt x="555" y="142"/>
                  <a:pt x="583" y="92"/>
                  <a:pt x="590" y="80"/>
                </a:cubicBezTo>
                <a:cubicBezTo>
                  <a:pt x="597" y="67"/>
                  <a:pt x="600" y="60"/>
                  <a:pt x="601" y="57"/>
                </a:cubicBezTo>
                <a:cubicBezTo>
                  <a:pt x="601" y="50"/>
                  <a:pt x="596" y="44"/>
                  <a:pt x="587" y="40"/>
                </a:cubicBezTo>
                <a:cubicBezTo>
                  <a:pt x="578" y="35"/>
                  <a:pt x="568" y="33"/>
                  <a:pt x="557" y="33"/>
                </a:cubicBezTo>
                <a:cubicBezTo>
                  <a:pt x="551" y="33"/>
                  <a:pt x="547" y="31"/>
                  <a:pt x="547" y="26"/>
                </a:cubicBezTo>
                <a:cubicBezTo>
                  <a:pt x="547" y="25"/>
                  <a:pt x="548" y="22"/>
                  <a:pt x="549" y="17"/>
                </a:cubicBezTo>
                <a:cubicBezTo>
                  <a:pt x="551" y="9"/>
                  <a:pt x="552" y="5"/>
                  <a:pt x="553" y="3"/>
                </a:cubicBezTo>
                <a:cubicBezTo>
                  <a:pt x="554" y="2"/>
                  <a:pt x="557" y="1"/>
                  <a:pt x="563" y="1"/>
                </a:cubicBezTo>
                <a:cubicBezTo>
                  <a:pt x="564" y="1"/>
                  <a:pt x="568" y="1"/>
                  <a:pt x="575" y="1"/>
                </a:cubicBezTo>
                <a:cubicBezTo>
                  <a:pt x="582" y="1"/>
                  <a:pt x="591" y="1"/>
                  <a:pt x="603" y="1"/>
                </a:cubicBezTo>
                <a:cubicBezTo>
                  <a:pt x="615" y="1"/>
                  <a:pt x="629" y="1"/>
                  <a:pt x="643" y="2"/>
                </a:cubicBezTo>
                <a:cubicBezTo>
                  <a:pt x="674" y="2"/>
                  <a:pt x="694" y="1"/>
                  <a:pt x="703" y="0"/>
                </a:cubicBezTo>
                <a:cubicBezTo>
                  <a:pt x="710" y="0"/>
                  <a:pt x="713" y="3"/>
                  <a:pt x="713" y="8"/>
                </a:cubicBezTo>
                <a:cubicBezTo>
                  <a:pt x="713" y="11"/>
                  <a:pt x="713" y="15"/>
                  <a:pt x="711" y="20"/>
                </a:cubicBezTo>
                <a:cubicBezTo>
                  <a:pt x="710" y="26"/>
                  <a:pt x="708" y="29"/>
                  <a:pt x="706" y="31"/>
                </a:cubicBezTo>
                <a:cubicBezTo>
                  <a:pt x="704" y="33"/>
                  <a:pt x="702" y="34"/>
                  <a:pt x="699" y="33"/>
                </a:cubicBezTo>
                <a:cubicBezTo>
                  <a:pt x="689" y="33"/>
                  <a:pt x="679" y="35"/>
                  <a:pt x="671" y="37"/>
                </a:cubicBezTo>
                <a:cubicBezTo>
                  <a:pt x="662" y="40"/>
                  <a:pt x="655" y="44"/>
                  <a:pt x="649" y="47"/>
                </a:cubicBezTo>
                <a:cubicBezTo>
                  <a:pt x="643" y="51"/>
                  <a:pt x="639" y="55"/>
                  <a:pt x="635" y="60"/>
                </a:cubicBezTo>
                <a:cubicBezTo>
                  <a:pt x="632" y="64"/>
                  <a:pt x="629" y="68"/>
                  <a:pt x="627" y="71"/>
                </a:cubicBezTo>
                <a:lnTo>
                  <a:pt x="624" y="75"/>
                </a:lnTo>
                <a:lnTo>
                  <a:pt x="502" y="287"/>
                </a:lnTo>
                <a:cubicBezTo>
                  <a:pt x="422" y="428"/>
                  <a:pt x="382" y="500"/>
                  <a:pt x="381" y="500"/>
                </a:cubicBezTo>
                <a:cubicBezTo>
                  <a:pt x="379" y="504"/>
                  <a:pt x="373" y="505"/>
                  <a:pt x="364" y="505"/>
                </a:cubicBezTo>
                <a:cubicBezTo>
                  <a:pt x="357" y="505"/>
                  <a:pt x="353" y="504"/>
                  <a:pt x="351" y="502"/>
                </a:cubicBezTo>
                <a:cubicBezTo>
                  <a:pt x="349" y="500"/>
                  <a:pt x="345" y="441"/>
                  <a:pt x="337" y="325"/>
                </a:cubicBezTo>
                <a:cubicBezTo>
                  <a:pt x="329" y="209"/>
                  <a:pt x="325" y="149"/>
                  <a:pt x="325" y="145"/>
                </a:cubicBezTo>
                <a:lnTo>
                  <a:pt x="316" y="158"/>
                </a:lnTo>
                <a:cubicBezTo>
                  <a:pt x="306" y="176"/>
                  <a:pt x="275" y="229"/>
                  <a:pt x="225" y="318"/>
                </a:cubicBezTo>
                <a:cubicBezTo>
                  <a:pt x="156" y="438"/>
                  <a:pt x="121" y="499"/>
                  <a:pt x="120" y="500"/>
                </a:cubicBezTo>
                <a:cubicBezTo>
                  <a:pt x="119" y="501"/>
                  <a:pt x="118" y="502"/>
                  <a:pt x="117" y="503"/>
                </a:cubicBezTo>
                <a:cubicBezTo>
                  <a:pt x="114" y="505"/>
                  <a:pt x="110" y="505"/>
                  <a:pt x="104" y="505"/>
                </a:cubicBezTo>
                <a:cubicBezTo>
                  <a:pt x="95" y="505"/>
                  <a:pt x="90" y="504"/>
                  <a:pt x="89" y="500"/>
                </a:cubicBezTo>
                <a:cubicBezTo>
                  <a:pt x="89" y="499"/>
                  <a:pt x="84" y="422"/>
                  <a:pt x="73" y="271"/>
                </a:cubicBezTo>
                <a:cubicBezTo>
                  <a:pt x="63" y="121"/>
                  <a:pt x="57" y="45"/>
                  <a:pt x="57" y="44"/>
                </a:cubicBezTo>
                <a:cubicBezTo>
                  <a:pt x="56" y="40"/>
                  <a:pt x="53" y="37"/>
                  <a:pt x="50" y="36"/>
                </a:cubicBezTo>
                <a:cubicBezTo>
                  <a:pt x="46" y="35"/>
                  <a:pt x="36" y="34"/>
                  <a:pt x="22" y="33"/>
                </a:cubicBezTo>
                <a:lnTo>
                  <a:pt x="5" y="33"/>
                </a:lnTo>
                <a:cubicBezTo>
                  <a:pt x="1" y="30"/>
                  <a:pt x="0" y="27"/>
                  <a:pt x="0" y="25"/>
                </a:cubicBezTo>
                <a:cubicBezTo>
                  <a:pt x="0" y="14"/>
                  <a:pt x="3" y="6"/>
                  <a:pt x="9" y="0"/>
                </a:cubicBezTo>
                <a:lnTo>
                  <a:pt x="17" y="0"/>
                </a:lnTo>
                <a:cubicBezTo>
                  <a:pt x="37" y="2"/>
                  <a:pt x="61" y="2"/>
                  <a:pt x="89" y="2"/>
                </a:cubicBezTo>
                <a:cubicBezTo>
                  <a:pt x="149" y="2"/>
                  <a:pt x="181" y="2"/>
                  <a:pt x="187" y="0"/>
                </a:cubicBezTo>
                <a:lnTo>
                  <a:pt x="194" y="0"/>
                </a:lnTo>
                <a:cubicBezTo>
                  <a:pt x="197" y="3"/>
                  <a:pt x="198" y="5"/>
                  <a:pt x="198" y="7"/>
                </a:cubicBezTo>
                <a:cubicBezTo>
                  <a:pt x="198" y="8"/>
                  <a:pt x="198" y="12"/>
                  <a:pt x="197" y="20"/>
                </a:cubicBezTo>
                <a:cubicBezTo>
                  <a:pt x="195" y="27"/>
                  <a:pt x="192" y="31"/>
                  <a:pt x="190" y="33"/>
                </a:cubicBezTo>
                <a:lnTo>
                  <a:pt x="175" y="33"/>
                </a:lnTo>
                <a:cubicBezTo>
                  <a:pt x="146" y="35"/>
                  <a:pt x="131" y="39"/>
                  <a:pt x="129" y="45"/>
                </a:cubicBezTo>
                <a:cubicBezTo>
                  <a:pt x="143" y="265"/>
                  <a:pt x="151" y="380"/>
                  <a:pt x="153" y="391"/>
                </a:cubicBezTo>
                <a:lnTo>
                  <a:pt x="321" y="95"/>
                </a:lnTo>
                <a:lnTo>
                  <a:pt x="320" y="69"/>
                </a:lnTo>
                <a:cubicBezTo>
                  <a:pt x="318" y="49"/>
                  <a:pt x="316" y="38"/>
                  <a:pt x="313" y="37"/>
                </a:cubicBezTo>
                <a:cubicBezTo>
                  <a:pt x="310" y="35"/>
                  <a:pt x="300" y="34"/>
                  <a:pt x="283" y="33"/>
                </a:cubicBezTo>
                <a:cubicBezTo>
                  <a:pt x="274" y="33"/>
                  <a:pt x="268" y="33"/>
                  <a:pt x="265" y="32"/>
                </a:cubicBezTo>
                <a:cubicBezTo>
                  <a:pt x="262" y="31"/>
                  <a:pt x="261" y="29"/>
                  <a:pt x="261" y="25"/>
                </a:cubicBezTo>
                <a:cubicBezTo>
                  <a:pt x="261" y="24"/>
                  <a:pt x="261" y="22"/>
                  <a:pt x="262" y="17"/>
                </a:cubicBezTo>
                <a:cubicBezTo>
                  <a:pt x="262" y="15"/>
                  <a:pt x="263" y="13"/>
                  <a:pt x="263" y="10"/>
                </a:cubicBezTo>
                <a:cubicBezTo>
                  <a:pt x="264" y="8"/>
                  <a:pt x="264" y="6"/>
                  <a:pt x="264" y="5"/>
                </a:cubicBezTo>
                <a:cubicBezTo>
                  <a:pt x="264" y="4"/>
                  <a:pt x="265" y="3"/>
                  <a:pt x="266" y="2"/>
                </a:cubicBezTo>
                <a:cubicBezTo>
                  <a:pt x="268" y="1"/>
                  <a:pt x="269" y="1"/>
                  <a:pt x="269" y="1"/>
                </a:cubicBezTo>
                <a:cubicBezTo>
                  <a:pt x="270" y="1"/>
                  <a:pt x="271" y="1"/>
                  <a:pt x="275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8" name=""/>
          <p:cNvSpPr/>
          <p:nvPr/>
        </p:nvSpPr>
        <p:spPr>
          <a:xfrm>
            <a:off x="5541480" y="418176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5" y="45"/>
                </a:moveTo>
                <a:lnTo>
                  <a:pt x="59" y="47"/>
                </a:lnTo>
                <a:cubicBezTo>
                  <a:pt x="54" y="49"/>
                  <a:pt x="47" y="51"/>
                  <a:pt x="39" y="52"/>
                </a:cubicBezTo>
                <a:cubicBezTo>
                  <a:pt x="30" y="54"/>
                  <a:pt x="20" y="55"/>
                  <a:pt x="9" y="56"/>
                </a:cubicBezTo>
                <a:lnTo>
                  <a:pt x="0" y="56"/>
                </a:lnTo>
                <a:lnTo>
                  <a:pt x="0" y="33"/>
                </a:lnTo>
                <a:lnTo>
                  <a:pt x="9" y="33"/>
                </a:lnTo>
                <a:cubicBezTo>
                  <a:pt x="25" y="32"/>
                  <a:pt x="40" y="29"/>
                  <a:pt x="53" y="25"/>
                </a:cubicBezTo>
                <a:cubicBezTo>
                  <a:pt x="67" y="21"/>
                  <a:pt x="76" y="17"/>
                  <a:pt x="81" y="13"/>
                </a:cubicBezTo>
                <a:cubicBezTo>
                  <a:pt x="87" y="9"/>
                  <a:pt x="93" y="5"/>
                  <a:pt x="97" y="2"/>
                </a:cubicBezTo>
                <a:cubicBezTo>
                  <a:pt x="97" y="1"/>
                  <a:pt x="99" y="0"/>
                  <a:pt x="103" y="0"/>
                </a:cubicBezTo>
                <a:cubicBezTo>
                  <a:pt x="106" y="0"/>
                  <a:pt x="109" y="1"/>
                  <a:pt x="111" y="3"/>
                </a:cubicBezTo>
                <a:lnTo>
                  <a:pt x="111" y="154"/>
                </a:lnTo>
                <a:lnTo>
                  <a:pt x="112" y="306"/>
                </a:lnTo>
                <a:cubicBezTo>
                  <a:pt x="114" y="308"/>
                  <a:pt x="116" y="310"/>
                  <a:pt x="118" y="311"/>
                </a:cubicBezTo>
                <a:cubicBezTo>
                  <a:pt x="120" y="311"/>
                  <a:pt x="124" y="312"/>
                  <a:pt x="130" y="314"/>
                </a:cubicBezTo>
                <a:cubicBezTo>
                  <a:pt x="136" y="314"/>
                  <a:pt x="147" y="315"/>
                  <a:pt x="161" y="315"/>
                </a:cubicBezTo>
                <a:lnTo>
                  <a:pt x="175" y="315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5" y="336"/>
                  <a:pt x="88" y="336"/>
                </a:cubicBezTo>
                <a:cubicBezTo>
                  <a:pt x="42" y="336"/>
                  <a:pt x="15" y="337"/>
                  <a:pt x="8" y="338"/>
                </a:cubicBezTo>
                <a:lnTo>
                  <a:pt x="2" y="338"/>
                </a:lnTo>
                <a:lnTo>
                  <a:pt x="2" y="315"/>
                </a:lnTo>
                <a:lnTo>
                  <a:pt x="15" y="315"/>
                </a:lnTo>
                <a:cubicBezTo>
                  <a:pt x="23" y="315"/>
                  <a:pt x="29" y="315"/>
                  <a:pt x="34" y="315"/>
                </a:cubicBezTo>
                <a:cubicBezTo>
                  <a:pt x="40" y="315"/>
                  <a:pt x="44" y="314"/>
                  <a:pt x="47" y="314"/>
                </a:cubicBezTo>
                <a:cubicBezTo>
                  <a:pt x="50" y="314"/>
                  <a:pt x="53" y="313"/>
                  <a:pt x="55" y="313"/>
                </a:cubicBezTo>
                <a:cubicBezTo>
                  <a:pt x="58" y="311"/>
                  <a:pt x="59" y="311"/>
                  <a:pt x="59" y="311"/>
                </a:cubicBezTo>
                <a:cubicBezTo>
                  <a:pt x="60" y="311"/>
                  <a:pt x="61" y="310"/>
                  <a:pt x="62" y="308"/>
                </a:cubicBezTo>
                <a:cubicBezTo>
                  <a:pt x="64" y="306"/>
                  <a:pt x="65" y="306"/>
                  <a:pt x="65" y="306"/>
                </a:cubicBezTo>
                <a:lnTo>
                  <a:pt x="65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9" name=""/>
          <p:cNvSpPr/>
          <p:nvPr/>
        </p:nvSpPr>
        <p:spPr>
          <a:xfrm>
            <a:off x="5654160" y="40712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3" y="294"/>
                  <a:pt x="8" y="264"/>
                </a:cubicBezTo>
                <a:cubicBezTo>
                  <a:pt x="12" y="235"/>
                  <a:pt x="18" y="209"/>
                  <a:pt x="25" y="188"/>
                </a:cubicBezTo>
                <a:cubicBezTo>
                  <a:pt x="31" y="166"/>
                  <a:pt x="40" y="145"/>
                  <a:pt x="51" y="125"/>
                </a:cubicBezTo>
                <a:cubicBezTo>
                  <a:pt x="63" y="104"/>
                  <a:pt x="72" y="88"/>
                  <a:pt x="79" y="77"/>
                </a:cubicBezTo>
                <a:cubicBezTo>
                  <a:pt x="85" y="65"/>
                  <a:pt x="95" y="53"/>
                  <a:pt x="109" y="40"/>
                </a:cubicBezTo>
                <a:cubicBezTo>
                  <a:pt x="122" y="26"/>
                  <a:pt x="130" y="18"/>
                  <a:pt x="132" y="15"/>
                </a:cubicBezTo>
                <a:cubicBezTo>
                  <a:pt x="135" y="13"/>
                  <a:pt x="141" y="8"/>
                  <a:pt x="150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9" y="0"/>
                  <a:pt x="172" y="3"/>
                  <a:pt x="172" y="7"/>
                </a:cubicBezTo>
                <a:cubicBezTo>
                  <a:pt x="172" y="8"/>
                  <a:pt x="168" y="13"/>
                  <a:pt x="160" y="22"/>
                </a:cubicBezTo>
                <a:cubicBezTo>
                  <a:pt x="152" y="30"/>
                  <a:pt x="142" y="43"/>
                  <a:pt x="131" y="60"/>
                </a:cubicBezTo>
                <a:cubicBezTo>
                  <a:pt x="119" y="76"/>
                  <a:pt x="108" y="97"/>
                  <a:pt x="96" y="121"/>
                </a:cubicBezTo>
                <a:cubicBezTo>
                  <a:pt x="84" y="146"/>
                  <a:pt x="74" y="178"/>
                  <a:pt x="66" y="220"/>
                </a:cubicBezTo>
                <a:cubicBezTo>
                  <a:pt x="58" y="261"/>
                  <a:pt x="54" y="307"/>
                  <a:pt x="54" y="358"/>
                </a:cubicBezTo>
                <a:cubicBezTo>
                  <a:pt x="54" y="408"/>
                  <a:pt x="58" y="454"/>
                  <a:pt x="66" y="496"/>
                </a:cubicBezTo>
                <a:cubicBezTo>
                  <a:pt x="74" y="537"/>
                  <a:pt x="84" y="570"/>
                  <a:pt x="95" y="596"/>
                </a:cubicBezTo>
                <a:cubicBezTo>
                  <a:pt x="107" y="621"/>
                  <a:pt x="118" y="641"/>
                  <a:pt x="130" y="657"/>
                </a:cubicBezTo>
                <a:cubicBezTo>
                  <a:pt x="142" y="673"/>
                  <a:pt x="152" y="685"/>
                  <a:pt x="160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9" y="716"/>
                  <a:pt x="162" y="716"/>
                </a:cubicBezTo>
                <a:lnTo>
                  <a:pt x="159" y="716"/>
                </a:lnTo>
                <a:lnTo>
                  <a:pt x="150" y="716"/>
                </a:lnTo>
                <a:lnTo>
                  <a:pt x="130" y="699"/>
                </a:lnTo>
                <a:cubicBezTo>
                  <a:pt x="85" y="659"/>
                  <a:pt x="53" y="608"/>
                  <a:pt x="32" y="548"/>
                </a:cubicBezTo>
                <a:cubicBezTo>
                  <a:pt x="11" y="486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0" name=""/>
          <p:cNvSpPr/>
          <p:nvPr/>
        </p:nvSpPr>
        <p:spPr>
          <a:xfrm>
            <a:off x="5738400" y="4089240"/>
            <a:ext cx="185040" cy="175680"/>
          </a:xfrm>
          <a:custGeom>
            <a:avLst/>
            <a:gdLst/>
            <a:ahLst/>
            <a:rect l="0" t="0" r="r" b="b"/>
            <a:pathLst>
              <a:path w="514" h="488">
                <a:moveTo>
                  <a:pt x="12" y="487"/>
                </a:moveTo>
                <a:cubicBezTo>
                  <a:pt x="4" y="487"/>
                  <a:pt x="0" y="485"/>
                  <a:pt x="0" y="480"/>
                </a:cubicBezTo>
                <a:cubicBezTo>
                  <a:pt x="0" y="479"/>
                  <a:pt x="0" y="475"/>
                  <a:pt x="2" y="470"/>
                </a:cubicBezTo>
                <a:cubicBezTo>
                  <a:pt x="4" y="462"/>
                  <a:pt x="5" y="458"/>
                  <a:pt x="7" y="457"/>
                </a:cubicBezTo>
                <a:cubicBezTo>
                  <a:pt x="9" y="456"/>
                  <a:pt x="15" y="455"/>
                  <a:pt x="24" y="455"/>
                </a:cubicBezTo>
                <a:cubicBezTo>
                  <a:pt x="37" y="455"/>
                  <a:pt x="51" y="454"/>
                  <a:pt x="67" y="453"/>
                </a:cubicBezTo>
                <a:cubicBezTo>
                  <a:pt x="73" y="451"/>
                  <a:pt x="78" y="448"/>
                  <a:pt x="80" y="444"/>
                </a:cubicBezTo>
                <a:cubicBezTo>
                  <a:pt x="81" y="442"/>
                  <a:pt x="98" y="375"/>
                  <a:pt x="131" y="243"/>
                </a:cubicBezTo>
                <a:cubicBezTo>
                  <a:pt x="164" y="112"/>
                  <a:pt x="181" y="44"/>
                  <a:pt x="181" y="42"/>
                </a:cubicBezTo>
                <a:cubicBezTo>
                  <a:pt x="181" y="39"/>
                  <a:pt x="180" y="37"/>
                  <a:pt x="178" y="37"/>
                </a:cubicBezTo>
                <a:cubicBezTo>
                  <a:pt x="174" y="35"/>
                  <a:pt x="162" y="34"/>
                  <a:pt x="140" y="33"/>
                </a:cubicBezTo>
                <a:lnTo>
                  <a:pt x="118" y="33"/>
                </a:lnTo>
                <a:cubicBezTo>
                  <a:pt x="115" y="30"/>
                  <a:pt x="114" y="29"/>
                  <a:pt x="114" y="28"/>
                </a:cubicBezTo>
                <a:cubicBezTo>
                  <a:pt x="114" y="27"/>
                  <a:pt x="114" y="23"/>
                  <a:pt x="115" y="15"/>
                </a:cubicBezTo>
                <a:cubicBezTo>
                  <a:pt x="117" y="7"/>
                  <a:pt x="120" y="2"/>
                  <a:pt x="123" y="0"/>
                </a:cubicBezTo>
                <a:lnTo>
                  <a:pt x="509" y="0"/>
                </a:lnTo>
                <a:cubicBezTo>
                  <a:pt x="512" y="2"/>
                  <a:pt x="514" y="5"/>
                  <a:pt x="514" y="8"/>
                </a:cubicBezTo>
                <a:cubicBezTo>
                  <a:pt x="514" y="11"/>
                  <a:pt x="511" y="37"/>
                  <a:pt x="505" y="89"/>
                </a:cubicBezTo>
                <a:cubicBezTo>
                  <a:pt x="498" y="140"/>
                  <a:pt x="495" y="167"/>
                  <a:pt x="495" y="168"/>
                </a:cubicBezTo>
                <a:cubicBezTo>
                  <a:pt x="494" y="171"/>
                  <a:pt x="489" y="173"/>
                  <a:pt x="480" y="173"/>
                </a:cubicBezTo>
                <a:lnTo>
                  <a:pt x="472" y="173"/>
                </a:lnTo>
                <a:cubicBezTo>
                  <a:pt x="468" y="171"/>
                  <a:pt x="467" y="168"/>
                  <a:pt x="467" y="164"/>
                </a:cubicBezTo>
                <a:cubicBezTo>
                  <a:pt x="467" y="163"/>
                  <a:pt x="467" y="158"/>
                  <a:pt x="469" y="147"/>
                </a:cubicBezTo>
                <a:cubicBezTo>
                  <a:pt x="470" y="136"/>
                  <a:pt x="471" y="123"/>
                  <a:pt x="471" y="109"/>
                </a:cubicBezTo>
                <a:cubicBezTo>
                  <a:pt x="471" y="94"/>
                  <a:pt x="469" y="83"/>
                  <a:pt x="466" y="74"/>
                </a:cubicBezTo>
                <a:cubicBezTo>
                  <a:pt x="463" y="65"/>
                  <a:pt x="458" y="56"/>
                  <a:pt x="452" y="50"/>
                </a:cubicBezTo>
                <a:cubicBezTo>
                  <a:pt x="447" y="45"/>
                  <a:pt x="438" y="41"/>
                  <a:pt x="426" y="39"/>
                </a:cubicBezTo>
                <a:cubicBezTo>
                  <a:pt x="414" y="37"/>
                  <a:pt x="402" y="35"/>
                  <a:pt x="389" y="34"/>
                </a:cubicBezTo>
                <a:cubicBezTo>
                  <a:pt x="377" y="33"/>
                  <a:pt x="360" y="32"/>
                  <a:pt x="338" y="33"/>
                </a:cubicBezTo>
                <a:lnTo>
                  <a:pt x="322" y="33"/>
                </a:lnTo>
                <a:cubicBezTo>
                  <a:pt x="282" y="34"/>
                  <a:pt x="262" y="35"/>
                  <a:pt x="259" y="35"/>
                </a:cubicBezTo>
                <a:cubicBezTo>
                  <a:pt x="257" y="36"/>
                  <a:pt x="255" y="38"/>
                  <a:pt x="254" y="41"/>
                </a:cubicBezTo>
                <a:cubicBezTo>
                  <a:pt x="254" y="42"/>
                  <a:pt x="246" y="74"/>
                  <a:pt x="230" y="136"/>
                </a:cubicBezTo>
                <a:lnTo>
                  <a:pt x="206" y="228"/>
                </a:lnTo>
                <a:lnTo>
                  <a:pt x="246" y="228"/>
                </a:lnTo>
                <a:cubicBezTo>
                  <a:pt x="248" y="228"/>
                  <a:pt x="253" y="228"/>
                  <a:pt x="263" y="228"/>
                </a:cubicBezTo>
                <a:cubicBezTo>
                  <a:pt x="272" y="228"/>
                  <a:pt x="279" y="228"/>
                  <a:pt x="283" y="227"/>
                </a:cubicBezTo>
                <a:cubicBezTo>
                  <a:pt x="287" y="227"/>
                  <a:pt x="292" y="226"/>
                  <a:pt x="299" y="225"/>
                </a:cubicBezTo>
                <a:cubicBezTo>
                  <a:pt x="305" y="224"/>
                  <a:pt x="311" y="223"/>
                  <a:pt x="316" y="220"/>
                </a:cubicBezTo>
                <a:cubicBezTo>
                  <a:pt x="321" y="218"/>
                  <a:pt x="325" y="215"/>
                  <a:pt x="328" y="212"/>
                </a:cubicBezTo>
                <a:cubicBezTo>
                  <a:pt x="334" y="206"/>
                  <a:pt x="339" y="198"/>
                  <a:pt x="344" y="188"/>
                </a:cubicBezTo>
                <a:cubicBezTo>
                  <a:pt x="348" y="178"/>
                  <a:pt x="351" y="169"/>
                  <a:pt x="353" y="161"/>
                </a:cubicBezTo>
                <a:cubicBezTo>
                  <a:pt x="355" y="153"/>
                  <a:pt x="356" y="148"/>
                  <a:pt x="357" y="148"/>
                </a:cubicBezTo>
                <a:cubicBezTo>
                  <a:pt x="358" y="146"/>
                  <a:pt x="363" y="144"/>
                  <a:pt x="370" y="144"/>
                </a:cubicBezTo>
                <a:lnTo>
                  <a:pt x="379" y="144"/>
                </a:lnTo>
                <a:cubicBezTo>
                  <a:pt x="382" y="147"/>
                  <a:pt x="384" y="149"/>
                  <a:pt x="384" y="152"/>
                </a:cubicBezTo>
                <a:cubicBezTo>
                  <a:pt x="384" y="153"/>
                  <a:pt x="376" y="184"/>
                  <a:pt x="362" y="245"/>
                </a:cubicBezTo>
                <a:cubicBezTo>
                  <a:pt x="347" y="306"/>
                  <a:pt x="339" y="338"/>
                  <a:pt x="337" y="340"/>
                </a:cubicBezTo>
                <a:cubicBezTo>
                  <a:pt x="336" y="343"/>
                  <a:pt x="332" y="345"/>
                  <a:pt x="323" y="345"/>
                </a:cubicBezTo>
                <a:lnTo>
                  <a:pt x="314" y="345"/>
                </a:lnTo>
                <a:cubicBezTo>
                  <a:pt x="311" y="342"/>
                  <a:pt x="309" y="339"/>
                  <a:pt x="309" y="336"/>
                </a:cubicBezTo>
                <a:cubicBezTo>
                  <a:pt x="309" y="335"/>
                  <a:pt x="311" y="329"/>
                  <a:pt x="313" y="320"/>
                </a:cubicBezTo>
                <a:cubicBezTo>
                  <a:pt x="315" y="311"/>
                  <a:pt x="317" y="302"/>
                  <a:pt x="317" y="292"/>
                </a:cubicBezTo>
                <a:cubicBezTo>
                  <a:pt x="317" y="278"/>
                  <a:pt x="312" y="269"/>
                  <a:pt x="302" y="266"/>
                </a:cubicBezTo>
                <a:cubicBezTo>
                  <a:pt x="293" y="263"/>
                  <a:pt x="272" y="261"/>
                  <a:pt x="239" y="261"/>
                </a:cubicBezTo>
                <a:lnTo>
                  <a:pt x="198" y="261"/>
                </a:lnTo>
                <a:lnTo>
                  <a:pt x="175" y="352"/>
                </a:lnTo>
                <a:cubicBezTo>
                  <a:pt x="160" y="411"/>
                  <a:pt x="153" y="442"/>
                  <a:pt x="153" y="445"/>
                </a:cubicBezTo>
                <a:cubicBezTo>
                  <a:pt x="153" y="451"/>
                  <a:pt x="174" y="455"/>
                  <a:pt x="216" y="455"/>
                </a:cubicBezTo>
                <a:lnTo>
                  <a:pt x="235" y="455"/>
                </a:lnTo>
                <a:cubicBezTo>
                  <a:pt x="238" y="458"/>
                  <a:pt x="239" y="459"/>
                  <a:pt x="239" y="460"/>
                </a:cubicBezTo>
                <a:cubicBezTo>
                  <a:pt x="239" y="460"/>
                  <a:pt x="239" y="465"/>
                  <a:pt x="238" y="474"/>
                </a:cubicBezTo>
                <a:cubicBezTo>
                  <a:pt x="236" y="480"/>
                  <a:pt x="234" y="485"/>
                  <a:pt x="231" y="488"/>
                </a:cubicBezTo>
                <a:lnTo>
                  <a:pt x="218" y="488"/>
                </a:lnTo>
                <a:cubicBezTo>
                  <a:pt x="198" y="487"/>
                  <a:pt x="162" y="486"/>
                  <a:pt x="110" y="486"/>
                </a:cubicBezTo>
                <a:cubicBezTo>
                  <a:pt x="79" y="486"/>
                  <a:pt x="55" y="486"/>
                  <a:pt x="39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1" name=""/>
          <p:cNvSpPr/>
          <p:nvPr/>
        </p:nvSpPr>
        <p:spPr>
          <a:xfrm>
            <a:off x="5819400" y="4020480"/>
            <a:ext cx="71280" cy="42120"/>
          </a:xfrm>
          <a:custGeom>
            <a:avLst/>
            <a:gdLst/>
            <a:ahLst/>
            <a:rect l="0" t="0" r="r" b="b"/>
            <a:pathLst>
              <a:path w="198" h="117">
                <a:moveTo>
                  <a:pt x="0" y="97"/>
                </a:moveTo>
                <a:lnTo>
                  <a:pt x="99" y="0"/>
                </a:lnTo>
                <a:lnTo>
                  <a:pt x="105" y="6"/>
                </a:lnTo>
                <a:cubicBezTo>
                  <a:pt x="167" y="66"/>
                  <a:pt x="198" y="96"/>
                  <a:pt x="198" y="97"/>
                </a:cubicBezTo>
                <a:lnTo>
                  <a:pt x="179" y="117"/>
                </a:lnTo>
                <a:cubicBezTo>
                  <a:pt x="178" y="117"/>
                  <a:pt x="164" y="105"/>
                  <a:pt x="138" y="82"/>
                </a:cubicBezTo>
                <a:lnTo>
                  <a:pt x="100" y="49"/>
                </a:lnTo>
                <a:lnTo>
                  <a:pt x="60" y="82"/>
                </a:lnTo>
                <a:cubicBezTo>
                  <a:pt x="54" y="88"/>
                  <a:pt x="48" y="93"/>
                  <a:pt x="42" y="99"/>
                </a:cubicBezTo>
                <a:cubicBezTo>
                  <a:pt x="36" y="104"/>
                  <a:pt x="31" y="109"/>
                  <a:pt x="27" y="112"/>
                </a:cubicBezTo>
                <a:lnTo>
                  <a:pt x="21" y="117"/>
                </a:lnTo>
                <a:cubicBezTo>
                  <a:pt x="20" y="118"/>
                  <a:pt x="16" y="114"/>
                  <a:pt x="10" y="107"/>
                </a:cubicBezTo>
                <a:lnTo>
                  <a:pt x="0" y="9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2" name=""/>
          <p:cNvSpPr/>
          <p:nvPr/>
        </p:nvSpPr>
        <p:spPr>
          <a:xfrm>
            <a:off x="5907960" y="4222440"/>
            <a:ext cx="102240" cy="82800"/>
          </a:xfrm>
          <a:custGeom>
            <a:avLst/>
            <a:gdLst/>
            <a:ahLst/>
            <a:rect l="0" t="0" r="r" b="b"/>
            <a:pathLst>
              <a:path w="284" h="230">
                <a:moveTo>
                  <a:pt x="0" y="80"/>
                </a:moveTo>
                <a:cubicBezTo>
                  <a:pt x="1" y="78"/>
                  <a:pt x="1" y="75"/>
                  <a:pt x="2" y="72"/>
                </a:cubicBezTo>
                <a:cubicBezTo>
                  <a:pt x="3" y="68"/>
                  <a:pt x="5" y="61"/>
                  <a:pt x="8" y="52"/>
                </a:cubicBezTo>
                <a:cubicBezTo>
                  <a:pt x="11" y="42"/>
                  <a:pt x="15" y="34"/>
                  <a:pt x="18" y="28"/>
                </a:cubicBezTo>
                <a:cubicBezTo>
                  <a:pt x="21" y="21"/>
                  <a:pt x="27" y="15"/>
                  <a:pt x="35" y="9"/>
                </a:cubicBezTo>
                <a:cubicBezTo>
                  <a:pt x="42" y="3"/>
                  <a:pt x="50" y="0"/>
                  <a:pt x="58" y="0"/>
                </a:cubicBezTo>
                <a:cubicBezTo>
                  <a:pt x="70" y="0"/>
                  <a:pt x="80" y="3"/>
                  <a:pt x="89" y="10"/>
                </a:cubicBezTo>
                <a:cubicBezTo>
                  <a:pt x="97" y="16"/>
                  <a:pt x="102" y="21"/>
                  <a:pt x="104" y="27"/>
                </a:cubicBezTo>
                <a:cubicBezTo>
                  <a:pt x="106" y="32"/>
                  <a:pt x="107" y="36"/>
                  <a:pt x="107" y="37"/>
                </a:cubicBezTo>
                <a:cubicBezTo>
                  <a:pt x="107" y="38"/>
                  <a:pt x="108" y="38"/>
                  <a:pt x="108" y="38"/>
                </a:cubicBezTo>
                <a:lnTo>
                  <a:pt x="114" y="33"/>
                </a:lnTo>
                <a:cubicBezTo>
                  <a:pt x="134" y="11"/>
                  <a:pt x="158" y="0"/>
                  <a:pt x="184" y="0"/>
                </a:cubicBezTo>
                <a:cubicBezTo>
                  <a:pt x="202" y="0"/>
                  <a:pt x="217" y="5"/>
                  <a:pt x="228" y="14"/>
                </a:cubicBezTo>
                <a:cubicBezTo>
                  <a:pt x="239" y="23"/>
                  <a:pt x="245" y="37"/>
                  <a:pt x="245" y="54"/>
                </a:cubicBezTo>
                <a:cubicBezTo>
                  <a:pt x="245" y="73"/>
                  <a:pt x="239" y="99"/>
                  <a:pt x="226" y="134"/>
                </a:cubicBezTo>
                <a:cubicBezTo>
                  <a:pt x="213" y="170"/>
                  <a:pt x="206" y="191"/>
                  <a:pt x="207" y="199"/>
                </a:cubicBezTo>
                <a:cubicBezTo>
                  <a:pt x="207" y="207"/>
                  <a:pt x="209" y="212"/>
                  <a:pt x="215" y="212"/>
                </a:cubicBezTo>
                <a:cubicBezTo>
                  <a:pt x="217" y="212"/>
                  <a:pt x="219" y="212"/>
                  <a:pt x="220" y="211"/>
                </a:cubicBezTo>
                <a:cubicBezTo>
                  <a:pt x="229" y="210"/>
                  <a:pt x="238" y="203"/>
                  <a:pt x="246" y="192"/>
                </a:cubicBezTo>
                <a:cubicBezTo>
                  <a:pt x="254" y="181"/>
                  <a:pt x="260" y="167"/>
                  <a:pt x="264" y="152"/>
                </a:cubicBezTo>
                <a:cubicBezTo>
                  <a:pt x="264" y="149"/>
                  <a:pt x="268" y="148"/>
                  <a:pt x="274" y="148"/>
                </a:cubicBezTo>
                <a:cubicBezTo>
                  <a:pt x="281" y="148"/>
                  <a:pt x="284" y="149"/>
                  <a:pt x="284" y="152"/>
                </a:cubicBezTo>
                <a:cubicBezTo>
                  <a:pt x="284" y="152"/>
                  <a:pt x="283" y="154"/>
                  <a:pt x="282" y="159"/>
                </a:cubicBezTo>
                <a:cubicBezTo>
                  <a:pt x="279" y="169"/>
                  <a:pt x="275" y="179"/>
                  <a:pt x="271" y="188"/>
                </a:cubicBezTo>
                <a:cubicBezTo>
                  <a:pt x="266" y="197"/>
                  <a:pt x="258" y="207"/>
                  <a:pt x="248" y="216"/>
                </a:cubicBezTo>
                <a:cubicBezTo>
                  <a:pt x="237" y="226"/>
                  <a:pt x="225" y="230"/>
                  <a:pt x="213" y="230"/>
                </a:cubicBezTo>
                <a:cubicBezTo>
                  <a:pt x="197" y="230"/>
                  <a:pt x="185" y="225"/>
                  <a:pt x="178" y="216"/>
                </a:cubicBezTo>
                <a:cubicBezTo>
                  <a:pt x="171" y="207"/>
                  <a:pt x="168" y="198"/>
                  <a:pt x="168" y="188"/>
                </a:cubicBezTo>
                <a:cubicBezTo>
                  <a:pt x="168" y="182"/>
                  <a:pt x="174" y="161"/>
                  <a:pt x="186" y="127"/>
                </a:cubicBezTo>
                <a:cubicBezTo>
                  <a:pt x="198" y="93"/>
                  <a:pt x="204" y="68"/>
                  <a:pt x="205" y="50"/>
                </a:cubicBezTo>
                <a:cubicBezTo>
                  <a:pt x="205" y="30"/>
                  <a:pt x="197" y="20"/>
                  <a:pt x="182" y="20"/>
                </a:cubicBezTo>
                <a:lnTo>
                  <a:pt x="180" y="20"/>
                </a:lnTo>
                <a:cubicBezTo>
                  <a:pt x="151" y="20"/>
                  <a:pt x="126" y="37"/>
                  <a:pt x="106" y="72"/>
                </a:cubicBezTo>
                <a:lnTo>
                  <a:pt x="103" y="78"/>
                </a:lnTo>
                <a:lnTo>
                  <a:pt x="85" y="146"/>
                </a:lnTo>
                <a:cubicBezTo>
                  <a:pt x="74" y="190"/>
                  <a:pt x="68" y="213"/>
                  <a:pt x="66" y="217"/>
                </a:cubicBezTo>
                <a:cubicBezTo>
                  <a:pt x="62" y="226"/>
                  <a:pt x="54" y="230"/>
                  <a:pt x="44" y="230"/>
                </a:cubicBezTo>
                <a:cubicBezTo>
                  <a:pt x="40" y="230"/>
                  <a:pt x="36" y="229"/>
                  <a:pt x="34" y="227"/>
                </a:cubicBezTo>
                <a:cubicBezTo>
                  <a:pt x="31" y="225"/>
                  <a:pt x="29" y="223"/>
                  <a:pt x="28" y="221"/>
                </a:cubicBezTo>
                <a:cubicBezTo>
                  <a:pt x="27" y="219"/>
                  <a:pt x="27" y="218"/>
                  <a:pt x="27" y="216"/>
                </a:cubicBezTo>
                <a:cubicBezTo>
                  <a:pt x="27" y="212"/>
                  <a:pt x="34" y="184"/>
                  <a:pt x="46" y="134"/>
                </a:cubicBezTo>
                <a:cubicBezTo>
                  <a:pt x="59" y="83"/>
                  <a:pt x="66" y="55"/>
                  <a:pt x="67" y="51"/>
                </a:cubicBezTo>
                <a:cubicBezTo>
                  <a:pt x="67" y="49"/>
                  <a:pt x="67" y="45"/>
                  <a:pt x="67" y="39"/>
                </a:cubicBezTo>
                <a:cubicBezTo>
                  <a:pt x="67" y="26"/>
                  <a:pt x="63" y="19"/>
                  <a:pt x="55" y="19"/>
                </a:cubicBezTo>
                <a:cubicBezTo>
                  <a:pt x="42" y="19"/>
                  <a:pt x="31" y="36"/>
                  <a:pt x="23" y="71"/>
                </a:cubicBezTo>
                <a:cubicBezTo>
                  <a:pt x="21" y="77"/>
                  <a:pt x="20" y="81"/>
                  <a:pt x="20" y="81"/>
                </a:cubicBezTo>
                <a:cubicBezTo>
                  <a:pt x="19" y="83"/>
                  <a:pt x="16" y="84"/>
                  <a:pt x="10" y="84"/>
                </a:cubicBezTo>
                <a:lnTo>
                  <a:pt x="3" y="84"/>
                </a:lnTo>
                <a:cubicBezTo>
                  <a:pt x="1" y="82"/>
                  <a:pt x="0" y="81"/>
                  <a:pt x="0" y="8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3" name=""/>
          <p:cNvSpPr/>
          <p:nvPr/>
        </p:nvSpPr>
        <p:spPr>
          <a:xfrm>
            <a:off x="6046560" y="4233240"/>
            <a:ext cx="34200" cy="81360"/>
          </a:xfrm>
          <a:custGeom>
            <a:avLst/>
            <a:gdLst/>
            <a:ahLst/>
            <a:rect l="0" t="0" r="r" b="b"/>
            <a:pathLst>
              <a:path w="95" h="226">
                <a:moveTo>
                  <a:pt x="0" y="63"/>
                </a:moveTo>
                <a:cubicBezTo>
                  <a:pt x="0" y="63"/>
                  <a:pt x="0" y="57"/>
                  <a:pt x="0" y="44"/>
                </a:cubicBezTo>
                <a:cubicBezTo>
                  <a:pt x="0" y="32"/>
                  <a:pt x="3" y="22"/>
                  <a:pt x="11" y="13"/>
                </a:cubicBezTo>
                <a:cubicBezTo>
                  <a:pt x="19" y="4"/>
                  <a:pt x="29" y="0"/>
                  <a:pt x="42" y="0"/>
                </a:cubicBezTo>
                <a:cubicBezTo>
                  <a:pt x="55" y="0"/>
                  <a:pt x="67" y="6"/>
                  <a:pt x="78" y="18"/>
                </a:cubicBezTo>
                <a:cubicBezTo>
                  <a:pt x="89" y="30"/>
                  <a:pt x="94" y="51"/>
                  <a:pt x="95" y="82"/>
                </a:cubicBezTo>
                <a:cubicBezTo>
                  <a:pt x="95" y="99"/>
                  <a:pt x="93" y="115"/>
                  <a:pt x="88" y="131"/>
                </a:cubicBezTo>
                <a:cubicBezTo>
                  <a:pt x="84" y="146"/>
                  <a:pt x="79" y="160"/>
                  <a:pt x="72" y="171"/>
                </a:cubicBezTo>
                <a:cubicBezTo>
                  <a:pt x="67" y="183"/>
                  <a:pt x="61" y="193"/>
                  <a:pt x="54" y="201"/>
                </a:cubicBezTo>
                <a:cubicBezTo>
                  <a:pt x="47" y="209"/>
                  <a:pt x="41" y="215"/>
                  <a:pt x="37" y="220"/>
                </a:cubicBezTo>
                <a:cubicBezTo>
                  <a:pt x="32" y="225"/>
                  <a:pt x="29" y="227"/>
                  <a:pt x="27" y="226"/>
                </a:cubicBezTo>
                <a:cubicBezTo>
                  <a:pt x="26" y="226"/>
                  <a:pt x="22" y="224"/>
                  <a:pt x="18" y="220"/>
                </a:cubicBezTo>
                <a:cubicBezTo>
                  <a:pt x="14" y="216"/>
                  <a:pt x="12" y="213"/>
                  <a:pt x="12" y="211"/>
                </a:cubicBezTo>
                <a:cubicBezTo>
                  <a:pt x="12" y="209"/>
                  <a:pt x="14" y="205"/>
                  <a:pt x="20" y="199"/>
                </a:cubicBezTo>
                <a:cubicBezTo>
                  <a:pt x="25" y="193"/>
                  <a:pt x="31" y="186"/>
                  <a:pt x="37" y="178"/>
                </a:cubicBezTo>
                <a:cubicBezTo>
                  <a:pt x="44" y="169"/>
                  <a:pt x="50" y="157"/>
                  <a:pt x="56" y="142"/>
                </a:cubicBezTo>
                <a:cubicBezTo>
                  <a:pt x="62" y="127"/>
                  <a:pt x="66" y="109"/>
                  <a:pt x="67" y="90"/>
                </a:cubicBezTo>
                <a:lnTo>
                  <a:pt x="67" y="81"/>
                </a:lnTo>
                <a:lnTo>
                  <a:pt x="67" y="82"/>
                </a:lnTo>
                <a:cubicBezTo>
                  <a:pt x="66" y="82"/>
                  <a:pt x="65" y="83"/>
                  <a:pt x="63" y="83"/>
                </a:cubicBezTo>
                <a:cubicBezTo>
                  <a:pt x="62" y="84"/>
                  <a:pt x="60" y="85"/>
                  <a:pt x="59" y="86"/>
                </a:cubicBezTo>
                <a:cubicBezTo>
                  <a:pt x="57" y="86"/>
                  <a:pt x="55" y="87"/>
                  <a:pt x="52" y="87"/>
                </a:cubicBezTo>
                <a:cubicBezTo>
                  <a:pt x="50" y="87"/>
                  <a:pt x="47" y="87"/>
                  <a:pt x="44" y="88"/>
                </a:cubicBezTo>
                <a:cubicBezTo>
                  <a:pt x="31" y="88"/>
                  <a:pt x="21" y="84"/>
                  <a:pt x="12" y="75"/>
                </a:cubicBezTo>
                <a:lnTo>
                  <a:pt x="0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4" name=""/>
          <p:cNvSpPr/>
          <p:nvPr/>
        </p:nvSpPr>
        <p:spPr>
          <a:xfrm>
            <a:off x="6148800" y="4089240"/>
            <a:ext cx="185040" cy="175680"/>
          </a:xfrm>
          <a:custGeom>
            <a:avLst/>
            <a:gdLst/>
            <a:ahLst/>
            <a:rect l="0" t="0" r="r" b="b"/>
            <a:pathLst>
              <a:path w="514" h="488">
                <a:moveTo>
                  <a:pt x="12" y="487"/>
                </a:moveTo>
                <a:cubicBezTo>
                  <a:pt x="4" y="487"/>
                  <a:pt x="0" y="485"/>
                  <a:pt x="0" y="480"/>
                </a:cubicBezTo>
                <a:cubicBezTo>
                  <a:pt x="0" y="479"/>
                  <a:pt x="1" y="475"/>
                  <a:pt x="2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10" y="456"/>
                  <a:pt x="15" y="455"/>
                  <a:pt x="24" y="455"/>
                </a:cubicBezTo>
                <a:cubicBezTo>
                  <a:pt x="37" y="455"/>
                  <a:pt x="51" y="454"/>
                  <a:pt x="67" y="453"/>
                </a:cubicBezTo>
                <a:cubicBezTo>
                  <a:pt x="74" y="451"/>
                  <a:pt x="78" y="448"/>
                  <a:pt x="81" y="444"/>
                </a:cubicBezTo>
                <a:cubicBezTo>
                  <a:pt x="82" y="442"/>
                  <a:pt x="99" y="375"/>
                  <a:pt x="132" y="243"/>
                </a:cubicBezTo>
                <a:cubicBezTo>
                  <a:pt x="165" y="112"/>
                  <a:pt x="182" y="44"/>
                  <a:pt x="183" y="42"/>
                </a:cubicBezTo>
                <a:cubicBezTo>
                  <a:pt x="183" y="39"/>
                  <a:pt x="182" y="37"/>
                  <a:pt x="180" y="37"/>
                </a:cubicBezTo>
                <a:cubicBezTo>
                  <a:pt x="176" y="35"/>
                  <a:pt x="163" y="34"/>
                  <a:pt x="142" y="33"/>
                </a:cubicBezTo>
                <a:lnTo>
                  <a:pt x="120" y="33"/>
                </a:lnTo>
                <a:cubicBezTo>
                  <a:pt x="117" y="30"/>
                  <a:pt x="115" y="29"/>
                  <a:pt x="115" y="28"/>
                </a:cubicBezTo>
                <a:cubicBezTo>
                  <a:pt x="115" y="27"/>
                  <a:pt x="116" y="23"/>
                  <a:pt x="117" y="15"/>
                </a:cubicBezTo>
                <a:cubicBezTo>
                  <a:pt x="119" y="7"/>
                  <a:pt x="121" y="2"/>
                  <a:pt x="124" y="0"/>
                </a:cubicBezTo>
                <a:lnTo>
                  <a:pt x="509" y="0"/>
                </a:lnTo>
                <a:cubicBezTo>
                  <a:pt x="513" y="2"/>
                  <a:pt x="514" y="5"/>
                  <a:pt x="514" y="8"/>
                </a:cubicBezTo>
                <a:cubicBezTo>
                  <a:pt x="514" y="11"/>
                  <a:pt x="511" y="37"/>
                  <a:pt x="505" y="89"/>
                </a:cubicBezTo>
                <a:cubicBezTo>
                  <a:pt x="499" y="140"/>
                  <a:pt x="495" y="167"/>
                  <a:pt x="495" y="168"/>
                </a:cubicBezTo>
                <a:cubicBezTo>
                  <a:pt x="494" y="171"/>
                  <a:pt x="489" y="173"/>
                  <a:pt x="481" y="173"/>
                </a:cubicBezTo>
                <a:lnTo>
                  <a:pt x="472" y="173"/>
                </a:lnTo>
                <a:cubicBezTo>
                  <a:pt x="469" y="171"/>
                  <a:pt x="467" y="168"/>
                  <a:pt x="467" y="164"/>
                </a:cubicBezTo>
                <a:cubicBezTo>
                  <a:pt x="467" y="163"/>
                  <a:pt x="468" y="158"/>
                  <a:pt x="469" y="147"/>
                </a:cubicBezTo>
                <a:cubicBezTo>
                  <a:pt x="471" y="136"/>
                  <a:pt x="471" y="123"/>
                  <a:pt x="471" y="109"/>
                </a:cubicBezTo>
                <a:cubicBezTo>
                  <a:pt x="471" y="94"/>
                  <a:pt x="470" y="83"/>
                  <a:pt x="466" y="74"/>
                </a:cubicBezTo>
                <a:cubicBezTo>
                  <a:pt x="463" y="65"/>
                  <a:pt x="458" y="56"/>
                  <a:pt x="453" y="50"/>
                </a:cubicBezTo>
                <a:cubicBezTo>
                  <a:pt x="447" y="45"/>
                  <a:pt x="438" y="41"/>
                  <a:pt x="426" y="39"/>
                </a:cubicBezTo>
                <a:cubicBezTo>
                  <a:pt x="414" y="37"/>
                  <a:pt x="402" y="35"/>
                  <a:pt x="390" y="34"/>
                </a:cubicBezTo>
                <a:cubicBezTo>
                  <a:pt x="377" y="33"/>
                  <a:pt x="360" y="32"/>
                  <a:pt x="338" y="33"/>
                </a:cubicBezTo>
                <a:lnTo>
                  <a:pt x="322" y="33"/>
                </a:lnTo>
                <a:cubicBezTo>
                  <a:pt x="283" y="34"/>
                  <a:pt x="262" y="35"/>
                  <a:pt x="260" y="35"/>
                </a:cubicBezTo>
                <a:cubicBezTo>
                  <a:pt x="257" y="36"/>
                  <a:pt x="256" y="38"/>
                  <a:pt x="255" y="41"/>
                </a:cubicBezTo>
                <a:cubicBezTo>
                  <a:pt x="254" y="42"/>
                  <a:pt x="246" y="74"/>
                  <a:pt x="230" y="136"/>
                </a:cubicBezTo>
                <a:lnTo>
                  <a:pt x="208" y="228"/>
                </a:lnTo>
                <a:lnTo>
                  <a:pt x="247" y="228"/>
                </a:lnTo>
                <a:cubicBezTo>
                  <a:pt x="248" y="228"/>
                  <a:pt x="254" y="228"/>
                  <a:pt x="263" y="228"/>
                </a:cubicBezTo>
                <a:cubicBezTo>
                  <a:pt x="273" y="228"/>
                  <a:pt x="280" y="228"/>
                  <a:pt x="283" y="227"/>
                </a:cubicBezTo>
                <a:cubicBezTo>
                  <a:pt x="287" y="227"/>
                  <a:pt x="292" y="226"/>
                  <a:pt x="299" y="225"/>
                </a:cubicBezTo>
                <a:cubicBezTo>
                  <a:pt x="306" y="224"/>
                  <a:pt x="311" y="223"/>
                  <a:pt x="316" y="220"/>
                </a:cubicBezTo>
                <a:cubicBezTo>
                  <a:pt x="321" y="218"/>
                  <a:pt x="325" y="215"/>
                  <a:pt x="328" y="212"/>
                </a:cubicBezTo>
                <a:cubicBezTo>
                  <a:pt x="335" y="206"/>
                  <a:pt x="340" y="198"/>
                  <a:pt x="344" y="188"/>
                </a:cubicBezTo>
                <a:cubicBezTo>
                  <a:pt x="348" y="178"/>
                  <a:pt x="351" y="169"/>
                  <a:pt x="353" y="161"/>
                </a:cubicBezTo>
                <a:cubicBezTo>
                  <a:pt x="355" y="153"/>
                  <a:pt x="356" y="148"/>
                  <a:pt x="357" y="148"/>
                </a:cubicBezTo>
                <a:cubicBezTo>
                  <a:pt x="358" y="146"/>
                  <a:pt x="363" y="144"/>
                  <a:pt x="371" y="144"/>
                </a:cubicBezTo>
                <a:lnTo>
                  <a:pt x="379" y="144"/>
                </a:lnTo>
                <a:cubicBezTo>
                  <a:pt x="382" y="147"/>
                  <a:pt x="384" y="149"/>
                  <a:pt x="384" y="152"/>
                </a:cubicBezTo>
                <a:cubicBezTo>
                  <a:pt x="384" y="153"/>
                  <a:pt x="377" y="184"/>
                  <a:pt x="362" y="245"/>
                </a:cubicBezTo>
                <a:cubicBezTo>
                  <a:pt x="347" y="306"/>
                  <a:pt x="339" y="338"/>
                  <a:pt x="338" y="340"/>
                </a:cubicBezTo>
                <a:cubicBezTo>
                  <a:pt x="337" y="343"/>
                  <a:pt x="332" y="345"/>
                  <a:pt x="323" y="345"/>
                </a:cubicBezTo>
                <a:lnTo>
                  <a:pt x="315" y="345"/>
                </a:lnTo>
                <a:cubicBezTo>
                  <a:pt x="311" y="342"/>
                  <a:pt x="310" y="339"/>
                  <a:pt x="310" y="336"/>
                </a:cubicBezTo>
                <a:cubicBezTo>
                  <a:pt x="310" y="335"/>
                  <a:pt x="311" y="329"/>
                  <a:pt x="313" y="320"/>
                </a:cubicBezTo>
                <a:cubicBezTo>
                  <a:pt x="316" y="311"/>
                  <a:pt x="317" y="302"/>
                  <a:pt x="317" y="292"/>
                </a:cubicBezTo>
                <a:cubicBezTo>
                  <a:pt x="317" y="278"/>
                  <a:pt x="312" y="269"/>
                  <a:pt x="303" y="266"/>
                </a:cubicBezTo>
                <a:cubicBezTo>
                  <a:pt x="293" y="263"/>
                  <a:pt x="272" y="261"/>
                  <a:pt x="239" y="261"/>
                </a:cubicBezTo>
                <a:lnTo>
                  <a:pt x="200" y="261"/>
                </a:lnTo>
                <a:lnTo>
                  <a:pt x="177" y="352"/>
                </a:lnTo>
                <a:cubicBezTo>
                  <a:pt x="162" y="411"/>
                  <a:pt x="154" y="442"/>
                  <a:pt x="154" y="445"/>
                </a:cubicBezTo>
                <a:cubicBezTo>
                  <a:pt x="154" y="451"/>
                  <a:pt x="175" y="455"/>
                  <a:pt x="218" y="455"/>
                </a:cubicBezTo>
                <a:lnTo>
                  <a:pt x="235" y="455"/>
                </a:lnTo>
                <a:cubicBezTo>
                  <a:pt x="238" y="458"/>
                  <a:pt x="240" y="459"/>
                  <a:pt x="240" y="460"/>
                </a:cubicBezTo>
                <a:cubicBezTo>
                  <a:pt x="240" y="460"/>
                  <a:pt x="239" y="465"/>
                  <a:pt x="238" y="474"/>
                </a:cubicBezTo>
                <a:cubicBezTo>
                  <a:pt x="236" y="480"/>
                  <a:pt x="234" y="485"/>
                  <a:pt x="231" y="488"/>
                </a:cubicBezTo>
                <a:lnTo>
                  <a:pt x="219" y="488"/>
                </a:lnTo>
                <a:cubicBezTo>
                  <a:pt x="199" y="487"/>
                  <a:pt x="163" y="486"/>
                  <a:pt x="111" y="486"/>
                </a:cubicBezTo>
                <a:cubicBezTo>
                  <a:pt x="79" y="486"/>
                  <a:pt x="55" y="486"/>
                  <a:pt x="39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5" name=""/>
          <p:cNvSpPr/>
          <p:nvPr/>
        </p:nvSpPr>
        <p:spPr>
          <a:xfrm>
            <a:off x="6347880" y="4071240"/>
            <a:ext cx="61560" cy="257760"/>
          </a:xfrm>
          <a:custGeom>
            <a:avLst/>
            <a:gdLst/>
            <a:ahLst/>
            <a:rect l="0" t="0" r="r" b="b"/>
            <a:pathLst>
              <a:path w="171" h="716">
                <a:moveTo>
                  <a:pt x="3" y="1"/>
                </a:moveTo>
                <a:lnTo>
                  <a:pt x="6" y="0"/>
                </a:lnTo>
                <a:cubicBezTo>
                  <a:pt x="8" y="0"/>
                  <a:pt x="11" y="0"/>
                  <a:pt x="13" y="0"/>
                </a:cubicBezTo>
                <a:lnTo>
                  <a:pt x="22" y="0"/>
                </a:lnTo>
                <a:lnTo>
                  <a:pt x="42" y="18"/>
                </a:lnTo>
                <a:cubicBezTo>
                  <a:pt x="87" y="58"/>
                  <a:pt x="119" y="109"/>
                  <a:pt x="141" y="169"/>
                </a:cubicBezTo>
                <a:cubicBezTo>
                  <a:pt x="161" y="230"/>
                  <a:pt x="171" y="293"/>
                  <a:pt x="171" y="358"/>
                </a:cubicBezTo>
                <a:cubicBezTo>
                  <a:pt x="171" y="390"/>
                  <a:pt x="169" y="422"/>
                  <a:pt x="164" y="452"/>
                </a:cubicBezTo>
                <a:cubicBezTo>
                  <a:pt x="160" y="482"/>
                  <a:pt x="154" y="508"/>
                  <a:pt x="148" y="529"/>
                </a:cubicBezTo>
                <a:cubicBezTo>
                  <a:pt x="142" y="550"/>
                  <a:pt x="133" y="571"/>
                  <a:pt x="120" y="592"/>
                </a:cubicBezTo>
                <a:cubicBezTo>
                  <a:pt x="109" y="613"/>
                  <a:pt x="100" y="629"/>
                  <a:pt x="93" y="640"/>
                </a:cubicBezTo>
                <a:cubicBezTo>
                  <a:pt x="87" y="651"/>
                  <a:pt x="77" y="663"/>
                  <a:pt x="64" y="676"/>
                </a:cubicBezTo>
                <a:cubicBezTo>
                  <a:pt x="51" y="690"/>
                  <a:pt x="43" y="698"/>
                  <a:pt x="41" y="700"/>
                </a:cubicBezTo>
                <a:cubicBezTo>
                  <a:pt x="39" y="702"/>
                  <a:pt x="33" y="707"/>
                  <a:pt x="25" y="714"/>
                </a:cubicBezTo>
                <a:cubicBezTo>
                  <a:pt x="23" y="715"/>
                  <a:pt x="22" y="716"/>
                  <a:pt x="22" y="716"/>
                </a:cubicBezTo>
                <a:lnTo>
                  <a:pt x="13" y="716"/>
                </a:lnTo>
                <a:cubicBezTo>
                  <a:pt x="9" y="716"/>
                  <a:pt x="7" y="716"/>
                  <a:pt x="5" y="716"/>
                </a:cubicBezTo>
                <a:cubicBezTo>
                  <a:pt x="4" y="716"/>
                  <a:pt x="3" y="716"/>
                  <a:pt x="2" y="714"/>
                </a:cubicBezTo>
                <a:cubicBezTo>
                  <a:pt x="1" y="713"/>
                  <a:pt x="0" y="711"/>
                  <a:pt x="0" y="708"/>
                </a:cubicBezTo>
                <a:cubicBezTo>
                  <a:pt x="0" y="707"/>
                  <a:pt x="3" y="704"/>
                  <a:pt x="7" y="699"/>
                </a:cubicBezTo>
                <a:cubicBezTo>
                  <a:pt x="81" y="622"/>
                  <a:pt x="118" y="509"/>
                  <a:pt x="118" y="358"/>
                </a:cubicBezTo>
                <a:cubicBezTo>
                  <a:pt x="118" y="208"/>
                  <a:pt x="81" y="95"/>
                  <a:pt x="7" y="18"/>
                </a:cubicBezTo>
                <a:cubicBezTo>
                  <a:pt x="3" y="13"/>
                  <a:pt x="0" y="9"/>
                  <a:pt x="0" y="9"/>
                </a:cubicBezTo>
                <a:cubicBezTo>
                  <a:pt x="0" y="5"/>
                  <a:pt x="1" y="3"/>
                  <a:pt x="3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6" name=""/>
          <p:cNvSpPr/>
          <p:nvPr/>
        </p:nvSpPr>
        <p:spPr>
          <a:xfrm>
            <a:off x="6519600" y="4132800"/>
            <a:ext cx="228960" cy="135000"/>
          </a:xfrm>
          <a:custGeom>
            <a:avLst/>
            <a:gdLst/>
            <a:ahLst/>
            <a:rect l="0" t="0" r="r" b="b"/>
            <a:pathLst>
              <a:path w="636" h="375">
                <a:moveTo>
                  <a:pt x="10" y="173"/>
                </a:moveTo>
                <a:lnTo>
                  <a:pt x="557" y="173"/>
                </a:lnTo>
                <a:cubicBezTo>
                  <a:pt x="502" y="131"/>
                  <a:pt x="468" y="78"/>
                  <a:pt x="455" y="13"/>
                </a:cubicBezTo>
                <a:lnTo>
                  <a:pt x="455" y="11"/>
                </a:lnTo>
                <a:cubicBezTo>
                  <a:pt x="455" y="10"/>
                  <a:pt x="455" y="9"/>
                  <a:pt x="454" y="9"/>
                </a:cubicBezTo>
                <a:cubicBezTo>
                  <a:pt x="454" y="3"/>
                  <a:pt x="458" y="0"/>
                  <a:pt x="466" y="0"/>
                </a:cubicBezTo>
                <a:lnTo>
                  <a:pt x="468" y="0"/>
                </a:lnTo>
                <a:cubicBezTo>
                  <a:pt x="473" y="0"/>
                  <a:pt x="476" y="1"/>
                  <a:pt x="477" y="1"/>
                </a:cubicBezTo>
                <a:cubicBezTo>
                  <a:pt x="478" y="1"/>
                  <a:pt x="480" y="2"/>
                  <a:pt x="481" y="4"/>
                </a:cubicBezTo>
                <a:cubicBezTo>
                  <a:pt x="483" y="5"/>
                  <a:pt x="483" y="7"/>
                  <a:pt x="483" y="10"/>
                </a:cubicBezTo>
                <a:cubicBezTo>
                  <a:pt x="483" y="13"/>
                  <a:pt x="484" y="17"/>
                  <a:pt x="486" y="22"/>
                </a:cubicBezTo>
                <a:cubicBezTo>
                  <a:pt x="487" y="26"/>
                  <a:pt x="489" y="32"/>
                  <a:pt x="491" y="40"/>
                </a:cubicBezTo>
                <a:cubicBezTo>
                  <a:pt x="502" y="72"/>
                  <a:pt x="519" y="100"/>
                  <a:pt x="543" y="125"/>
                </a:cubicBezTo>
                <a:cubicBezTo>
                  <a:pt x="568" y="151"/>
                  <a:pt x="597" y="169"/>
                  <a:pt x="630" y="179"/>
                </a:cubicBezTo>
                <a:cubicBezTo>
                  <a:pt x="634" y="180"/>
                  <a:pt x="636" y="183"/>
                  <a:pt x="636" y="187"/>
                </a:cubicBezTo>
                <a:cubicBezTo>
                  <a:pt x="636" y="190"/>
                  <a:pt x="635" y="192"/>
                  <a:pt x="632" y="193"/>
                </a:cubicBezTo>
                <a:cubicBezTo>
                  <a:pt x="630" y="195"/>
                  <a:pt x="624" y="197"/>
                  <a:pt x="615" y="200"/>
                </a:cubicBezTo>
                <a:cubicBezTo>
                  <a:pt x="606" y="204"/>
                  <a:pt x="597" y="208"/>
                  <a:pt x="587" y="214"/>
                </a:cubicBezTo>
                <a:cubicBezTo>
                  <a:pt x="568" y="226"/>
                  <a:pt x="551" y="241"/>
                  <a:pt x="536" y="257"/>
                </a:cubicBezTo>
                <a:cubicBezTo>
                  <a:pt x="522" y="274"/>
                  <a:pt x="511" y="290"/>
                  <a:pt x="504" y="306"/>
                </a:cubicBezTo>
                <a:cubicBezTo>
                  <a:pt x="497" y="322"/>
                  <a:pt x="492" y="334"/>
                  <a:pt x="489" y="342"/>
                </a:cubicBezTo>
                <a:cubicBezTo>
                  <a:pt x="486" y="350"/>
                  <a:pt x="484" y="357"/>
                  <a:pt x="483" y="364"/>
                </a:cubicBezTo>
                <a:cubicBezTo>
                  <a:pt x="482" y="369"/>
                  <a:pt x="481" y="371"/>
                  <a:pt x="480" y="372"/>
                </a:cubicBezTo>
                <a:cubicBezTo>
                  <a:pt x="478" y="373"/>
                  <a:pt x="475" y="374"/>
                  <a:pt x="468" y="375"/>
                </a:cubicBezTo>
                <a:cubicBezTo>
                  <a:pt x="459" y="375"/>
                  <a:pt x="454" y="372"/>
                  <a:pt x="454" y="367"/>
                </a:cubicBezTo>
                <a:cubicBezTo>
                  <a:pt x="454" y="363"/>
                  <a:pt x="455" y="357"/>
                  <a:pt x="458" y="349"/>
                </a:cubicBezTo>
                <a:cubicBezTo>
                  <a:pt x="473" y="289"/>
                  <a:pt x="506" y="239"/>
                  <a:pt x="557" y="201"/>
                </a:cubicBezTo>
                <a:lnTo>
                  <a:pt x="10" y="201"/>
                </a:lnTo>
                <a:cubicBezTo>
                  <a:pt x="3" y="198"/>
                  <a:pt x="0" y="193"/>
                  <a:pt x="0" y="187"/>
                </a:cubicBezTo>
                <a:cubicBezTo>
                  <a:pt x="0" y="181"/>
                  <a:pt x="3" y="176"/>
                  <a:pt x="10" y="1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7" name=""/>
          <p:cNvSpPr/>
          <p:nvPr/>
        </p:nvSpPr>
        <p:spPr>
          <a:xfrm>
            <a:off x="6567480" y="3969000"/>
            <a:ext cx="89280" cy="128520"/>
          </a:xfrm>
          <a:custGeom>
            <a:avLst/>
            <a:gdLst/>
            <a:ahLst/>
            <a:rect l="0" t="0" r="r" b="b"/>
            <a:pathLst>
              <a:path w="248" h="357">
                <a:moveTo>
                  <a:pt x="169" y="5"/>
                </a:moveTo>
                <a:cubicBezTo>
                  <a:pt x="169" y="5"/>
                  <a:pt x="181" y="4"/>
                  <a:pt x="205" y="3"/>
                </a:cubicBezTo>
                <a:cubicBezTo>
                  <a:pt x="229" y="1"/>
                  <a:pt x="242" y="0"/>
                  <a:pt x="242" y="0"/>
                </a:cubicBezTo>
                <a:cubicBezTo>
                  <a:pt x="246" y="0"/>
                  <a:pt x="248" y="1"/>
                  <a:pt x="248" y="4"/>
                </a:cubicBezTo>
                <a:cubicBezTo>
                  <a:pt x="248" y="6"/>
                  <a:pt x="236" y="57"/>
                  <a:pt x="211" y="156"/>
                </a:cubicBezTo>
                <a:cubicBezTo>
                  <a:pt x="187" y="257"/>
                  <a:pt x="174" y="308"/>
                  <a:pt x="174" y="310"/>
                </a:cubicBezTo>
                <a:cubicBezTo>
                  <a:pt x="173" y="312"/>
                  <a:pt x="173" y="314"/>
                  <a:pt x="173" y="317"/>
                </a:cubicBezTo>
                <a:cubicBezTo>
                  <a:pt x="173" y="331"/>
                  <a:pt x="178" y="338"/>
                  <a:pt x="187" y="338"/>
                </a:cubicBezTo>
                <a:cubicBezTo>
                  <a:pt x="190" y="338"/>
                  <a:pt x="194" y="337"/>
                  <a:pt x="197" y="334"/>
                </a:cubicBezTo>
                <a:cubicBezTo>
                  <a:pt x="204" y="327"/>
                  <a:pt x="211" y="311"/>
                  <a:pt x="218" y="285"/>
                </a:cubicBezTo>
                <a:cubicBezTo>
                  <a:pt x="220" y="279"/>
                  <a:pt x="222" y="275"/>
                  <a:pt x="223" y="275"/>
                </a:cubicBezTo>
                <a:cubicBezTo>
                  <a:pt x="224" y="274"/>
                  <a:pt x="225" y="274"/>
                  <a:pt x="228" y="274"/>
                </a:cubicBezTo>
                <a:lnTo>
                  <a:pt x="230" y="274"/>
                </a:lnTo>
                <a:lnTo>
                  <a:pt x="232" y="274"/>
                </a:lnTo>
                <a:cubicBezTo>
                  <a:pt x="237" y="274"/>
                  <a:pt x="240" y="276"/>
                  <a:pt x="240" y="278"/>
                </a:cubicBezTo>
                <a:cubicBezTo>
                  <a:pt x="240" y="280"/>
                  <a:pt x="239" y="283"/>
                  <a:pt x="238" y="286"/>
                </a:cubicBezTo>
                <a:cubicBezTo>
                  <a:pt x="234" y="303"/>
                  <a:pt x="229" y="317"/>
                  <a:pt x="223" y="327"/>
                </a:cubicBezTo>
                <a:cubicBezTo>
                  <a:pt x="217" y="338"/>
                  <a:pt x="213" y="345"/>
                  <a:pt x="209" y="348"/>
                </a:cubicBezTo>
                <a:cubicBezTo>
                  <a:pt x="205" y="351"/>
                  <a:pt x="201" y="353"/>
                  <a:pt x="195" y="356"/>
                </a:cubicBezTo>
                <a:cubicBezTo>
                  <a:pt x="192" y="356"/>
                  <a:pt x="188" y="357"/>
                  <a:pt x="183" y="357"/>
                </a:cubicBezTo>
                <a:cubicBezTo>
                  <a:pt x="171" y="357"/>
                  <a:pt x="162" y="354"/>
                  <a:pt x="153" y="349"/>
                </a:cubicBezTo>
                <a:cubicBezTo>
                  <a:pt x="145" y="344"/>
                  <a:pt x="140" y="339"/>
                  <a:pt x="138" y="333"/>
                </a:cubicBezTo>
                <a:lnTo>
                  <a:pt x="135" y="326"/>
                </a:lnTo>
                <a:cubicBezTo>
                  <a:pt x="134" y="325"/>
                  <a:pt x="134" y="326"/>
                  <a:pt x="133" y="326"/>
                </a:cubicBezTo>
                <a:cubicBezTo>
                  <a:pt x="132" y="327"/>
                  <a:pt x="131" y="328"/>
                  <a:pt x="131" y="328"/>
                </a:cubicBezTo>
                <a:cubicBezTo>
                  <a:pt x="111" y="347"/>
                  <a:pt x="91" y="357"/>
                  <a:pt x="70" y="357"/>
                </a:cubicBezTo>
                <a:cubicBezTo>
                  <a:pt x="51" y="357"/>
                  <a:pt x="35" y="350"/>
                  <a:pt x="21" y="336"/>
                </a:cubicBezTo>
                <a:cubicBezTo>
                  <a:pt x="7" y="323"/>
                  <a:pt x="0" y="302"/>
                  <a:pt x="0" y="272"/>
                </a:cubicBezTo>
                <a:cubicBezTo>
                  <a:pt x="0" y="256"/>
                  <a:pt x="3" y="240"/>
                  <a:pt x="10" y="223"/>
                </a:cubicBezTo>
                <a:cubicBezTo>
                  <a:pt x="17" y="206"/>
                  <a:pt x="25" y="191"/>
                  <a:pt x="34" y="179"/>
                </a:cubicBezTo>
                <a:cubicBezTo>
                  <a:pt x="50" y="160"/>
                  <a:pt x="66" y="146"/>
                  <a:pt x="82" y="138"/>
                </a:cubicBezTo>
                <a:cubicBezTo>
                  <a:pt x="97" y="131"/>
                  <a:pt x="112" y="127"/>
                  <a:pt x="125" y="127"/>
                </a:cubicBezTo>
                <a:cubicBezTo>
                  <a:pt x="143" y="127"/>
                  <a:pt x="158" y="134"/>
                  <a:pt x="168" y="148"/>
                </a:cubicBezTo>
                <a:cubicBezTo>
                  <a:pt x="170" y="150"/>
                  <a:pt x="171" y="151"/>
                  <a:pt x="171" y="150"/>
                </a:cubicBezTo>
                <a:cubicBezTo>
                  <a:pt x="171" y="149"/>
                  <a:pt x="175" y="131"/>
                  <a:pt x="184" y="95"/>
                </a:cubicBezTo>
                <a:cubicBezTo>
                  <a:pt x="193" y="60"/>
                  <a:pt x="198" y="41"/>
                  <a:pt x="198" y="39"/>
                </a:cubicBezTo>
                <a:cubicBezTo>
                  <a:pt x="198" y="35"/>
                  <a:pt x="197" y="32"/>
                  <a:pt x="195" y="31"/>
                </a:cubicBezTo>
                <a:cubicBezTo>
                  <a:pt x="192" y="30"/>
                  <a:pt x="186" y="29"/>
                  <a:pt x="175" y="29"/>
                </a:cubicBezTo>
                <a:lnTo>
                  <a:pt x="164" y="29"/>
                </a:lnTo>
                <a:cubicBezTo>
                  <a:pt x="162" y="27"/>
                  <a:pt x="161" y="25"/>
                  <a:pt x="161" y="25"/>
                </a:cubicBezTo>
                <a:cubicBezTo>
                  <a:pt x="161" y="24"/>
                  <a:pt x="162" y="21"/>
                  <a:pt x="162" y="15"/>
                </a:cubicBezTo>
                <a:cubicBezTo>
                  <a:pt x="164" y="9"/>
                  <a:pt x="166" y="5"/>
                  <a:pt x="169" y="5"/>
                </a:cubicBezTo>
                <a:moveTo>
                  <a:pt x="162" y="187"/>
                </a:moveTo>
                <a:cubicBezTo>
                  <a:pt x="153" y="160"/>
                  <a:pt x="141" y="146"/>
                  <a:pt x="123" y="146"/>
                </a:cubicBezTo>
                <a:cubicBezTo>
                  <a:pt x="111" y="146"/>
                  <a:pt x="100" y="151"/>
                  <a:pt x="89" y="163"/>
                </a:cubicBezTo>
                <a:cubicBezTo>
                  <a:pt x="78" y="173"/>
                  <a:pt x="70" y="187"/>
                  <a:pt x="64" y="203"/>
                </a:cubicBezTo>
                <a:cubicBezTo>
                  <a:pt x="54" y="230"/>
                  <a:pt x="47" y="258"/>
                  <a:pt x="43" y="286"/>
                </a:cubicBezTo>
                <a:cubicBezTo>
                  <a:pt x="43" y="287"/>
                  <a:pt x="43" y="289"/>
                  <a:pt x="43" y="292"/>
                </a:cubicBezTo>
                <a:cubicBezTo>
                  <a:pt x="43" y="295"/>
                  <a:pt x="43" y="297"/>
                  <a:pt x="43" y="298"/>
                </a:cubicBezTo>
                <a:cubicBezTo>
                  <a:pt x="43" y="313"/>
                  <a:pt x="46" y="324"/>
                  <a:pt x="52" y="329"/>
                </a:cubicBezTo>
                <a:cubicBezTo>
                  <a:pt x="58" y="335"/>
                  <a:pt x="65" y="338"/>
                  <a:pt x="73" y="338"/>
                </a:cubicBezTo>
                <a:cubicBezTo>
                  <a:pt x="92" y="338"/>
                  <a:pt x="110" y="326"/>
                  <a:pt x="130" y="302"/>
                </a:cubicBezTo>
                <a:lnTo>
                  <a:pt x="134" y="297"/>
                </a:lnTo>
                <a:lnTo>
                  <a:pt x="162" y="18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8" name=""/>
          <p:cNvSpPr/>
          <p:nvPr/>
        </p:nvSpPr>
        <p:spPr>
          <a:xfrm>
            <a:off x="6848280" y="4057200"/>
            <a:ext cx="143280" cy="286200"/>
          </a:xfrm>
          <a:custGeom>
            <a:avLst/>
            <a:gdLst/>
            <a:ahLst/>
            <a:rect l="0" t="0" r="r" b="b"/>
            <a:pathLst>
              <a:path w="398" h="795">
                <a:moveTo>
                  <a:pt x="41" y="751"/>
                </a:moveTo>
                <a:cubicBezTo>
                  <a:pt x="41" y="752"/>
                  <a:pt x="43" y="753"/>
                  <a:pt x="46" y="756"/>
                </a:cubicBezTo>
                <a:cubicBezTo>
                  <a:pt x="49" y="758"/>
                  <a:pt x="53" y="761"/>
                  <a:pt x="60" y="764"/>
                </a:cubicBezTo>
                <a:cubicBezTo>
                  <a:pt x="67" y="768"/>
                  <a:pt x="73" y="769"/>
                  <a:pt x="80" y="769"/>
                </a:cubicBezTo>
                <a:cubicBezTo>
                  <a:pt x="89" y="769"/>
                  <a:pt x="97" y="766"/>
                  <a:pt x="103" y="762"/>
                </a:cubicBezTo>
                <a:cubicBezTo>
                  <a:pt x="113" y="756"/>
                  <a:pt x="121" y="746"/>
                  <a:pt x="126" y="732"/>
                </a:cubicBezTo>
                <a:cubicBezTo>
                  <a:pt x="132" y="718"/>
                  <a:pt x="137" y="698"/>
                  <a:pt x="140" y="671"/>
                </a:cubicBezTo>
                <a:cubicBezTo>
                  <a:pt x="143" y="645"/>
                  <a:pt x="146" y="617"/>
                  <a:pt x="148" y="587"/>
                </a:cubicBezTo>
                <a:cubicBezTo>
                  <a:pt x="150" y="557"/>
                  <a:pt x="153" y="517"/>
                  <a:pt x="158" y="465"/>
                </a:cubicBezTo>
                <a:cubicBezTo>
                  <a:pt x="163" y="414"/>
                  <a:pt x="168" y="363"/>
                  <a:pt x="173" y="314"/>
                </a:cubicBezTo>
                <a:cubicBezTo>
                  <a:pt x="174" y="303"/>
                  <a:pt x="176" y="286"/>
                  <a:pt x="179" y="263"/>
                </a:cubicBezTo>
                <a:cubicBezTo>
                  <a:pt x="181" y="239"/>
                  <a:pt x="184" y="222"/>
                  <a:pt x="186" y="209"/>
                </a:cubicBezTo>
                <a:cubicBezTo>
                  <a:pt x="188" y="197"/>
                  <a:pt x="191" y="181"/>
                  <a:pt x="194" y="161"/>
                </a:cubicBezTo>
                <a:cubicBezTo>
                  <a:pt x="197" y="141"/>
                  <a:pt x="201" y="125"/>
                  <a:pt x="205" y="113"/>
                </a:cubicBezTo>
                <a:cubicBezTo>
                  <a:pt x="209" y="101"/>
                  <a:pt x="214" y="87"/>
                  <a:pt x="220" y="73"/>
                </a:cubicBezTo>
                <a:cubicBezTo>
                  <a:pt x="226" y="58"/>
                  <a:pt x="233" y="46"/>
                  <a:pt x="240" y="38"/>
                </a:cubicBezTo>
                <a:cubicBezTo>
                  <a:pt x="248" y="30"/>
                  <a:pt x="257" y="22"/>
                  <a:pt x="268" y="15"/>
                </a:cubicBezTo>
                <a:cubicBezTo>
                  <a:pt x="278" y="7"/>
                  <a:pt x="290" y="2"/>
                  <a:pt x="304" y="0"/>
                </a:cubicBezTo>
                <a:cubicBezTo>
                  <a:pt x="305" y="0"/>
                  <a:pt x="307" y="0"/>
                  <a:pt x="311" y="0"/>
                </a:cubicBezTo>
                <a:cubicBezTo>
                  <a:pt x="314" y="0"/>
                  <a:pt x="317" y="0"/>
                  <a:pt x="320" y="0"/>
                </a:cubicBezTo>
                <a:cubicBezTo>
                  <a:pt x="344" y="1"/>
                  <a:pt x="363" y="10"/>
                  <a:pt x="377" y="25"/>
                </a:cubicBezTo>
                <a:cubicBezTo>
                  <a:pt x="391" y="41"/>
                  <a:pt x="398" y="59"/>
                  <a:pt x="398" y="78"/>
                </a:cubicBezTo>
                <a:cubicBezTo>
                  <a:pt x="398" y="91"/>
                  <a:pt x="394" y="100"/>
                  <a:pt x="386" y="106"/>
                </a:cubicBezTo>
                <a:cubicBezTo>
                  <a:pt x="379" y="111"/>
                  <a:pt x="371" y="114"/>
                  <a:pt x="363" y="114"/>
                </a:cubicBezTo>
                <a:cubicBezTo>
                  <a:pt x="354" y="114"/>
                  <a:pt x="346" y="111"/>
                  <a:pt x="338" y="105"/>
                </a:cubicBezTo>
                <a:cubicBezTo>
                  <a:pt x="331" y="99"/>
                  <a:pt x="328" y="90"/>
                  <a:pt x="328" y="79"/>
                </a:cubicBezTo>
                <a:cubicBezTo>
                  <a:pt x="328" y="74"/>
                  <a:pt x="329" y="69"/>
                  <a:pt x="331" y="65"/>
                </a:cubicBezTo>
                <a:cubicBezTo>
                  <a:pt x="332" y="60"/>
                  <a:pt x="335" y="57"/>
                  <a:pt x="338" y="54"/>
                </a:cubicBezTo>
                <a:cubicBezTo>
                  <a:pt x="341" y="51"/>
                  <a:pt x="343" y="49"/>
                  <a:pt x="346" y="48"/>
                </a:cubicBezTo>
                <a:cubicBezTo>
                  <a:pt x="349" y="47"/>
                  <a:pt x="352" y="46"/>
                  <a:pt x="353" y="45"/>
                </a:cubicBezTo>
                <a:lnTo>
                  <a:pt x="356" y="44"/>
                </a:lnTo>
                <a:cubicBezTo>
                  <a:pt x="356" y="43"/>
                  <a:pt x="355" y="41"/>
                  <a:pt x="351" y="38"/>
                </a:cubicBezTo>
                <a:cubicBezTo>
                  <a:pt x="348" y="35"/>
                  <a:pt x="343" y="33"/>
                  <a:pt x="337" y="30"/>
                </a:cubicBezTo>
                <a:cubicBezTo>
                  <a:pt x="331" y="28"/>
                  <a:pt x="324" y="27"/>
                  <a:pt x="318" y="26"/>
                </a:cubicBezTo>
                <a:cubicBezTo>
                  <a:pt x="307" y="26"/>
                  <a:pt x="298" y="29"/>
                  <a:pt x="291" y="35"/>
                </a:cubicBezTo>
                <a:cubicBezTo>
                  <a:pt x="283" y="40"/>
                  <a:pt x="277" y="50"/>
                  <a:pt x="272" y="63"/>
                </a:cubicBezTo>
                <a:cubicBezTo>
                  <a:pt x="267" y="77"/>
                  <a:pt x="263" y="92"/>
                  <a:pt x="260" y="109"/>
                </a:cubicBezTo>
                <a:cubicBezTo>
                  <a:pt x="258" y="126"/>
                  <a:pt x="255" y="148"/>
                  <a:pt x="253" y="176"/>
                </a:cubicBezTo>
                <a:cubicBezTo>
                  <a:pt x="250" y="203"/>
                  <a:pt x="248" y="230"/>
                  <a:pt x="246" y="259"/>
                </a:cubicBezTo>
                <a:cubicBezTo>
                  <a:pt x="245" y="286"/>
                  <a:pt x="242" y="321"/>
                  <a:pt x="238" y="362"/>
                </a:cubicBezTo>
                <a:cubicBezTo>
                  <a:pt x="234" y="403"/>
                  <a:pt x="230" y="443"/>
                  <a:pt x="225" y="481"/>
                </a:cubicBezTo>
                <a:cubicBezTo>
                  <a:pt x="216" y="563"/>
                  <a:pt x="208" y="619"/>
                  <a:pt x="203" y="649"/>
                </a:cubicBezTo>
                <a:cubicBezTo>
                  <a:pt x="197" y="680"/>
                  <a:pt x="189" y="705"/>
                  <a:pt x="177" y="724"/>
                </a:cubicBezTo>
                <a:cubicBezTo>
                  <a:pt x="155" y="771"/>
                  <a:pt x="123" y="795"/>
                  <a:pt x="81" y="795"/>
                </a:cubicBezTo>
                <a:cubicBezTo>
                  <a:pt x="58" y="795"/>
                  <a:pt x="38" y="787"/>
                  <a:pt x="23" y="771"/>
                </a:cubicBezTo>
                <a:cubicBezTo>
                  <a:pt x="8" y="755"/>
                  <a:pt x="0" y="736"/>
                  <a:pt x="0" y="716"/>
                </a:cubicBezTo>
                <a:cubicBezTo>
                  <a:pt x="0" y="704"/>
                  <a:pt x="4" y="695"/>
                  <a:pt x="11" y="689"/>
                </a:cubicBezTo>
                <a:cubicBezTo>
                  <a:pt x="19" y="684"/>
                  <a:pt x="27" y="681"/>
                  <a:pt x="35" y="681"/>
                </a:cubicBezTo>
                <a:cubicBezTo>
                  <a:pt x="44" y="681"/>
                  <a:pt x="52" y="684"/>
                  <a:pt x="59" y="690"/>
                </a:cubicBezTo>
                <a:cubicBezTo>
                  <a:pt x="66" y="696"/>
                  <a:pt x="70" y="705"/>
                  <a:pt x="70" y="716"/>
                </a:cubicBezTo>
                <a:cubicBezTo>
                  <a:pt x="70" y="721"/>
                  <a:pt x="69" y="726"/>
                  <a:pt x="67" y="730"/>
                </a:cubicBezTo>
                <a:cubicBezTo>
                  <a:pt x="65" y="734"/>
                  <a:pt x="63" y="738"/>
                  <a:pt x="60" y="741"/>
                </a:cubicBezTo>
                <a:cubicBezTo>
                  <a:pt x="57" y="744"/>
                  <a:pt x="54" y="746"/>
                  <a:pt x="51" y="746"/>
                </a:cubicBezTo>
                <a:cubicBezTo>
                  <a:pt x="49" y="747"/>
                  <a:pt x="46" y="748"/>
                  <a:pt x="44" y="749"/>
                </a:cubicBezTo>
                <a:lnTo>
                  <a:pt x="41" y="7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9" name=""/>
          <p:cNvSpPr/>
          <p:nvPr/>
        </p:nvSpPr>
        <p:spPr>
          <a:xfrm>
            <a:off x="7064640" y="4071600"/>
            <a:ext cx="10800" cy="257400"/>
          </a:xfrm>
          <a:custGeom>
            <a:avLst/>
            <a:gdLst/>
            <a:ahLst/>
            <a:rect l="0" t="0" r="r" b="b"/>
            <a:pathLst>
              <a:path w="30" h="715">
                <a:moveTo>
                  <a:pt x="14" y="715"/>
                </a:moveTo>
                <a:lnTo>
                  <a:pt x="13" y="715"/>
                </a:lnTo>
                <a:cubicBezTo>
                  <a:pt x="7" y="715"/>
                  <a:pt x="3" y="712"/>
                  <a:pt x="0" y="705"/>
                </a:cubicBezTo>
                <a:lnTo>
                  <a:pt x="0" y="357"/>
                </a:lnTo>
                <a:lnTo>
                  <a:pt x="1" y="9"/>
                </a:lnTo>
                <a:cubicBezTo>
                  <a:pt x="6" y="3"/>
                  <a:pt x="10" y="0"/>
                  <a:pt x="14" y="0"/>
                </a:cubicBezTo>
                <a:cubicBezTo>
                  <a:pt x="22" y="0"/>
                  <a:pt x="26" y="3"/>
                  <a:pt x="30" y="10"/>
                </a:cubicBezTo>
                <a:lnTo>
                  <a:pt x="30" y="705"/>
                </a:lnTo>
                <a:cubicBezTo>
                  <a:pt x="26" y="712"/>
                  <a:pt x="22" y="715"/>
                  <a:pt x="16" y="715"/>
                </a:cubicBezTo>
                <a:lnTo>
                  <a:pt x="14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0" name=""/>
          <p:cNvSpPr/>
          <p:nvPr/>
        </p:nvSpPr>
        <p:spPr>
          <a:xfrm>
            <a:off x="7114680" y="4088520"/>
            <a:ext cx="185760" cy="176400"/>
          </a:xfrm>
          <a:custGeom>
            <a:avLst/>
            <a:gdLst/>
            <a:ahLst/>
            <a:rect l="0" t="0" r="r" b="b"/>
            <a:pathLst>
              <a:path w="516" h="490">
                <a:moveTo>
                  <a:pt x="141" y="33"/>
                </a:moveTo>
                <a:cubicBezTo>
                  <a:pt x="128" y="33"/>
                  <a:pt x="120" y="33"/>
                  <a:pt x="118" y="32"/>
                </a:cubicBezTo>
                <a:cubicBezTo>
                  <a:pt x="116" y="32"/>
                  <a:pt x="114" y="29"/>
                  <a:pt x="114" y="25"/>
                </a:cubicBezTo>
                <a:cubicBezTo>
                  <a:pt x="114" y="12"/>
                  <a:pt x="117" y="4"/>
                  <a:pt x="122" y="1"/>
                </a:cubicBezTo>
                <a:cubicBezTo>
                  <a:pt x="123" y="1"/>
                  <a:pt x="154" y="0"/>
                  <a:pt x="215" y="0"/>
                </a:cubicBezTo>
                <a:cubicBezTo>
                  <a:pt x="339" y="0"/>
                  <a:pt x="404" y="1"/>
                  <a:pt x="410" y="2"/>
                </a:cubicBezTo>
                <a:cubicBezTo>
                  <a:pt x="440" y="6"/>
                  <a:pt x="466" y="17"/>
                  <a:pt x="486" y="34"/>
                </a:cubicBezTo>
                <a:cubicBezTo>
                  <a:pt x="506" y="51"/>
                  <a:pt x="516" y="73"/>
                  <a:pt x="516" y="100"/>
                </a:cubicBezTo>
                <a:cubicBezTo>
                  <a:pt x="516" y="131"/>
                  <a:pt x="502" y="159"/>
                  <a:pt x="475" y="183"/>
                </a:cubicBezTo>
                <a:cubicBezTo>
                  <a:pt x="447" y="207"/>
                  <a:pt x="415" y="224"/>
                  <a:pt x="380" y="232"/>
                </a:cubicBezTo>
                <a:lnTo>
                  <a:pt x="373" y="234"/>
                </a:lnTo>
                <a:cubicBezTo>
                  <a:pt x="403" y="239"/>
                  <a:pt x="428" y="250"/>
                  <a:pt x="448" y="267"/>
                </a:cubicBezTo>
                <a:cubicBezTo>
                  <a:pt x="467" y="285"/>
                  <a:pt x="477" y="307"/>
                  <a:pt x="478" y="333"/>
                </a:cubicBezTo>
                <a:cubicBezTo>
                  <a:pt x="478" y="368"/>
                  <a:pt x="460" y="401"/>
                  <a:pt x="426" y="434"/>
                </a:cubicBezTo>
                <a:cubicBezTo>
                  <a:pt x="392" y="466"/>
                  <a:pt x="350" y="485"/>
                  <a:pt x="300" y="489"/>
                </a:cubicBezTo>
                <a:cubicBezTo>
                  <a:pt x="296" y="489"/>
                  <a:pt x="246" y="490"/>
                  <a:pt x="149" y="490"/>
                </a:cubicBezTo>
                <a:cubicBezTo>
                  <a:pt x="52" y="490"/>
                  <a:pt x="4" y="489"/>
                  <a:pt x="3" y="488"/>
                </a:cubicBezTo>
                <a:cubicBezTo>
                  <a:pt x="1" y="487"/>
                  <a:pt x="0" y="485"/>
                  <a:pt x="0" y="483"/>
                </a:cubicBezTo>
                <a:cubicBezTo>
                  <a:pt x="0" y="479"/>
                  <a:pt x="0" y="476"/>
                  <a:pt x="1" y="472"/>
                </a:cubicBezTo>
                <a:cubicBezTo>
                  <a:pt x="4" y="463"/>
                  <a:pt x="6" y="458"/>
                  <a:pt x="8" y="457"/>
                </a:cubicBezTo>
                <a:cubicBezTo>
                  <a:pt x="10" y="457"/>
                  <a:pt x="14" y="457"/>
                  <a:pt x="19" y="457"/>
                </a:cubicBezTo>
                <a:lnTo>
                  <a:pt x="23" y="457"/>
                </a:lnTo>
                <a:cubicBezTo>
                  <a:pt x="36" y="457"/>
                  <a:pt x="51" y="456"/>
                  <a:pt x="67" y="455"/>
                </a:cubicBezTo>
                <a:cubicBezTo>
                  <a:pt x="74" y="453"/>
                  <a:pt x="78" y="450"/>
                  <a:pt x="81" y="446"/>
                </a:cubicBezTo>
                <a:cubicBezTo>
                  <a:pt x="82" y="444"/>
                  <a:pt x="99" y="378"/>
                  <a:pt x="132" y="247"/>
                </a:cubicBezTo>
                <a:cubicBezTo>
                  <a:pt x="165" y="117"/>
                  <a:pt x="182" y="47"/>
                  <a:pt x="182" y="40"/>
                </a:cubicBezTo>
                <a:cubicBezTo>
                  <a:pt x="182" y="36"/>
                  <a:pt x="168" y="34"/>
                  <a:pt x="141" y="33"/>
                </a:cubicBezTo>
                <a:moveTo>
                  <a:pt x="440" y="100"/>
                </a:moveTo>
                <a:cubicBezTo>
                  <a:pt x="440" y="85"/>
                  <a:pt x="436" y="72"/>
                  <a:pt x="429" y="60"/>
                </a:cubicBezTo>
                <a:cubicBezTo>
                  <a:pt x="422" y="47"/>
                  <a:pt x="410" y="39"/>
                  <a:pt x="394" y="35"/>
                </a:cubicBezTo>
                <a:cubicBezTo>
                  <a:pt x="391" y="34"/>
                  <a:pt x="369" y="34"/>
                  <a:pt x="328" y="33"/>
                </a:cubicBezTo>
                <a:cubicBezTo>
                  <a:pt x="319" y="33"/>
                  <a:pt x="309" y="33"/>
                  <a:pt x="298" y="33"/>
                </a:cubicBezTo>
                <a:cubicBezTo>
                  <a:pt x="288" y="33"/>
                  <a:pt x="279" y="33"/>
                  <a:pt x="273" y="34"/>
                </a:cubicBezTo>
                <a:lnTo>
                  <a:pt x="264" y="34"/>
                </a:lnTo>
                <a:cubicBezTo>
                  <a:pt x="257" y="34"/>
                  <a:pt x="252" y="37"/>
                  <a:pt x="250" y="41"/>
                </a:cubicBezTo>
                <a:cubicBezTo>
                  <a:pt x="249" y="43"/>
                  <a:pt x="242" y="72"/>
                  <a:pt x="227" y="128"/>
                </a:cubicBezTo>
                <a:cubicBezTo>
                  <a:pt x="227" y="129"/>
                  <a:pt x="227" y="131"/>
                  <a:pt x="227" y="132"/>
                </a:cubicBezTo>
                <a:lnTo>
                  <a:pt x="205" y="222"/>
                </a:lnTo>
                <a:lnTo>
                  <a:pt x="262" y="222"/>
                </a:lnTo>
                <a:cubicBezTo>
                  <a:pt x="301" y="222"/>
                  <a:pt x="323" y="222"/>
                  <a:pt x="329" y="221"/>
                </a:cubicBezTo>
                <a:cubicBezTo>
                  <a:pt x="358" y="216"/>
                  <a:pt x="383" y="202"/>
                  <a:pt x="405" y="179"/>
                </a:cubicBezTo>
                <a:cubicBezTo>
                  <a:pt x="428" y="156"/>
                  <a:pt x="439" y="130"/>
                  <a:pt x="440" y="100"/>
                </a:cubicBezTo>
                <a:moveTo>
                  <a:pt x="401" y="326"/>
                </a:moveTo>
                <a:cubicBezTo>
                  <a:pt x="401" y="305"/>
                  <a:pt x="396" y="288"/>
                  <a:pt x="385" y="274"/>
                </a:cubicBezTo>
                <a:cubicBezTo>
                  <a:pt x="374" y="260"/>
                  <a:pt x="359" y="252"/>
                  <a:pt x="342" y="249"/>
                </a:cubicBezTo>
                <a:cubicBezTo>
                  <a:pt x="339" y="249"/>
                  <a:pt x="319" y="249"/>
                  <a:pt x="282" y="249"/>
                </a:cubicBezTo>
                <a:cubicBezTo>
                  <a:pt x="226" y="249"/>
                  <a:pt x="198" y="249"/>
                  <a:pt x="197" y="249"/>
                </a:cubicBezTo>
                <a:cubicBezTo>
                  <a:pt x="197" y="250"/>
                  <a:pt x="193" y="268"/>
                  <a:pt x="185" y="302"/>
                </a:cubicBezTo>
                <a:cubicBezTo>
                  <a:pt x="177" y="335"/>
                  <a:pt x="169" y="369"/>
                  <a:pt x="160" y="402"/>
                </a:cubicBezTo>
                <a:lnTo>
                  <a:pt x="147" y="452"/>
                </a:lnTo>
                <a:cubicBezTo>
                  <a:pt x="147" y="454"/>
                  <a:pt x="150" y="455"/>
                  <a:pt x="156" y="455"/>
                </a:cubicBezTo>
                <a:cubicBezTo>
                  <a:pt x="162" y="455"/>
                  <a:pt x="181" y="456"/>
                  <a:pt x="214" y="457"/>
                </a:cubicBezTo>
                <a:cubicBezTo>
                  <a:pt x="256" y="457"/>
                  <a:pt x="279" y="457"/>
                  <a:pt x="282" y="456"/>
                </a:cubicBezTo>
                <a:cubicBezTo>
                  <a:pt x="312" y="453"/>
                  <a:pt x="339" y="439"/>
                  <a:pt x="364" y="415"/>
                </a:cubicBezTo>
                <a:cubicBezTo>
                  <a:pt x="389" y="390"/>
                  <a:pt x="401" y="361"/>
                  <a:pt x="401" y="32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1" name=""/>
          <p:cNvSpPr/>
          <p:nvPr/>
        </p:nvSpPr>
        <p:spPr>
          <a:xfrm>
            <a:off x="7325280" y="40712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8"/>
                </a:moveTo>
                <a:cubicBezTo>
                  <a:pt x="0" y="325"/>
                  <a:pt x="2" y="294"/>
                  <a:pt x="7" y="264"/>
                </a:cubicBezTo>
                <a:cubicBezTo>
                  <a:pt x="12" y="235"/>
                  <a:pt x="17" y="209"/>
                  <a:pt x="23" y="188"/>
                </a:cubicBezTo>
                <a:cubicBezTo>
                  <a:pt x="29" y="166"/>
                  <a:pt x="38" y="145"/>
                  <a:pt x="50" y="125"/>
                </a:cubicBezTo>
                <a:cubicBezTo>
                  <a:pt x="61" y="104"/>
                  <a:pt x="70" y="88"/>
                  <a:pt x="77" y="77"/>
                </a:cubicBezTo>
                <a:cubicBezTo>
                  <a:pt x="84" y="65"/>
                  <a:pt x="94" y="53"/>
                  <a:pt x="107" y="40"/>
                </a:cubicBezTo>
                <a:cubicBezTo>
                  <a:pt x="120" y="26"/>
                  <a:pt x="128" y="18"/>
                  <a:pt x="130" y="15"/>
                </a:cubicBezTo>
                <a:cubicBezTo>
                  <a:pt x="133" y="13"/>
                  <a:pt x="140" y="8"/>
                  <a:pt x="149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8" y="0"/>
                  <a:pt x="172" y="3"/>
                  <a:pt x="172" y="7"/>
                </a:cubicBezTo>
                <a:cubicBezTo>
                  <a:pt x="172" y="8"/>
                  <a:pt x="167" y="13"/>
                  <a:pt x="159" y="22"/>
                </a:cubicBezTo>
                <a:cubicBezTo>
                  <a:pt x="151" y="30"/>
                  <a:pt x="141" y="43"/>
                  <a:pt x="129" y="60"/>
                </a:cubicBezTo>
                <a:cubicBezTo>
                  <a:pt x="118" y="76"/>
                  <a:pt x="106" y="97"/>
                  <a:pt x="94" y="121"/>
                </a:cubicBezTo>
                <a:cubicBezTo>
                  <a:pt x="82" y="146"/>
                  <a:pt x="72" y="178"/>
                  <a:pt x="64" y="220"/>
                </a:cubicBezTo>
                <a:cubicBezTo>
                  <a:pt x="56" y="261"/>
                  <a:pt x="52" y="307"/>
                  <a:pt x="52" y="358"/>
                </a:cubicBezTo>
                <a:cubicBezTo>
                  <a:pt x="52" y="408"/>
                  <a:pt x="56" y="454"/>
                  <a:pt x="64" y="496"/>
                </a:cubicBezTo>
                <a:cubicBezTo>
                  <a:pt x="72" y="537"/>
                  <a:pt x="82" y="570"/>
                  <a:pt x="93" y="596"/>
                </a:cubicBezTo>
                <a:cubicBezTo>
                  <a:pt x="105" y="621"/>
                  <a:pt x="116" y="641"/>
                  <a:pt x="128" y="657"/>
                </a:cubicBezTo>
                <a:cubicBezTo>
                  <a:pt x="141" y="673"/>
                  <a:pt x="151" y="685"/>
                  <a:pt x="159" y="695"/>
                </a:cubicBezTo>
                <a:cubicBezTo>
                  <a:pt x="167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49" y="716"/>
                </a:lnTo>
                <a:lnTo>
                  <a:pt x="128" y="699"/>
                </a:lnTo>
                <a:cubicBezTo>
                  <a:pt x="84" y="659"/>
                  <a:pt x="51" y="608"/>
                  <a:pt x="30" y="548"/>
                </a:cubicBezTo>
                <a:cubicBezTo>
                  <a:pt x="10" y="486"/>
                  <a:pt x="0" y="423"/>
                  <a:pt x="0" y="3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2" name=""/>
          <p:cNvSpPr/>
          <p:nvPr/>
        </p:nvSpPr>
        <p:spPr>
          <a:xfrm>
            <a:off x="7409160" y="4089240"/>
            <a:ext cx="185040" cy="175680"/>
          </a:xfrm>
          <a:custGeom>
            <a:avLst/>
            <a:gdLst/>
            <a:ahLst/>
            <a:rect l="0" t="0" r="r" b="b"/>
            <a:pathLst>
              <a:path w="514" h="488">
                <a:moveTo>
                  <a:pt x="12" y="487"/>
                </a:moveTo>
                <a:cubicBezTo>
                  <a:pt x="4" y="487"/>
                  <a:pt x="0" y="485"/>
                  <a:pt x="0" y="480"/>
                </a:cubicBezTo>
                <a:cubicBezTo>
                  <a:pt x="0" y="479"/>
                  <a:pt x="0" y="475"/>
                  <a:pt x="2" y="470"/>
                </a:cubicBezTo>
                <a:cubicBezTo>
                  <a:pt x="4" y="462"/>
                  <a:pt x="6" y="458"/>
                  <a:pt x="8" y="457"/>
                </a:cubicBezTo>
                <a:cubicBezTo>
                  <a:pt x="9" y="456"/>
                  <a:pt x="15" y="455"/>
                  <a:pt x="24" y="455"/>
                </a:cubicBezTo>
                <a:cubicBezTo>
                  <a:pt x="37" y="455"/>
                  <a:pt x="51" y="454"/>
                  <a:pt x="67" y="453"/>
                </a:cubicBezTo>
                <a:cubicBezTo>
                  <a:pt x="74" y="451"/>
                  <a:pt x="78" y="448"/>
                  <a:pt x="81" y="444"/>
                </a:cubicBezTo>
                <a:cubicBezTo>
                  <a:pt x="81" y="442"/>
                  <a:pt x="98" y="375"/>
                  <a:pt x="131" y="243"/>
                </a:cubicBezTo>
                <a:cubicBezTo>
                  <a:pt x="164" y="112"/>
                  <a:pt x="181" y="44"/>
                  <a:pt x="181" y="42"/>
                </a:cubicBezTo>
                <a:cubicBezTo>
                  <a:pt x="181" y="39"/>
                  <a:pt x="180" y="37"/>
                  <a:pt x="178" y="37"/>
                </a:cubicBezTo>
                <a:cubicBezTo>
                  <a:pt x="175" y="35"/>
                  <a:pt x="162" y="34"/>
                  <a:pt x="141" y="33"/>
                </a:cubicBezTo>
                <a:lnTo>
                  <a:pt x="118" y="33"/>
                </a:lnTo>
                <a:cubicBezTo>
                  <a:pt x="116" y="30"/>
                  <a:pt x="114" y="29"/>
                  <a:pt x="114" y="28"/>
                </a:cubicBezTo>
                <a:cubicBezTo>
                  <a:pt x="114" y="27"/>
                  <a:pt x="115" y="23"/>
                  <a:pt x="116" y="15"/>
                </a:cubicBezTo>
                <a:cubicBezTo>
                  <a:pt x="117" y="7"/>
                  <a:pt x="120" y="2"/>
                  <a:pt x="123" y="0"/>
                </a:cubicBezTo>
                <a:lnTo>
                  <a:pt x="509" y="0"/>
                </a:lnTo>
                <a:cubicBezTo>
                  <a:pt x="512" y="2"/>
                  <a:pt x="514" y="5"/>
                  <a:pt x="514" y="8"/>
                </a:cubicBezTo>
                <a:cubicBezTo>
                  <a:pt x="514" y="11"/>
                  <a:pt x="511" y="37"/>
                  <a:pt x="505" y="89"/>
                </a:cubicBezTo>
                <a:cubicBezTo>
                  <a:pt x="499" y="140"/>
                  <a:pt x="495" y="167"/>
                  <a:pt x="495" y="168"/>
                </a:cubicBezTo>
                <a:cubicBezTo>
                  <a:pt x="494" y="171"/>
                  <a:pt x="489" y="173"/>
                  <a:pt x="480" y="173"/>
                </a:cubicBezTo>
                <a:lnTo>
                  <a:pt x="472" y="173"/>
                </a:lnTo>
                <a:cubicBezTo>
                  <a:pt x="469" y="171"/>
                  <a:pt x="467" y="168"/>
                  <a:pt x="467" y="164"/>
                </a:cubicBezTo>
                <a:cubicBezTo>
                  <a:pt x="467" y="163"/>
                  <a:pt x="468" y="158"/>
                  <a:pt x="469" y="147"/>
                </a:cubicBezTo>
                <a:cubicBezTo>
                  <a:pt x="470" y="136"/>
                  <a:pt x="471" y="123"/>
                  <a:pt x="471" y="109"/>
                </a:cubicBezTo>
                <a:cubicBezTo>
                  <a:pt x="471" y="94"/>
                  <a:pt x="470" y="83"/>
                  <a:pt x="466" y="74"/>
                </a:cubicBezTo>
                <a:cubicBezTo>
                  <a:pt x="463" y="65"/>
                  <a:pt x="458" y="56"/>
                  <a:pt x="453" y="50"/>
                </a:cubicBezTo>
                <a:cubicBezTo>
                  <a:pt x="447" y="45"/>
                  <a:pt x="438" y="41"/>
                  <a:pt x="426" y="39"/>
                </a:cubicBezTo>
                <a:cubicBezTo>
                  <a:pt x="414" y="37"/>
                  <a:pt x="402" y="35"/>
                  <a:pt x="390" y="34"/>
                </a:cubicBezTo>
                <a:cubicBezTo>
                  <a:pt x="377" y="33"/>
                  <a:pt x="360" y="32"/>
                  <a:pt x="338" y="33"/>
                </a:cubicBezTo>
                <a:lnTo>
                  <a:pt x="322" y="33"/>
                </a:lnTo>
                <a:cubicBezTo>
                  <a:pt x="283" y="34"/>
                  <a:pt x="262" y="35"/>
                  <a:pt x="260" y="35"/>
                </a:cubicBezTo>
                <a:cubicBezTo>
                  <a:pt x="257" y="36"/>
                  <a:pt x="255" y="38"/>
                  <a:pt x="255" y="41"/>
                </a:cubicBezTo>
                <a:cubicBezTo>
                  <a:pt x="254" y="42"/>
                  <a:pt x="246" y="74"/>
                  <a:pt x="230" y="136"/>
                </a:cubicBezTo>
                <a:lnTo>
                  <a:pt x="207" y="228"/>
                </a:lnTo>
                <a:lnTo>
                  <a:pt x="247" y="228"/>
                </a:lnTo>
                <a:cubicBezTo>
                  <a:pt x="248" y="228"/>
                  <a:pt x="254" y="228"/>
                  <a:pt x="263" y="228"/>
                </a:cubicBezTo>
                <a:cubicBezTo>
                  <a:pt x="273" y="228"/>
                  <a:pt x="279" y="228"/>
                  <a:pt x="283" y="227"/>
                </a:cubicBezTo>
                <a:cubicBezTo>
                  <a:pt x="287" y="227"/>
                  <a:pt x="292" y="226"/>
                  <a:pt x="299" y="225"/>
                </a:cubicBezTo>
                <a:cubicBezTo>
                  <a:pt x="306" y="224"/>
                  <a:pt x="311" y="223"/>
                  <a:pt x="316" y="220"/>
                </a:cubicBezTo>
                <a:cubicBezTo>
                  <a:pt x="321" y="218"/>
                  <a:pt x="325" y="215"/>
                  <a:pt x="328" y="212"/>
                </a:cubicBezTo>
                <a:cubicBezTo>
                  <a:pt x="334" y="206"/>
                  <a:pt x="340" y="198"/>
                  <a:pt x="344" y="188"/>
                </a:cubicBezTo>
                <a:cubicBezTo>
                  <a:pt x="348" y="178"/>
                  <a:pt x="351" y="169"/>
                  <a:pt x="353" y="161"/>
                </a:cubicBezTo>
                <a:cubicBezTo>
                  <a:pt x="355" y="153"/>
                  <a:pt x="356" y="148"/>
                  <a:pt x="357" y="148"/>
                </a:cubicBezTo>
                <a:cubicBezTo>
                  <a:pt x="358" y="146"/>
                  <a:pt x="363" y="144"/>
                  <a:pt x="370" y="144"/>
                </a:cubicBezTo>
                <a:lnTo>
                  <a:pt x="379" y="144"/>
                </a:lnTo>
                <a:cubicBezTo>
                  <a:pt x="382" y="147"/>
                  <a:pt x="384" y="149"/>
                  <a:pt x="384" y="152"/>
                </a:cubicBezTo>
                <a:cubicBezTo>
                  <a:pt x="384" y="153"/>
                  <a:pt x="377" y="184"/>
                  <a:pt x="362" y="245"/>
                </a:cubicBezTo>
                <a:cubicBezTo>
                  <a:pt x="347" y="306"/>
                  <a:pt x="339" y="338"/>
                  <a:pt x="337" y="340"/>
                </a:cubicBezTo>
                <a:cubicBezTo>
                  <a:pt x="337" y="343"/>
                  <a:pt x="332" y="345"/>
                  <a:pt x="323" y="345"/>
                </a:cubicBezTo>
                <a:lnTo>
                  <a:pt x="315" y="345"/>
                </a:lnTo>
                <a:cubicBezTo>
                  <a:pt x="311" y="342"/>
                  <a:pt x="310" y="339"/>
                  <a:pt x="310" y="336"/>
                </a:cubicBezTo>
                <a:cubicBezTo>
                  <a:pt x="310" y="335"/>
                  <a:pt x="311" y="329"/>
                  <a:pt x="313" y="320"/>
                </a:cubicBezTo>
                <a:cubicBezTo>
                  <a:pt x="316" y="311"/>
                  <a:pt x="317" y="302"/>
                  <a:pt x="317" y="292"/>
                </a:cubicBezTo>
                <a:cubicBezTo>
                  <a:pt x="317" y="278"/>
                  <a:pt x="312" y="269"/>
                  <a:pt x="302" y="266"/>
                </a:cubicBezTo>
                <a:cubicBezTo>
                  <a:pt x="293" y="263"/>
                  <a:pt x="272" y="261"/>
                  <a:pt x="239" y="261"/>
                </a:cubicBezTo>
                <a:lnTo>
                  <a:pt x="199" y="261"/>
                </a:lnTo>
                <a:lnTo>
                  <a:pt x="176" y="352"/>
                </a:lnTo>
                <a:cubicBezTo>
                  <a:pt x="160" y="411"/>
                  <a:pt x="153" y="442"/>
                  <a:pt x="153" y="445"/>
                </a:cubicBezTo>
                <a:cubicBezTo>
                  <a:pt x="153" y="451"/>
                  <a:pt x="174" y="455"/>
                  <a:pt x="217" y="455"/>
                </a:cubicBezTo>
                <a:lnTo>
                  <a:pt x="235" y="455"/>
                </a:lnTo>
                <a:cubicBezTo>
                  <a:pt x="238" y="458"/>
                  <a:pt x="240" y="459"/>
                  <a:pt x="240" y="460"/>
                </a:cubicBezTo>
                <a:cubicBezTo>
                  <a:pt x="240" y="460"/>
                  <a:pt x="239" y="465"/>
                  <a:pt x="238" y="474"/>
                </a:cubicBezTo>
                <a:cubicBezTo>
                  <a:pt x="236" y="480"/>
                  <a:pt x="234" y="485"/>
                  <a:pt x="231" y="488"/>
                </a:cubicBezTo>
                <a:lnTo>
                  <a:pt x="219" y="488"/>
                </a:lnTo>
                <a:cubicBezTo>
                  <a:pt x="199" y="487"/>
                  <a:pt x="162" y="486"/>
                  <a:pt x="110" y="486"/>
                </a:cubicBezTo>
                <a:cubicBezTo>
                  <a:pt x="79" y="486"/>
                  <a:pt x="55" y="486"/>
                  <a:pt x="39" y="486"/>
                </a:cubicBezTo>
                <a:cubicBezTo>
                  <a:pt x="23" y="486"/>
                  <a:pt x="14" y="486"/>
                  <a:pt x="12" y="4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3" name=""/>
          <p:cNvSpPr/>
          <p:nvPr/>
        </p:nvSpPr>
        <p:spPr>
          <a:xfrm>
            <a:off x="7607880" y="407124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2" y="0"/>
                  <a:pt x="14" y="0"/>
                </a:cubicBezTo>
                <a:lnTo>
                  <a:pt x="23" y="0"/>
                </a:lnTo>
                <a:lnTo>
                  <a:pt x="44" y="18"/>
                </a:lnTo>
                <a:cubicBezTo>
                  <a:pt x="88" y="58"/>
                  <a:pt x="121" y="109"/>
                  <a:pt x="142" y="169"/>
                </a:cubicBezTo>
                <a:cubicBezTo>
                  <a:pt x="162" y="230"/>
                  <a:pt x="172" y="293"/>
                  <a:pt x="172" y="358"/>
                </a:cubicBezTo>
                <a:cubicBezTo>
                  <a:pt x="172" y="390"/>
                  <a:pt x="170" y="422"/>
                  <a:pt x="165" y="452"/>
                </a:cubicBezTo>
                <a:cubicBezTo>
                  <a:pt x="160" y="482"/>
                  <a:pt x="155" y="508"/>
                  <a:pt x="149" y="529"/>
                </a:cubicBezTo>
                <a:cubicBezTo>
                  <a:pt x="143" y="550"/>
                  <a:pt x="134" y="571"/>
                  <a:pt x="122" y="592"/>
                </a:cubicBezTo>
                <a:cubicBezTo>
                  <a:pt x="111" y="613"/>
                  <a:pt x="102" y="629"/>
                  <a:pt x="95" y="640"/>
                </a:cubicBezTo>
                <a:cubicBezTo>
                  <a:pt x="88" y="651"/>
                  <a:pt x="79" y="663"/>
                  <a:pt x="66" y="676"/>
                </a:cubicBezTo>
                <a:cubicBezTo>
                  <a:pt x="53" y="690"/>
                  <a:pt x="45" y="698"/>
                  <a:pt x="43" y="700"/>
                </a:cubicBezTo>
                <a:cubicBezTo>
                  <a:pt x="41" y="702"/>
                  <a:pt x="35" y="707"/>
                  <a:pt x="25" y="714"/>
                </a:cubicBezTo>
                <a:cubicBezTo>
                  <a:pt x="24" y="715"/>
                  <a:pt x="23" y="716"/>
                  <a:pt x="23" y="716"/>
                </a:cubicBezTo>
                <a:lnTo>
                  <a:pt x="14" y="716"/>
                </a:lnTo>
                <a:cubicBezTo>
                  <a:pt x="10" y="716"/>
                  <a:pt x="8" y="716"/>
                  <a:pt x="6" y="716"/>
                </a:cubicBezTo>
                <a:cubicBezTo>
                  <a:pt x="5" y="716"/>
                  <a:pt x="4" y="716"/>
                  <a:pt x="3" y="714"/>
                </a:cubicBezTo>
                <a:cubicBezTo>
                  <a:pt x="2" y="713"/>
                  <a:pt x="1" y="711"/>
                  <a:pt x="0" y="708"/>
                </a:cubicBezTo>
                <a:cubicBezTo>
                  <a:pt x="1" y="707"/>
                  <a:pt x="4" y="704"/>
                  <a:pt x="8" y="699"/>
                </a:cubicBezTo>
                <a:cubicBezTo>
                  <a:pt x="83" y="622"/>
                  <a:pt x="120" y="509"/>
                  <a:pt x="120" y="358"/>
                </a:cubicBezTo>
                <a:cubicBezTo>
                  <a:pt x="120" y="208"/>
                  <a:pt x="83" y="95"/>
                  <a:pt x="8" y="18"/>
                </a:cubicBezTo>
                <a:cubicBezTo>
                  <a:pt x="4" y="13"/>
                  <a:pt x="1" y="9"/>
                  <a:pt x="0" y="9"/>
                </a:cubicBezTo>
                <a:cubicBezTo>
                  <a:pt x="0" y="5"/>
                  <a:pt x="2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4" name=""/>
          <p:cNvSpPr/>
          <p:nvPr/>
        </p:nvSpPr>
        <p:spPr>
          <a:xfrm>
            <a:off x="7724520" y="4071600"/>
            <a:ext cx="10800" cy="257400"/>
          </a:xfrm>
          <a:custGeom>
            <a:avLst/>
            <a:gdLst/>
            <a:ahLst/>
            <a:rect l="0" t="0" r="r" b="b"/>
            <a:pathLst>
              <a:path w="30" h="715">
                <a:moveTo>
                  <a:pt x="16" y="715"/>
                </a:moveTo>
                <a:lnTo>
                  <a:pt x="14" y="715"/>
                </a:lnTo>
                <a:cubicBezTo>
                  <a:pt x="8" y="715"/>
                  <a:pt x="3" y="712"/>
                  <a:pt x="0" y="705"/>
                </a:cubicBezTo>
                <a:lnTo>
                  <a:pt x="0" y="357"/>
                </a:lnTo>
                <a:lnTo>
                  <a:pt x="1" y="9"/>
                </a:lnTo>
                <a:cubicBezTo>
                  <a:pt x="7" y="3"/>
                  <a:pt x="11" y="0"/>
                  <a:pt x="16" y="0"/>
                </a:cubicBezTo>
                <a:cubicBezTo>
                  <a:pt x="22" y="0"/>
                  <a:pt x="27" y="3"/>
                  <a:pt x="30" y="10"/>
                </a:cubicBezTo>
                <a:lnTo>
                  <a:pt x="30" y="705"/>
                </a:lnTo>
                <a:cubicBezTo>
                  <a:pt x="26" y="712"/>
                  <a:pt x="22" y="715"/>
                  <a:pt x="17" y="715"/>
                </a:cubicBezTo>
                <a:lnTo>
                  <a:pt x="16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5" name=""/>
          <p:cNvSpPr/>
          <p:nvPr/>
        </p:nvSpPr>
        <p:spPr>
          <a:xfrm>
            <a:off x="7817040" y="4085640"/>
            <a:ext cx="126360" cy="181800"/>
          </a:xfrm>
          <a:custGeom>
            <a:avLst/>
            <a:gdLst/>
            <a:ahLst/>
            <a:rect l="0" t="0" r="r" b="b"/>
            <a:pathLst>
              <a:path w="351" h="505">
                <a:moveTo>
                  <a:pt x="239" y="8"/>
                </a:moveTo>
                <a:cubicBezTo>
                  <a:pt x="240" y="8"/>
                  <a:pt x="257" y="7"/>
                  <a:pt x="291" y="5"/>
                </a:cubicBezTo>
                <a:cubicBezTo>
                  <a:pt x="324" y="2"/>
                  <a:pt x="342" y="1"/>
                  <a:pt x="343" y="0"/>
                </a:cubicBezTo>
                <a:cubicBezTo>
                  <a:pt x="348" y="0"/>
                  <a:pt x="351" y="2"/>
                  <a:pt x="351" y="6"/>
                </a:cubicBezTo>
                <a:cubicBezTo>
                  <a:pt x="351" y="9"/>
                  <a:pt x="334" y="81"/>
                  <a:pt x="299" y="222"/>
                </a:cubicBezTo>
                <a:cubicBezTo>
                  <a:pt x="264" y="363"/>
                  <a:pt x="246" y="434"/>
                  <a:pt x="246" y="437"/>
                </a:cubicBezTo>
                <a:cubicBezTo>
                  <a:pt x="245" y="440"/>
                  <a:pt x="244" y="444"/>
                  <a:pt x="245" y="448"/>
                </a:cubicBezTo>
                <a:cubicBezTo>
                  <a:pt x="245" y="468"/>
                  <a:pt x="251" y="479"/>
                  <a:pt x="265" y="479"/>
                </a:cubicBezTo>
                <a:cubicBezTo>
                  <a:pt x="269" y="479"/>
                  <a:pt x="274" y="476"/>
                  <a:pt x="279" y="473"/>
                </a:cubicBezTo>
                <a:cubicBezTo>
                  <a:pt x="289" y="462"/>
                  <a:pt x="299" y="439"/>
                  <a:pt x="308" y="403"/>
                </a:cubicBezTo>
                <a:cubicBezTo>
                  <a:pt x="311" y="393"/>
                  <a:pt x="314" y="388"/>
                  <a:pt x="316" y="388"/>
                </a:cubicBezTo>
                <a:cubicBezTo>
                  <a:pt x="317" y="387"/>
                  <a:pt x="319" y="387"/>
                  <a:pt x="323" y="387"/>
                </a:cubicBezTo>
                <a:lnTo>
                  <a:pt x="326" y="387"/>
                </a:lnTo>
                <a:lnTo>
                  <a:pt x="328" y="387"/>
                </a:lnTo>
                <a:cubicBezTo>
                  <a:pt x="336" y="387"/>
                  <a:pt x="339" y="389"/>
                  <a:pt x="339" y="393"/>
                </a:cubicBezTo>
                <a:cubicBezTo>
                  <a:pt x="339" y="395"/>
                  <a:pt x="338" y="399"/>
                  <a:pt x="337" y="404"/>
                </a:cubicBezTo>
                <a:cubicBezTo>
                  <a:pt x="331" y="428"/>
                  <a:pt x="324" y="448"/>
                  <a:pt x="316" y="462"/>
                </a:cubicBezTo>
                <a:cubicBezTo>
                  <a:pt x="308" y="478"/>
                  <a:pt x="301" y="488"/>
                  <a:pt x="296" y="492"/>
                </a:cubicBezTo>
                <a:cubicBezTo>
                  <a:pt x="290" y="496"/>
                  <a:pt x="284" y="500"/>
                  <a:pt x="276" y="503"/>
                </a:cubicBezTo>
                <a:cubicBezTo>
                  <a:pt x="272" y="504"/>
                  <a:pt x="266" y="505"/>
                  <a:pt x="258" y="505"/>
                </a:cubicBezTo>
                <a:cubicBezTo>
                  <a:pt x="242" y="505"/>
                  <a:pt x="229" y="501"/>
                  <a:pt x="218" y="494"/>
                </a:cubicBezTo>
                <a:cubicBezTo>
                  <a:pt x="207" y="487"/>
                  <a:pt x="200" y="480"/>
                  <a:pt x="196" y="471"/>
                </a:cubicBezTo>
                <a:lnTo>
                  <a:pt x="192" y="460"/>
                </a:lnTo>
                <a:cubicBezTo>
                  <a:pt x="191" y="460"/>
                  <a:pt x="190" y="460"/>
                  <a:pt x="189" y="461"/>
                </a:cubicBezTo>
                <a:cubicBezTo>
                  <a:pt x="188" y="462"/>
                  <a:pt x="187" y="463"/>
                  <a:pt x="186" y="464"/>
                </a:cubicBezTo>
                <a:cubicBezTo>
                  <a:pt x="157" y="491"/>
                  <a:pt x="128" y="505"/>
                  <a:pt x="99" y="505"/>
                </a:cubicBezTo>
                <a:cubicBezTo>
                  <a:pt x="73" y="505"/>
                  <a:pt x="50" y="495"/>
                  <a:pt x="30" y="476"/>
                </a:cubicBezTo>
                <a:cubicBezTo>
                  <a:pt x="10" y="456"/>
                  <a:pt x="0" y="426"/>
                  <a:pt x="0" y="384"/>
                </a:cubicBezTo>
                <a:cubicBezTo>
                  <a:pt x="0" y="362"/>
                  <a:pt x="5" y="338"/>
                  <a:pt x="14" y="314"/>
                </a:cubicBezTo>
                <a:cubicBezTo>
                  <a:pt x="24" y="290"/>
                  <a:pt x="35" y="270"/>
                  <a:pt x="49" y="253"/>
                </a:cubicBezTo>
                <a:cubicBezTo>
                  <a:pt x="71" y="226"/>
                  <a:pt x="93" y="207"/>
                  <a:pt x="116" y="196"/>
                </a:cubicBezTo>
                <a:cubicBezTo>
                  <a:pt x="138" y="186"/>
                  <a:pt x="158" y="181"/>
                  <a:pt x="178" y="181"/>
                </a:cubicBezTo>
                <a:cubicBezTo>
                  <a:pt x="204" y="181"/>
                  <a:pt x="224" y="191"/>
                  <a:pt x="238" y="211"/>
                </a:cubicBezTo>
                <a:cubicBezTo>
                  <a:pt x="240" y="214"/>
                  <a:pt x="241" y="214"/>
                  <a:pt x="241" y="214"/>
                </a:cubicBezTo>
                <a:cubicBezTo>
                  <a:pt x="242" y="212"/>
                  <a:pt x="248" y="186"/>
                  <a:pt x="261" y="136"/>
                </a:cubicBezTo>
                <a:cubicBezTo>
                  <a:pt x="273" y="86"/>
                  <a:pt x="280" y="59"/>
                  <a:pt x="281" y="56"/>
                </a:cubicBezTo>
                <a:cubicBezTo>
                  <a:pt x="281" y="50"/>
                  <a:pt x="279" y="46"/>
                  <a:pt x="276" y="45"/>
                </a:cubicBezTo>
                <a:cubicBezTo>
                  <a:pt x="272" y="43"/>
                  <a:pt x="263" y="42"/>
                  <a:pt x="248" y="41"/>
                </a:cubicBezTo>
                <a:lnTo>
                  <a:pt x="233" y="41"/>
                </a:lnTo>
                <a:cubicBezTo>
                  <a:pt x="230" y="38"/>
                  <a:pt x="228" y="36"/>
                  <a:pt x="228" y="35"/>
                </a:cubicBezTo>
                <a:cubicBezTo>
                  <a:pt x="228" y="35"/>
                  <a:pt x="229" y="30"/>
                  <a:pt x="230" y="22"/>
                </a:cubicBezTo>
                <a:cubicBezTo>
                  <a:pt x="232" y="13"/>
                  <a:pt x="235" y="8"/>
                  <a:pt x="239" y="8"/>
                </a:cubicBezTo>
                <a:moveTo>
                  <a:pt x="229" y="264"/>
                </a:moveTo>
                <a:cubicBezTo>
                  <a:pt x="218" y="226"/>
                  <a:pt x="200" y="207"/>
                  <a:pt x="175" y="207"/>
                </a:cubicBezTo>
                <a:cubicBezTo>
                  <a:pt x="158" y="207"/>
                  <a:pt x="142" y="214"/>
                  <a:pt x="127" y="229"/>
                </a:cubicBezTo>
                <a:cubicBezTo>
                  <a:pt x="111" y="244"/>
                  <a:pt x="99" y="263"/>
                  <a:pt x="91" y="287"/>
                </a:cubicBezTo>
                <a:cubicBezTo>
                  <a:pt x="77" y="325"/>
                  <a:pt x="67" y="364"/>
                  <a:pt x="61" y="404"/>
                </a:cubicBezTo>
                <a:cubicBezTo>
                  <a:pt x="61" y="406"/>
                  <a:pt x="61" y="408"/>
                  <a:pt x="61" y="412"/>
                </a:cubicBezTo>
                <a:cubicBezTo>
                  <a:pt x="61" y="416"/>
                  <a:pt x="61" y="419"/>
                  <a:pt x="61" y="421"/>
                </a:cubicBezTo>
                <a:cubicBezTo>
                  <a:pt x="61" y="442"/>
                  <a:pt x="65" y="457"/>
                  <a:pt x="74" y="465"/>
                </a:cubicBezTo>
                <a:cubicBezTo>
                  <a:pt x="82" y="474"/>
                  <a:pt x="92" y="479"/>
                  <a:pt x="104" y="479"/>
                </a:cubicBezTo>
                <a:cubicBezTo>
                  <a:pt x="130" y="479"/>
                  <a:pt x="157" y="461"/>
                  <a:pt x="185" y="427"/>
                </a:cubicBezTo>
                <a:lnTo>
                  <a:pt x="190" y="419"/>
                </a:lnTo>
                <a:lnTo>
                  <a:pt x="229" y="26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6" name=""/>
          <p:cNvSpPr/>
          <p:nvPr/>
        </p:nvSpPr>
        <p:spPr>
          <a:xfrm>
            <a:off x="7951320" y="4150800"/>
            <a:ext cx="125640" cy="117000"/>
          </a:xfrm>
          <a:custGeom>
            <a:avLst/>
            <a:gdLst/>
            <a:ahLst/>
            <a:rect l="0" t="0" r="r" b="b"/>
            <a:pathLst>
              <a:path w="349" h="325">
                <a:moveTo>
                  <a:pt x="13" y="109"/>
                </a:moveTo>
                <a:cubicBezTo>
                  <a:pt x="17" y="89"/>
                  <a:pt x="30" y="66"/>
                  <a:pt x="52" y="40"/>
                </a:cubicBezTo>
                <a:cubicBezTo>
                  <a:pt x="74" y="13"/>
                  <a:pt x="102" y="0"/>
                  <a:pt x="135" y="0"/>
                </a:cubicBezTo>
                <a:cubicBezTo>
                  <a:pt x="152" y="0"/>
                  <a:pt x="167" y="4"/>
                  <a:pt x="181" y="12"/>
                </a:cubicBezTo>
                <a:cubicBezTo>
                  <a:pt x="195" y="21"/>
                  <a:pt x="205" y="32"/>
                  <a:pt x="211" y="45"/>
                </a:cubicBezTo>
                <a:cubicBezTo>
                  <a:pt x="231" y="15"/>
                  <a:pt x="256" y="0"/>
                  <a:pt x="284" y="0"/>
                </a:cubicBezTo>
                <a:cubicBezTo>
                  <a:pt x="301" y="0"/>
                  <a:pt x="317" y="5"/>
                  <a:pt x="329" y="15"/>
                </a:cubicBezTo>
                <a:cubicBezTo>
                  <a:pt x="342" y="26"/>
                  <a:pt x="349" y="40"/>
                  <a:pt x="349" y="58"/>
                </a:cubicBezTo>
                <a:cubicBezTo>
                  <a:pt x="349" y="71"/>
                  <a:pt x="346" y="83"/>
                  <a:pt x="339" y="91"/>
                </a:cubicBezTo>
                <a:cubicBezTo>
                  <a:pt x="333" y="100"/>
                  <a:pt x="326" y="105"/>
                  <a:pt x="320" y="107"/>
                </a:cubicBezTo>
                <a:cubicBezTo>
                  <a:pt x="314" y="109"/>
                  <a:pt x="308" y="110"/>
                  <a:pt x="304" y="110"/>
                </a:cubicBezTo>
                <a:cubicBezTo>
                  <a:pt x="295" y="110"/>
                  <a:pt x="287" y="107"/>
                  <a:pt x="282" y="102"/>
                </a:cubicBezTo>
                <a:cubicBezTo>
                  <a:pt x="276" y="97"/>
                  <a:pt x="273" y="90"/>
                  <a:pt x="273" y="81"/>
                </a:cubicBezTo>
                <a:cubicBezTo>
                  <a:pt x="273" y="59"/>
                  <a:pt x="285" y="44"/>
                  <a:pt x="309" y="36"/>
                </a:cubicBezTo>
                <a:cubicBezTo>
                  <a:pt x="303" y="30"/>
                  <a:pt x="294" y="27"/>
                  <a:pt x="280" y="27"/>
                </a:cubicBezTo>
                <a:cubicBezTo>
                  <a:pt x="274" y="27"/>
                  <a:pt x="269" y="27"/>
                  <a:pt x="267" y="28"/>
                </a:cubicBezTo>
                <a:cubicBezTo>
                  <a:pt x="248" y="36"/>
                  <a:pt x="235" y="52"/>
                  <a:pt x="226" y="75"/>
                </a:cubicBezTo>
                <a:cubicBezTo>
                  <a:pt x="198" y="181"/>
                  <a:pt x="184" y="242"/>
                  <a:pt x="184" y="261"/>
                </a:cubicBezTo>
                <a:cubicBezTo>
                  <a:pt x="184" y="274"/>
                  <a:pt x="187" y="284"/>
                  <a:pt x="195" y="289"/>
                </a:cubicBezTo>
                <a:cubicBezTo>
                  <a:pt x="203" y="295"/>
                  <a:pt x="211" y="298"/>
                  <a:pt x="220" y="298"/>
                </a:cubicBezTo>
                <a:cubicBezTo>
                  <a:pt x="238" y="298"/>
                  <a:pt x="255" y="290"/>
                  <a:pt x="272" y="274"/>
                </a:cubicBezTo>
                <a:cubicBezTo>
                  <a:pt x="289" y="258"/>
                  <a:pt x="301" y="238"/>
                  <a:pt x="307" y="216"/>
                </a:cubicBezTo>
                <a:cubicBezTo>
                  <a:pt x="309" y="211"/>
                  <a:pt x="310" y="208"/>
                  <a:pt x="312" y="208"/>
                </a:cubicBezTo>
                <a:cubicBezTo>
                  <a:pt x="313" y="207"/>
                  <a:pt x="317" y="207"/>
                  <a:pt x="323" y="206"/>
                </a:cubicBezTo>
                <a:lnTo>
                  <a:pt x="326" y="206"/>
                </a:lnTo>
                <a:cubicBezTo>
                  <a:pt x="333" y="206"/>
                  <a:pt x="337" y="208"/>
                  <a:pt x="337" y="212"/>
                </a:cubicBezTo>
                <a:cubicBezTo>
                  <a:pt x="337" y="212"/>
                  <a:pt x="336" y="215"/>
                  <a:pt x="335" y="220"/>
                </a:cubicBezTo>
                <a:cubicBezTo>
                  <a:pt x="328" y="247"/>
                  <a:pt x="313" y="272"/>
                  <a:pt x="291" y="293"/>
                </a:cubicBezTo>
                <a:cubicBezTo>
                  <a:pt x="269" y="314"/>
                  <a:pt x="243" y="325"/>
                  <a:pt x="214" y="325"/>
                </a:cubicBezTo>
                <a:cubicBezTo>
                  <a:pt x="181" y="325"/>
                  <a:pt x="156" y="310"/>
                  <a:pt x="139" y="279"/>
                </a:cubicBezTo>
                <a:cubicBezTo>
                  <a:pt x="119" y="309"/>
                  <a:pt x="97" y="324"/>
                  <a:pt x="71" y="324"/>
                </a:cubicBezTo>
                <a:lnTo>
                  <a:pt x="67" y="324"/>
                </a:lnTo>
                <a:cubicBezTo>
                  <a:pt x="44" y="324"/>
                  <a:pt x="27" y="318"/>
                  <a:pt x="17" y="305"/>
                </a:cubicBezTo>
                <a:cubicBezTo>
                  <a:pt x="6" y="293"/>
                  <a:pt x="1" y="280"/>
                  <a:pt x="0" y="266"/>
                </a:cubicBezTo>
                <a:cubicBezTo>
                  <a:pt x="0" y="250"/>
                  <a:pt x="5" y="237"/>
                  <a:pt x="15" y="228"/>
                </a:cubicBezTo>
                <a:cubicBezTo>
                  <a:pt x="24" y="218"/>
                  <a:pt x="35" y="213"/>
                  <a:pt x="47" y="213"/>
                </a:cubicBezTo>
                <a:cubicBezTo>
                  <a:pt x="67" y="213"/>
                  <a:pt x="78" y="223"/>
                  <a:pt x="78" y="243"/>
                </a:cubicBezTo>
                <a:cubicBezTo>
                  <a:pt x="78" y="253"/>
                  <a:pt x="75" y="262"/>
                  <a:pt x="69" y="269"/>
                </a:cubicBezTo>
                <a:cubicBezTo>
                  <a:pt x="63" y="277"/>
                  <a:pt x="58" y="281"/>
                  <a:pt x="53" y="284"/>
                </a:cubicBezTo>
                <a:cubicBezTo>
                  <a:pt x="47" y="286"/>
                  <a:pt x="44" y="287"/>
                  <a:pt x="43" y="287"/>
                </a:cubicBezTo>
                <a:lnTo>
                  <a:pt x="41" y="288"/>
                </a:lnTo>
                <a:cubicBezTo>
                  <a:pt x="41" y="289"/>
                  <a:pt x="43" y="289"/>
                  <a:pt x="46" y="291"/>
                </a:cubicBezTo>
                <a:cubicBezTo>
                  <a:pt x="48" y="292"/>
                  <a:pt x="52" y="294"/>
                  <a:pt x="57" y="296"/>
                </a:cubicBezTo>
                <a:cubicBezTo>
                  <a:pt x="62" y="298"/>
                  <a:pt x="66" y="299"/>
                  <a:pt x="71" y="298"/>
                </a:cubicBezTo>
                <a:cubicBezTo>
                  <a:pt x="88" y="298"/>
                  <a:pt x="103" y="287"/>
                  <a:pt x="115" y="266"/>
                </a:cubicBezTo>
                <a:cubicBezTo>
                  <a:pt x="119" y="257"/>
                  <a:pt x="125" y="241"/>
                  <a:pt x="131" y="216"/>
                </a:cubicBezTo>
                <a:cubicBezTo>
                  <a:pt x="138" y="191"/>
                  <a:pt x="145" y="166"/>
                  <a:pt x="151" y="139"/>
                </a:cubicBezTo>
                <a:cubicBezTo>
                  <a:pt x="158" y="112"/>
                  <a:pt x="162" y="97"/>
                  <a:pt x="163" y="92"/>
                </a:cubicBezTo>
                <a:cubicBezTo>
                  <a:pt x="165" y="79"/>
                  <a:pt x="166" y="70"/>
                  <a:pt x="166" y="64"/>
                </a:cubicBezTo>
                <a:cubicBezTo>
                  <a:pt x="166" y="51"/>
                  <a:pt x="163" y="41"/>
                  <a:pt x="156" y="35"/>
                </a:cubicBezTo>
                <a:cubicBezTo>
                  <a:pt x="149" y="30"/>
                  <a:pt x="140" y="27"/>
                  <a:pt x="131" y="27"/>
                </a:cubicBezTo>
                <a:cubicBezTo>
                  <a:pt x="112" y="27"/>
                  <a:pt x="94" y="34"/>
                  <a:pt x="78" y="50"/>
                </a:cubicBezTo>
                <a:cubicBezTo>
                  <a:pt x="61" y="65"/>
                  <a:pt x="49" y="84"/>
                  <a:pt x="43" y="108"/>
                </a:cubicBezTo>
                <a:cubicBezTo>
                  <a:pt x="42" y="113"/>
                  <a:pt x="41" y="115"/>
                  <a:pt x="39" y="115"/>
                </a:cubicBezTo>
                <a:cubicBezTo>
                  <a:pt x="38" y="116"/>
                  <a:pt x="34" y="116"/>
                  <a:pt x="28" y="117"/>
                </a:cubicBezTo>
                <a:lnTo>
                  <a:pt x="18" y="117"/>
                </a:lnTo>
                <a:cubicBezTo>
                  <a:pt x="15" y="114"/>
                  <a:pt x="13" y="111"/>
                  <a:pt x="13" y="10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1085760" y="4055040"/>
            <a:ext cx="37832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Asymptotic distribution non-standard: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8087040" y="4055040"/>
            <a:ext cx="296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— Brownian bridge (del Barrio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29" name=""/>
          <p:cNvSpPr/>
          <p:nvPr/>
        </p:nvSpPr>
        <p:spPr>
          <a:xfrm>
            <a:off x="857160" y="48002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2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5"/>
                  <a:pt x="165" y="231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5"/>
                  <a:pt x="46" y="216"/>
                  <a:pt x="35" y="205"/>
                </a:cubicBezTo>
                <a:cubicBezTo>
                  <a:pt x="23" y="194"/>
                  <a:pt x="15" y="181"/>
                  <a:pt x="9" y="166"/>
                </a:cubicBezTo>
                <a:cubicBezTo>
                  <a:pt x="3" y="152"/>
                  <a:pt x="0" y="136"/>
                  <a:pt x="0" y="121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7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4"/>
                  <a:pt x="103" y="0"/>
                  <a:pt x="120" y="0"/>
                </a:cubicBezTo>
                <a:cubicBezTo>
                  <a:pt x="136" y="0"/>
                  <a:pt x="151" y="4"/>
                  <a:pt x="165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7"/>
                  <a:pt x="224" y="59"/>
                  <a:pt x="230" y="74"/>
                </a:cubicBezTo>
                <a:cubicBezTo>
                  <a:pt x="236" y="89"/>
                  <a:pt x="239" y="104"/>
                  <a:pt x="239" y="121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1085760" y="4371840"/>
            <a:ext cx="534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1999)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1085760" y="4714920"/>
            <a:ext cx="2902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No universal critical values →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3987000" y="4681440"/>
            <a:ext cx="18763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percentile bootstrap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33" name=""/>
          <p:cNvSpPr/>
          <p:nvPr/>
        </p:nvSpPr>
        <p:spPr>
          <a:xfrm>
            <a:off x="6210000" y="4752720"/>
            <a:ext cx="185760" cy="176040"/>
          </a:xfrm>
          <a:custGeom>
            <a:avLst/>
            <a:gdLst/>
            <a:ahLst/>
            <a:rect l="0" t="0" r="r" b="b"/>
            <a:pathLst>
              <a:path w="516" h="489">
                <a:moveTo>
                  <a:pt x="141" y="33"/>
                </a:moveTo>
                <a:cubicBezTo>
                  <a:pt x="128" y="33"/>
                  <a:pt x="120" y="33"/>
                  <a:pt x="118" y="32"/>
                </a:cubicBezTo>
                <a:cubicBezTo>
                  <a:pt x="116" y="32"/>
                  <a:pt x="114" y="29"/>
                  <a:pt x="114" y="25"/>
                </a:cubicBezTo>
                <a:cubicBezTo>
                  <a:pt x="114" y="12"/>
                  <a:pt x="117" y="4"/>
                  <a:pt x="122" y="1"/>
                </a:cubicBezTo>
                <a:cubicBezTo>
                  <a:pt x="123" y="0"/>
                  <a:pt x="154" y="0"/>
                  <a:pt x="215" y="0"/>
                </a:cubicBezTo>
                <a:cubicBezTo>
                  <a:pt x="338" y="0"/>
                  <a:pt x="404" y="1"/>
                  <a:pt x="410" y="2"/>
                </a:cubicBezTo>
                <a:cubicBezTo>
                  <a:pt x="440" y="6"/>
                  <a:pt x="465" y="17"/>
                  <a:pt x="485" y="34"/>
                </a:cubicBezTo>
                <a:cubicBezTo>
                  <a:pt x="505" y="50"/>
                  <a:pt x="515" y="72"/>
                  <a:pt x="516" y="100"/>
                </a:cubicBezTo>
                <a:cubicBezTo>
                  <a:pt x="516" y="130"/>
                  <a:pt x="502" y="157"/>
                  <a:pt x="474" y="182"/>
                </a:cubicBezTo>
                <a:cubicBezTo>
                  <a:pt x="447" y="206"/>
                  <a:pt x="415" y="223"/>
                  <a:pt x="379" y="232"/>
                </a:cubicBezTo>
                <a:lnTo>
                  <a:pt x="372" y="234"/>
                </a:lnTo>
                <a:cubicBezTo>
                  <a:pt x="403" y="238"/>
                  <a:pt x="428" y="249"/>
                  <a:pt x="447" y="267"/>
                </a:cubicBezTo>
                <a:cubicBezTo>
                  <a:pt x="467" y="285"/>
                  <a:pt x="477" y="307"/>
                  <a:pt x="477" y="333"/>
                </a:cubicBezTo>
                <a:cubicBezTo>
                  <a:pt x="477" y="368"/>
                  <a:pt x="460" y="401"/>
                  <a:pt x="426" y="434"/>
                </a:cubicBezTo>
                <a:cubicBezTo>
                  <a:pt x="392" y="466"/>
                  <a:pt x="349" y="484"/>
                  <a:pt x="299" y="489"/>
                </a:cubicBezTo>
                <a:cubicBezTo>
                  <a:pt x="296" y="489"/>
                  <a:pt x="246" y="489"/>
                  <a:pt x="149" y="489"/>
                </a:cubicBezTo>
                <a:cubicBezTo>
                  <a:pt x="53" y="489"/>
                  <a:pt x="5" y="489"/>
                  <a:pt x="4" y="488"/>
                </a:cubicBezTo>
                <a:cubicBezTo>
                  <a:pt x="1" y="486"/>
                  <a:pt x="0" y="485"/>
                  <a:pt x="0" y="482"/>
                </a:cubicBezTo>
                <a:cubicBezTo>
                  <a:pt x="0" y="479"/>
                  <a:pt x="0" y="475"/>
                  <a:pt x="1" y="472"/>
                </a:cubicBezTo>
                <a:cubicBezTo>
                  <a:pt x="5" y="463"/>
                  <a:pt x="7" y="458"/>
                  <a:pt x="9" y="457"/>
                </a:cubicBezTo>
                <a:cubicBezTo>
                  <a:pt x="11" y="457"/>
                  <a:pt x="15" y="456"/>
                  <a:pt x="20" y="456"/>
                </a:cubicBezTo>
                <a:lnTo>
                  <a:pt x="24" y="456"/>
                </a:lnTo>
                <a:cubicBezTo>
                  <a:pt x="37" y="456"/>
                  <a:pt x="51" y="456"/>
                  <a:pt x="67" y="454"/>
                </a:cubicBezTo>
                <a:cubicBezTo>
                  <a:pt x="74" y="453"/>
                  <a:pt x="78" y="450"/>
                  <a:pt x="81" y="446"/>
                </a:cubicBezTo>
                <a:cubicBezTo>
                  <a:pt x="82" y="444"/>
                  <a:pt x="99" y="378"/>
                  <a:pt x="132" y="247"/>
                </a:cubicBezTo>
                <a:cubicBezTo>
                  <a:pt x="165" y="116"/>
                  <a:pt x="181" y="47"/>
                  <a:pt x="181" y="40"/>
                </a:cubicBezTo>
                <a:cubicBezTo>
                  <a:pt x="181" y="36"/>
                  <a:pt x="168" y="34"/>
                  <a:pt x="141" y="33"/>
                </a:cubicBezTo>
                <a:moveTo>
                  <a:pt x="439" y="100"/>
                </a:moveTo>
                <a:cubicBezTo>
                  <a:pt x="439" y="85"/>
                  <a:pt x="436" y="72"/>
                  <a:pt x="429" y="60"/>
                </a:cubicBezTo>
                <a:cubicBezTo>
                  <a:pt x="422" y="47"/>
                  <a:pt x="410" y="39"/>
                  <a:pt x="394" y="35"/>
                </a:cubicBezTo>
                <a:cubicBezTo>
                  <a:pt x="390" y="34"/>
                  <a:pt x="368" y="34"/>
                  <a:pt x="328" y="33"/>
                </a:cubicBezTo>
                <a:cubicBezTo>
                  <a:pt x="318" y="33"/>
                  <a:pt x="308" y="33"/>
                  <a:pt x="298" y="33"/>
                </a:cubicBezTo>
                <a:cubicBezTo>
                  <a:pt x="287" y="33"/>
                  <a:pt x="279" y="33"/>
                  <a:pt x="273" y="34"/>
                </a:cubicBezTo>
                <a:lnTo>
                  <a:pt x="264" y="34"/>
                </a:lnTo>
                <a:cubicBezTo>
                  <a:pt x="257" y="34"/>
                  <a:pt x="252" y="37"/>
                  <a:pt x="250" y="41"/>
                </a:cubicBezTo>
                <a:cubicBezTo>
                  <a:pt x="249" y="43"/>
                  <a:pt x="242" y="71"/>
                  <a:pt x="227" y="127"/>
                </a:cubicBezTo>
                <a:cubicBezTo>
                  <a:pt x="227" y="128"/>
                  <a:pt x="227" y="130"/>
                  <a:pt x="227" y="131"/>
                </a:cubicBezTo>
                <a:lnTo>
                  <a:pt x="204" y="222"/>
                </a:lnTo>
                <a:lnTo>
                  <a:pt x="262" y="222"/>
                </a:lnTo>
                <a:cubicBezTo>
                  <a:pt x="301" y="222"/>
                  <a:pt x="323" y="222"/>
                  <a:pt x="329" y="221"/>
                </a:cubicBezTo>
                <a:cubicBezTo>
                  <a:pt x="357" y="215"/>
                  <a:pt x="383" y="201"/>
                  <a:pt x="405" y="178"/>
                </a:cubicBezTo>
                <a:cubicBezTo>
                  <a:pt x="428" y="155"/>
                  <a:pt x="439" y="129"/>
                  <a:pt x="439" y="100"/>
                </a:cubicBezTo>
                <a:moveTo>
                  <a:pt x="401" y="326"/>
                </a:moveTo>
                <a:cubicBezTo>
                  <a:pt x="401" y="305"/>
                  <a:pt x="395" y="287"/>
                  <a:pt x="384" y="273"/>
                </a:cubicBezTo>
                <a:cubicBezTo>
                  <a:pt x="373" y="260"/>
                  <a:pt x="359" y="252"/>
                  <a:pt x="342" y="249"/>
                </a:cubicBezTo>
                <a:cubicBezTo>
                  <a:pt x="339" y="249"/>
                  <a:pt x="319" y="248"/>
                  <a:pt x="282" y="248"/>
                </a:cubicBezTo>
                <a:cubicBezTo>
                  <a:pt x="226" y="248"/>
                  <a:pt x="198" y="249"/>
                  <a:pt x="197" y="249"/>
                </a:cubicBezTo>
                <a:cubicBezTo>
                  <a:pt x="197" y="250"/>
                  <a:pt x="193" y="268"/>
                  <a:pt x="185" y="301"/>
                </a:cubicBezTo>
                <a:cubicBezTo>
                  <a:pt x="177" y="335"/>
                  <a:pt x="169" y="369"/>
                  <a:pt x="160" y="402"/>
                </a:cubicBezTo>
                <a:lnTo>
                  <a:pt x="147" y="452"/>
                </a:lnTo>
                <a:cubicBezTo>
                  <a:pt x="147" y="454"/>
                  <a:pt x="150" y="455"/>
                  <a:pt x="156" y="455"/>
                </a:cubicBezTo>
                <a:cubicBezTo>
                  <a:pt x="161" y="455"/>
                  <a:pt x="181" y="455"/>
                  <a:pt x="214" y="456"/>
                </a:cubicBezTo>
                <a:cubicBezTo>
                  <a:pt x="256" y="456"/>
                  <a:pt x="279" y="456"/>
                  <a:pt x="282" y="456"/>
                </a:cubicBezTo>
                <a:cubicBezTo>
                  <a:pt x="312" y="452"/>
                  <a:pt x="339" y="439"/>
                  <a:pt x="364" y="414"/>
                </a:cubicBezTo>
                <a:cubicBezTo>
                  <a:pt x="388" y="390"/>
                  <a:pt x="401" y="360"/>
                  <a:pt x="401" y="32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4" name=""/>
          <p:cNvSpPr/>
          <p:nvPr/>
        </p:nvSpPr>
        <p:spPr>
          <a:xfrm>
            <a:off x="6482160" y="483408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4"/>
                </a:moveTo>
                <a:cubicBezTo>
                  <a:pt x="0" y="8"/>
                  <a:pt x="3" y="3"/>
                  <a:pt x="10" y="0"/>
                </a:cubicBezTo>
                <a:lnTo>
                  <a:pt x="466" y="0"/>
                </a:lnTo>
                <a:cubicBezTo>
                  <a:pt x="473" y="4"/>
                  <a:pt x="477" y="9"/>
                  <a:pt x="477" y="14"/>
                </a:cubicBezTo>
                <a:cubicBezTo>
                  <a:pt x="477" y="21"/>
                  <a:pt x="473" y="25"/>
                  <a:pt x="467" y="29"/>
                </a:cubicBezTo>
                <a:lnTo>
                  <a:pt x="238" y="30"/>
                </a:lnTo>
                <a:lnTo>
                  <a:pt x="11" y="30"/>
                </a:lnTo>
                <a:cubicBezTo>
                  <a:pt x="3" y="27"/>
                  <a:pt x="0" y="22"/>
                  <a:pt x="0" y="14"/>
                </a:cubicBezTo>
                <a:moveTo>
                  <a:pt x="0" y="154"/>
                </a:moveTo>
                <a:cubicBezTo>
                  <a:pt x="0" y="147"/>
                  <a:pt x="3" y="142"/>
                  <a:pt x="11" y="140"/>
                </a:cubicBezTo>
                <a:lnTo>
                  <a:pt x="467" y="140"/>
                </a:lnTo>
                <a:cubicBezTo>
                  <a:pt x="473" y="144"/>
                  <a:pt x="477" y="149"/>
                  <a:pt x="477" y="154"/>
                </a:cubicBezTo>
                <a:cubicBezTo>
                  <a:pt x="477" y="160"/>
                  <a:pt x="473" y="165"/>
                  <a:pt x="466" y="168"/>
                </a:cubicBezTo>
                <a:lnTo>
                  <a:pt x="10" y="168"/>
                </a:lnTo>
                <a:cubicBezTo>
                  <a:pt x="3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5" name=""/>
          <p:cNvSpPr/>
          <p:nvPr/>
        </p:nvSpPr>
        <p:spPr>
          <a:xfrm>
            <a:off x="6752160" y="4757040"/>
            <a:ext cx="102960" cy="171720"/>
          </a:xfrm>
          <a:custGeom>
            <a:avLst/>
            <a:gdLst/>
            <a:ahLst/>
            <a:rect l="0" t="0" r="r" b="b"/>
            <a:pathLst>
              <a:path w="286" h="477">
                <a:moveTo>
                  <a:pt x="42" y="170"/>
                </a:moveTo>
                <a:cubicBezTo>
                  <a:pt x="29" y="170"/>
                  <a:pt x="19" y="165"/>
                  <a:pt x="11" y="157"/>
                </a:cubicBezTo>
                <a:cubicBezTo>
                  <a:pt x="4" y="148"/>
                  <a:pt x="0" y="138"/>
                  <a:pt x="0" y="125"/>
                </a:cubicBezTo>
                <a:cubicBezTo>
                  <a:pt x="0" y="92"/>
                  <a:pt x="12" y="62"/>
                  <a:pt x="38" y="38"/>
                </a:cubicBezTo>
                <a:cubicBezTo>
                  <a:pt x="63" y="13"/>
                  <a:pt x="94" y="0"/>
                  <a:pt x="132" y="0"/>
                </a:cubicBezTo>
                <a:cubicBezTo>
                  <a:pt x="175" y="0"/>
                  <a:pt x="213" y="14"/>
                  <a:pt x="242" y="40"/>
                </a:cubicBezTo>
                <a:cubicBezTo>
                  <a:pt x="271" y="67"/>
                  <a:pt x="286" y="102"/>
                  <a:pt x="286" y="144"/>
                </a:cubicBezTo>
                <a:cubicBezTo>
                  <a:pt x="286" y="164"/>
                  <a:pt x="281" y="184"/>
                  <a:pt x="272" y="203"/>
                </a:cubicBezTo>
                <a:cubicBezTo>
                  <a:pt x="262" y="221"/>
                  <a:pt x="251" y="237"/>
                  <a:pt x="237" y="251"/>
                </a:cubicBezTo>
                <a:cubicBezTo>
                  <a:pt x="224" y="265"/>
                  <a:pt x="205" y="283"/>
                  <a:pt x="179" y="304"/>
                </a:cubicBezTo>
                <a:cubicBezTo>
                  <a:pt x="162" y="319"/>
                  <a:pt x="138" y="342"/>
                  <a:pt x="108" y="371"/>
                </a:cubicBezTo>
                <a:lnTo>
                  <a:pt x="66" y="411"/>
                </a:lnTo>
                <a:lnTo>
                  <a:pt x="120" y="412"/>
                </a:lnTo>
                <a:cubicBezTo>
                  <a:pt x="195" y="412"/>
                  <a:pt x="235" y="410"/>
                  <a:pt x="240" y="408"/>
                </a:cubicBezTo>
                <a:cubicBezTo>
                  <a:pt x="244" y="407"/>
                  <a:pt x="249" y="386"/>
                  <a:pt x="257" y="344"/>
                </a:cubicBezTo>
                <a:lnTo>
                  <a:pt x="257" y="342"/>
                </a:lnTo>
                <a:lnTo>
                  <a:pt x="286" y="342"/>
                </a:lnTo>
                <a:lnTo>
                  <a:pt x="286" y="344"/>
                </a:lnTo>
                <a:cubicBezTo>
                  <a:pt x="286" y="346"/>
                  <a:pt x="282" y="367"/>
                  <a:pt x="277" y="409"/>
                </a:cubicBezTo>
                <a:cubicBezTo>
                  <a:pt x="271" y="451"/>
                  <a:pt x="267" y="473"/>
                  <a:pt x="266" y="475"/>
                </a:cubicBezTo>
                <a:lnTo>
                  <a:pt x="266" y="477"/>
                </a:lnTo>
                <a:lnTo>
                  <a:pt x="0" y="477"/>
                </a:lnTo>
                <a:lnTo>
                  <a:pt x="0" y="464"/>
                </a:lnTo>
                <a:lnTo>
                  <a:pt x="0" y="455"/>
                </a:lnTo>
                <a:cubicBezTo>
                  <a:pt x="0" y="452"/>
                  <a:pt x="1" y="448"/>
                  <a:pt x="4" y="444"/>
                </a:cubicBezTo>
                <a:cubicBezTo>
                  <a:pt x="7" y="441"/>
                  <a:pt x="14" y="432"/>
                  <a:pt x="26" y="419"/>
                </a:cubicBezTo>
                <a:cubicBezTo>
                  <a:pt x="39" y="404"/>
                  <a:pt x="51" y="391"/>
                  <a:pt x="61" y="379"/>
                </a:cubicBezTo>
                <a:cubicBezTo>
                  <a:pt x="66" y="375"/>
                  <a:pt x="74" y="366"/>
                  <a:pt x="86" y="353"/>
                </a:cubicBezTo>
                <a:cubicBezTo>
                  <a:pt x="98" y="340"/>
                  <a:pt x="106" y="331"/>
                  <a:pt x="110" y="327"/>
                </a:cubicBezTo>
                <a:cubicBezTo>
                  <a:pt x="114" y="321"/>
                  <a:pt x="121" y="313"/>
                  <a:pt x="131" y="302"/>
                </a:cubicBezTo>
                <a:cubicBezTo>
                  <a:pt x="140" y="291"/>
                  <a:pt x="147" y="283"/>
                  <a:pt x="151" y="278"/>
                </a:cubicBezTo>
                <a:cubicBezTo>
                  <a:pt x="154" y="272"/>
                  <a:pt x="160" y="265"/>
                  <a:pt x="167" y="256"/>
                </a:cubicBezTo>
                <a:cubicBezTo>
                  <a:pt x="174" y="247"/>
                  <a:pt x="179" y="240"/>
                  <a:pt x="182" y="233"/>
                </a:cubicBezTo>
                <a:cubicBezTo>
                  <a:pt x="185" y="227"/>
                  <a:pt x="189" y="220"/>
                  <a:pt x="193" y="213"/>
                </a:cubicBezTo>
                <a:cubicBezTo>
                  <a:pt x="198" y="205"/>
                  <a:pt x="201" y="197"/>
                  <a:pt x="203" y="190"/>
                </a:cubicBezTo>
                <a:cubicBezTo>
                  <a:pt x="205" y="182"/>
                  <a:pt x="207" y="175"/>
                  <a:pt x="208" y="168"/>
                </a:cubicBezTo>
                <a:cubicBezTo>
                  <a:pt x="210" y="162"/>
                  <a:pt x="210" y="154"/>
                  <a:pt x="210" y="145"/>
                </a:cubicBezTo>
                <a:cubicBezTo>
                  <a:pt x="210" y="115"/>
                  <a:pt x="202" y="89"/>
                  <a:pt x="185" y="67"/>
                </a:cubicBezTo>
                <a:cubicBezTo>
                  <a:pt x="169" y="45"/>
                  <a:pt x="146" y="34"/>
                  <a:pt x="116" y="34"/>
                </a:cubicBezTo>
                <a:cubicBezTo>
                  <a:pt x="100" y="34"/>
                  <a:pt x="86" y="38"/>
                  <a:pt x="74" y="46"/>
                </a:cubicBezTo>
                <a:cubicBezTo>
                  <a:pt x="62" y="54"/>
                  <a:pt x="54" y="62"/>
                  <a:pt x="49" y="70"/>
                </a:cubicBezTo>
                <a:cubicBezTo>
                  <a:pt x="44" y="77"/>
                  <a:pt x="42" y="82"/>
                  <a:pt x="42" y="83"/>
                </a:cubicBezTo>
                <a:cubicBezTo>
                  <a:pt x="42" y="84"/>
                  <a:pt x="43" y="84"/>
                  <a:pt x="46" y="84"/>
                </a:cubicBezTo>
                <a:cubicBezTo>
                  <a:pt x="54" y="84"/>
                  <a:pt x="63" y="87"/>
                  <a:pt x="72" y="94"/>
                </a:cubicBezTo>
                <a:cubicBezTo>
                  <a:pt x="81" y="101"/>
                  <a:pt x="86" y="112"/>
                  <a:pt x="86" y="127"/>
                </a:cubicBezTo>
                <a:cubicBezTo>
                  <a:pt x="86" y="139"/>
                  <a:pt x="82" y="149"/>
                  <a:pt x="74" y="157"/>
                </a:cubicBezTo>
                <a:cubicBezTo>
                  <a:pt x="67" y="165"/>
                  <a:pt x="56" y="169"/>
                  <a:pt x="42" y="1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6" name=""/>
          <p:cNvSpPr/>
          <p:nvPr/>
        </p:nvSpPr>
        <p:spPr>
          <a:xfrm>
            <a:off x="6887880" y="4897440"/>
            <a:ext cx="34560" cy="81360"/>
          </a:xfrm>
          <a:custGeom>
            <a:avLst/>
            <a:gdLst/>
            <a:ahLst/>
            <a:rect l="0" t="0" r="r" b="b"/>
            <a:pathLst>
              <a:path w="96" h="226">
                <a:moveTo>
                  <a:pt x="0" y="62"/>
                </a:moveTo>
                <a:cubicBezTo>
                  <a:pt x="0" y="62"/>
                  <a:pt x="0" y="56"/>
                  <a:pt x="0" y="44"/>
                </a:cubicBezTo>
                <a:cubicBezTo>
                  <a:pt x="0" y="33"/>
                  <a:pt x="4" y="22"/>
                  <a:pt x="12" y="14"/>
                </a:cubicBezTo>
                <a:cubicBezTo>
                  <a:pt x="19" y="4"/>
                  <a:pt x="29" y="0"/>
                  <a:pt x="42" y="0"/>
                </a:cubicBezTo>
                <a:cubicBezTo>
                  <a:pt x="56" y="0"/>
                  <a:pt x="68" y="6"/>
                  <a:pt x="78" y="19"/>
                </a:cubicBezTo>
                <a:cubicBezTo>
                  <a:pt x="89" y="31"/>
                  <a:pt x="95" y="52"/>
                  <a:pt x="96" y="82"/>
                </a:cubicBezTo>
                <a:cubicBezTo>
                  <a:pt x="96" y="98"/>
                  <a:pt x="93" y="114"/>
                  <a:pt x="88" y="130"/>
                </a:cubicBezTo>
                <a:cubicBezTo>
                  <a:pt x="84" y="146"/>
                  <a:pt x="79" y="159"/>
                  <a:pt x="73" y="171"/>
                </a:cubicBezTo>
                <a:cubicBezTo>
                  <a:pt x="67" y="182"/>
                  <a:pt x="61" y="192"/>
                  <a:pt x="54" y="200"/>
                </a:cubicBezTo>
                <a:cubicBezTo>
                  <a:pt x="48" y="208"/>
                  <a:pt x="42" y="215"/>
                  <a:pt x="37" y="220"/>
                </a:cubicBezTo>
                <a:cubicBezTo>
                  <a:pt x="33" y="224"/>
                  <a:pt x="29" y="226"/>
                  <a:pt x="28" y="226"/>
                </a:cubicBezTo>
                <a:cubicBezTo>
                  <a:pt x="26" y="226"/>
                  <a:pt x="23" y="224"/>
                  <a:pt x="19" y="220"/>
                </a:cubicBezTo>
                <a:cubicBezTo>
                  <a:pt x="14" y="215"/>
                  <a:pt x="12" y="212"/>
                  <a:pt x="12" y="210"/>
                </a:cubicBezTo>
                <a:cubicBezTo>
                  <a:pt x="12" y="208"/>
                  <a:pt x="15" y="205"/>
                  <a:pt x="20" y="199"/>
                </a:cubicBezTo>
                <a:cubicBezTo>
                  <a:pt x="25" y="193"/>
                  <a:pt x="31" y="186"/>
                  <a:pt x="38" y="177"/>
                </a:cubicBezTo>
                <a:cubicBezTo>
                  <a:pt x="45" y="169"/>
                  <a:pt x="51" y="157"/>
                  <a:pt x="57" y="142"/>
                </a:cubicBezTo>
                <a:cubicBezTo>
                  <a:pt x="62" y="126"/>
                  <a:pt x="66" y="109"/>
                  <a:pt x="68" y="89"/>
                </a:cubicBezTo>
                <a:lnTo>
                  <a:pt x="68" y="81"/>
                </a:lnTo>
                <a:lnTo>
                  <a:pt x="67" y="82"/>
                </a:lnTo>
                <a:cubicBezTo>
                  <a:pt x="66" y="82"/>
                  <a:pt x="65" y="83"/>
                  <a:pt x="64" y="83"/>
                </a:cubicBezTo>
                <a:cubicBezTo>
                  <a:pt x="62" y="83"/>
                  <a:pt x="61" y="84"/>
                  <a:pt x="59" y="85"/>
                </a:cubicBezTo>
                <a:cubicBezTo>
                  <a:pt x="58" y="86"/>
                  <a:pt x="56" y="87"/>
                  <a:pt x="53" y="87"/>
                </a:cubicBezTo>
                <a:cubicBezTo>
                  <a:pt x="50" y="87"/>
                  <a:pt x="47" y="87"/>
                  <a:pt x="44" y="87"/>
                </a:cubicBezTo>
                <a:cubicBezTo>
                  <a:pt x="32" y="87"/>
                  <a:pt x="21" y="83"/>
                  <a:pt x="13" y="75"/>
                </a:cubicBezTo>
                <a:lnTo>
                  <a:pt x="0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7" name=""/>
          <p:cNvSpPr/>
          <p:nvPr/>
        </p:nvSpPr>
        <p:spPr>
          <a:xfrm>
            <a:off x="6949440" y="475704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8" y="20"/>
                  <a:pt x="105" y="0"/>
                  <a:pt x="151" y="0"/>
                </a:cubicBezTo>
                <a:cubicBezTo>
                  <a:pt x="174" y="0"/>
                  <a:pt x="197" y="7"/>
                  <a:pt x="220" y="19"/>
                </a:cubicBezTo>
                <a:cubicBezTo>
                  <a:pt x="243" y="31"/>
                  <a:pt x="261" y="53"/>
                  <a:pt x="275" y="85"/>
                </a:cubicBezTo>
                <a:cubicBezTo>
                  <a:pt x="293" y="124"/>
                  <a:pt x="302" y="179"/>
                  <a:pt x="302" y="248"/>
                </a:cubicBezTo>
                <a:cubicBezTo>
                  <a:pt x="302" y="322"/>
                  <a:pt x="292" y="379"/>
                  <a:pt x="271" y="418"/>
                </a:cubicBezTo>
                <a:cubicBezTo>
                  <a:pt x="262" y="438"/>
                  <a:pt x="248" y="454"/>
                  <a:pt x="232" y="466"/>
                </a:cubicBezTo>
                <a:cubicBezTo>
                  <a:pt x="215" y="478"/>
                  <a:pt x="201" y="485"/>
                  <a:pt x="188" y="488"/>
                </a:cubicBezTo>
                <a:cubicBezTo>
                  <a:pt x="176" y="491"/>
                  <a:pt x="164" y="493"/>
                  <a:pt x="152" y="493"/>
                </a:cubicBezTo>
                <a:cubicBezTo>
                  <a:pt x="139" y="493"/>
                  <a:pt x="127" y="492"/>
                  <a:pt x="115" y="489"/>
                </a:cubicBezTo>
                <a:cubicBezTo>
                  <a:pt x="102" y="486"/>
                  <a:pt x="88" y="478"/>
                  <a:pt x="71" y="466"/>
                </a:cubicBezTo>
                <a:cubicBezTo>
                  <a:pt x="54" y="453"/>
                  <a:pt x="40" y="438"/>
                  <a:pt x="31" y="418"/>
                </a:cubicBezTo>
                <a:cubicBezTo>
                  <a:pt x="10" y="379"/>
                  <a:pt x="0" y="322"/>
                  <a:pt x="0" y="248"/>
                </a:cubicBezTo>
                <a:cubicBezTo>
                  <a:pt x="0" y="165"/>
                  <a:pt x="14" y="102"/>
                  <a:pt x="41" y="58"/>
                </a:cubicBezTo>
                <a:moveTo>
                  <a:pt x="202" y="50"/>
                </a:moveTo>
                <a:cubicBezTo>
                  <a:pt x="188" y="34"/>
                  <a:pt x="171" y="27"/>
                  <a:pt x="152" y="27"/>
                </a:cubicBezTo>
                <a:cubicBezTo>
                  <a:pt x="132" y="27"/>
                  <a:pt x="115" y="34"/>
                  <a:pt x="100" y="50"/>
                </a:cubicBezTo>
                <a:cubicBezTo>
                  <a:pt x="88" y="62"/>
                  <a:pt x="81" y="79"/>
                  <a:pt x="77" y="101"/>
                </a:cubicBezTo>
                <a:cubicBezTo>
                  <a:pt x="73" y="123"/>
                  <a:pt x="71" y="169"/>
                  <a:pt x="71" y="238"/>
                </a:cubicBezTo>
                <a:cubicBezTo>
                  <a:pt x="71" y="315"/>
                  <a:pt x="73" y="364"/>
                  <a:pt x="77" y="388"/>
                </a:cubicBezTo>
                <a:cubicBezTo>
                  <a:pt x="81" y="412"/>
                  <a:pt x="89" y="431"/>
                  <a:pt x="102" y="444"/>
                </a:cubicBezTo>
                <a:cubicBezTo>
                  <a:pt x="116" y="459"/>
                  <a:pt x="132" y="466"/>
                  <a:pt x="152" y="466"/>
                </a:cubicBezTo>
                <a:cubicBezTo>
                  <a:pt x="171" y="466"/>
                  <a:pt x="187" y="459"/>
                  <a:pt x="200" y="444"/>
                </a:cubicBezTo>
                <a:cubicBezTo>
                  <a:pt x="214" y="430"/>
                  <a:pt x="223" y="410"/>
                  <a:pt x="226" y="384"/>
                </a:cubicBezTo>
                <a:cubicBezTo>
                  <a:pt x="229" y="359"/>
                  <a:pt x="231" y="310"/>
                  <a:pt x="232" y="238"/>
                </a:cubicBezTo>
                <a:cubicBezTo>
                  <a:pt x="232" y="169"/>
                  <a:pt x="230" y="124"/>
                  <a:pt x="226" y="102"/>
                </a:cubicBezTo>
                <a:cubicBezTo>
                  <a:pt x="222" y="80"/>
                  <a:pt x="214" y="63"/>
                  <a:pt x="202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8" name=""/>
          <p:cNvSpPr/>
          <p:nvPr/>
        </p:nvSpPr>
        <p:spPr>
          <a:xfrm>
            <a:off x="7077960" y="475704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8" y="20"/>
                  <a:pt x="104" y="0"/>
                  <a:pt x="150" y="0"/>
                </a:cubicBezTo>
                <a:cubicBezTo>
                  <a:pt x="173" y="0"/>
                  <a:pt x="196" y="7"/>
                  <a:pt x="219" y="19"/>
                </a:cubicBezTo>
                <a:cubicBezTo>
                  <a:pt x="242" y="31"/>
                  <a:pt x="260" y="53"/>
                  <a:pt x="275" y="85"/>
                </a:cubicBezTo>
                <a:cubicBezTo>
                  <a:pt x="293" y="124"/>
                  <a:pt x="302" y="179"/>
                  <a:pt x="302" y="248"/>
                </a:cubicBezTo>
                <a:cubicBezTo>
                  <a:pt x="302" y="322"/>
                  <a:pt x="292" y="379"/>
                  <a:pt x="270" y="418"/>
                </a:cubicBezTo>
                <a:cubicBezTo>
                  <a:pt x="261" y="438"/>
                  <a:pt x="248" y="454"/>
                  <a:pt x="231" y="466"/>
                </a:cubicBezTo>
                <a:cubicBezTo>
                  <a:pt x="214" y="478"/>
                  <a:pt x="200" y="485"/>
                  <a:pt x="188" y="488"/>
                </a:cubicBezTo>
                <a:cubicBezTo>
                  <a:pt x="175" y="491"/>
                  <a:pt x="163" y="493"/>
                  <a:pt x="151" y="493"/>
                </a:cubicBezTo>
                <a:cubicBezTo>
                  <a:pt x="139" y="493"/>
                  <a:pt x="126" y="492"/>
                  <a:pt x="114" y="489"/>
                </a:cubicBezTo>
                <a:cubicBezTo>
                  <a:pt x="102" y="486"/>
                  <a:pt x="87" y="478"/>
                  <a:pt x="70" y="466"/>
                </a:cubicBezTo>
                <a:cubicBezTo>
                  <a:pt x="54" y="453"/>
                  <a:pt x="41" y="438"/>
                  <a:pt x="31" y="418"/>
                </a:cubicBezTo>
                <a:cubicBezTo>
                  <a:pt x="11" y="379"/>
                  <a:pt x="0" y="322"/>
                  <a:pt x="0" y="248"/>
                </a:cubicBezTo>
                <a:cubicBezTo>
                  <a:pt x="0" y="165"/>
                  <a:pt x="14" y="102"/>
                  <a:pt x="41" y="58"/>
                </a:cubicBezTo>
                <a:moveTo>
                  <a:pt x="202" y="50"/>
                </a:moveTo>
                <a:cubicBezTo>
                  <a:pt x="188" y="34"/>
                  <a:pt x="171" y="27"/>
                  <a:pt x="151" y="27"/>
                </a:cubicBezTo>
                <a:cubicBezTo>
                  <a:pt x="131" y="27"/>
                  <a:pt x="114" y="34"/>
                  <a:pt x="100" y="50"/>
                </a:cubicBezTo>
                <a:cubicBezTo>
                  <a:pt x="88" y="62"/>
                  <a:pt x="80" y="79"/>
                  <a:pt x="76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5"/>
                  <a:pt x="72" y="364"/>
                  <a:pt x="76" y="388"/>
                </a:cubicBezTo>
                <a:cubicBezTo>
                  <a:pt x="80" y="412"/>
                  <a:pt x="88" y="431"/>
                  <a:pt x="102" y="444"/>
                </a:cubicBezTo>
                <a:cubicBezTo>
                  <a:pt x="115" y="459"/>
                  <a:pt x="132" y="466"/>
                  <a:pt x="151" y="466"/>
                </a:cubicBezTo>
                <a:cubicBezTo>
                  <a:pt x="170" y="466"/>
                  <a:pt x="186" y="459"/>
                  <a:pt x="200" y="444"/>
                </a:cubicBezTo>
                <a:cubicBezTo>
                  <a:pt x="213" y="430"/>
                  <a:pt x="222" y="410"/>
                  <a:pt x="225" y="384"/>
                </a:cubicBezTo>
                <a:cubicBezTo>
                  <a:pt x="229" y="359"/>
                  <a:pt x="231" y="310"/>
                  <a:pt x="231" y="238"/>
                </a:cubicBezTo>
                <a:cubicBezTo>
                  <a:pt x="231" y="169"/>
                  <a:pt x="229" y="124"/>
                  <a:pt x="225" y="102"/>
                </a:cubicBezTo>
                <a:cubicBezTo>
                  <a:pt x="222" y="80"/>
                  <a:pt x="214" y="63"/>
                  <a:pt x="202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9" name=""/>
          <p:cNvSpPr/>
          <p:nvPr/>
        </p:nvSpPr>
        <p:spPr>
          <a:xfrm>
            <a:off x="7206840" y="4757040"/>
            <a:ext cx="108360" cy="177480"/>
          </a:xfrm>
          <a:custGeom>
            <a:avLst/>
            <a:gdLst/>
            <a:ahLst/>
            <a:rect l="0" t="0" r="r" b="b"/>
            <a:pathLst>
              <a:path w="301" h="493">
                <a:moveTo>
                  <a:pt x="40" y="58"/>
                </a:moveTo>
                <a:cubicBezTo>
                  <a:pt x="67" y="20"/>
                  <a:pt x="103" y="0"/>
                  <a:pt x="150" y="0"/>
                </a:cubicBezTo>
                <a:cubicBezTo>
                  <a:pt x="173" y="0"/>
                  <a:pt x="195" y="7"/>
                  <a:pt x="218" y="19"/>
                </a:cubicBezTo>
                <a:cubicBezTo>
                  <a:pt x="242" y="31"/>
                  <a:pt x="261" y="53"/>
                  <a:pt x="275" y="85"/>
                </a:cubicBezTo>
                <a:cubicBezTo>
                  <a:pt x="293" y="124"/>
                  <a:pt x="301" y="179"/>
                  <a:pt x="301" y="248"/>
                </a:cubicBezTo>
                <a:cubicBezTo>
                  <a:pt x="301" y="322"/>
                  <a:pt x="291" y="379"/>
                  <a:pt x="271" y="418"/>
                </a:cubicBezTo>
                <a:cubicBezTo>
                  <a:pt x="261" y="438"/>
                  <a:pt x="248" y="454"/>
                  <a:pt x="230" y="466"/>
                </a:cubicBezTo>
                <a:cubicBezTo>
                  <a:pt x="214" y="478"/>
                  <a:pt x="199" y="485"/>
                  <a:pt x="187" y="488"/>
                </a:cubicBezTo>
                <a:cubicBezTo>
                  <a:pt x="174" y="491"/>
                  <a:pt x="162" y="493"/>
                  <a:pt x="150" y="493"/>
                </a:cubicBezTo>
                <a:cubicBezTo>
                  <a:pt x="138" y="493"/>
                  <a:pt x="126" y="492"/>
                  <a:pt x="113" y="489"/>
                </a:cubicBezTo>
                <a:cubicBezTo>
                  <a:pt x="101" y="486"/>
                  <a:pt x="86" y="478"/>
                  <a:pt x="70" y="466"/>
                </a:cubicBezTo>
                <a:cubicBezTo>
                  <a:pt x="53" y="453"/>
                  <a:pt x="40" y="438"/>
                  <a:pt x="30" y="418"/>
                </a:cubicBezTo>
                <a:cubicBezTo>
                  <a:pt x="10" y="379"/>
                  <a:pt x="0" y="322"/>
                  <a:pt x="0" y="248"/>
                </a:cubicBezTo>
                <a:cubicBezTo>
                  <a:pt x="0" y="165"/>
                  <a:pt x="13" y="102"/>
                  <a:pt x="40" y="58"/>
                </a:cubicBezTo>
                <a:moveTo>
                  <a:pt x="201" y="50"/>
                </a:moveTo>
                <a:cubicBezTo>
                  <a:pt x="187" y="34"/>
                  <a:pt x="170" y="27"/>
                  <a:pt x="150" y="27"/>
                </a:cubicBezTo>
                <a:cubicBezTo>
                  <a:pt x="130" y="27"/>
                  <a:pt x="113" y="34"/>
                  <a:pt x="99" y="50"/>
                </a:cubicBezTo>
                <a:cubicBezTo>
                  <a:pt x="87" y="62"/>
                  <a:pt x="79" y="79"/>
                  <a:pt x="75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5"/>
                  <a:pt x="72" y="364"/>
                  <a:pt x="75" y="388"/>
                </a:cubicBezTo>
                <a:cubicBezTo>
                  <a:pt x="79" y="412"/>
                  <a:pt x="88" y="431"/>
                  <a:pt x="101" y="444"/>
                </a:cubicBezTo>
                <a:cubicBezTo>
                  <a:pt x="114" y="459"/>
                  <a:pt x="131" y="466"/>
                  <a:pt x="150" y="466"/>
                </a:cubicBezTo>
                <a:cubicBezTo>
                  <a:pt x="169" y="466"/>
                  <a:pt x="186" y="459"/>
                  <a:pt x="199" y="444"/>
                </a:cubicBezTo>
                <a:cubicBezTo>
                  <a:pt x="213" y="430"/>
                  <a:pt x="221" y="410"/>
                  <a:pt x="225" y="384"/>
                </a:cubicBezTo>
                <a:cubicBezTo>
                  <a:pt x="228" y="359"/>
                  <a:pt x="230" y="310"/>
                  <a:pt x="230" y="238"/>
                </a:cubicBezTo>
                <a:cubicBezTo>
                  <a:pt x="230" y="169"/>
                  <a:pt x="229" y="124"/>
                  <a:pt x="225" y="102"/>
                </a:cubicBezTo>
                <a:cubicBezTo>
                  <a:pt x="221" y="80"/>
                  <a:pt x="213" y="63"/>
                  <a:pt x="201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6082200" y="4714920"/>
            <a:ext cx="209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41" name=""/>
          <p:cNvSpPr/>
          <p:nvPr/>
        </p:nvSpPr>
        <p:spPr>
          <a:xfrm>
            <a:off x="857160" y="51526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5" y="231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90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7324920" y="4714920"/>
            <a:ext cx="11253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resamples)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43" name=""/>
          <p:cNvSpPr/>
          <p:nvPr/>
        </p:nvSpPr>
        <p:spPr>
          <a:xfrm>
            <a:off x="2493720" y="5095440"/>
            <a:ext cx="185400" cy="175320"/>
          </a:xfrm>
          <a:custGeom>
            <a:avLst/>
            <a:gdLst/>
            <a:ahLst/>
            <a:rect l="0" t="0" r="r" b="b"/>
            <a:pathLst>
              <a:path w="515" h="487">
                <a:moveTo>
                  <a:pt x="13" y="486"/>
                </a:moveTo>
                <a:cubicBezTo>
                  <a:pt x="5" y="486"/>
                  <a:pt x="0" y="484"/>
                  <a:pt x="0" y="479"/>
                </a:cubicBezTo>
                <a:cubicBezTo>
                  <a:pt x="0" y="478"/>
                  <a:pt x="1" y="475"/>
                  <a:pt x="3" y="469"/>
                </a:cubicBezTo>
                <a:cubicBezTo>
                  <a:pt x="5" y="462"/>
                  <a:pt x="6" y="457"/>
                  <a:pt x="8" y="456"/>
                </a:cubicBezTo>
                <a:cubicBezTo>
                  <a:pt x="10" y="455"/>
                  <a:pt x="16" y="455"/>
                  <a:pt x="25" y="454"/>
                </a:cubicBezTo>
                <a:cubicBezTo>
                  <a:pt x="38" y="454"/>
                  <a:pt x="52" y="454"/>
                  <a:pt x="68" y="452"/>
                </a:cubicBezTo>
                <a:cubicBezTo>
                  <a:pt x="74" y="451"/>
                  <a:pt x="79" y="448"/>
                  <a:pt x="81" y="444"/>
                </a:cubicBezTo>
                <a:cubicBezTo>
                  <a:pt x="82" y="441"/>
                  <a:pt x="99" y="374"/>
                  <a:pt x="132" y="243"/>
                </a:cubicBezTo>
                <a:cubicBezTo>
                  <a:pt x="165" y="110"/>
                  <a:pt x="182" y="43"/>
                  <a:pt x="182" y="41"/>
                </a:cubicBezTo>
                <a:cubicBezTo>
                  <a:pt x="182" y="38"/>
                  <a:pt x="181" y="36"/>
                  <a:pt x="179" y="36"/>
                </a:cubicBezTo>
                <a:cubicBezTo>
                  <a:pt x="175" y="35"/>
                  <a:pt x="163" y="34"/>
                  <a:pt x="141" y="33"/>
                </a:cubicBezTo>
                <a:lnTo>
                  <a:pt x="119" y="33"/>
                </a:lnTo>
                <a:cubicBezTo>
                  <a:pt x="116" y="30"/>
                  <a:pt x="115" y="28"/>
                  <a:pt x="115" y="27"/>
                </a:cubicBezTo>
                <a:cubicBezTo>
                  <a:pt x="115" y="26"/>
                  <a:pt x="115" y="22"/>
                  <a:pt x="116" y="15"/>
                </a:cubicBezTo>
                <a:cubicBezTo>
                  <a:pt x="118" y="7"/>
                  <a:pt x="121" y="2"/>
                  <a:pt x="123" y="0"/>
                </a:cubicBezTo>
                <a:lnTo>
                  <a:pt x="509" y="0"/>
                </a:lnTo>
                <a:cubicBezTo>
                  <a:pt x="513" y="2"/>
                  <a:pt x="515" y="5"/>
                  <a:pt x="515" y="8"/>
                </a:cubicBezTo>
                <a:cubicBezTo>
                  <a:pt x="515" y="10"/>
                  <a:pt x="511" y="37"/>
                  <a:pt x="505" y="88"/>
                </a:cubicBezTo>
                <a:cubicBezTo>
                  <a:pt x="498" y="139"/>
                  <a:pt x="495" y="165"/>
                  <a:pt x="495" y="167"/>
                </a:cubicBezTo>
                <a:cubicBezTo>
                  <a:pt x="494" y="170"/>
                  <a:pt x="489" y="172"/>
                  <a:pt x="480" y="172"/>
                </a:cubicBezTo>
                <a:lnTo>
                  <a:pt x="472" y="172"/>
                </a:lnTo>
                <a:cubicBezTo>
                  <a:pt x="468" y="169"/>
                  <a:pt x="467" y="166"/>
                  <a:pt x="467" y="162"/>
                </a:cubicBezTo>
                <a:cubicBezTo>
                  <a:pt x="467" y="162"/>
                  <a:pt x="467" y="156"/>
                  <a:pt x="469" y="145"/>
                </a:cubicBezTo>
                <a:cubicBezTo>
                  <a:pt x="470" y="134"/>
                  <a:pt x="471" y="122"/>
                  <a:pt x="471" y="107"/>
                </a:cubicBezTo>
                <a:cubicBezTo>
                  <a:pt x="471" y="93"/>
                  <a:pt x="469" y="81"/>
                  <a:pt x="466" y="72"/>
                </a:cubicBezTo>
                <a:cubicBezTo>
                  <a:pt x="463" y="63"/>
                  <a:pt x="458" y="56"/>
                  <a:pt x="452" y="50"/>
                </a:cubicBezTo>
                <a:cubicBezTo>
                  <a:pt x="447" y="44"/>
                  <a:pt x="438" y="40"/>
                  <a:pt x="426" y="39"/>
                </a:cubicBezTo>
                <a:cubicBezTo>
                  <a:pt x="414" y="37"/>
                  <a:pt x="402" y="35"/>
                  <a:pt x="389" y="34"/>
                </a:cubicBezTo>
                <a:cubicBezTo>
                  <a:pt x="377" y="32"/>
                  <a:pt x="360" y="32"/>
                  <a:pt x="338" y="33"/>
                </a:cubicBezTo>
                <a:lnTo>
                  <a:pt x="321" y="33"/>
                </a:lnTo>
                <a:cubicBezTo>
                  <a:pt x="282" y="33"/>
                  <a:pt x="262" y="34"/>
                  <a:pt x="259" y="35"/>
                </a:cubicBezTo>
                <a:cubicBezTo>
                  <a:pt x="257" y="36"/>
                  <a:pt x="255" y="38"/>
                  <a:pt x="254" y="41"/>
                </a:cubicBezTo>
                <a:cubicBezTo>
                  <a:pt x="254" y="41"/>
                  <a:pt x="246" y="72"/>
                  <a:pt x="230" y="134"/>
                </a:cubicBezTo>
                <a:lnTo>
                  <a:pt x="207" y="228"/>
                </a:lnTo>
                <a:lnTo>
                  <a:pt x="246" y="228"/>
                </a:lnTo>
                <a:cubicBezTo>
                  <a:pt x="248" y="228"/>
                  <a:pt x="253" y="228"/>
                  <a:pt x="263" y="228"/>
                </a:cubicBezTo>
                <a:cubicBezTo>
                  <a:pt x="272" y="228"/>
                  <a:pt x="279" y="227"/>
                  <a:pt x="283" y="227"/>
                </a:cubicBezTo>
                <a:cubicBezTo>
                  <a:pt x="287" y="226"/>
                  <a:pt x="292" y="226"/>
                  <a:pt x="299" y="225"/>
                </a:cubicBezTo>
                <a:cubicBezTo>
                  <a:pt x="305" y="224"/>
                  <a:pt x="311" y="222"/>
                  <a:pt x="316" y="220"/>
                </a:cubicBezTo>
                <a:cubicBezTo>
                  <a:pt x="321" y="217"/>
                  <a:pt x="325" y="215"/>
                  <a:pt x="328" y="211"/>
                </a:cubicBezTo>
                <a:cubicBezTo>
                  <a:pt x="334" y="205"/>
                  <a:pt x="339" y="198"/>
                  <a:pt x="344" y="188"/>
                </a:cubicBezTo>
                <a:cubicBezTo>
                  <a:pt x="348" y="177"/>
                  <a:pt x="351" y="168"/>
                  <a:pt x="353" y="159"/>
                </a:cubicBezTo>
                <a:cubicBezTo>
                  <a:pt x="355" y="151"/>
                  <a:pt x="356" y="147"/>
                  <a:pt x="357" y="147"/>
                </a:cubicBezTo>
                <a:cubicBezTo>
                  <a:pt x="358" y="144"/>
                  <a:pt x="362" y="143"/>
                  <a:pt x="370" y="143"/>
                </a:cubicBezTo>
                <a:lnTo>
                  <a:pt x="379" y="143"/>
                </a:lnTo>
                <a:cubicBezTo>
                  <a:pt x="382" y="145"/>
                  <a:pt x="384" y="148"/>
                  <a:pt x="384" y="150"/>
                </a:cubicBezTo>
                <a:cubicBezTo>
                  <a:pt x="384" y="152"/>
                  <a:pt x="376" y="183"/>
                  <a:pt x="362" y="245"/>
                </a:cubicBezTo>
                <a:cubicBezTo>
                  <a:pt x="347" y="306"/>
                  <a:pt x="339" y="337"/>
                  <a:pt x="337" y="339"/>
                </a:cubicBezTo>
                <a:cubicBezTo>
                  <a:pt x="336" y="342"/>
                  <a:pt x="332" y="344"/>
                  <a:pt x="323" y="344"/>
                </a:cubicBezTo>
                <a:lnTo>
                  <a:pt x="314" y="344"/>
                </a:lnTo>
                <a:cubicBezTo>
                  <a:pt x="311" y="341"/>
                  <a:pt x="309" y="338"/>
                  <a:pt x="309" y="336"/>
                </a:cubicBezTo>
                <a:cubicBezTo>
                  <a:pt x="309" y="334"/>
                  <a:pt x="311" y="329"/>
                  <a:pt x="313" y="320"/>
                </a:cubicBezTo>
                <a:cubicBezTo>
                  <a:pt x="315" y="311"/>
                  <a:pt x="316" y="301"/>
                  <a:pt x="316" y="291"/>
                </a:cubicBezTo>
                <a:cubicBezTo>
                  <a:pt x="316" y="277"/>
                  <a:pt x="312" y="269"/>
                  <a:pt x="302" y="266"/>
                </a:cubicBezTo>
                <a:cubicBezTo>
                  <a:pt x="293" y="262"/>
                  <a:pt x="271" y="261"/>
                  <a:pt x="239" y="261"/>
                </a:cubicBezTo>
                <a:lnTo>
                  <a:pt x="199" y="261"/>
                </a:lnTo>
                <a:lnTo>
                  <a:pt x="176" y="351"/>
                </a:lnTo>
                <a:cubicBezTo>
                  <a:pt x="161" y="410"/>
                  <a:pt x="153" y="441"/>
                  <a:pt x="153" y="444"/>
                </a:cubicBezTo>
                <a:cubicBezTo>
                  <a:pt x="153" y="451"/>
                  <a:pt x="175" y="454"/>
                  <a:pt x="217" y="454"/>
                </a:cubicBezTo>
                <a:lnTo>
                  <a:pt x="235" y="454"/>
                </a:lnTo>
                <a:cubicBezTo>
                  <a:pt x="238" y="457"/>
                  <a:pt x="239" y="459"/>
                  <a:pt x="239" y="459"/>
                </a:cubicBezTo>
                <a:cubicBezTo>
                  <a:pt x="239" y="460"/>
                  <a:pt x="239" y="464"/>
                  <a:pt x="238" y="474"/>
                </a:cubicBezTo>
                <a:cubicBezTo>
                  <a:pt x="236" y="480"/>
                  <a:pt x="234" y="484"/>
                  <a:pt x="231" y="487"/>
                </a:cubicBezTo>
                <a:lnTo>
                  <a:pt x="219" y="487"/>
                </a:lnTo>
                <a:cubicBezTo>
                  <a:pt x="199" y="486"/>
                  <a:pt x="163" y="486"/>
                  <a:pt x="111" y="486"/>
                </a:cubicBezTo>
                <a:cubicBezTo>
                  <a:pt x="80" y="486"/>
                  <a:pt x="56" y="486"/>
                  <a:pt x="40" y="486"/>
                </a:cubicBezTo>
                <a:cubicBezTo>
                  <a:pt x="24" y="486"/>
                  <a:pt x="15" y="486"/>
                  <a:pt x="13" y="4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4" name=""/>
          <p:cNvSpPr/>
          <p:nvPr/>
        </p:nvSpPr>
        <p:spPr>
          <a:xfrm>
            <a:off x="2675160" y="5187960"/>
            <a:ext cx="62640" cy="121320"/>
          </a:xfrm>
          <a:custGeom>
            <a:avLst/>
            <a:gdLst/>
            <a:ahLst/>
            <a:rect l="0" t="0" r="r" b="b"/>
            <a:pathLst>
              <a:path w="174" h="337">
                <a:moveTo>
                  <a:pt x="65" y="44"/>
                </a:moveTo>
                <a:lnTo>
                  <a:pt x="59" y="47"/>
                </a:lnTo>
                <a:cubicBezTo>
                  <a:pt x="54" y="48"/>
                  <a:pt x="47" y="50"/>
                  <a:pt x="38" y="52"/>
                </a:cubicBezTo>
                <a:cubicBezTo>
                  <a:pt x="30" y="53"/>
                  <a:pt x="20" y="55"/>
                  <a:pt x="9" y="55"/>
                </a:cubicBezTo>
                <a:lnTo>
                  <a:pt x="0" y="55"/>
                </a:lnTo>
                <a:lnTo>
                  <a:pt x="0" y="32"/>
                </a:lnTo>
                <a:lnTo>
                  <a:pt x="9" y="32"/>
                </a:lnTo>
                <a:cubicBezTo>
                  <a:pt x="25" y="31"/>
                  <a:pt x="40" y="29"/>
                  <a:pt x="53" y="25"/>
                </a:cubicBezTo>
                <a:cubicBezTo>
                  <a:pt x="67" y="20"/>
                  <a:pt x="76" y="16"/>
                  <a:pt x="81" y="12"/>
                </a:cubicBezTo>
                <a:cubicBezTo>
                  <a:pt x="87" y="9"/>
                  <a:pt x="92" y="5"/>
                  <a:pt x="97" y="1"/>
                </a:cubicBezTo>
                <a:cubicBezTo>
                  <a:pt x="97" y="0"/>
                  <a:pt x="99" y="0"/>
                  <a:pt x="103" y="0"/>
                </a:cubicBezTo>
                <a:cubicBezTo>
                  <a:pt x="106" y="0"/>
                  <a:pt x="109" y="1"/>
                  <a:pt x="111" y="3"/>
                </a:cubicBezTo>
                <a:lnTo>
                  <a:pt x="111" y="154"/>
                </a:lnTo>
                <a:lnTo>
                  <a:pt x="112" y="307"/>
                </a:lnTo>
                <a:cubicBezTo>
                  <a:pt x="114" y="309"/>
                  <a:pt x="116" y="310"/>
                  <a:pt x="118" y="311"/>
                </a:cubicBezTo>
                <a:cubicBezTo>
                  <a:pt x="120" y="312"/>
                  <a:pt x="124" y="312"/>
                  <a:pt x="130" y="313"/>
                </a:cubicBezTo>
                <a:cubicBezTo>
                  <a:pt x="136" y="314"/>
                  <a:pt x="147" y="314"/>
                  <a:pt x="161" y="314"/>
                </a:cubicBezTo>
                <a:lnTo>
                  <a:pt x="174" y="314"/>
                </a:lnTo>
                <a:lnTo>
                  <a:pt x="174" y="337"/>
                </a:lnTo>
                <a:lnTo>
                  <a:pt x="169" y="337"/>
                </a:lnTo>
                <a:cubicBezTo>
                  <a:pt x="162" y="336"/>
                  <a:pt x="135" y="336"/>
                  <a:pt x="88" y="336"/>
                </a:cubicBezTo>
                <a:cubicBezTo>
                  <a:pt x="42" y="336"/>
                  <a:pt x="15" y="336"/>
                  <a:pt x="8" y="337"/>
                </a:cubicBezTo>
                <a:lnTo>
                  <a:pt x="2" y="337"/>
                </a:lnTo>
                <a:lnTo>
                  <a:pt x="2" y="314"/>
                </a:lnTo>
                <a:lnTo>
                  <a:pt x="15" y="314"/>
                </a:lnTo>
                <a:cubicBezTo>
                  <a:pt x="23" y="314"/>
                  <a:pt x="29" y="314"/>
                  <a:pt x="34" y="314"/>
                </a:cubicBezTo>
                <a:cubicBezTo>
                  <a:pt x="40" y="314"/>
                  <a:pt x="44" y="314"/>
                  <a:pt x="47" y="314"/>
                </a:cubicBezTo>
                <a:cubicBezTo>
                  <a:pt x="50" y="313"/>
                  <a:pt x="53" y="313"/>
                  <a:pt x="55" y="312"/>
                </a:cubicBezTo>
                <a:cubicBezTo>
                  <a:pt x="58" y="311"/>
                  <a:pt x="59" y="311"/>
                  <a:pt x="59" y="311"/>
                </a:cubicBezTo>
                <a:cubicBezTo>
                  <a:pt x="60" y="311"/>
                  <a:pt x="61" y="310"/>
                  <a:pt x="62" y="309"/>
                </a:cubicBezTo>
                <a:cubicBezTo>
                  <a:pt x="64" y="307"/>
                  <a:pt x="65" y="306"/>
                  <a:pt x="65" y="307"/>
                </a:cubicBezTo>
                <a:lnTo>
                  <a:pt x="65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5" name=""/>
          <p:cNvSpPr/>
          <p:nvPr/>
        </p:nvSpPr>
        <p:spPr>
          <a:xfrm>
            <a:off x="2849760" y="5086080"/>
            <a:ext cx="171720" cy="240120"/>
          </a:xfrm>
          <a:custGeom>
            <a:avLst/>
            <a:gdLst/>
            <a:ahLst/>
            <a:rect l="0" t="0" r="r" b="b"/>
            <a:pathLst>
              <a:path w="477" h="667">
                <a:moveTo>
                  <a:pt x="65" y="665"/>
                </a:moveTo>
                <a:cubicBezTo>
                  <a:pt x="62" y="663"/>
                  <a:pt x="61" y="661"/>
                  <a:pt x="60" y="659"/>
                </a:cubicBezTo>
                <a:cubicBezTo>
                  <a:pt x="60" y="657"/>
                  <a:pt x="60" y="655"/>
                  <a:pt x="59" y="654"/>
                </a:cubicBezTo>
                <a:cubicBezTo>
                  <a:pt x="59" y="651"/>
                  <a:pt x="60" y="647"/>
                  <a:pt x="63" y="644"/>
                </a:cubicBezTo>
                <a:lnTo>
                  <a:pt x="178" y="418"/>
                </a:lnTo>
                <a:lnTo>
                  <a:pt x="10" y="418"/>
                </a:lnTo>
                <a:cubicBezTo>
                  <a:pt x="3" y="415"/>
                  <a:pt x="0" y="410"/>
                  <a:pt x="0" y="404"/>
                </a:cubicBezTo>
                <a:cubicBezTo>
                  <a:pt x="0" y="397"/>
                  <a:pt x="4" y="392"/>
                  <a:pt x="11" y="389"/>
                </a:cubicBezTo>
                <a:lnTo>
                  <a:pt x="193" y="389"/>
                </a:lnTo>
                <a:lnTo>
                  <a:pt x="250" y="279"/>
                </a:lnTo>
                <a:lnTo>
                  <a:pt x="11" y="279"/>
                </a:lnTo>
                <a:cubicBezTo>
                  <a:pt x="4" y="277"/>
                  <a:pt x="0" y="272"/>
                  <a:pt x="0" y="265"/>
                </a:cubicBezTo>
                <a:cubicBezTo>
                  <a:pt x="0" y="259"/>
                  <a:pt x="3" y="254"/>
                  <a:pt x="10" y="251"/>
                </a:cubicBezTo>
                <a:lnTo>
                  <a:pt x="264" y="251"/>
                </a:lnTo>
                <a:cubicBezTo>
                  <a:pt x="346" y="90"/>
                  <a:pt x="388" y="9"/>
                  <a:pt x="390" y="7"/>
                </a:cubicBezTo>
                <a:cubicBezTo>
                  <a:pt x="392" y="2"/>
                  <a:pt x="395" y="0"/>
                  <a:pt x="402" y="0"/>
                </a:cubicBezTo>
                <a:cubicBezTo>
                  <a:pt x="405" y="0"/>
                  <a:pt x="408" y="1"/>
                  <a:pt x="410" y="3"/>
                </a:cubicBezTo>
                <a:cubicBezTo>
                  <a:pt x="412" y="5"/>
                  <a:pt x="415" y="7"/>
                  <a:pt x="415" y="10"/>
                </a:cubicBezTo>
                <a:cubicBezTo>
                  <a:pt x="416" y="12"/>
                  <a:pt x="416" y="14"/>
                  <a:pt x="417" y="15"/>
                </a:cubicBezTo>
                <a:cubicBezTo>
                  <a:pt x="417" y="16"/>
                  <a:pt x="376" y="95"/>
                  <a:pt x="296" y="251"/>
                </a:cubicBezTo>
                <a:lnTo>
                  <a:pt x="466" y="251"/>
                </a:lnTo>
                <a:cubicBezTo>
                  <a:pt x="473" y="255"/>
                  <a:pt x="477" y="259"/>
                  <a:pt x="477" y="265"/>
                </a:cubicBezTo>
                <a:cubicBezTo>
                  <a:pt x="477" y="270"/>
                  <a:pt x="474" y="275"/>
                  <a:pt x="467" y="279"/>
                </a:cubicBezTo>
                <a:lnTo>
                  <a:pt x="282" y="279"/>
                </a:lnTo>
                <a:lnTo>
                  <a:pt x="225" y="389"/>
                </a:lnTo>
                <a:lnTo>
                  <a:pt x="467" y="389"/>
                </a:lnTo>
                <a:cubicBezTo>
                  <a:pt x="474" y="394"/>
                  <a:pt x="477" y="399"/>
                  <a:pt x="477" y="404"/>
                </a:cubicBezTo>
                <a:cubicBezTo>
                  <a:pt x="477" y="410"/>
                  <a:pt x="473" y="415"/>
                  <a:pt x="466" y="418"/>
                </a:cubicBezTo>
                <a:lnTo>
                  <a:pt x="211" y="418"/>
                </a:lnTo>
                <a:cubicBezTo>
                  <a:pt x="127" y="582"/>
                  <a:pt x="84" y="664"/>
                  <a:pt x="81" y="665"/>
                </a:cubicBezTo>
                <a:cubicBezTo>
                  <a:pt x="79" y="666"/>
                  <a:pt x="77" y="667"/>
                  <a:pt x="73" y="667"/>
                </a:cubicBezTo>
                <a:cubicBezTo>
                  <a:pt x="70" y="667"/>
                  <a:pt x="67" y="666"/>
                  <a:pt x="65" y="6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6" name=""/>
          <p:cNvSpPr/>
          <p:nvPr/>
        </p:nvSpPr>
        <p:spPr>
          <a:xfrm>
            <a:off x="3115080" y="509544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6"/>
                </a:moveTo>
                <a:cubicBezTo>
                  <a:pt x="4" y="486"/>
                  <a:pt x="0" y="484"/>
                  <a:pt x="0" y="479"/>
                </a:cubicBezTo>
                <a:cubicBezTo>
                  <a:pt x="0" y="478"/>
                  <a:pt x="0" y="475"/>
                  <a:pt x="2" y="469"/>
                </a:cubicBezTo>
                <a:cubicBezTo>
                  <a:pt x="4" y="462"/>
                  <a:pt x="6" y="457"/>
                  <a:pt x="8" y="456"/>
                </a:cubicBezTo>
                <a:cubicBezTo>
                  <a:pt x="9" y="455"/>
                  <a:pt x="15" y="455"/>
                  <a:pt x="24" y="454"/>
                </a:cubicBezTo>
                <a:cubicBezTo>
                  <a:pt x="37" y="454"/>
                  <a:pt x="51" y="454"/>
                  <a:pt x="67" y="452"/>
                </a:cubicBezTo>
                <a:cubicBezTo>
                  <a:pt x="74" y="451"/>
                  <a:pt x="78" y="448"/>
                  <a:pt x="80" y="444"/>
                </a:cubicBezTo>
                <a:cubicBezTo>
                  <a:pt x="81" y="441"/>
                  <a:pt x="98" y="374"/>
                  <a:pt x="131" y="243"/>
                </a:cubicBezTo>
                <a:cubicBezTo>
                  <a:pt x="164" y="110"/>
                  <a:pt x="181" y="43"/>
                  <a:pt x="181" y="41"/>
                </a:cubicBezTo>
                <a:cubicBezTo>
                  <a:pt x="181" y="38"/>
                  <a:pt x="180" y="36"/>
                  <a:pt x="178" y="36"/>
                </a:cubicBezTo>
                <a:cubicBezTo>
                  <a:pt x="175" y="35"/>
                  <a:pt x="162" y="34"/>
                  <a:pt x="141" y="33"/>
                </a:cubicBezTo>
                <a:lnTo>
                  <a:pt x="118" y="33"/>
                </a:lnTo>
                <a:cubicBezTo>
                  <a:pt x="115" y="30"/>
                  <a:pt x="114" y="28"/>
                  <a:pt x="114" y="27"/>
                </a:cubicBezTo>
                <a:cubicBezTo>
                  <a:pt x="114" y="26"/>
                  <a:pt x="115" y="22"/>
                  <a:pt x="115" y="15"/>
                </a:cubicBezTo>
                <a:cubicBezTo>
                  <a:pt x="117" y="7"/>
                  <a:pt x="120" y="2"/>
                  <a:pt x="123" y="0"/>
                </a:cubicBezTo>
                <a:lnTo>
                  <a:pt x="509" y="0"/>
                </a:lnTo>
                <a:cubicBezTo>
                  <a:pt x="512" y="2"/>
                  <a:pt x="514" y="5"/>
                  <a:pt x="514" y="8"/>
                </a:cubicBezTo>
                <a:cubicBezTo>
                  <a:pt x="514" y="10"/>
                  <a:pt x="511" y="37"/>
                  <a:pt x="505" y="88"/>
                </a:cubicBezTo>
                <a:cubicBezTo>
                  <a:pt x="498" y="139"/>
                  <a:pt x="495" y="165"/>
                  <a:pt x="495" y="167"/>
                </a:cubicBezTo>
                <a:cubicBezTo>
                  <a:pt x="494" y="170"/>
                  <a:pt x="489" y="172"/>
                  <a:pt x="480" y="172"/>
                </a:cubicBezTo>
                <a:lnTo>
                  <a:pt x="472" y="172"/>
                </a:lnTo>
                <a:cubicBezTo>
                  <a:pt x="468" y="169"/>
                  <a:pt x="467" y="166"/>
                  <a:pt x="467" y="162"/>
                </a:cubicBezTo>
                <a:cubicBezTo>
                  <a:pt x="467" y="162"/>
                  <a:pt x="468" y="156"/>
                  <a:pt x="469" y="145"/>
                </a:cubicBezTo>
                <a:cubicBezTo>
                  <a:pt x="470" y="134"/>
                  <a:pt x="471" y="122"/>
                  <a:pt x="471" y="107"/>
                </a:cubicBezTo>
                <a:cubicBezTo>
                  <a:pt x="471" y="93"/>
                  <a:pt x="469" y="81"/>
                  <a:pt x="466" y="72"/>
                </a:cubicBezTo>
                <a:cubicBezTo>
                  <a:pt x="463" y="63"/>
                  <a:pt x="458" y="56"/>
                  <a:pt x="453" y="50"/>
                </a:cubicBezTo>
                <a:cubicBezTo>
                  <a:pt x="447" y="44"/>
                  <a:pt x="438" y="40"/>
                  <a:pt x="426" y="39"/>
                </a:cubicBezTo>
                <a:cubicBezTo>
                  <a:pt x="414" y="37"/>
                  <a:pt x="402" y="35"/>
                  <a:pt x="390" y="34"/>
                </a:cubicBezTo>
                <a:cubicBezTo>
                  <a:pt x="377" y="32"/>
                  <a:pt x="360" y="32"/>
                  <a:pt x="338" y="33"/>
                </a:cubicBezTo>
                <a:lnTo>
                  <a:pt x="321" y="33"/>
                </a:lnTo>
                <a:cubicBezTo>
                  <a:pt x="282" y="33"/>
                  <a:pt x="261" y="34"/>
                  <a:pt x="258" y="35"/>
                </a:cubicBezTo>
                <a:cubicBezTo>
                  <a:pt x="256" y="36"/>
                  <a:pt x="254" y="38"/>
                  <a:pt x="253" y="41"/>
                </a:cubicBezTo>
                <a:cubicBezTo>
                  <a:pt x="253" y="41"/>
                  <a:pt x="245" y="72"/>
                  <a:pt x="229" y="134"/>
                </a:cubicBezTo>
                <a:lnTo>
                  <a:pt x="206" y="228"/>
                </a:lnTo>
                <a:lnTo>
                  <a:pt x="246" y="228"/>
                </a:lnTo>
                <a:cubicBezTo>
                  <a:pt x="247" y="228"/>
                  <a:pt x="253" y="228"/>
                  <a:pt x="262" y="228"/>
                </a:cubicBezTo>
                <a:cubicBezTo>
                  <a:pt x="272" y="228"/>
                  <a:pt x="278" y="227"/>
                  <a:pt x="282" y="227"/>
                </a:cubicBezTo>
                <a:cubicBezTo>
                  <a:pt x="286" y="226"/>
                  <a:pt x="291" y="226"/>
                  <a:pt x="298" y="225"/>
                </a:cubicBezTo>
                <a:cubicBezTo>
                  <a:pt x="304" y="224"/>
                  <a:pt x="310" y="222"/>
                  <a:pt x="315" y="220"/>
                </a:cubicBezTo>
                <a:cubicBezTo>
                  <a:pt x="320" y="217"/>
                  <a:pt x="324" y="215"/>
                  <a:pt x="328" y="211"/>
                </a:cubicBezTo>
                <a:cubicBezTo>
                  <a:pt x="334" y="205"/>
                  <a:pt x="340" y="198"/>
                  <a:pt x="344" y="188"/>
                </a:cubicBezTo>
                <a:cubicBezTo>
                  <a:pt x="348" y="177"/>
                  <a:pt x="351" y="168"/>
                  <a:pt x="353" y="159"/>
                </a:cubicBezTo>
                <a:cubicBezTo>
                  <a:pt x="355" y="151"/>
                  <a:pt x="356" y="147"/>
                  <a:pt x="357" y="147"/>
                </a:cubicBezTo>
                <a:cubicBezTo>
                  <a:pt x="358" y="144"/>
                  <a:pt x="363" y="143"/>
                  <a:pt x="370" y="143"/>
                </a:cubicBezTo>
                <a:lnTo>
                  <a:pt x="379" y="143"/>
                </a:lnTo>
                <a:cubicBezTo>
                  <a:pt x="382" y="145"/>
                  <a:pt x="384" y="148"/>
                  <a:pt x="384" y="150"/>
                </a:cubicBezTo>
                <a:cubicBezTo>
                  <a:pt x="384" y="152"/>
                  <a:pt x="376" y="183"/>
                  <a:pt x="362" y="245"/>
                </a:cubicBezTo>
                <a:cubicBezTo>
                  <a:pt x="347" y="306"/>
                  <a:pt x="339" y="337"/>
                  <a:pt x="337" y="339"/>
                </a:cubicBezTo>
                <a:cubicBezTo>
                  <a:pt x="336" y="342"/>
                  <a:pt x="332" y="344"/>
                  <a:pt x="322" y="344"/>
                </a:cubicBezTo>
                <a:lnTo>
                  <a:pt x="314" y="344"/>
                </a:lnTo>
                <a:cubicBezTo>
                  <a:pt x="310" y="341"/>
                  <a:pt x="309" y="338"/>
                  <a:pt x="309" y="336"/>
                </a:cubicBezTo>
                <a:cubicBezTo>
                  <a:pt x="309" y="334"/>
                  <a:pt x="310" y="329"/>
                  <a:pt x="312" y="320"/>
                </a:cubicBezTo>
                <a:cubicBezTo>
                  <a:pt x="314" y="311"/>
                  <a:pt x="316" y="301"/>
                  <a:pt x="316" y="291"/>
                </a:cubicBezTo>
                <a:cubicBezTo>
                  <a:pt x="316" y="277"/>
                  <a:pt x="311" y="269"/>
                  <a:pt x="301" y="266"/>
                </a:cubicBezTo>
                <a:cubicBezTo>
                  <a:pt x="292" y="262"/>
                  <a:pt x="271" y="261"/>
                  <a:pt x="238" y="261"/>
                </a:cubicBezTo>
                <a:lnTo>
                  <a:pt x="198" y="261"/>
                </a:lnTo>
                <a:lnTo>
                  <a:pt x="176" y="351"/>
                </a:lnTo>
                <a:cubicBezTo>
                  <a:pt x="160" y="410"/>
                  <a:pt x="153" y="441"/>
                  <a:pt x="153" y="444"/>
                </a:cubicBezTo>
                <a:cubicBezTo>
                  <a:pt x="153" y="451"/>
                  <a:pt x="174" y="454"/>
                  <a:pt x="216" y="454"/>
                </a:cubicBezTo>
                <a:lnTo>
                  <a:pt x="234" y="454"/>
                </a:lnTo>
                <a:cubicBezTo>
                  <a:pt x="237" y="457"/>
                  <a:pt x="238" y="459"/>
                  <a:pt x="238" y="459"/>
                </a:cubicBezTo>
                <a:cubicBezTo>
                  <a:pt x="238" y="460"/>
                  <a:pt x="238" y="464"/>
                  <a:pt x="237" y="474"/>
                </a:cubicBezTo>
                <a:cubicBezTo>
                  <a:pt x="235" y="480"/>
                  <a:pt x="233" y="484"/>
                  <a:pt x="230" y="487"/>
                </a:cubicBezTo>
                <a:lnTo>
                  <a:pt x="218" y="487"/>
                </a:lnTo>
                <a:cubicBezTo>
                  <a:pt x="198" y="486"/>
                  <a:pt x="162" y="486"/>
                  <a:pt x="110" y="486"/>
                </a:cubicBezTo>
                <a:cubicBezTo>
                  <a:pt x="79" y="486"/>
                  <a:pt x="55" y="486"/>
                  <a:pt x="39" y="486"/>
                </a:cubicBezTo>
                <a:cubicBezTo>
                  <a:pt x="23" y="486"/>
                  <a:pt x="14" y="486"/>
                  <a:pt x="12" y="4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7" name=""/>
          <p:cNvSpPr/>
          <p:nvPr/>
        </p:nvSpPr>
        <p:spPr>
          <a:xfrm>
            <a:off x="3290040" y="5187960"/>
            <a:ext cx="73080" cy="121320"/>
          </a:xfrm>
          <a:custGeom>
            <a:avLst/>
            <a:gdLst/>
            <a:ahLst/>
            <a:rect l="0" t="0" r="r" b="b"/>
            <a:pathLst>
              <a:path w="203" h="337">
                <a:moveTo>
                  <a:pt x="31" y="120"/>
                </a:moveTo>
                <a:cubicBezTo>
                  <a:pt x="22" y="120"/>
                  <a:pt x="15" y="117"/>
                  <a:pt x="9" y="110"/>
                </a:cubicBezTo>
                <a:cubicBezTo>
                  <a:pt x="3" y="104"/>
                  <a:pt x="0" y="97"/>
                  <a:pt x="0" y="88"/>
                </a:cubicBezTo>
                <a:cubicBezTo>
                  <a:pt x="0" y="64"/>
                  <a:pt x="10" y="44"/>
                  <a:pt x="28" y="26"/>
                </a:cubicBezTo>
                <a:cubicBezTo>
                  <a:pt x="46" y="9"/>
                  <a:pt x="68" y="0"/>
                  <a:pt x="95" y="0"/>
                </a:cubicBezTo>
                <a:cubicBezTo>
                  <a:pt x="125" y="0"/>
                  <a:pt x="151" y="9"/>
                  <a:pt x="171" y="28"/>
                </a:cubicBezTo>
                <a:cubicBezTo>
                  <a:pt x="192" y="47"/>
                  <a:pt x="202" y="71"/>
                  <a:pt x="203" y="101"/>
                </a:cubicBezTo>
                <a:cubicBezTo>
                  <a:pt x="203" y="116"/>
                  <a:pt x="199" y="130"/>
                  <a:pt x="193" y="143"/>
                </a:cubicBezTo>
                <a:cubicBezTo>
                  <a:pt x="186" y="156"/>
                  <a:pt x="178" y="167"/>
                  <a:pt x="168" y="177"/>
                </a:cubicBezTo>
                <a:cubicBezTo>
                  <a:pt x="159" y="187"/>
                  <a:pt x="145" y="199"/>
                  <a:pt x="128" y="216"/>
                </a:cubicBezTo>
                <a:cubicBezTo>
                  <a:pt x="116" y="226"/>
                  <a:pt x="99" y="242"/>
                  <a:pt x="77" y="262"/>
                </a:cubicBezTo>
                <a:lnTo>
                  <a:pt x="48" y="290"/>
                </a:lnTo>
                <a:lnTo>
                  <a:pt x="86" y="291"/>
                </a:lnTo>
                <a:cubicBezTo>
                  <a:pt x="139" y="291"/>
                  <a:pt x="167" y="290"/>
                  <a:pt x="170" y="288"/>
                </a:cubicBezTo>
                <a:cubicBezTo>
                  <a:pt x="173" y="288"/>
                  <a:pt x="177" y="273"/>
                  <a:pt x="183" y="243"/>
                </a:cubicBezTo>
                <a:lnTo>
                  <a:pt x="183" y="242"/>
                </a:lnTo>
                <a:lnTo>
                  <a:pt x="203" y="242"/>
                </a:lnTo>
                <a:lnTo>
                  <a:pt x="203" y="243"/>
                </a:lnTo>
                <a:cubicBezTo>
                  <a:pt x="202" y="244"/>
                  <a:pt x="200" y="260"/>
                  <a:pt x="196" y="289"/>
                </a:cubicBezTo>
                <a:cubicBezTo>
                  <a:pt x="192" y="319"/>
                  <a:pt x="190" y="335"/>
                  <a:pt x="189" y="336"/>
                </a:cubicBezTo>
                <a:lnTo>
                  <a:pt x="189" y="337"/>
                </a:lnTo>
                <a:lnTo>
                  <a:pt x="0" y="337"/>
                </a:lnTo>
                <a:lnTo>
                  <a:pt x="0" y="328"/>
                </a:lnTo>
                <a:lnTo>
                  <a:pt x="0" y="322"/>
                </a:lnTo>
                <a:cubicBezTo>
                  <a:pt x="0" y="319"/>
                  <a:pt x="1" y="317"/>
                  <a:pt x="3" y="314"/>
                </a:cubicBezTo>
                <a:cubicBezTo>
                  <a:pt x="5" y="311"/>
                  <a:pt x="11" y="306"/>
                  <a:pt x="19" y="296"/>
                </a:cubicBezTo>
                <a:cubicBezTo>
                  <a:pt x="29" y="286"/>
                  <a:pt x="37" y="276"/>
                  <a:pt x="45" y="268"/>
                </a:cubicBezTo>
                <a:cubicBezTo>
                  <a:pt x="48" y="265"/>
                  <a:pt x="53" y="259"/>
                  <a:pt x="62" y="249"/>
                </a:cubicBezTo>
                <a:cubicBezTo>
                  <a:pt x="70" y="240"/>
                  <a:pt x="76" y="234"/>
                  <a:pt x="79" y="231"/>
                </a:cubicBezTo>
                <a:cubicBezTo>
                  <a:pt x="82" y="227"/>
                  <a:pt x="87" y="222"/>
                  <a:pt x="94" y="214"/>
                </a:cubicBezTo>
                <a:cubicBezTo>
                  <a:pt x="100" y="206"/>
                  <a:pt x="105" y="200"/>
                  <a:pt x="108" y="196"/>
                </a:cubicBezTo>
                <a:cubicBezTo>
                  <a:pt x="110" y="192"/>
                  <a:pt x="114" y="187"/>
                  <a:pt x="119" y="181"/>
                </a:cubicBezTo>
                <a:cubicBezTo>
                  <a:pt x="124" y="174"/>
                  <a:pt x="128" y="169"/>
                  <a:pt x="130" y="165"/>
                </a:cubicBezTo>
                <a:cubicBezTo>
                  <a:pt x="132" y="160"/>
                  <a:pt x="135" y="155"/>
                  <a:pt x="138" y="150"/>
                </a:cubicBezTo>
                <a:cubicBezTo>
                  <a:pt x="141" y="144"/>
                  <a:pt x="143" y="139"/>
                  <a:pt x="144" y="134"/>
                </a:cubicBezTo>
                <a:cubicBezTo>
                  <a:pt x="145" y="128"/>
                  <a:pt x="147" y="123"/>
                  <a:pt x="148" y="119"/>
                </a:cubicBezTo>
                <a:cubicBezTo>
                  <a:pt x="149" y="114"/>
                  <a:pt x="149" y="108"/>
                  <a:pt x="149" y="102"/>
                </a:cubicBezTo>
                <a:cubicBezTo>
                  <a:pt x="149" y="81"/>
                  <a:pt x="143" y="62"/>
                  <a:pt x="132" y="47"/>
                </a:cubicBezTo>
                <a:cubicBezTo>
                  <a:pt x="121" y="31"/>
                  <a:pt x="104" y="23"/>
                  <a:pt x="83" y="23"/>
                </a:cubicBezTo>
                <a:cubicBezTo>
                  <a:pt x="72" y="23"/>
                  <a:pt x="62" y="26"/>
                  <a:pt x="54" y="32"/>
                </a:cubicBezTo>
                <a:cubicBezTo>
                  <a:pt x="45" y="38"/>
                  <a:pt x="39" y="43"/>
                  <a:pt x="36" y="49"/>
                </a:cubicBezTo>
                <a:cubicBezTo>
                  <a:pt x="33" y="54"/>
                  <a:pt x="31" y="57"/>
                  <a:pt x="31" y="58"/>
                </a:cubicBezTo>
                <a:cubicBezTo>
                  <a:pt x="31" y="59"/>
                  <a:pt x="32" y="59"/>
                  <a:pt x="33" y="59"/>
                </a:cubicBezTo>
                <a:cubicBezTo>
                  <a:pt x="39" y="59"/>
                  <a:pt x="46" y="61"/>
                  <a:pt x="52" y="66"/>
                </a:cubicBezTo>
                <a:cubicBezTo>
                  <a:pt x="59" y="71"/>
                  <a:pt x="62" y="78"/>
                  <a:pt x="62" y="89"/>
                </a:cubicBezTo>
                <a:cubicBezTo>
                  <a:pt x="62" y="98"/>
                  <a:pt x="59" y="105"/>
                  <a:pt x="54" y="110"/>
                </a:cubicBezTo>
                <a:cubicBezTo>
                  <a:pt x="48" y="116"/>
                  <a:pt x="41" y="119"/>
                  <a:pt x="31" y="1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085760" y="5067360"/>
            <a:ext cx="1410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Consistent for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49" name=""/>
          <p:cNvSpPr/>
          <p:nvPr/>
        </p:nvSpPr>
        <p:spPr>
          <a:xfrm>
            <a:off x="857160" y="55051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3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60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3387600" y="5067360"/>
            <a:ext cx="5187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via Hadamard derivative linearity (Sommerfeld 2018)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51" name=""/>
          <p:cNvSpPr/>
          <p:nvPr/>
        </p:nvSpPr>
        <p:spPr>
          <a:xfrm>
            <a:off x="3096720" y="5519160"/>
            <a:ext cx="144360" cy="117000"/>
          </a:xfrm>
          <a:custGeom>
            <a:avLst/>
            <a:gdLst/>
            <a:ahLst/>
            <a:rect l="0" t="0" r="r" b="b"/>
            <a:pathLst>
              <a:path w="401" h="325">
                <a:moveTo>
                  <a:pt x="0" y="112"/>
                </a:moveTo>
                <a:cubicBezTo>
                  <a:pt x="1" y="109"/>
                  <a:pt x="2" y="105"/>
                  <a:pt x="3" y="101"/>
                </a:cubicBezTo>
                <a:cubicBezTo>
                  <a:pt x="3" y="96"/>
                  <a:pt x="6" y="87"/>
                  <a:pt x="11" y="74"/>
                </a:cubicBezTo>
                <a:cubicBezTo>
                  <a:pt x="16" y="60"/>
                  <a:pt x="21" y="49"/>
                  <a:pt x="25" y="40"/>
                </a:cubicBezTo>
                <a:cubicBezTo>
                  <a:pt x="30" y="31"/>
                  <a:pt x="38" y="22"/>
                  <a:pt x="49" y="13"/>
                </a:cubicBezTo>
                <a:cubicBezTo>
                  <a:pt x="60" y="4"/>
                  <a:pt x="71" y="0"/>
                  <a:pt x="82" y="0"/>
                </a:cubicBezTo>
                <a:cubicBezTo>
                  <a:pt x="99" y="0"/>
                  <a:pt x="113" y="5"/>
                  <a:pt x="125" y="14"/>
                </a:cubicBezTo>
                <a:cubicBezTo>
                  <a:pt x="136" y="23"/>
                  <a:pt x="143" y="31"/>
                  <a:pt x="146" y="38"/>
                </a:cubicBezTo>
                <a:cubicBezTo>
                  <a:pt x="149" y="46"/>
                  <a:pt x="151" y="51"/>
                  <a:pt x="151" y="53"/>
                </a:cubicBezTo>
                <a:cubicBezTo>
                  <a:pt x="151" y="54"/>
                  <a:pt x="151" y="55"/>
                  <a:pt x="151" y="55"/>
                </a:cubicBezTo>
                <a:lnTo>
                  <a:pt x="159" y="47"/>
                </a:lnTo>
                <a:cubicBezTo>
                  <a:pt x="188" y="17"/>
                  <a:pt x="221" y="0"/>
                  <a:pt x="258" y="0"/>
                </a:cubicBezTo>
                <a:cubicBezTo>
                  <a:pt x="284" y="0"/>
                  <a:pt x="305" y="7"/>
                  <a:pt x="321" y="21"/>
                </a:cubicBezTo>
                <a:cubicBezTo>
                  <a:pt x="336" y="33"/>
                  <a:pt x="345" y="52"/>
                  <a:pt x="345" y="77"/>
                </a:cubicBezTo>
                <a:cubicBezTo>
                  <a:pt x="345" y="102"/>
                  <a:pt x="336" y="139"/>
                  <a:pt x="318" y="189"/>
                </a:cubicBezTo>
                <a:cubicBezTo>
                  <a:pt x="299" y="239"/>
                  <a:pt x="290" y="270"/>
                  <a:pt x="291" y="280"/>
                </a:cubicBezTo>
                <a:cubicBezTo>
                  <a:pt x="291" y="293"/>
                  <a:pt x="295" y="299"/>
                  <a:pt x="303" y="299"/>
                </a:cubicBezTo>
                <a:cubicBezTo>
                  <a:pt x="306" y="299"/>
                  <a:pt x="308" y="298"/>
                  <a:pt x="309" y="298"/>
                </a:cubicBezTo>
                <a:cubicBezTo>
                  <a:pt x="323" y="296"/>
                  <a:pt x="335" y="287"/>
                  <a:pt x="346" y="271"/>
                </a:cubicBezTo>
                <a:cubicBezTo>
                  <a:pt x="357" y="255"/>
                  <a:pt x="366" y="236"/>
                  <a:pt x="371" y="214"/>
                </a:cubicBezTo>
                <a:cubicBezTo>
                  <a:pt x="372" y="210"/>
                  <a:pt x="378" y="208"/>
                  <a:pt x="387" y="208"/>
                </a:cubicBezTo>
                <a:cubicBezTo>
                  <a:pt x="396" y="208"/>
                  <a:pt x="401" y="210"/>
                  <a:pt x="401" y="214"/>
                </a:cubicBezTo>
                <a:cubicBezTo>
                  <a:pt x="401" y="214"/>
                  <a:pt x="400" y="218"/>
                  <a:pt x="398" y="224"/>
                </a:cubicBezTo>
                <a:cubicBezTo>
                  <a:pt x="394" y="238"/>
                  <a:pt x="389" y="252"/>
                  <a:pt x="382" y="265"/>
                </a:cubicBezTo>
                <a:cubicBezTo>
                  <a:pt x="375" y="278"/>
                  <a:pt x="364" y="292"/>
                  <a:pt x="349" y="305"/>
                </a:cubicBezTo>
                <a:cubicBezTo>
                  <a:pt x="333" y="319"/>
                  <a:pt x="317" y="325"/>
                  <a:pt x="299" y="324"/>
                </a:cubicBezTo>
                <a:cubicBezTo>
                  <a:pt x="277" y="324"/>
                  <a:pt x="261" y="318"/>
                  <a:pt x="251" y="305"/>
                </a:cubicBezTo>
                <a:cubicBezTo>
                  <a:pt x="241" y="292"/>
                  <a:pt x="236" y="279"/>
                  <a:pt x="236" y="265"/>
                </a:cubicBezTo>
                <a:cubicBezTo>
                  <a:pt x="236" y="256"/>
                  <a:pt x="244" y="227"/>
                  <a:pt x="261" y="179"/>
                </a:cubicBezTo>
                <a:cubicBezTo>
                  <a:pt x="279" y="131"/>
                  <a:pt x="287" y="95"/>
                  <a:pt x="288" y="71"/>
                </a:cubicBezTo>
                <a:cubicBezTo>
                  <a:pt x="288" y="43"/>
                  <a:pt x="277" y="28"/>
                  <a:pt x="256" y="28"/>
                </a:cubicBezTo>
                <a:lnTo>
                  <a:pt x="253" y="28"/>
                </a:lnTo>
                <a:cubicBezTo>
                  <a:pt x="212" y="28"/>
                  <a:pt x="177" y="53"/>
                  <a:pt x="149" y="101"/>
                </a:cubicBezTo>
                <a:lnTo>
                  <a:pt x="144" y="109"/>
                </a:lnTo>
                <a:lnTo>
                  <a:pt x="120" y="205"/>
                </a:lnTo>
                <a:cubicBezTo>
                  <a:pt x="105" y="268"/>
                  <a:pt x="96" y="301"/>
                  <a:pt x="93" y="306"/>
                </a:cubicBezTo>
                <a:cubicBezTo>
                  <a:pt x="87" y="319"/>
                  <a:pt x="77" y="325"/>
                  <a:pt x="63" y="325"/>
                </a:cubicBezTo>
                <a:cubicBezTo>
                  <a:pt x="56" y="325"/>
                  <a:pt x="51" y="324"/>
                  <a:pt x="48" y="321"/>
                </a:cubicBezTo>
                <a:cubicBezTo>
                  <a:pt x="44" y="318"/>
                  <a:pt x="41" y="315"/>
                  <a:pt x="40" y="312"/>
                </a:cubicBezTo>
                <a:cubicBezTo>
                  <a:pt x="38" y="309"/>
                  <a:pt x="38" y="307"/>
                  <a:pt x="38" y="305"/>
                </a:cubicBezTo>
                <a:cubicBezTo>
                  <a:pt x="38" y="299"/>
                  <a:pt x="47" y="260"/>
                  <a:pt x="65" y="189"/>
                </a:cubicBezTo>
                <a:cubicBezTo>
                  <a:pt x="84" y="117"/>
                  <a:pt x="93" y="78"/>
                  <a:pt x="94" y="72"/>
                </a:cubicBezTo>
                <a:cubicBezTo>
                  <a:pt x="95" y="70"/>
                  <a:pt x="95" y="64"/>
                  <a:pt x="95" y="56"/>
                </a:cubicBezTo>
                <a:cubicBezTo>
                  <a:pt x="95" y="37"/>
                  <a:pt x="89" y="28"/>
                  <a:pt x="78" y="28"/>
                </a:cubicBezTo>
                <a:cubicBezTo>
                  <a:pt x="59" y="28"/>
                  <a:pt x="44" y="52"/>
                  <a:pt x="33" y="99"/>
                </a:cubicBezTo>
                <a:cubicBezTo>
                  <a:pt x="30" y="109"/>
                  <a:pt x="28" y="114"/>
                  <a:pt x="28" y="114"/>
                </a:cubicBezTo>
                <a:cubicBezTo>
                  <a:pt x="27" y="117"/>
                  <a:pt x="23" y="119"/>
                  <a:pt x="15" y="119"/>
                </a:cubicBezTo>
                <a:lnTo>
                  <a:pt x="5" y="119"/>
                </a:lnTo>
                <a:cubicBezTo>
                  <a:pt x="2" y="116"/>
                  <a:pt x="0" y="114"/>
                  <a:pt x="0" y="11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2" name=""/>
          <p:cNvSpPr/>
          <p:nvPr/>
        </p:nvSpPr>
        <p:spPr>
          <a:xfrm>
            <a:off x="3269520" y="5550480"/>
            <a:ext cx="63360" cy="121680"/>
          </a:xfrm>
          <a:custGeom>
            <a:avLst/>
            <a:gdLst/>
            <a:ahLst/>
            <a:rect l="0" t="0" r="r" b="b"/>
            <a:pathLst>
              <a:path w="176" h="338">
                <a:moveTo>
                  <a:pt x="67" y="44"/>
                </a:moveTo>
                <a:lnTo>
                  <a:pt x="60" y="47"/>
                </a:lnTo>
                <a:cubicBezTo>
                  <a:pt x="55" y="49"/>
                  <a:pt x="49" y="50"/>
                  <a:pt x="40" y="52"/>
                </a:cubicBezTo>
                <a:cubicBezTo>
                  <a:pt x="31" y="54"/>
                  <a:pt x="21" y="55"/>
                  <a:pt x="10" y="56"/>
                </a:cubicBezTo>
                <a:lnTo>
                  <a:pt x="0" y="56"/>
                </a:lnTo>
                <a:lnTo>
                  <a:pt x="0" y="32"/>
                </a:lnTo>
                <a:lnTo>
                  <a:pt x="10" y="32"/>
                </a:lnTo>
                <a:cubicBezTo>
                  <a:pt x="26" y="32"/>
                  <a:pt x="41" y="29"/>
                  <a:pt x="54" y="25"/>
                </a:cubicBezTo>
                <a:cubicBezTo>
                  <a:pt x="68" y="20"/>
                  <a:pt x="77" y="16"/>
                  <a:pt x="83" y="13"/>
                </a:cubicBezTo>
                <a:cubicBezTo>
                  <a:pt x="88" y="9"/>
                  <a:pt x="93" y="5"/>
                  <a:pt x="97" y="1"/>
                </a:cubicBezTo>
                <a:cubicBezTo>
                  <a:pt x="98" y="0"/>
                  <a:pt x="100" y="0"/>
                  <a:pt x="103" y="0"/>
                </a:cubicBezTo>
                <a:cubicBezTo>
                  <a:pt x="106" y="0"/>
                  <a:pt x="109" y="1"/>
                  <a:pt x="112" y="3"/>
                </a:cubicBezTo>
                <a:lnTo>
                  <a:pt x="112" y="154"/>
                </a:lnTo>
                <a:lnTo>
                  <a:pt x="112" y="307"/>
                </a:lnTo>
                <a:cubicBezTo>
                  <a:pt x="114" y="309"/>
                  <a:pt x="116" y="311"/>
                  <a:pt x="118" y="311"/>
                </a:cubicBezTo>
                <a:cubicBezTo>
                  <a:pt x="120" y="312"/>
                  <a:pt x="124" y="313"/>
                  <a:pt x="130" y="313"/>
                </a:cubicBezTo>
                <a:cubicBezTo>
                  <a:pt x="137" y="314"/>
                  <a:pt x="147" y="314"/>
                  <a:pt x="162" y="314"/>
                </a:cubicBezTo>
                <a:lnTo>
                  <a:pt x="176" y="314"/>
                </a:lnTo>
                <a:lnTo>
                  <a:pt x="176" y="338"/>
                </a:lnTo>
                <a:lnTo>
                  <a:pt x="169" y="338"/>
                </a:lnTo>
                <a:cubicBezTo>
                  <a:pt x="162" y="337"/>
                  <a:pt x="135" y="336"/>
                  <a:pt x="89" y="336"/>
                </a:cubicBezTo>
                <a:cubicBezTo>
                  <a:pt x="43" y="336"/>
                  <a:pt x="17" y="337"/>
                  <a:pt x="9" y="338"/>
                </a:cubicBezTo>
                <a:lnTo>
                  <a:pt x="3" y="338"/>
                </a:lnTo>
                <a:lnTo>
                  <a:pt x="3" y="314"/>
                </a:lnTo>
                <a:lnTo>
                  <a:pt x="17" y="314"/>
                </a:lnTo>
                <a:cubicBezTo>
                  <a:pt x="24" y="314"/>
                  <a:pt x="30" y="314"/>
                  <a:pt x="36" y="314"/>
                </a:cubicBezTo>
                <a:cubicBezTo>
                  <a:pt x="41" y="314"/>
                  <a:pt x="45" y="314"/>
                  <a:pt x="48" y="314"/>
                </a:cubicBezTo>
                <a:cubicBezTo>
                  <a:pt x="51" y="313"/>
                  <a:pt x="54" y="313"/>
                  <a:pt x="56" y="312"/>
                </a:cubicBezTo>
                <a:cubicBezTo>
                  <a:pt x="59" y="312"/>
                  <a:pt x="60" y="311"/>
                  <a:pt x="61" y="311"/>
                </a:cubicBezTo>
                <a:cubicBezTo>
                  <a:pt x="61" y="311"/>
                  <a:pt x="62" y="310"/>
                  <a:pt x="64" y="309"/>
                </a:cubicBezTo>
                <a:cubicBezTo>
                  <a:pt x="65" y="307"/>
                  <a:pt x="66" y="306"/>
                  <a:pt x="67" y="307"/>
                </a:cubicBezTo>
                <a:lnTo>
                  <a:pt x="67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3" name=""/>
          <p:cNvSpPr/>
          <p:nvPr/>
        </p:nvSpPr>
        <p:spPr>
          <a:xfrm>
            <a:off x="3363480" y="5519160"/>
            <a:ext cx="144360" cy="117000"/>
          </a:xfrm>
          <a:custGeom>
            <a:avLst/>
            <a:gdLst/>
            <a:ahLst/>
            <a:rect l="0" t="0" r="r" b="b"/>
            <a:pathLst>
              <a:path w="401" h="325">
                <a:moveTo>
                  <a:pt x="0" y="112"/>
                </a:moveTo>
                <a:cubicBezTo>
                  <a:pt x="1" y="109"/>
                  <a:pt x="2" y="105"/>
                  <a:pt x="3" y="101"/>
                </a:cubicBezTo>
                <a:cubicBezTo>
                  <a:pt x="4" y="96"/>
                  <a:pt x="6" y="87"/>
                  <a:pt x="11" y="74"/>
                </a:cubicBezTo>
                <a:cubicBezTo>
                  <a:pt x="16" y="60"/>
                  <a:pt x="21" y="49"/>
                  <a:pt x="26" y="40"/>
                </a:cubicBezTo>
                <a:cubicBezTo>
                  <a:pt x="30" y="31"/>
                  <a:pt x="39" y="22"/>
                  <a:pt x="50" y="13"/>
                </a:cubicBezTo>
                <a:cubicBezTo>
                  <a:pt x="61" y="4"/>
                  <a:pt x="72" y="0"/>
                  <a:pt x="83" y="0"/>
                </a:cubicBezTo>
                <a:cubicBezTo>
                  <a:pt x="100" y="0"/>
                  <a:pt x="114" y="5"/>
                  <a:pt x="126" y="14"/>
                </a:cubicBezTo>
                <a:cubicBezTo>
                  <a:pt x="137" y="23"/>
                  <a:pt x="144" y="31"/>
                  <a:pt x="147" y="38"/>
                </a:cubicBezTo>
                <a:cubicBezTo>
                  <a:pt x="150" y="46"/>
                  <a:pt x="152" y="51"/>
                  <a:pt x="152" y="53"/>
                </a:cubicBezTo>
                <a:cubicBezTo>
                  <a:pt x="152" y="54"/>
                  <a:pt x="152" y="55"/>
                  <a:pt x="152" y="55"/>
                </a:cubicBezTo>
                <a:lnTo>
                  <a:pt x="160" y="47"/>
                </a:lnTo>
                <a:cubicBezTo>
                  <a:pt x="189" y="17"/>
                  <a:pt x="222" y="0"/>
                  <a:pt x="260" y="0"/>
                </a:cubicBezTo>
                <a:cubicBezTo>
                  <a:pt x="285" y="0"/>
                  <a:pt x="306" y="7"/>
                  <a:pt x="322" y="21"/>
                </a:cubicBezTo>
                <a:cubicBezTo>
                  <a:pt x="338" y="33"/>
                  <a:pt x="346" y="52"/>
                  <a:pt x="346" y="77"/>
                </a:cubicBezTo>
                <a:cubicBezTo>
                  <a:pt x="347" y="102"/>
                  <a:pt x="338" y="139"/>
                  <a:pt x="319" y="189"/>
                </a:cubicBezTo>
                <a:cubicBezTo>
                  <a:pt x="300" y="239"/>
                  <a:pt x="291" y="270"/>
                  <a:pt x="292" y="280"/>
                </a:cubicBezTo>
                <a:cubicBezTo>
                  <a:pt x="292" y="293"/>
                  <a:pt x="296" y="299"/>
                  <a:pt x="304" y="299"/>
                </a:cubicBezTo>
                <a:cubicBezTo>
                  <a:pt x="307" y="299"/>
                  <a:pt x="309" y="298"/>
                  <a:pt x="310" y="298"/>
                </a:cubicBezTo>
                <a:cubicBezTo>
                  <a:pt x="324" y="296"/>
                  <a:pt x="337" y="287"/>
                  <a:pt x="348" y="271"/>
                </a:cubicBezTo>
                <a:cubicBezTo>
                  <a:pt x="358" y="255"/>
                  <a:pt x="367" y="236"/>
                  <a:pt x="373" y="214"/>
                </a:cubicBezTo>
                <a:cubicBezTo>
                  <a:pt x="374" y="210"/>
                  <a:pt x="378" y="208"/>
                  <a:pt x="387" y="208"/>
                </a:cubicBezTo>
                <a:cubicBezTo>
                  <a:pt x="396" y="208"/>
                  <a:pt x="401" y="210"/>
                  <a:pt x="401" y="214"/>
                </a:cubicBezTo>
                <a:cubicBezTo>
                  <a:pt x="401" y="214"/>
                  <a:pt x="400" y="218"/>
                  <a:pt x="398" y="224"/>
                </a:cubicBezTo>
                <a:cubicBezTo>
                  <a:pt x="394" y="238"/>
                  <a:pt x="389" y="252"/>
                  <a:pt x="383" y="265"/>
                </a:cubicBezTo>
                <a:cubicBezTo>
                  <a:pt x="376" y="278"/>
                  <a:pt x="365" y="292"/>
                  <a:pt x="350" y="305"/>
                </a:cubicBezTo>
                <a:cubicBezTo>
                  <a:pt x="334" y="319"/>
                  <a:pt x="318" y="325"/>
                  <a:pt x="300" y="324"/>
                </a:cubicBezTo>
                <a:cubicBezTo>
                  <a:pt x="278" y="324"/>
                  <a:pt x="262" y="318"/>
                  <a:pt x="252" y="305"/>
                </a:cubicBezTo>
                <a:cubicBezTo>
                  <a:pt x="242" y="292"/>
                  <a:pt x="237" y="279"/>
                  <a:pt x="237" y="265"/>
                </a:cubicBezTo>
                <a:cubicBezTo>
                  <a:pt x="237" y="256"/>
                  <a:pt x="245" y="227"/>
                  <a:pt x="262" y="179"/>
                </a:cubicBezTo>
                <a:cubicBezTo>
                  <a:pt x="280" y="131"/>
                  <a:pt x="288" y="95"/>
                  <a:pt x="289" y="71"/>
                </a:cubicBezTo>
                <a:cubicBezTo>
                  <a:pt x="289" y="43"/>
                  <a:pt x="278" y="28"/>
                  <a:pt x="257" y="28"/>
                </a:cubicBezTo>
                <a:lnTo>
                  <a:pt x="254" y="28"/>
                </a:lnTo>
                <a:cubicBezTo>
                  <a:pt x="213" y="28"/>
                  <a:pt x="178" y="53"/>
                  <a:pt x="150" y="101"/>
                </a:cubicBezTo>
                <a:lnTo>
                  <a:pt x="145" y="109"/>
                </a:lnTo>
                <a:lnTo>
                  <a:pt x="122" y="205"/>
                </a:lnTo>
                <a:cubicBezTo>
                  <a:pt x="106" y="268"/>
                  <a:pt x="97" y="301"/>
                  <a:pt x="94" y="306"/>
                </a:cubicBezTo>
                <a:cubicBezTo>
                  <a:pt x="88" y="319"/>
                  <a:pt x="78" y="325"/>
                  <a:pt x="64" y="325"/>
                </a:cubicBezTo>
                <a:cubicBezTo>
                  <a:pt x="57" y="325"/>
                  <a:pt x="52" y="324"/>
                  <a:pt x="49" y="321"/>
                </a:cubicBezTo>
                <a:cubicBezTo>
                  <a:pt x="45" y="318"/>
                  <a:pt x="42" y="315"/>
                  <a:pt x="41" y="312"/>
                </a:cubicBezTo>
                <a:cubicBezTo>
                  <a:pt x="39" y="309"/>
                  <a:pt x="39" y="307"/>
                  <a:pt x="39" y="305"/>
                </a:cubicBezTo>
                <a:cubicBezTo>
                  <a:pt x="39" y="299"/>
                  <a:pt x="48" y="260"/>
                  <a:pt x="67" y="189"/>
                </a:cubicBezTo>
                <a:cubicBezTo>
                  <a:pt x="85" y="117"/>
                  <a:pt x="94" y="78"/>
                  <a:pt x="95" y="72"/>
                </a:cubicBezTo>
                <a:cubicBezTo>
                  <a:pt x="96" y="70"/>
                  <a:pt x="96" y="64"/>
                  <a:pt x="96" y="56"/>
                </a:cubicBezTo>
                <a:cubicBezTo>
                  <a:pt x="96" y="37"/>
                  <a:pt x="90" y="28"/>
                  <a:pt x="79" y="28"/>
                </a:cubicBezTo>
                <a:cubicBezTo>
                  <a:pt x="61" y="28"/>
                  <a:pt x="46" y="52"/>
                  <a:pt x="33" y="99"/>
                </a:cubicBezTo>
                <a:cubicBezTo>
                  <a:pt x="30" y="109"/>
                  <a:pt x="28" y="114"/>
                  <a:pt x="28" y="114"/>
                </a:cubicBezTo>
                <a:cubicBezTo>
                  <a:pt x="27" y="117"/>
                  <a:pt x="23" y="119"/>
                  <a:pt x="15" y="119"/>
                </a:cubicBezTo>
                <a:lnTo>
                  <a:pt x="5" y="119"/>
                </a:lnTo>
                <a:cubicBezTo>
                  <a:pt x="2" y="116"/>
                  <a:pt x="0" y="114"/>
                  <a:pt x="0" y="11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4" name=""/>
          <p:cNvSpPr/>
          <p:nvPr/>
        </p:nvSpPr>
        <p:spPr>
          <a:xfrm>
            <a:off x="3530160" y="5550480"/>
            <a:ext cx="73080" cy="121680"/>
          </a:xfrm>
          <a:custGeom>
            <a:avLst/>
            <a:gdLst/>
            <a:ahLst/>
            <a:rect l="0" t="0" r="r" b="b"/>
            <a:pathLst>
              <a:path w="203" h="338">
                <a:moveTo>
                  <a:pt x="30" y="120"/>
                </a:moveTo>
                <a:cubicBezTo>
                  <a:pt x="21" y="120"/>
                  <a:pt x="14" y="117"/>
                  <a:pt x="8" y="111"/>
                </a:cubicBezTo>
                <a:cubicBezTo>
                  <a:pt x="3" y="105"/>
                  <a:pt x="0" y="97"/>
                  <a:pt x="0" y="88"/>
                </a:cubicBezTo>
                <a:cubicBezTo>
                  <a:pt x="0" y="64"/>
                  <a:pt x="9" y="44"/>
                  <a:pt x="27" y="26"/>
                </a:cubicBezTo>
                <a:cubicBezTo>
                  <a:pt x="45" y="9"/>
                  <a:pt x="67" y="0"/>
                  <a:pt x="94" y="0"/>
                </a:cubicBezTo>
                <a:cubicBezTo>
                  <a:pt x="124" y="0"/>
                  <a:pt x="151" y="9"/>
                  <a:pt x="172" y="28"/>
                </a:cubicBezTo>
                <a:cubicBezTo>
                  <a:pt x="192" y="47"/>
                  <a:pt x="203" y="72"/>
                  <a:pt x="203" y="102"/>
                </a:cubicBezTo>
                <a:cubicBezTo>
                  <a:pt x="203" y="116"/>
                  <a:pt x="200" y="130"/>
                  <a:pt x="193" y="143"/>
                </a:cubicBezTo>
                <a:cubicBezTo>
                  <a:pt x="186" y="156"/>
                  <a:pt x="178" y="168"/>
                  <a:pt x="169" y="177"/>
                </a:cubicBezTo>
                <a:cubicBezTo>
                  <a:pt x="159" y="187"/>
                  <a:pt x="146" y="200"/>
                  <a:pt x="127" y="216"/>
                </a:cubicBezTo>
                <a:cubicBezTo>
                  <a:pt x="115" y="226"/>
                  <a:pt x="98" y="242"/>
                  <a:pt x="77" y="262"/>
                </a:cubicBezTo>
                <a:lnTo>
                  <a:pt x="47" y="291"/>
                </a:lnTo>
                <a:lnTo>
                  <a:pt x="85" y="291"/>
                </a:lnTo>
                <a:cubicBezTo>
                  <a:pt x="138" y="291"/>
                  <a:pt x="167" y="290"/>
                  <a:pt x="171" y="289"/>
                </a:cubicBezTo>
                <a:cubicBezTo>
                  <a:pt x="173" y="288"/>
                  <a:pt x="177" y="273"/>
                  <a:pt x="183" y="244"/>
                </a:cubicBezTo>
                <a:lnTo>
                  <a:pt x="183" y="242"/>
                </a:lnTo>
                <a:lnTo>
                  <a:pt x="203" y="242"/>
                </a:lnTo>
                <a:lnTo>
                  <a:pt x="203" y="244"/>
                </a:lnTo>
                <a:cubicBezTo>
                  <a:pt x="203" y="245"/>
                  <a:pt x="200" y="260"/>
                  <a:pt x="196" y="290"/>
                </a:cubicBezTo>
                <a:cubicBezTo>
                  <a:pt x="192" y="319"/>
                  <a:pt x="190" y="335"/>
                  <a:pt x="189" y="336"/>
                </a:cubicBezTo>
                <a:lnTo>
                  <a:pt x="189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4"/>
                </a:cubicBezTo>
                <a:cubicBezTo>
                  <a:pt x="5" y="312"/>
                  <a:pt x="10" y="306"/>
                  <a:pt x="19" y="297"/>
                </a:cubicBezTo>
                <a:cubicBezTo>
                  <a:pt x="28" y="286"/>
                  <a:pt x="37" y="276"/>
                  <a:pt x="44" y="268"/>
                </a:cubicBezTo>
                <a:cubicBezTo>
                  <a:pt x="47" y="265"/>
                  <a:pt x="53" y="259"/>
                  <a:pt x="61" y="250"/>
                </a:cubicBezTo>
                <a:cubicBezTo>
                  <a:pt x="69" y="241"/>
                  <a:pt x="75" y="234"/>
                  <a:pt x="78" y="231"/>
                </a:cubicBezTo>
                <a:cubicBezTo>
                  <a:pt x="81" y="228"/>
                  <a:pt x="86" y="222"/>
                  <a:pt x="93" y="214"/>
                </a:cubicBezTo>
                <a:cubicBezTo>
                  <a:pt x="100" y="205"/>
                  <a:pt x="104" y="200"/>
                  <a:pt x="107" y="196"/>
                </a:cubicBezTo>
                <a:cubicBezTo>
                  <a:pt x="110" y="192"/>
                  <a:pt x="114" y="187"/>
                  <a:pt x="119" y="181"/>
                </a:cubicBezTo>
                <a:cubicBezTo>
                  <a:pt x="124" y="174"/>
                  <a:pt x="127" y="169"/>
                  <a:pt x="129" y="165"/>
                </a:cubicBezTo>
                <a:cubicBezTo>
                  <a:pt x="131" y="160"/>
                  <a:pt x="134" y="155"/>
                  <a:pt x="137" y="150"/>
                </a:cubicBezTo>
                <a:cubicBezTo>
                  <a:pt x="140" y="145"/>
                  <a:pt x="142" y="139"/>
                  <a:pt x="143" y="134"/>
                </a:cubicBezTo>
                <a:cubicBezTo>
                  <a:pt x="146" y="128"/>
                  <a:pt x="147" y="123"/>
                  <a:pt x="148" y="119"/>
                </a:cubicBezTo>
                <a:cubicBezTo>
                  <a:pt x="149" y="114"/>
                  <a:pt x="149" y="108"/>
                  <a:pt x="149" y="102"/>
                </a:cubicBezTo>
                <a:cubicBezTo>
                  <a:pt x="149" y="81"/>
                  <a:pt x="143" y="62"/>
                  <a:pt x="131" y="47"/>
                </a:cubicBezTo>
                <a:cubicBezTo>
                  <a:pt x="120" y="31"/>
                  <a:pt x="103" y="24"/>
                  <a:pt x="82" y="24"/>
                </a:cubicBezTo>
                <a:cubicBezTo>
                  <a:pt x="71" y="24"/>
                  <a:pt x="61" y="27"/>
                  <a:pt x="53" y="32"/>
                </a:cubicBezTo>
                <a:cubicBezTo>
                  <a:pt x="44" y="38"/>
                  <a:pt x="39" y="44"/>
                  <a:pt x="35" y="49"/>
                </a:cubicBezTo>
                <a:cubicBezTo>
                  <a:pt x="32" y="54"/>
                  <a:pt x="30" y="58"/>
                  <a:pt x="30" y="59"/>
                </a:cubicBezTo>
                <a:cubicBezTo>
                  <a:pt x="30" y="59"/>
                  <a:pt x="31" y="59"/>
                  <a:pt x="33" y="59"/>
                </a:cubicBezTo>
                <a:cubicBezTo>
                  <a:pt x="39" y="59"/>
                  <a:pt x="45" y="61"/>
                  <a:pt x="51" y="66"/>
                </a:cubicBezTo>
                <a:cubicBezTo>
                  <a:pt x="58" y="71"/>
                  <a:pt x="61" y="79"/>
                  <a:pt x="61" y="89"/>
                </a:cubicBezTo>
                <a:cubicBezTo>
                  <a:pt x="61" y="98"/>
                  <a:pt x="58" y="105"/>
                  <a:pt x="53" y="111"/>
                </a:cubicBezTo>
                <a:cubicBezTo>
                  <a:pt x="47" y="116"/>
                  <a:pt x="40" y="119"/>
                  <a:pt x="30" y="1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5" name=""/>
          <p:cNvSpPr/>
          <p:nvPr/>
        </p:nvSpPr>
        <p:spPr>
          <a:xfrm>
            <a:off x="3639600" y="5439960"/>
            <a:ext cx="100080" cy="257760"/>
          </a:xfrm>
          <a:custGeom>
            <a:avLst/>
            <a:gdLst/>
            <a:ahLst/>
            <a:rect l="0" t="0" r="r" b="b"/>
            <a:pathLst>
              <a:path w="278" h="716">
                <a:moveTo>
                  <a:pt x="263" y="0"/>
                </a:moveTo>
                <a:cubicBezTo>
                  <a:pt x="267" y="0"/>
                  <a:pt x="271" y="2"/>
                  <a:pt x="274" y="4"/>
                </a:cubicBezTo>
                <a:cubicBezTo>
                  <a:pt x="277" y="7"/>
                  <a:pt x="278" y="11"/>
                  <a:pt x="278" y="14"/>
                </a:cubicBezTo>
                <a:cubicBezTo>
                  <a:pt x="278" y="17"/>
                  <a:pt x="237" y="132"/>
                  <a:pt x="154" y="360"/>
                </a:cubicBezTo>
                <a:cubicBezTo>
                  <a:pt x="72" y="587"/>
                  <a:pt x="29" y="704"/>
                  <a:pt x="26" y="709"/>
                </a:cubicBezTo>
                <a:cubicBezTo>
                  <a:pt x="23" y="714"/>
                  <a:pt x="19" y="716"/>
                  <a:pt x="14" y="716"/>
                </a:cubicBezTo>
                <a:cubicBezTo>
                  <a:pt x="11" y="716"/>
                  <a:pt x="8" y="715"/>
                  <a:pt x="5" y="712"/>
                </a:cubicBezTo>
                <a:cubicBezTo>
                  <a:pt x="2" y="710"/>
                  <a:pt x="0" y="707"/>
                  <a:pt x="0" y="702"/>
                </a:cubicBezTo>
                <a:cubicBezTo>
                  <a:pt x="0" y="698"/>
                  <a:pt x="42" y="581"/>
                  <a:pt x="125" y="354"/>
                </a:cubicBezTo>
                <a:cubicBezTo>
                  <a:pt x="208" y="125"/>
                  <a:pt x="250" y="10"/>
                  <a:pt x="251" y="7"/>
                </a:cubicBezTo>
                <a:cubicBezTo>
                  <a:pt x="253" y="2"/>
                  <a:pt x="257" y="0"/>
                  <a:pt x="26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6" name=""/>
          <p:cNvSpPr/>
          <p:nvPr/>
        </p:nvSpPr>
        <p:spPr>
          <a:xfrm>
            <a:off x="3777840" y="543996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9"/>
                </a:moveTo>
                <a:cubicBezTo>
                  <a:pt x="0" y="326"/>
                  <a:pt x="3" y="294"/>
                  <a:pt x="7" y="265"/>
                </a:cubicBezTo>
                <a:cubicBezTo>
                  <a:pt x="12" y="234"/>
                  <a:pt x="18" y="209"/>
                  <a:pt x="24" y="187"/>
                </a:cubicBezTo>
                <a:cubicBezTo>
                  <a:pt x="30" y="166"/>
                  <a:pt x="39" y="145"/>
                  <a:pt x="50" y="125"/>
                </a:cubicBezTo>
                <a:cubicBezTo>
                  <a:pt x="62" y="104"/>
                  <a:pt x="71" y="88"/>
                  <a:pt x="77" y="77"/>
                </a:cubicBezTo>
                <a:cubicBezTo>
                  <a:pt x="84" y="65"/>
                  <a:pt x="94" y="53"/>
                  <a:pt x="107" y="39"/>
                </a:cubicBezTo>
                <a:cubicBezTo>
                  <a:pt x="121" y="26"/>
                  <a:pt x="129" y="18"/>
                  <a:pt x="132" y="15"/>
                </a:cubicBezTo>
                <a:cubicBezTo>
                  <a:pt x="134" y="12"/>
                  <a:pt x="140" y="7"/>
                  <a:pt x="150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9" y="0"/>
                  <a:pt x="172" y="2"/>
                  <a:pt x="172" y="7"/>
                </a:cubicBezTo>
                <a:cubicBezTo>
                  <a:pt x="172" y="8"/>
                  <a:pt x="168" y="13"/>
                  <a:pt x="160" y="22"/>
                </a:cubicBezTo>
                <a:cubicBezTo>
                  <a:pt x="152" y="30"/>
                  <a:pt x="142" y="43"/>
                  <a:pt x="130" y="59"/>
                </a:cubicBezTo>
                <a:cubicBezTo>
                  <a:pt x="118" y="76"/>
                  <a:pt x="106" y="97"/>
                  <a:pt x="95" y="121"/>
                </a:cubicBezTo>
                <a:cubicBezTo>
                  <a:pt x="83" y="145"/>
                  <a:pt x="73" y="178"/>
                  <a:pt x="65" y="220"/>
                </a:cubicBezTo>
                <a:cubicBezTo>
                  <a:pt x="56" y="262"/>
                  <a:pt x="52" y="308"/>
                  <a:pt x="52" y="359"/>
                </a:cubicBezTo>
                <a:cubicBezTo>
                  <a:pt x="52" y="409"/>
                  <a:pt x="56" y="455"/>
                  <a:pt x="65" y="496"/>
                </a:cubicBezTo>
                <a:cubicBezTo>
                  <a:pt x="73" y="537"/>
                  <a:pt x="82" y="570"/>
                  <a:pt x="94" y="595"/>
                </a:cubicBezTo>
                <a:cubicBezTo>
                  <a:pt x="105" y="620"/>
                  <a:pt x="117" y="641"/>
                  <a:pt x="129" y="657"/>
                </a:cubicBezTo>
                <a:cubicBezTo>
                  <a:pt x="142" y="672"/>
                  <a:pt x="152" y="685"/>
                  <a:pt x="160" y="695"/>
                </a:cubicBezTo>
                <a:cubicBezTo>
                  <a:pt x="168" y="704"/>
                  <a:pt x="172" y="709"/>
                  <a:pt x="172" y="710"/>
                </a:cubicBezTo>
                <a:cubicBezTo>
                  <a:pt x="172" y="714"/>
                  <a:pt x="168" y="716"/>
                  <a:pt x="161" y="716"/>
                </a:cubicBezTo>
                <a:lnTo>
                  <a:pt x="159" y="716"/>
                </a:lnTo>
                <a:lnTo>
                  <a:pt x="150" y="716"/>
                </a:lnTo>
                <a:lnTo>
                  <a:pt x="129" y="699"/>
                </a:lnTo>
                <a:cubicBezTo>
                  <a:pt x="84" y="658"/>
                  <a:pt x="51" y="608"/>
                  <a:pt x="31" y="547"/>
                </a:cubicBezTo>
                <a:cubicBezTo>
                  <a:pt x="10" y="487"/>
                  <a:pt x="0" y="424"/>
                  <a:pt x="0" y="3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7" name=""/>
          <p:cNvSpPr/>
          <p:nvPr/>
        </p:nvSpPr>
        <p:spPr>
          <a:xfrm>
            <a:off x="3859200" y="5519160"/>
            <a:ext cx="144360" cy="117000"/>
          </a:xfrm>
          <a:custGeom>
            <a:avLst/>
            <a:gdLst/>
            <a:ahLst/>
            <a:rect l="0" t="0" r="r" b="b"/>
            <a:pathLst>
              <a:path w="401" h="325">
                <a:moveTo>
                  <a:pt x="0" y="112"/>
                </a:moveTo>
                <a:cubicBezTo>
                  <a:pt x="1" y="109"/>
                  <a:pt x="1" y="105"/>
                  <a:pt x="2" y="101"/>
                </a:cubicBezTo>
                <a:cubicBezTo>
                  <a:pt x="3" y="96"/>
                  <a:pt x="6" y="87"/>
                  <a:pt x="11" y="74"/>
                </a:cubicBezTo>
                <a:cubicBezTo>
                  <a:pt x="16" y="60"/>
                  <a:pt x="20" y="49"/>
                  <a:pt x="25" y="40"/>
                </a:cubicBezTo>
                <a:cubicBezTo>
                  <a:pt x="30" y="31"/>
                  <a:pt x="38" y="22"/>
                  <a:pt x="49" y="13"/>
                </a:cubicBezTo>
                <a:cubicBezTo>
                  <a:pt x="60" y="4"/>
                  <a:pt x="71" y="0"/>
                  <a:pt x="82" y="0"/>
                </a:cubicBezTo>
                <a:cubicBezTo>
                  <a:pt x="99" y="0"/>
                  <a:pt x="113" y="5"/>
                  <a:pt x="125" y="14"/>
                </a:cubicBezTo>
                <a:cubicBezTo>
                  <a:pt x="136" y="23"/>
                  <a:pt x="143" y="31"/>
                  <a:pt x="146" y="38"/>
                </a:cubicBezTo>
                <a:cubicBezTo>
                  <a:pt x="149" y="46"/>
                  <a:pt x="150" y="51"/>
                  <a:pt x="150" y="53"/>
                </a:cubicBezTo>
                <a:cubicBezTo>
                  <a:pt x="150" y="54"/>
                  <a:pt x="150" y="55"/>
                  <a:pt x="151" y="55"/>
                </a:cubicBezTo>
                <a:lnTo>
                  <a:pt x="159" y="47"/>
                </a:lnTo>
                <a:cubicBezTo>
                  <a:pt x="188" y="17"/>
                  <a:pt x="221" y="0"/>
                  <a:pt x="259" y="0"/>
                </a:cubicBezTo>
                <a:cubicBezTo>
                  <a:pt x="285" y="0"/>
                  <a:pt x="306" y="7"/>
                  <a:pt x="321" y="21"/>
                </a:cubicBezTo>
                <a:cubicBezTo>
                  <a:pt x="337" y="33"/>
                  <a:pt x="345" y="52"/>
                  <a:pt x="346" y="77"/>
                </a:cubicBezTo>
                <a:cubicBezTo>
                  <a:pt x="346" y="102"/>
                  <a:pt x="337" y="139"/>
                  <a:pt x="319" y="189"/>
                </a:cubicBezTo>
                <a:cubicBezTo>
                  <a:pt x="300" y="239"/>
                  <a:pt x="291" y="270"/>
                  <a:pt x="291" y="280"/>
                </a:cubicBezTo>
                <a:cubicBezTo>
                  <a:pt x="291" y="293"/>
                  <a:pt x="295" y="299"/>
                  <a:pt x="304" y="299"/>
                </a:cubicBezTo>
                <a:cubicBezTo>
                  <a:pt x="306" y="299"/>
                  <a:pt x="309" y="298"/>
                  <a:pt x="310" y="298"/>
                </a:cubicBezTo>
                <a:cubicBezTo>
                  <a:pt x="324" y="296"/>
                  <a:pt x="336" y="287"/>
                  <a:pt x="347" y="271"/>
                </a:cubicBezTo>
                <a:cubicBezTo>
                  <a:pt x="358" y="255"/>
                  <a:pt x="366" y="236"/>
                  <a:pt x="372" y="214"/>
                </a:cubicBezTo>
                <a:cubicBezTo>
                  <a:pt x="373" y="210"/>
                  <a:pt x="378" y="208"/>
                  <a:pt x="386" y="208"/>
                </a:cubicBezTo>
                <a:cubicBezTo>
                  <a:pt x="396" y="208"/>
                  <a:pt x="401" y="210"/>
                  <a:pt x="401" y="214"/>
                </a:cubicBezTo>
                <a:cubicBezTo>
                  <a:pt x="401" y="214"/>
                  <a:pt x="400" y="218"/>
                  <a:pt x="398" y="224"/>
                </a:cubicBezTo>
                <a:cubicBezTo>
                  <a:pt x="394" y="238"/>
                  <a:pt x="389" y="252"/>
                  <a:pt x="382" y="265"/>
                </a:cubicBezTo>
                <a:cubicBezTo>
                  <a:pt x="375" y="278"/>
                  <a:pt x="365" y="292"/>
                  <a:pt x="349" y="305"/>
                </a:cubicBezTo>
                <a:cubicBezTo>
                  <a:pt x="334" y="319"/>
                  <a:pt x="318" y="325"/>
                  <a:pt x="300" y="324"/>
                </a:cubicBezTo>
                <a:cubicBezTo>
                  <a:pt x="278" y="324"/>
                  <a:pt x="261" y="318"/>
                  <a:pt x="250" y="305"/>
                </a:cubicBezTo>
                <a:cubicBezTo>
                  <a:pt x="240" y="292"/>
                  <a:pt x="235" y="279"/>
                  <a:pt x="235" y="265"/>
                </a:cubicBezTo>
                <a:cubicBezTo>
                  <a:pt x="235" y="256"/>
                  <a:pt x="244" y="227"/>
                  <a:pt x="262" y="179"/>
                </a:cubicBezTo>
                <a:cubicBezTo>
                  <a:pt x="279" y="131"/>
                  <a:pt x="288" y="95"/>
                  <a:pt x="289" y="71"/>
                </a:cubicBezTo>
                <a:cubicBezTo>
                  <a:pt x="289" y="43"/>
                  <a:pt x="278" y="28"/>
                  <a:pt x="257" y="28"/>
                </a:cubicBezTo>
                <a:lnTo>
                  <a:pt x="252" y="28"/>
                </a:lnTo>
                <a:cubicBezTo>
                  <a:pt x="211" y="28"/>
                  <a:pt x="177" y="53"/>
                  <a:pt x="149" y="101"/>
                </a:cubicBezTo>
                <a:lnTo>
                  <a:pt x="144" y="109"/>
                </a:lnTo>
                <a:lnTo>
                  <a:pt x="120" y="205"/>
                </a:lnTo>
                <a:cubicBezTo>
                  <a:pt x="104" y="268"/>
                  <a:pt x="95" y="301"/>
                  <a:pt x="93" y="306"/>
                </a:cubicBezTo>
                <a:cubicBezTo>
                  <a:pt x="87" y="319"/>
                  <a:pt x="77" y="325"/>
                  <a:pt x="62" y="325"/>
                </a:cubicBezTo>
                <a:cubicBezTo>
                  <a:pt x="56" y="325"/>
                  <a:pt x="51" y="324"/>
                  <a:pt x="47" y="321"/>
                </a:cubicBezTo>
                <a:cubicBezTo>
                  <a:pt x="43" y="318"/>
                  <a:pt x="41" y="315"/>
                  <a:pt x="39" y="312"/>
                </a:cubicBezTo>
                <a:cubicBezTo>
                  <a:pt x="38" y="309"/>
                  <a:pt x="38" y="307"/>
                  <a:pt x="38" y="305"/>
                </a:cubicBezTo>
                <a:cubicBezTo>
                  <a:pt x="38" y="299"/>
                  <a:pt x="47" y="260"/>
                  <a:pt x="65" y="189"/>
                </a:cubicBezTo>
                <a:cubicBezTo>
                  <a:pt x="83" y="117"/>
                  <a:pt x="93" y="78"/>
                  <a:pt x="94" y="72"/>
                </a:cubicBezTo>
                <a:cubicBezTo>
                  <a:pt x="94" y="70"/>
                  <a:pt x="94" y="64"/>
                  <a:pt x="94" y="56"/>
                </a:cubicBezTo>
                <a:cubicBezTo>
                  <a:pt x="94" y="37"/>
                  <a:pt x="89" y="28"/>
                  <a:pt x="77" y="28"/>
                </a:cubicBezTo>
                <a:cubicBezTo>
                  <a:pt x="59" y="28"/>
                  <a:pt x="44" y="52"/>
                  <a:pt x="32" y="99"/>
                </a:cubicBezTo>
                <a:cubicBezTo>
                  <a:pt x="29" y="109"/>
                  <a:pt x="28" y="114"/>
                  <a:pt x="28" y="114"/>
                </a:cubicBezTo>
                <a:cubicBezTo>
                  <a:pt x="27" y="117"/>
                  <a:pt x="23" y="119"/>
                  <a:pt x="14" y="119"/>
                </a:cubicBezTo>
                <a:lnTo>
                  <a:pt x="4" y="119"/>
                </a:lnTo>
                <a:cubicBezTo>
                  <a:pt x="2" y="116"/>
                  <a:pt x="0" y="114"/>
                  <a:pt x="0" y="11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8" name=""/>
          <p:cNvSpPr/>
          <p:nvPr/>
        </p:nvSpPr>
        <p:spPr>
          <a:xfrm>
            <a:off x="4032000" y="5550480"/>
            <a:ext cx="62640" cy="121680"/>
          </a:xfrm>
          <a:custGeom>
            <a:avLst/>
            <a:gdLst/>
            <a:ahLst/>
            <a:rect l="0" t="0" r="r" b="b"/>
            <a:pathLst>
              <a:path w="174" h="338">
                <a:moveTo>
                  <a:pt x="65" y="44"/>
                </a:moveTo>
                <a:lnTo>
                  <a:pt x="59" y="47"/>
                </a:lnTo>
                <a:cubicBezTo>
                  <a:pt x="54" y="49"/>
                  <a:pt x="47" y="50"/>
                  <a:pt x="39" y="52"/>
                </a:cubicBezTo>
                <a:cubicBezTo>
                  <a:pt x="30" y="54"/>
                  <a:pt x="20" y="55"/>
                  <a:pt x="9" y="56"/>
                </a:cubicBezTo>
                <a:lnTo>
                  <a:pt x="0" y="56"/>
                </a:lnTo>
                <a:lnTo>
                  <a:pt x="0" y="32"/>
                </a:lnTo>
                <a:lnTo>
                  <a:pt x="9" y="32"/>
                </a:lnTo>
                <a:cubicBezTo>
                  <a:pt x="25" y="32"/>
                  <a:pt x="40" y="29"/>
                  <a:pt x="53" y="25"/>
                </a:cubicBezTo>
                <a:cubicBezTo>
                  <a:pt x="67" y="20"/>
                  <a:pt x="76" y="16"/>
                  <a:pt x="81" y="13"/>
                </a:cubicBezTo>
                <a:cubicBezTo>
                  <a:pt x="87" y="9"/>
                  <a:pt x="92" y="5"/>
                  <a:pt x="96" y="1"/>
                </a:cubicBezTo>
                <a:cubicBezTo>
                  <a:pt x="96" y="0"/>
                  <a:pt x="98" y="0"/>
                  <a:pt x="102" y="0"/>
                </a:cubicBezTo>
                <a:cubicBezTo>
                  <a:pt x="105" y="0"/>
                  <a:pt x="108" y="1"/>
                  <a:pt x="110" y="3"/>
                </a:cubicBezTo>
                <a:lnTo>
                  <a:pt x="110" y="154"/>
                </a:lnTo>
                <a:lnTo>
                  <a:pt x="111" y="307"/>
                </a:lnTo>
                <a:cubicBezTo>
                  <a:pt x="113" y="309"/>
                  <a:pt x="115" y="311"/>
                  <a:pt x="117" y="311"/>
                </a:cubicBezTo>
                <a:cubicBezTo>
                  <a:pt x="119" y="312"/>
                  <a:pt x="123" y="313"/>
                  <a:pt x="129" y="313"/>
                </a:cubicBezTo>
                <a:cubicBezTo>
                  <a:pt x="136" y="314"/>
                  <a:pt x="147" y="314"/>
                  <a:pt x="161" y="314"/>
                </a:cubicBezTo>
                <a:lnTo>
                  <a:pt x="174" y="314"/>
                </a:lnTo>
                <a:lnTo>
                  <a:pt x="174" y="338"/>
                </a:lnTo>
                <a:lnTo>
                  <a:pt x="169" y="338"/>
                </a:lnTo>
                <a:cubicBezTo>
                  <a:pt x="162" y="337"/>
                  <a:pt x="135" y="336"/>
                  <a:pt x="88" y="336"/>
                </a:cubicBezTo>
                <a:cubicBezTo>
                  <a:pt x="42" y="336"/>
                  <a:pt x="15" y="337"/>
                  <a:pt x="8" y="338"/>
                </a:cubicBezTo>
                <a:lnTo>
                  <a:pt x="2" y="338"/>
                </a:lnTo>
                <a:lnTo>
                  <a:pt x="2" y="314"/>
                </a:lnTo>
                <a:lnTo>
                  <a:pt x="15" y="314"/>
                </a:lnTo>
                <a:cubicBezTo>
                  <a:pt x="23" y="314"/>
                  <a:pt x="29" y="314"/>
                  <a:pt x="34" y="314"/>
                </a:cubicBezTo>
                <a:cubicBezTo>
                  <a:pt x="40" y="314"/>
                  <a:pt x="44" y="314"/>
                  <a:pt x="47" y="314"/>
                </a:cubicBezTo>
                <a:cubicBezTo>
                  <a:pt x="50" y="313"/>
                  <a:pt x="53" y="313"/>
                  <a:pt x="55" y="312"/>
                </a:cubicBezTo>
                <a:cubicBezTo>
                  <a:pt x="58" y="312"/>
                  <a:pt x="59" y="311"/>
                  <a:pt x="59" y="311"/>
                </a:cubicBezTo>
                <a:cubicBezTo>
                  <a:pt x="60" y="311"/>
                  <a:pt x="61" y="310"/>
                  <a:pt x="62" y="309"/>
                </a:cubicBezTo>
                <a:cubicBezTo>
                  <a:pt x="64" y="307"/>
                  <a:pt x="65" y="306"/>
                  <a:pt x="65" y="307"/>
                </a:cubicBezTo>
                <a:lnTo>
                  <a:pt x="65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9" name=""/>
          <p:cNvSpPr/>
          <p:nvPr/>
        </p:nvSpPr>
        <p:spPr>
          <a:xfrm>
            <a:off x="4192200" y="5483160"/>
            <a:ext cx="171720" cy="171360"/>
          </a:xfrm>
          <a:custGeom>
            <a:avLst/>
            <a:gdLst/>
            <a:ahLst/>
            <a:rect l="0" t="0" r="r" b="b"/>
            <a:pathLst>
              <a:path w="477" h="476">
                <a:moveTo>
                  <a:pt x="10" y="224"/>
                </a:moveTo>
                <a:lnTo>
                  <a:pt x="225" y="224"/>
                </a:lnTo>
                <a:lnTo>
                  <a:pt x="225" y="116"/>
                </a:lnTo>
                <a:lnTo>
                  <a:pt x="226" y="9"/>
                </a:lnTo>
                <a:cubicBezTo>
                  <a:pt x="230" y="3"/>
                  <a:pt x="235" y="0"/>
                  <a:pt x="239" y="0"/>
                </a:cubicBezTo>
                <a:cubicBezTo>
                  <a:pt x="245" y="0"/>
                  <a:pt x="250" y="3"/>
                  <a:pt x="253" y="10"/>
                </a:cubicBezTo>
                <a:lnTo>
                  <a:pt x="253" y="224"/>
                </a:lnTo>
                <a:lnTo>
                  <a:pt x="467" y="224"/>
                </a:lnTo>
                <a:cubicBezTo>
                  <a:pt x="474" y="228"/>
                  <a:pt x="477" y="233"/>
                  <a:pt x="477" y="239"/>
                </a:cubicBezTo>
                <a:cubicBezTo>
                  <a:pt x="477" y="244"/>
                  <a:pt x="474" y="249"/>
                  <a:pt x="467" y="253"/>
                </a:cubicBezTo>
                <a:lnTo>
                  <a:pt x="253" y="253"/>
                </a:lnTo>
                <a:lnTo>
                  <a:pt x="253" y="466"/>
                </a:lnTo>
                <a:cubicBezTo>
                  <a:pt x="250" y="473"/>
                  <a:pt x="245" y="476"/>
                  <a:pt x="241" y="476"/>
                </a:cubicBezTo>
                <a:lnTo>
                  <a:pt x="239" y="476"/>
                </a:lnTo>
                <a:lnTo>
                  <a:pt x="238" y="476"/>
                </a:lnTo>
                <a:cubicBezTo>
                  <a:pt x="232" y="476"/>
                  <a:pt x="228" y="473"/>
                  <a:pt x="225" y="466"/>
                </a:cubicBezTo>
                <a:lnTo>
                  <a:pt x="225" y="253"/>
                </a:lnTo>
                <a:lnTo>
                  <a:pt x="10" y="253"/>
                </a:lnTo>
                <a:cubicBezTo>
                  <a:pt x="3" y="250"/>
                  <a:pt x="0" y="245"/>
                  <a:pt x="0" y="239"/>
                </a:cubicBezTo>
                <a:cubicBezTo>
                  <a:pt x="0" y="232"/>
                  <a:pt x="3" y="228"/>
                  <a:pt x="10" y="2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0" name=""/>
          <p:cNvSpPr/>
          <p:nvPr/>
        </p:nvSpPr>
        <p:spPr>
          <a:xfrm>
            <a:off x="4440600" y="5519160"/>
            <a:ext cx="144360" cy="117000"/>
          </a:xfrm>
          <a:custGeom>
            <a:avLst/>
            <a:gdLst/>
            <a:ahLst/>
            <a:rect l="0" t="0" r="r" b="b"/>
            <a:pathLst>
              <a:path w="401" h="325">
                <a:moveTo>
                  <a:pt x="0" y="112"/>
                </a:moveTo>
                <a:cubicBezTo>
                  <a:pt x="1" y="109"/>
                  <a:pt x="1" y="105"/>
                  <a:pt x="2" y="101"/>
                </a:cubicBezTo>
                <a:cubicBezTo>
                  <a:pt x="3" y="96"/>
                  <a:pt x="6" y="87"/>
                  <a:pt x="11" y="74"/>
                </a:cubicBezTo>
                <a:cubicBezTo>
                  <a:pt x="16" y="60"/>
                  <a:pt x="20" y="49"/>
                  <a:pt x="25" y="40"/>
                </a:cubicBezTo>
                <a:cubicBezTo>
                  <a:pt x="30" y="31"/>
                  <a:pt x="38" y="22"/>
                  <a:pt x="49" y="13"/>
                </a:cubicBezTo>
                <a:cubicBezTo>
                  <a:pt x="60" y="4"/>
                  <a:pt x="71" y="0"/>
                  <a:pt x="82" y="0"/>
                </a:cubicBezTo>
                <a:cubicBezTo>
                  <a:pt x="99" y="0"/>
                  <a:pt x="113" y="5"/>
                  <a:pt x="125" y="14"/>
                </a:cubicBezTo>
                <a:cubicBezTo>
                  <a:pt x="136" y="23"/>
                  <a:pt x="143" y="31"/>
                  <a:pt x="146" y="38"/>
                </a:cubicBezTo>
                <a:cubicBezTo>
                  <a:pt x="149" y="46"/>
                  <a:pt x="150" y="51"/>
                  <a:pt x="150" y="53"/>
                </a:cubicBezTo>
                <a:cubicBezTo>
                  <a:pt x="150" y="54"/>
                  <a:pt x="151" y="55"/>
                  <a:pt x="151" y="55"/>
                </a:cubicBezTo>
                <a:lnTo>
                  <a:pt x="159" y="47"/>
                </a:lnTo>
                <a:cubicBezTo>
                  <a:pt x="188" y="17"/>
                  <a:pt x="221" y="0"/>
                  <a:pt x="259" y="0"/>
                </a:cubicBezTo>
                <a:cubicBezTo>
                  <a:pt x="285" y="0"/>
                  <a:pt x="306" y="7"/>
                  <a:pt x="321" y="21"/>
                </a:cubicBezTo>
                <a:cubicBezTo>
                  <a:pt x="337" y="33"/>
                  <a:pt x="345" y="52"/>
                  <a:pt x="346" y="77"/>
                </a:cubicBezTo>
                <a:cubicBezTo>
                  <a:pt x="346" y="102"/>
                  <a:pt x="337" y="139"/>
                  <a:pt x="319" y="189"/>
                </a:cubicBezTo>
                <a:cubicBezTo>
                  <a:pt x="300" y="239"/>
                  <a:pt x="291" y="270"/>
                  <a:pt x="291" y="280"/>
                </a:cubicBezTo>
                <a:cubicBezTo>
                  <a:pt x="291" y="293"/>
                  <a:pt x="295" y="299"/>
                  <a:pt x="304" y="299"/>
                </a:cubicBezTo>
                <a:cubicBezTo>
                  <a:pt x="306" y="299"/>
                  <a:pt x="309" y="298"/>
                  <a:pt x="310" y="298"/>
                </a:cubicBezTo>
                <a:cubicBezTo>
                  <a:pt x="324" y="296"/>
                  <a:pt x="336" y="287"/>
                  <a:pt x="347" y="271"/>
                </a:cubicBezTo>
                <a:cubicBezTo>
                  <a:pt x="358" y="255"/>
                  <a:pt x="366" y="236"/>
                  <a:pt x="372" y="214"/>
                </a:cubicBezTo>
                <a:cubicBezTo>
                  <a:pt x="373" y="210"/>
                  <a:pt x="378" y="208"/>
                  <a:pt x="387" y="208"/>
                </a:cubicBezTo>
                <a:cubicBezTo>
                  <a:pt x="396" y="208"/>
                  <a:pt x="401" y="210"/>
                  <a:pt x="401" y="214"/>
                </a:cubicBezTo>
                <a:cubicBezTo>
                  <a:pt x="401" y="214"/>
                  <a:pt x="400" y="218"/>
                  <a:pt x="398" y="224"/>
                </a:cubicBezTo>
                <a:cubicBezTo>
                  <a:pt x="394" y="238"/>
                  <a:pt x="389" y="252"/>
                  <a:pt x="382" y="265"/>
                </a:cubicBezTo>
                <a:cubicBezTo>
                  <a:pt x="376" y="278"/>
                  <a:pt x="365" y="292"/>
                  <a:pt x="349" y="305"/>
                </a:cubicBezTo>
                <a:cubicBezTo>
                  <a:pt x="334" y="319"/>
                  <a:pt x="318" y="325"/>
                  <a:pt x="300" y="324"/>
                </a:cubicBezTo>
                <a:cubicBezTo>
                  <a:pt x="278" y="324"/>
                  <a:pt x="261" y="318"/>
                  <a:pt x="251" y="305"/>
                </a:cubicBezTo>
                <a:cubicBezTo>
                  <a:pt x="241" y="292"/>
                  <a:pt x="236" y="279"/>
                  <a:pt x="236" y="265"/>
                </a:cubicBezTo>
                <a:cubicBezTo>
                  <a:pt x="236" y="256"/>
                  <a:pt x="245" y="227"/>
                  <a:pt x="262" y="179"/>
                </a:cubicBezTo>
                <a:cubicBezTo>
                  <a:pt x="279" y="131"/>
                  <a:pt x="288" y="95"/>
                  <a:pt x="289" y="71"/>
                </a:cubicBezTo>
                <a:cubicBezTo>
                  <a:pt x="289" y="43"/>
                  <a:pt x="278" y="28"/>
                  <a:pt x="257" y="28"/>
                </a:cubicBezTo>
                <a:lnTo>
                  <a:pt x="254" y="28"/>
                </a:lnTo>
                <a:cubicBezTo>
                  <a:pt x="212" y="28"/>
                  <a:pt x="177" y="53"/>
                  <a:pt x="149" y="101"/>
                </a:cubicBezTo>
                <a:lnTo>
                  <a:pt x="144" y="109"/>
                </a:lnTo>
                <a:lnTo>
                  <a:pt x="120" y="205"/>
                </a:lnTo>
                <a:cubicBezTo>
                  <a:pt x="105" y="268"/>
                  <a:pt x="95" y="301"/>
                  <a:pt x="93" y="306"/>
                </a:cubicBezTo>
                <a:cubicBezTo>
                  <a:pt x="87" y="319"/>
                  <a:pt x="77" y="325"/>
                  <a:pt x="62" y="325"/>
                </a:cubicBezTo>
                <a:cubicBezTo>
                  <a:pt x="56" y="325"/>
                  <a:pt x="51" y="324"/>
                  <a:pt x="47" y="321"/>
                </a:cubicBezTo>
                <a:cubicBezTo>
                  <a:pt x="44" y="318"/>
                  <a:pt x="41" y="315"/>
                  <a:pt x="39" y="312"/>
                </a:cubicBezTo>
                <a:cubicBezTo>
                  <a:pt x="38" y="309"/>
                  <a:pt x="38" y="307"/>
                  <a:pt x="38" y="305"/>
                </a:cubicBezTo>
                <a:cubicBezTo>
                  <a:pt x="38" y="299"/>
                  <a:pt x="47" y="260"/>
                  <a:pt x="65" y="189"/>
                </a:cubicBezTo>
                <a:cubicBezTo>
                  <a:pt x="83" y="117"/>
                  <a:pt x="93" y="78"/>
                  <a:pt x="94" y="72"/>
                </a:cubicBezTo>
                <a:cubicBezTo>
                  <a:pt x="94" y="70"/>
                  <a:pt x="95" y="64"/>
                  <a:pt x="95" y="56"/>
                </a:cubicBezTo>
                <a:cubicBezTo>
                  <a:pt x="95" y="37"/>
                  <a:pt x="89" y="28"/>
                  <a:pt x="77" y="28"/>
                </a:cubicBezTo>
                <a:cubicBezTo>
                  <a:pt x="59" y="28"/>
                  <a:pt x="44" y="52"/>
                  <a:pt x="32" y="99"/>
                </a:cubicBezTo>
                <a:cubicBezTo>
                  <a:pt x="29" y="109"/>
                  <a:pt x="28" y="114"/>
                  <a:pt x="28" y="114"/>
                </a:cubicBezTo>
                <a:cubicBezTo>
                  <a:pt x="27" y="117"/>
                  <a:pt x="23" y="119"/>
                  <a:pt x="14" y="119"/>
                </a:cubicBezTo>
                <a:lnTo>
                  <a:pt x="4" y="119"/>
                </a:lnTo>
                <a:cubicBezTo>
                  <a:pt x="2" y="116"/>
                  <a:pt x="0" y="114"/>
                  <a:pt x="0" y="11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1" name=""/>
          <p:cNvSpPr/>
          <p:nvPr/>
        </p:nvSpPr>
        <p:spPr>
          <a:xfrm>
            <a:off x="4607280" y="5550480"/>
            <a:ext cx="73080" cy="121680"/>
          </a:xfrm>
          <a:custGeom>
            <a:avLst/>
            <a:gdLst/>
            <a:ahLst/>
            <a:rect l="0" t="0" r="r" b="b"/>
            <a:pathLst>
              <a:path w="203" h="338">
                <a:moveTo>
                  <a:pt x="30" y="120"/>
                </a:moveTo>
                <a:cubicBezTo>
                  <a:pt x="21" y="120"/>
                  <a:pt x="13" y="117"/>
                  <a:pt x="8" y="111"/>
                </a:cubicBezTo>
                <a:cubicBezTo>
                  <a:pt x="3" y="105"/>
                  <a:pt x="0" y="97"/>
                  <a:pt x="0" y="88"/>
                </a:cubicBezTo>
                <a:cubicBezTo>
                  <a:pt x="0" y="64"/>
                  <a:pt x="9" y="44"/>
                  <a:pt x="27" y="26"/>
                </a:cubicBezTo>
                <a:cubicBezTo>
                  <a:pt x="45" y="9"/>
                  <a:pt x="67" y="0"/>
                  <a:pt x="93" y="0"/>
                </a:cubicBezTo>
                <a:cubicBezTo>
                  <a:pt x="124" y="0"/>
                  <a:pt x="150" y="9"/>
                  <a:pt x="171" y="28"/>
                </a:cubicBezTo>
                <a:cubicBezTo>
                  <a:pt x="192" y="47"/>
                  <a:pt x="202" y="72"/>
                  <a:pt x="203" y="102"/>
                </a:cubicBezTo>
                <a:cubicBezTo>
                  <a:pt x="203" y="116"/>
                  <a:pt x="199" y="130"/>
                  <a:pt x="193" y="143"/>
                </a:cubicBezTo>
                <a:cubicBezTo>
                  <a:pt x="186" y="156"/>
                  <a:pt x="178" y="168"/>
                  <a:pt x="168" y="177"/>
                </a:cubicBezTo>
                <a:cubicBezTo>
                  <a:pt x="158" y="187"/>
                  <a:pt x="144" y="200"/>
                  <a:pt x="127" y="216"/>
                </a:cubicBezTo>
                <a:cubicBezTo>
                  <a:pt x="115" y="226"/>
                  <a:pt x="98" y="242"/>
                  <a:pt x="76" y="262"/>
                </a:cubicBezTo>
                <a:lnTo>
                  <a:pt x="46" y="291"/>
                </a:lnTo>
                <a:lnTo>
                  <a:pt x="85" y="291"/>
                </a:lnTo>
                <a:cubicBezTo>
                  <a:pt x="138" y="291"/>
                  <a:pt x="166" y="290"/>
                  <a:pt x="170" y="289"/>
                </a:cubicBezTo>
                <a:cubicBezTo>
                  <a:pt x="173" y="288"/>
                  <a:pt x="177" y="273"/>
                  <a:pt x="182" y="244"/>
                </a:cubicBezTo>
                <a:lnTo>
                  <a:pt x="182" y="242"/>
                </a:lnTo>
                <a:lnTo>
                  <a:pt x="203" y="242"/>
                </a:lnTo>
                <a:lnTo>
                  <a:pt x="203" y="244"/>
                </a:lnTo>
                <a:cubicBezTo>
                  <a:pt x="202" y="245"/>
                  <a:pt x="200" y="260"/>
                  <a:pt x="196" y="290"/>
                </a:cubicBezTo>
                <a:cubicBezTo>
                  <a:pt x="192" y="319"/>
                  <a:pt x="190" y="335"/>
                  <a:pt x="189" y="336"/>
                </a:cubicBezTo>
                <a:lnTo>
                  <a:pt x="189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4"/>
                </a:cubicBezTo>
                <a:cubicBezTo>
                  <a:pt x="5" y="312"/>
                  <a:pt x="10" y="306"/>
                  <a:pt x="18" y="297"/>
                </a:cubicBezTo>
                <a:cubicBezTo>
                  <a:pt x="28" y="286"/>
                  <a:pt x="36" y="276"/>
                  <a:pt x="43" y="268"/>
                </a:cubicBezTo>
                <a:cubicBezTo>
                  <a:pt x="46" y="265"/>
                  <a:pt x="52" y="259"/>
                  <a:pt x="61" y="250"/>
                </a:cubicBezTo>
                <a:cubicBezTo>
                  <a:pt x="69" y="241"/>
                  <a:pt x="75" y="234"/>
                  <a:pt x="78" y="231"/>
                </a:cubicBezTo>
                <a:cubicBezTo>
                  <a:pt x="81" y="228"/>
                  <a:pt x="86" y="222"/>
                  <a:pt x="92" y="214"/>
                </a:cubicBezTo>
                <a:cubicBezTo>
                  <a:pt x="99" y="205"/>
                  <a:pt x="104" y="200"/>
                  <a:pt x="107" y="196"/>
                </a:cubicBezTo>
                <a:cubicBezTo>
                  <a:pt x="109" y="192"/>
                  <a:pt x="113" y="187"/>
                  <a:pt x="118" y="181"/>
                </a:cubicBezTo>
                <a:cubicBezTo>
                  <a:pt x="123" y="174"/>
                  <a:pt x="127" y="169"/>
                  <a:pt x="129" y="165"/>
                </a:cubicBezTo>
                <a:cubicBezTo>
                  <a:pt x="131" y="160"/>
                  <a:pt x="133" y="155"/>
                  <a:pt x="136" y="150"/>
                </a:cubicBezTo>
                <a:cubicBezTo>
                  <a:pt x="139" y="145"/>
                  <a:pt x="142" y="139"/>
                  <a:pt x="143" y="134"/>
                </a:cubicBezTo>
                <a:cubicBezTo>
                  <a:pt x="144" y="128"/>
                  <a:pt x="146" y="123"/>
                  <a:pt x="147" y="119"/>
                </a:cubicBezTo>
                <a:cubicBezTo>
                  <a:pt x="148" y="114"/>
                  <a:pt x="148" y="108"/>
                  <a:pt x="148" y="102"/>
                </a:cubicBezTo>
                <a:cubicBezTo>
                  <a:pt x="148" y="81"/>
                  <a:pt x="142" y="62"/>
                  <a:pt x="131" y="47"/>
                </a:cubicBezTo>
                <a:cubicBezTo>
                  <a:pt x="119" y="31"/>
                  <a:pt x="103" y="24"/>
                  <a:pt x="82" y="24"/>
                </a:cubicBezTo>
                <a:cubicBezTo>
                  <a:pt x="71" y="24"/>
                  <a:pt x="61" y="27"/>
                  <a:pt x="53" y="32"/>
                </a:cubicBezTo>
                <a:cubicBezTo>
                  <a:pt x="44" y="38"/>
                  <a:pt x="38" y="44"/>
                  <a:pt x="35" y="49"/>
                </a:cubicBezTo>
                <a:cubicBezTo>
                  <a:pt x="31" y="54"/>
                  <a:pt x="30" y="58"/>
                  <a:pt x="30" y="59"/>
                </a:cubicBezTo>
                <a:cubicBezTo>
                  <a:pt x="30" y="59"/>
                  <a:pt x="31" y="59"/>
                  <a:pt x="32" y="59"/>
                </a:cubicBezTo>
                <a:cubicBezTo>
                  <a:pt x="38" y="59"/>
                  <a:pt x="45" y="61"/>
                  <a:pt x="51" y="66"/>
                </a:cubicBezTo>
                <a:cubicBezTo>
                  <a:pt x="57" y="71"/>
                  <a:pt x="61" y="79"/>
                  <a:pt x="61" y="89"/>
                </a:cubicBezTo>
                <a:cubicBezTo>
                  <a:pt x="61" y="98"/>
                  <a:pt x="58" y="105"/>
                  <a:pt x="53" y="111"/>
                </a:cubicBezTo>
                <a:cubicBezTo>
                  <a:pt x="47" y="116"/>
                  <a:pt x="40" y="119"/>
                  <a:pt x="30" y="1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2" name=""/>
          <p:cNvSpPr/>
          <p:nvPr/>
        </p:nvSpPr>
        <p:spPr>
          <a:xfrm>
            <a:off x="4716360" y="5439960"/>
            <a:ext cx="61560" cy="257760"/>
          </a:xfrm>
          <a:custGeom>
            <a:avLst/>
            <a:gdLst/>
            <a:ahLst/>
            <a:rect l="0" t="0" r="r" b="b"/>
            <a:pathLst>
              <a:path w="171" h="716">
                <a:moveTo>
                  <a:pt x="3" y="1"/>
                </a:moveTo>
                <a:lnTo>
                  <a:pt x="6" y="0"/>
                </a:lnTo>
                <a:cubicBezTo>
                  <a:pt x="8" y="0"/>
                  <a:pt x="11" y="0"/>
                  <a:pt x="13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8" y="58"/>
                  <a:pt x="120" y="108"/>
                  <a:pt x="141" y="169"/>
                </a:cubicBezTo>
                <a:cubicBezTo>
                  <a:pt x="161" y="229"/>
                  <a:pt x="171" y="293"/>
                  <a:pt x="171" y="359"/>
                </a:cubicBezTo>
                <a:cubicBezTo>
                  <a:pt x="171" y="391"/>
                  <a:pt x="169" y="422"/>
                  <a:pt x="164" y="452"/>
                </a:cubicBezTo>
                <a:cubicBezTo>
                  <a:pt x="160" y="482"/>
                  <a:pt x="154" y="508"/>
                  <a:pt x="148" y="529"/>
                </a:cubicBezTo>
                <a:cubicBezTo>
                  <a:pt x="142" y="550"/>
                  <a:pt x="133" y="571"/>
                  <a:pt x="121" y="592"/>
                </a:cubicBezTo>
                <a:cubicBezTo>
                  <a:pt x="110" y="613"/>
                  <a:pt x="101" y="629"/>
                  <a:pt x="94" y="640"/>
                </a:cubicBezTo>
                <a:cubicBezTo>
                  <a:pt x="88" y="651"/>
                  <a:pt x="78" y="663"/>
                  <a:pt x="64" y="676"/>
                </a:cubicBezTo>
                <a:cubicBezTo>
                  <a:pt x="51" y="689"/>
                  <a:pt x="43" y="697"/>
                  <a:pt x="41" y="700"/>
                </a:cubicBezTo>
                <a:cubicBezTo>
                  <a:pt x="39" y="702"/>
                  <a:pt x="33" y="707"/>
                  <a:pt x="25" y="713"/>
                </a:cubicBezTo>
                <a:cubicBezTo>
                  <a:pt x="23" y="715"/>
                  <a:pt x="22" y="716"/>
                  <a:pt x="22" y="716"/>
                </a:cubicBezTo>
                <a:lnTo>
                  <a:pt x="13" y="716"/>
                </a:lnTo>
                <a:cubicBezTo>
                  <a:pt x="9" y="716"/>
                  <a:pt x="7" y="716"/>
                  <a:pt x="5" y="716"/>
                </a:cubicBezTo>
                <a:cubicBezTo>
                  <a:pt x="4" y="716"/>
                  <a:pt x="3" y="715"/>
                  <a:pt x="2" y="714"/>
                </a:cubicBezTo>
                <a:cubicBezTo>
                  <a:pt x="1" y="712"/>
                  <a:pt x="0" y="710"/>
                  <a:pt x="0" y="707"/>
                </a:cubicBezTo>
                <a:cubicBezTo>
                  <a:pt x="0" y="707"/>
                  <a:pt x="3" y="704"/>
                  <a:pt x="7" y="698"/>
                </a:cubicBezTo>
                <a:cubicBezTo>
                  <a:pt x="82" y="621"/>
                  <a:pt x="119" y="508"/>
                  <a:pt x="119" y="359"/>
                </a:cubicBezTo>
                <a:cubicBezTo>
                  <a:pt x="119" y="208"/>
                  <a:pt x="82" y="95"/>
                  <a:pt x="7" y="18"/>
                </a:cubicBezTo>
                <a:cubicBezTo>
                  <a:pt x="3" y="12"/>
                  <a:pt x="0" y="9"/>
                  <a:pt x="0" y="9"/>
                </a:cubicBezTo>
                <a:cubicBezTo>
                  <a:pt x="0" y="5"/>
                  <a:pt x="1" y="2"/>
                  <a:pt x="3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3" name=""/>
          <p:cNvSpPr/>
          <p:nvPr/>
        </p:nvSpPr>
        <p:spPr>
          <a:xfrm>
            <a:off x="2857320" y="5396760"/>
            <a:ext cx="234360" cy="309240"/>
          </a:xfrm>
          <a:custGeom>
            <a:avLst/>
            <a:gdLst/>
            <a:ahLst/>
            <a:rect l="0" t="0" r="r" b="b"/>
            <a:pathLst>
              <a:path w="651" h="859">
                <a:moveTo>
                  <a:pt x="109" y="431"/>
                </a:moveTo>
                <a:cubicBezTo>
                  <a:pt x="110" y="431"/>
                  <a:pt x="122" y="459"/>
                  <a:pt x="146" y="516"/>
                </a:cubicBezTo>
                <a:cubicBezTo>
                  <a:pt x="171" y="573"/>
                  <a:pt x="196" y="630"/>
                  <a:pt x="220" y="686"/>
                </a:cubicBezTo>
                <a:cubicBezTo>
                  <a:pt x="245" y="743"/>
                  <a:pt x="257" y="772"/>
                  <a:pt x="258" y="772"/>
                </a:cubicBezTo>
                <a:lnTo>
                  <a:pt x="440" y="393"/>
                </a:lnTo>
                <a:cubicBezTo>
                  <a:pt x="562" y="138"/>
                  <a:pt x="624" y="10"/>
                  <a:pt x="624" y="9"/>
                </a:cubicBezTo>
                <a:cubicBezTo>
                  <a:pt x="628" y="3"/>
                  <a:pt x="632" y="0"/>
                  <a:pt x="638" y="0"/>
                </a:cubicBezTo>
                <a:cubicBezTo>
                  <a:pt x="641" y="0"/>
                  <a:pt x="644" y="2"/>
                  <a:pt x="646" y="5"/>
                </a:cubicBezTo>
                <a:cubicBezTo>
                  <a:pt x="649" y="9"/>
                  <a:pt x="650" y="11"/>
                  <a:pt x="651" y="14"/>
                </a:cubicBezTo>
                <a:lnTo>
                  <a:pt x="651" y="19"/>
                </a:lnTo>
                <a:lnTo>
                  <a:pt x="452" y="435"/>
                </a:lnTo>
                <a:cubicBezTo>
                  <a:pt x="406" y="531"/>
                  <a:pt x="358" y="631"/>
                  <a:pt x="308" y="735"/>
                </a:cubicBezTo>
                <a:cubicBezTo>
                  <a:pt x="279" y="795"/>
                  <a:pt x="262" y="831"/>
                  <a:pt x="257" y="841"/>
                </a:cubicBezTo>
                <a:cubicBezTo>
                  <a:pt x="253" y="851"/>
                  <a:pt x="249" y="856"/>
                  <a:pt x="246" y="858"/>
                </a:cubicBezTo>
                <a:cubicBezTo>
                  <a:pt x="244" y="859"/>
                  <a:pt x="240" y="859"/>
                  <a:pt x="234" y="859"/>
                </a:cubicBezTo>
                <a:lnTo>
                  <a:pt x="225" y="859"/>
                </a:lnTo>
                <a:lnTo>
                  <a:pt x="146" y="678"/>
                </a:lnTo>
                <a:cubicBezTo>
                  <a:pt x="94" y="558"/>
                  <a:pt x="68" y="498"/>
                  <a:pt x="68" y="498"/>
                </a:cubicBezTo>
                <a:lnTo>
                  <a:pt x="43" y="516"/>
                </a:lnTo>
                <a:cubicBezTo>
                  <a:pt x="28" y="529"/>
                  <a:pt x="20" y="535"/>
                  <a:pt x="19" y="535"/>
                </a:cubicBezTo>
                <a:lnTo>
                  <a:pt x="0" y="516"/>
                </a:lnTo>
                <a:lnTo>
                  <a:pt x="109" y="43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4" name=""/>
          <p:cNvSpPr/>
          <p:nvPr/>
        </p:nvSpPr>
        <p:spPr>
          <a:xfrm>
            <a:off x="3091320" y="5396760"/>
            <a:ext cx="1711080" cy="15840"/>
          </a:xfrm>
          <a:custGeom>
            <a:avLst/>
            <a:gdLst/>
            <a:ahLst/>
            <a:rect l="0" t="0" r="r" b="b"/>
            <a:pathLst>
              <a:path w="4753" h="44">
                <a:moveTo>
                  <a:pt x="0" y="0"/>
                </a:moveTo>
                <a:lnTo>
                  <a:pt x="4753" y="0"/>
                </a:lnTo>
                <a:lnTo>
                  <a:pt x="4753" y="44"/>
                </a:lnTo>
                <a:lnTo>
                  <a:pt x="0" y="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5" name=""/>
          <p:cNvSpPr/>
          <p:nvPr/>
        </p:nvSpPr>
        <p:spPr>
          <a:xfrm>
            <a:off x="857160" y="58672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1085760" y="5423760"/>
            <a:ext cx="17625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Convergence rate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67" name=""/>
          <p:cNvSpPr/>
          <p:nvPr/>
        </p:nvSpPr>
        <p:spPr>
          <a:xfrm>
            <a:off x="2589120" y="5819760"/>
            <a:ext cx="185400" cy="175320"/>
          </a:xfrm>
          <a:custGeom>
            <a:avLst/>
            <a:gdLst/>
            <a:ahLst/>
            <a:rect l="0" t="0" r="r" b="b"/>
            <a:pathLst>
              <a:path w="515" h="487">
                <a:moveTo>
                  <a:pt x="13" y="486"/>
                </a:moveTo>
                <a:cubicBezTo>
                  <a:pt x="4" y="486"/>
                  <a:pt x="0" y="483"/>
                  <a:pt x="0" y="479"/>
                </a:cubicBezTo>
                <a:cubicBezTo>
                  <a:pt x="0" y="478"/>
                  <a:pt x="1" y="474"/>
                  <a:pt x="3" y="469"/>
                </a:cubicBezTo>
                <a:cubicBezTo>
                  <a:pt x="4" y="461"/>
                  <a:pt x="6" y="457"/>
                  <a:pt x="8" y="456"/>
                </a:cubicBezTo>
                <a:cubicBezTo>
                  <a:pt x="10" y="455"/>
                  <a:pt x="16" y="454"/>
                  <a:pt x="25" y="454"/>
                </a:cubicBezTo>
                <a:cubicBezTo>
                  <a:pt x="38" y="454"/>
                  <a:pt x="52" y="453"/>
                  <a:pt x="68" y="452"/>
                </a:cubicBezTo>
                <a:cubicBezTo>
                  <a:pt x="74" y="450"/>
                  <a:pt x="79" y="447"/>
                  <a:pt x="81" y="443"/>
                </a:cubicBezTo>
                <a:cubicBezTo>
                  <a:pt x="82" y="441"/>
                  <a:pt x="99" y="374"/>
                  <a:pt x="132" y="242"/>
                </a:cubicBezTo>
                <a:cubicBezTo>
                  <a:pt x="165" y="110"/>
                  <a:pt x="181" y="43"/>
                  <a:pt x="182" y="41"/>
                </a:cubicBezTo>
                <a:cubicBezTo>
                  <a:pt x="182" y="38"/>
                  <a:pt x="181" y="36"/>
                  <a:pt x="179" y="36"/>
                </a:cubicBezTo>
                <a:cubicBezTo>
                  <a:pt x="175" y="35"/>
                  <a:pt x="163" y="33"/>
                  <a:pt x="141" y="32"/>
                </a:cubicBezTo>
                <a:lnTo>
                  <a:pt x="119" y="32"/>
                </a:lnTo>
                <a:cubicBezTo>
                  <a:pt x="116" y="30"/>
                  <a:pt x="115" y="28"/>
                  <a:pt x="115" y="27"/>
                </a:cubicBezTo>
                <a:cubicBezTo>
                  <a:pt x="115" y="26"/>
                  <a:pt x="115" y="22"/>
                  <a:pt x="116" y="15"/>
                </a:cubicBezTo>
                <a:cubicBezTo>
                  <a:pt x="118" y="6"/>
                  <a:pt x="120" y="1"/>
                  <a:pt x="123" y="0"/>
                </a:cubicBezTo>
                <a:lnTo>
                  <a:pt x="510" y="0"/>
                </a:lnTo>
                <a:cubicBezTo>
                  <a:pt x="513" y="1"/>
                  <a:pt x="515" y="4"/>
                  <a:pt x="515" y="7"/>
                </a:cubicBezTo>
                <a:cubicBezTo>
                  <a:pt x="515" y="10"/>
                  <a:pt x="511" y="36"/>
                  <a:pt x="505" y="87"/>
                </a:cubicBezTo>
                <a:cubicBezTo>
                  <a:pt x="499" y="139"/>
                  <a:pt x="496" y="166"/>
                  <a:pt x="495" y="167"/>
                </a:cubicBezTo>
                <a:cubicBezTo>
                  <a:pt x="494" y="170"/>
                  <a:pt x="490" y="172"/>
                  <a:pt x="481" y="172"/>
                </a:cubicBezTo>
                <a:lnTo>
                  <a:pt x="472" y="172"/>
                </a:lnTo>
                <a:cubicBezTo>
                  <a:pt x="469" y="170"/>
                  <a:pt x="467" y="167"/>
                  <a:pt x="467" y="163"/>
                </a:cubicBezTo>
                <a:cubicBezTo>
                  <a:pt x="467" y="162"/>
                  <a:pt x="468" y="157"/>
                  <a:pt x="470" y="146"/>
                </a:cubicBezTo>
                <a:cubicBezTo>
                  <a:pt x="471" y="135"/>
                  <a:pt x="472" y="122"/>
                  <a:pt x="472" y="107"/>
                </a:cubicBezTo>
                <a:cubicBezTo>
                  <a:pt x="472" y="92"/>
                  <a:pt x="470" y="81"/>
                  <a:pt x="467" y="72"/>
                </a:cubicBezTo>
                <a:cubicBezTo>
                  <a:pt x="463" y="63"/>
                  <a:pt x="459" y="55"/>
                  <a:pt x="453" y="50"/>
                </a:cubicBezTo>
                <a:cubicBezTo>
                  <a:pt x="447" y="44"/>
                  <a:pt x="439" y="40"/>
                  <a:pt x="427" y="38"/>
                </a:cubicBezTo>
                <a:cubicBezTo>
                  <a:pt x="415" y="36"/>
                  <a:pt x="403" y="35"/>
                  <a:pt x="390" y="33"/>
                </a:cubicBezTo>
                <a:cubicBezTo>
                  <a:pt x="378" y="32"/>
                  <a:pt x="361" y="31"/>
                  <a:pt x="339" y="32"/>
                </a:cubicBezTo>
                <a:lnTo>
                  <a:pt x="322" y="32"/>
                </a:lnTo>
                <a:cubicBezTo>
                  <a:pt x="283" y="33"/>
                  <a:pt x="262" y="34"/>
                  <a:pt x="260" y="35"/>
                </a:cubicBezTo>
                <a:cubicBezTo>
                  <a:pt x="258" y="36"/>
                  <a:pt x="256" y="37"/>
                  <a:pt x="255" y="40"/>
                </a:cubicBezTo>
                <a:cubicBezTo>
                  <a:pt x="255" y="41"/>
                  <a:pt x="246" y="72"/>
                  <a:pt x="230" y="135"/>
                </a:cubicBezTo>
                <a:lnTo>
                  <a:pt x="207" y="227"/>
                </a:lnTo>
                <a:lnTo>
                  <a:pt x="246" y="227"/>
                </a:lnTo>
                <a:cubicBezTo>
                  <a:pt x="249" y="227"/>
                  <a:pt x="254" y="227"/>
                  <a:pt x="264" y="227"/>
                </a:cubicBezTo>
                <a:cubicBezTo>
                  <a:pt x="273" y="227"/>
                  <a:pt x="280" y="227"/>
                  <a:pt x="284" y="226"/>
                </a:cubicBezTo>
                <a:cubicBezTo>
                  <a:pt x="288" y="226"/>
                  <a:pt x="293" y="225"/>
                  <a:pt x="299" y="224"/>
                </a:cubicBezTo>
                <a:cubicBezTo>
                  <a:pt x="306" y="223"/>
                  <a:pt x="312" y="222"/>
                  <a:pt x="317" y="219"/>
                </a:cubicBezTo>
                <a:cubicBezTo>
                  <a:pt x="321" y="217"/>
                  <a:pt x="325" y="214"/>
                  <a:pt x="329" y="211"/>
                </a:cubicBezTo>
                <a:cubicBezTo>
                  <a:pt x="335" y="205"/>
                  <a:pt x="340" y="197"/>
                  <a:pt x="344" y="187"/>
                </a:cubicBezTo>
                <a:cubicBezTo>
                  <a:pt x="349" y="177"/>
                  <a:pt x="352" y="168"/>
                  <a:pt x="354" y="160"/>
                </a:cubicBezTo>
                <a:cubicBezTo>
                  <a:pt x="356" y="152"/>
                  <a:pt x="357" y="148"/>
                  <a:pt x="357" y="147"/>
                </a:cubicBezTo>
                <a:cubicBezTo>
                  <a:pt x="359" y="145"/>
                  <a:pt x="363" y="143"/>
                  <a:pt x="371" y="143"/>
                </a:cubicBezTo>
                <a:lnTo>
                  <a:pt x="379" y="143"/>
                </a:lnTo>
                <a:cubicBezTo>
                  <a:pt x="383" y="146"/>
                  <a:pt x="384" y="148"/>
                  <a:pt x="384" y="151"/>
                </a:cubicBezTo>
                <a:cubicBezTo>
                  <a:pt x="384" y="152"/>
                  <a:pt x="377" y="183"/>
                  <a:pt x="362" y="244"/>
                </a:cubicBezTo>
                <a:cubicBezTo>
                  <a:pt x="348" y="305"/>
                  <a:pt x="339" y="337"/>
                  <a:pt x="338" y="339"/>
                </a:cubicBezTo>
                <a:cubicBezTo>
                  <a:pt x="337" y="342"/>
                  <a:pt x="332" y="344"/>
                  <a:pt x="324" y="344"/>
                </a:cubicBezTo>
                <a:lnTo>
                  <a:pt x="315" y="344"/>
                </a:lnTo>
                <a:cubicBezTo>
                  <a:pt x="312" y="341"/>
                  <a:pt x="310" y="338"/>
                  <a:pt x="310" y="335"/>
                </a:cubicBezTo>
                <a:cubicBezTo>
                  <a:pt x="310" y="334"/>
                  <a:pt x="311" y="328"/>
                  <a:pt x="314" y="319"/>
                </a:cubicBezTo>
                <a:cubicBezTo>
                  <a:pt x="316" y="310"/>
                  <a:pt x="317" y="301"/>
                  <a:pt x="317" y="291"/>
                </a:cubicBezTo>
                <a:cubicBezTo>
                  <a:pt x="317" y="277"/>
                  <a:pt x="313" y="268"/>
                  <a:pt x="303" y="265"/>
                </a:cubicBezTo>
                <a:cubicBezTo>
                  <a:pt x="293" y="262"/>
                  <a:pt x="272" y="260"/>
                  <a:pt x="238" y="260"/>
                </a:cubicBezTo>
                <a:lnTo>
                  <a:pt x="199" y="260"/>
                </a:lnTo>
                <a:lnTo>
                  <a:pt x="176" y="351"/>
                </a:lnTo>
                <a:cubicBezTo>
                  <a:pt x="161" y="410"/>
                  <a:pt x="153" y="441"/>
                  <a:pt x="153" y="444"/>
                </a:cubicBezTo>
                <a:cubicBezTo>
                  <a:pt x="153" y="450"/>
                  <a:pt x="175" y="454"/>
                  <a:pt x="217" y="454"/>
                </a:cubicBezTo>
                <a:lnTo>
                  <a:pt x="235" y="454"/>
                </a:lnTo>
                <a:cubicBezTo>
                  <a:pt x="238" y="457"/>
                  <a:pt x="239" y="458"/>
                  <a:pt x="239" y="459"/>
                </a:cubicBezTo>
                <a:cubicBezTo>
                  <a:pt x="239" y="459"/>
                  <a:pt x="239" y="464"/>
                  <a:pt x="238" y="473"/>
                </a:cubicBezTo>
                <a:cubicBezTo>
                  <a:pt x="236" y="479"/>
                  <a:pt x="233" y="484"/>
                  <a:pt x="231" y="487"/>
                </a:cubicBezTo>
                <a:lnTo>
                  <a:pt x="218" y="487"/>
                </a:lnTo>
                <a:cubicBezTo>
                  <a:pt x="199" y="486"/>
                  <a:pt x="163" y="485"/>
                  <a:pt x="110" y="485"/>
                </a:cubicBezTo>
                <a:cubicBezTo>
                  <a:pt x="79" y="485"/>
                  <a:pt x="56" y="485"/>
                  <a:pt x="40" y="485"/>
                </a:cubicBezTo>
                <a:cubicBezTo>
                  <a:pt x="23" y="485"/>
                  <a:pt x="14" y="485"/>
                  <a:pt x="13" y="4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8" name=""/>
          <p:cNvSpPr/>
          <p:nvPr/>
        </p:nvSpPr>
        <p:spPr>
          <a:xfrm>
            <a:off x="2770200" y="591192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7" y="45"/>
                </a:moveTo>
                <a:lnTo>
                  <a:pt x="60" y="47"/>
                </a:lnTo>
                <a:cubicBezTo>
                  <a:pt x="56" y="49"/>
                  <a:pt x="49" y="51"/>
                  <a:pt x="40" y="52"/>
                </a:cubicBezTo>
                <a:cubicBezTo>
                  <a:pt x="31" y="54"/>
                  <a:pt x="22" y="55"/>
                  <a:pt x="11" y="56"/>
                </a:cubicBezTo>
                <a:lnTo>
                  <a:pt x="0" y="56"/>
                </a:lnTo>
                <a:lnTo>
                  <a:pt x="0" y="33"/>
                </a:lnTo>
                <a:lnTo>
                  <a:pt x="11" y="33"/>
                </a:lnTo>
                <a:cubicBezTo>
                  <a:pt x="27" y="32"/>
                  <a:pt x="41" y="29"/>
                  <a:pt x="55" y="25"/>
                </a:cubicBezTo>
                <a:cubicBezTo>
                  <a:pt x="68" y="21"/>
                  <a:pt x="78" y="17"/>
                  <a:pt x="83" y="13"/>
                </a:cubicBezTo>
                <a:cubicBezTo>
                  <a:pt x="89" y="9"/>
                  <a:pt x="93" y="5"/>
                  <a:pt x="97" y="2"/>
                </a:cubicBezTo>
                <a:cubicBezTo>
                  <a:pt x="98" y="1"/>
                  <a:pt x="100" y="0"/>
                  <a:pt x="103" y="0"/>
                </a:cubicBezTo>
                <a:cubicBezTo>
                  <a:pt x="106" y="0"/>
                  <a:pt x="109" y="1"/>
                  <a:pt x="112" y="3"/>
                </a:cubicBezTo>
                <a:lnTo>
                  <a:pt x="112" y="154"/>
                </a:lnTo>
                <a:lnTo>
                  <a:pt x="112" y="307"/>
                </a:lnTo>
                <a:cubicBezTo>
                  <a:pt x="115" y="309"/>
                  <a:pt x="117" y="311"/>
                  <a:pt x="119" y="312"/>
                </a:cubicBezTo>
                <a:cubicBezTo>
                  <a:pt x="120" y="312"/>
                  <a:pt x="124" y="313"/>
                  <a:pt x="131" y="314"/>
                </a:cubicBezTo>
                <a:cubicBezTo>
                  <a:pt x="137" y="314"/>
                  <a:pt x="148" y="315"/>
                  <a:pt x="162" y="315"/>
                </a:cubicBezTo>
                <a:lnTo>
                  <a:pt x="175" y="315"/>
                </a:lnTo>
                <a:lnTo>
                  <a:pt x="175" y="338"/>
                </a:lnTo>
                <a:lnTo>
                  <a:pt x="170" y="338"/>
                </a:lnTo>
                <a:cubicBezTo>
                  <a:pt x="163" y="337"/>
                  <a:pt x="136" y="336"/>
                  <a:pt x="89" y="336"/>
                </a:cubicBezTo>
                <a:cubicBezTo>
                  <a:pt x="43" y="336"/>
                  <a:pt x="17" y="337"/>
                  <a:pt x="10" y="338"/>
                </a:cubicBezTo>
                <a:lnTo>
                  <a:pt x="3" y="338"/>
                </a:lnTo>
                <a:lnTo>
                  <a:pt x="3" y="315"/>
                </a:lnTo>
                <a:lnTo>
                  <a:pt x="17" y="315"/>
                </a:lnTo>
                <a:cubicBezTo>
                  <a:pt x="24" y="315"/>
                  <a:pt x="31" y="315"/>
                  <a:pt x="36" y="315"/>
                </a:cubicBezTo>
                <a:cubicBezTo>
                  <a:pt x="42" y="315"/>
                  <a:pt x="46" y="314"/>
                  <a:pt x="49" y="314"/>
                </a:cubicBezTo>
                <a:cubicBezTo>
                  <a:pt x="52" y="314"/>
                  <a:pt x="55" y="313"/>
                  <a:pt x="57" y="313"/>
                </a:cubicBezTo>
                <a:cubicBezTo>
                  <a:pt x="59" y="312"/>
                  <a:pt x="61" y="312"/>
                  <a:pt x="61" y="312"/>
                </a:cubicBezTo>
                <a:cubicBezTo>
                  <a:pt x="61" y="312"/>
                  <a:pt x="62" y="311"/>
                  <a:pt x="64" y="309"/>
                </a:cubicBezTo>
                <a:cubicBezTo>
                  <a:pt x="66" y="307"/>
                  <a:pt x="67" y="307"/>
                  <a:pt x="67" y="307"/>
                </a:cubicBezTo>
                <a:lnTo>
                  <a:pt x="67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9" name=""/>
          <p:cNvSpPr/>
          <p:nvPr/>
        </p:nvSpPr>
        <p:spPr>
          <a:xfrm>
            <a:off x="2944800" y="5900040"/>
            <a:ext cx="171720" cy="60840"/>
          </a:xfrm>
          <a:custGeom>
            <a:avLst/>
            <a:gdLst/>
            <a:ahLst/>
            <a:rect l="0" t="0" r="r" b="b"/>
            <a:pathLst>
              <a:path w="477" h="169">
                <a:moveTo>
                  <a:pt x="0" y="15"/>
                </a:moveTo>
                <a:cubicBezTo>
                  <a:pt x="0" y="8"/>
                  <a:pt x="4" y="4"/>
                  <a:pt x="10" y="0"/>
                </a:cubicBezTo>
                <a:lnTo>
                  <a:pt x="467" y="0"/>
                </a:lnTo>
                <a:cubicBezTo>
                  <a:pt x="474" y="4"/>
                  <a:pt x="477" y="9"/>
                  <a:pt x="477" y="15"/>
                </a:cubicBezTo>
                <a:cubicBezTo>
                  <a:pt x="477" y="20"/>
                  <a:pt x="474" y="24"/>
                  <a:pt x="467" y="28"/>
                </a:cubicBezTo>
                <a:lnTo>
                  <a:pt x="240" y="29"/>
                </a:lnTo>
                <a:lnTo>
                  <a:pt x="12" y="29"/>
                </a:lnTo>
                <a:cubicBezTo>
                  <a:pt x="4" y="26"/>
                  <a:pt x="0" y="22"/>
                  <a:pt x="0" y="15"/>
                </a:cubicBezTo>
                <a:moveTo>
                  <a:pt x="0" y="154"/>
                </a:moveTo>
                <a:cubicBezTo>
                  <a:pt x="0" y="147"/>
                  <a:pt x="4" y="142"/>
                  <a:pt x="12" y="140"/>
                </a:cubicBezTo>
                <a:lnTo>
                  <a:pt x="467" y="140"/>
                </a:lnTo>
                <a:cubicBezTo>
                  <a:pt x="474" y="145"/>
                  <a:pt x="477" y="149"/>
                  <a:pt x="477" y="154"/>
                </a:cubicBezTo>
                <a:cubicBezTo>
                  <a:pt x="477" y="160"/>
                  <a:pt x="474" y="165"/>
                  <a:pt x="467" y="169"/>
                </a:cubicBezTo>
                <a:lnTo>
                  <a:pt x="10" y="169"/>
                </a:lnTo>
                <a:cubicBezTo>
                  <a:pt x="4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70" name=""/>
          <p:cNvSpPr/>
          <p:nvPr/>
        </p:nvSpPr>
        <p:spPr>
          <a:xfrm>
            <a:off x="3210120" y="581976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6"/>
                </a:moveTo>
                <a:cubicBezTo>
                  <a:pt x="4" y="486"/>
                  <a:pt x="0" y="483"/>
                  <a:pt x="0" y="479"/>
                </a:cubicBezTo>
                <a:cubicBezTo>
                  <a:pt x="0" y="478"/>
                  <a:pt x="1" y="474"/>
                  <a:pt x="2" y="469"/>
                </a:cubicBezTo>
                <a:cubicBezTo>
                  <a:pt x="4" y="461"/>
                  <a:pt x="6" y="457"/>
                  <a:pt x="8" y="456"/>
                </a:cubicBezTo>
                <a:cubicBezTo>
                  <a:pt x="10" y="455"/>
                  <a:pt x="15" y="454"/>
                  <a:pt x="24" y="454"/>
                </a:cubicBezTo>
                <a:cubicBezTo>
                  <a:pt x="37" y="454"/>
                  <a:pt x="52" y="453"/>
                  <a:pt x="68" y="452"/>
                </a:cubicBezTo>
                <a:cubicBezTo>
                  <a:pt x="75" y="450"/>
                  <a:pt x="80" y="447"/>
                  <a:pt x="82" y="443"/>
                </a:cubicBezTo>
                <a:cubicBezTo>
                  <a:pt x="83" y="441"/>
                  <a:pt x="100" y="374"/>
                  <a:pt x="133" y="242"/>
                </a:cubicBezTo>
                <a:cubicBezTo>
                  <a:pt x="166" y="110"/>
                  <a:pt x="182" y="43"/>
                  <a:pt x="183" y="41"/>
                </a:cubicBezTo>
                <a:cubicBezTo>
                  <a:pt x="183" y="38"/>
                  <a:pt x="182" y="36"/>
                  <a:pt x="180" y="36"/>
                </a:cubicBezTo>
                <a:cubicBezTo>
                  <a:pt x="176" y="35"/>
                  <a:pt x="163" y="33"/>
                  <a:pt x="142" y="32"/>
                </a:cubicBezTo>
                <a:lnTo>
                  <a:pt x="120" y="32"/>
                </a:lnTo>
                <a:cubicBezTo>
                  <a:pt x="117" y="30"/>
                  <a:pt x="115" y="28"/>
                  <a:pt x="115" y="27"/>
                </a:cubicBezTo>
                <a:cubicBezTo>
                  <a:pt x="115" y="26"/>
                  <a:pt x="116" y="22"/>
                  <a:pt x="117" y="15"/>
                </a:cubicBezTo>
                <a:cubicBezTo>
                  <a:pt x="119" y="6"/>
                  <a:pt x="121" y="1"/>
                  <a:pt x="124" y="0"/>
                </a:cubicBezTo>
                <a:lnTo>
                  <a:pt x="509" y="0"/>
                </a:lnTo>
                <a:cubicBezTo>
                  <a:pt x="513" y="1"/>
                  <a:pt x="514" y="4"/>
                  <a:pt x="514" y="7"/>
                </a:cubicBezTo>
                <a:cubicBezTo>
                  <a:pt x="514" y="10"/>
                  <a:pt x="511" y="36"/>
                  <a:pt x="505" y="87"/>
                </a:cubicBezTo>
                <a:cubicBezTo>
                  <a:pt x="499" y="139"/>
                  <a:pt x="496" y="166"/>
                  <a:pt x="495" y="167"/>
                </a:cubicBezTo>
                <a:cubicBezTo>
                  <a:pt x="494" y="170"/>
                  <a:pt x="489" y="172"/>
                  <a:pt x="481" y="172"/>
                </a:cubicBezTo>
                <a:lnTo>
                  <a:pt x="472" y="172"/>
                </a:lnTo>
                <a:cubicBezTo>
                  <a:pt x="469" y="170"/>
                  <a:pt x="467" y="167"/>
                  <a:pt x="467" y="163"/>
                </a:cubicBezTo>
                <a:cubicBezTo>
                  <a:pt x="467" y="162"/>
                  <a:pt x="468" y="157"/>
                  <a:pt x="469" y="146"/>
                </a:cubicBezTo>
                <a:cubicBezTo>
                  <a:pt x="471" y="135"/>
                  <a:pt x="471" y="122"/>
                  <a:pt x="471" y="107"/>
                </a:cubicBezTo>
                <a:cubicBezTo>
                  <a:pt x="471" y="92"/>
                  <a:pt x="470" y="81"/>
                  <a:pt x="466" y="72"/>
                </a:cubicBezTo>
                <a:cubicBezTo>
                  <a:pt x="463" y="63"/>
                  <a:pt x="459" y="55"/>
                  <a:pt x="453" y="50"/>
                </a:cubicBezTo>
                <a:cubicBezTo>
                  <a:pt x="447" y="44"/>
                  <a:pt x="438" y="40"/>
                  <a:pt x="426" y="38"/>
                </a:cubicBezTo>
                <a:cubicBezTo>
                  <a:pt x="415" y="36"/>
                  <a:pt x="402" y="35"/>
                  <a:pt x="390" y="33"/>
                </a:cubicBezTo>
                <a:cubicBezTo>
                  <a:pt x="378" y="32"/>
                  <a:pt x="360" y="31"/>
                  <a:pt x="339" y="32"/>
                </a:cubicBezTo>
                <a:lnTo>
                  <a:pt x="322" y="32"/>
                </a:lnTo>
                <a:cubicBezTo>
                  <a:pt x="283" y="33"/>
                  <a:pt x="262" y="34"/>
                  <a:pt x="260" y="35"/>
                </a:cubicBezTo>
                <a:cubicBezTo>
                  <a:pt x="257" y="36"/>
                  <a:pt x="256" y="37"/>
                  <a:pt x="255" y="40"/>
                </a:cubicBezTo>
                <a:cubicBezTo>
                  <a:pt x="254" y="41"/>
                  <a:pt x="246" y="72"/>
                  <a:pt x="231" y="135"/>
                </a:cubicBezTo>
                <a:lnTo>
                  <a:pt x="208" y="227"/>
                </a:lnTo>
                <a:lnTo>
                  <a:pt x="247" y="227"/>
                </a:lnTo>
                <a:cubicBezTo>
                  <a:pt x="248" y="227"/>
                  <a:pt x="254" y="227"/>
                  <a:pt x="263" y="227"/>
                </a:cubicBezTo>
                <a:cubicBezTo>
                  <a:pt x="273" y="227"/>
                  <a:pt x="280" y="227"/>
                  <a:pt x="283" y="226"/>
                </a:cubicBezTo>
                <a:cubicBezTo>
                  <a:pt x="287" y="226"/>
                  <a:pt x="293" y="225"/>
                  <a:pt x="299" y="224"/>
                </a:cubicBezTo>
                <a:cubicBezTo>
                  <a:pt x="306" y="223"/>
                  <a:pt x="312" y="222"/>
                  <a:pt x="316" y="219"/>
                </a:cubicBezTo>
                <a:cubicBezTo>
                  <a:pt x="321" y="217"/>
                  <a:pt x="325" y="214"/>
                  <a:pt x="328" y="211"/>
                </a:cubicBezTo>
                <a:cubicBezTo>
                  <a:pt x="335" y="205"/>
                  <a:pt x="340" y="197"/>
                  <a:pt x="344" y="187"/>
                </a:cubicBezTo>
                <a:cubicBezTo>
                  <a:pt x="349" y="177"/>
                  <a:pt x="352" y="168"/>
                  <a:pt x="354" y="160"/>
                </a:cubicBezTo>
                <a:cubicBezTo>
                  <a:pt x="355" y="152"/>
                  <a:pt x="357" y="148"/>
                  <a:pt x="357" y="147"/>
                </a:cubicBezTo>
                <a:cubicBezTo>
                  <a:pt x="359" y="145"/>
                  <a:pt x="363" y="143"/>
                  <a:pt x="371" y="143"/>
                </a:cubicBezTo>
                <a:lnTo>
                  <a:pt x="379" y="143"/>
                </a:lnTo>
                <a:cubicBezTo>
                  <a:pt x="383" y="146"/>
                  <a:pt x="384" y="148"/>
                  <a:pt x="384" y="151"/>
                </a:cubicBezTo>
                <a:cubicBezTo>
                  <a:pt x="384" y="152"/>
                  <a:pt x="377" y="183"/>
                  <a:pt x="362" y="244"/>
                </a:cubicBezTo>
                <a:cubicBezTo>
                  <a:pt x="347" y="305"/>
                  <a:pt x="339" y="337"/>
                  <a:pt x="338" y="339"/>
                </a:cubicBezTo>
                <a:cubicBezTo>
                  <a:pt x="337" y="342"/>
                  <a:pt x="332" y="344"/>
                  <a:pt x="323" y="344"/>
                </a:cubicBezTo>
                <a:lnTo>
                  <a:pt x="315" y="344"/>
                </a:lnTo>
                <a:cubicBezTo>
                  <a:pt x="312" y="341"/>
                  <a:pt x="310" y="338"/>
                  <a:pt x="310" y="335"/>
                </a:cubicBezTo>
                <a:cubicBezTo>
                  <a:pt x="310" y="334"/>
                  <a:pt x="311" y="328"/>
                  <a:pt x="313" y="319"/>
                </a:cubicBezTo>
                <a:cubicBezTo>
                  <a:pt x="316" y="310"/>
                  <a:pt x="317" y="301"/>
                  <a:pt x="317" y="291"/>
                </a:cubicBezTo>
                <a:cubicBezTo>
                  <a:pt x="317" y="277"/>
                  <a:pt x="312" y="268"/>
                  <a:pt x="303" y="265"/>
                </a:cubicBezTo>
                <a:cubicBezTo>
                  <a:pt x="293" y="262"/>
                  <a:pt x="272" y="260"/>
                  <a:pt x="239" y="260"/>
                </a:cubicBezTo>
                <a:lnTo>
                  <a:pt x="200" y="260"/>
                </a:lnTo>
                <a:lnTo>
                  <a:pt x="177" y="351"/>
                </a:lnTo>
                <a:cubicBezTo>
                  <a:pt x="162" y="410"/>
                  <a:pt x="154" y="441"/>
                  <a:pt x="154" y="444"/>
                </a:cubicBezTo>
                <a:cubicBezTo>
                  <a:pt x="154" y="450"/>
                  <a:pt x="175" y="454"/>
                  <a:pt x="218" y="454"/>
                </a:cubicBezTo>
                <a:lnTo>
                  <a:pt x="236" y="454"/>
                </a:lnTo>
                <a:cubicBezTo>
                  <a:pt x="238" y="457"/>
                  <a:pt x="240" y="458"/>
                  <a:pt x="240" y="459"/>
                </a:cubicBezTo>
                <a:cubicBezTo>
                  <a:pt x="240" y="459"/>
                  <a:pt x="239" y="464"/>
                  <a:pt x="238" y="473"/>
                </a:cubicBezTo>
                <a:cubicBezTo>
                  <a:pt x="237" y="479"/>
                  <a:pt x="234" y="484"/>
                  <a:pt x="231" y="487"/>
                </a:cubicBezTo>
                <a:lnTo>
                  <a:pt x="219" y="487"/>
                </a:lnTo>
                <a:cubicBezTo>
                  <a:pt x="200" y="486"/>
                  <a:pt x="164" y="485"/>
                  <a:pt x="111" y="485"/>
                </a:cubicBezTo>
                <a:cubicBezTo>
                  <a:pt x="80" y="485"/>
                  <a:pt x="56" y="485"/>
                  <a:pt x="39" y="485"/>
                </a:cubicBezTo>
                <a:cubicBezTo>
                  <a:pt x="23" y="485"/>
                  <a:pt x="14" y="485"/>
                  <a:pt x="12" y="4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71" name=""/>
          <p:cNvSpPr/>
          <p:nvPr/>
        </p:nvSpPr>
        <p:spPr>
          <a:xfrm>
            <a:off x="3385080" y="5911920"/>
            <a:ext cx="73080" cy="121680"/>
          </a:xfrm>
          <a:custGeom>
            <a:avLst/>
            <a:gdLst/>
            <a:ahLst/>
            <a:rect l="0" t="0" r="r" b="b"/>
            <a:pathLst>
              <a:path w="203" h="338">
                <a:moveTo>
                  <a:pt x="30" y="120"/>
                </a:moveTo>
                <a:cubicBezTo>
                  <a:pt x="21" y="120"/>
                  <a:pt x="14" y="117"/>
                  <a:pt x="9" y="111"/>
                </a:cubicBezTo>
                <a:cubicBezTo>
                  <a:pt x="3" y="105"/>
                  <a:pt x="0" y="97"/>
                  <a:pt x="0" y="89"/>
                </a:cubicBezTo>
                <a:cubicBezTo>
                  <a:pt x="0" y="65"/>
                  <a:pt x="9" y="44"/>
                  <a:pt x="27" y="27"/>
                </a:cubicBezTo>
                <a:cubicBezTo>
                  <a:pt x="45" y="9"/>
                  <a:pt x="67" y="0"/>
                  <a:pt x="94" y="0"/>
                </a:cubicBezTo>
                <a:cubicBezTo>
                  <a:pt x="125" y="0"/>
                  <a:pt x="151" y="10"/>
                  <a:pt x="172" y="29"/>
                </a:cubicBezTo>
                <a:cubicBezTo>
                  <a:pt x="192" y="47"/>
                  <a:pt x="203" y="72"/>
                  <a:pt x="203" y="102"/>
                </a:cubicBezTo>
                <a:cubicBezTo>
                  <a:pt x="203" y="116"/>
                  <a:pt x="200" y="130"/>
                  <a:pt x="193" y="143"/>
                </a:cubicBezTo>
                <a:cubicBezTo>
                  <a:pt x="186" y="156"/>
                  <a:pt x="178" y="168"/>
                  <a:pt x="169" y="178"/>
                </a:cubicBezTo>
                <a:cubicBezTo>
                  <a:pt x="159" y="187"/>
                  <a:pt x="146" y="200"/>
                  <a:pt x="127" y="216"/>
                </a:cubicBezTo>
                <a:cubicBezTo>
                  <a:pt x="115" y="226"/>
                  <a:pt x="98" y="242"/>
                  <a:pt x="77" y="262"/>
                </a:cubicBezTo>
                <a:lnTo>
                  <a:pt x="47" y="291"/>
                </a:lnTo>
                <a:lnTo>
                  <a:pt x="85" y="291"/>
                </a:lnTo>
                <a:cubicBezTo>
                  <a:pt x="138" y="291"/>
                  <a:pt x="167" y="290"/>
                  <a:pt x="171" y="289"/>
                </a:cubicBezTo>
                <a:cubicBezTo>
                  <a:pt x="173" y="288"/>
                  <a:pt x="177" y="273"/>
                  <a:pt x="183" y="244"/>
                </a:cubicBezTo>
                <a:lnTo>
                  <a:pt x="183" y="242"/>
                </a:lnTo>
                <a:lnTo>
                  <a:pt x="203" y="242"/>
                </a:lnTo>
                <a:lnTo>
                  <a:pt x="203" y="244"/>
                </a:lnTo>
                <a:cubicBezTo>
                  <a:pt x="203" y="245"/>
                  <a:pt x="201" y="260"/>
                  <a:pt x="196" y="290"/>
                </a:cubicBezTo>
                <a:cubicBezTo>
                  <a:pt x="192" y="319"/>
                  <a:pt x="190" y="335"/>
                  <a:pt x="189" y="336"/>
                </a:cubicBezTo>
                <a:lnTo>
                  <a:pt x="189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5"/>
                </a:cubicBezTo>
                <a:cubicBezTo>
                  <a:pt x="5" y="312"/>
                  <a:pt x="11" y="306"/>
                  <a:pt x="19" y="297"/>
                </a:cubicBezTo>
                <a:cubicBezTo>
                  <a:pt x="28" y="286"/>
                  <a:pt x="37" y="277"/>
                  <a:pt x="44" y="269"/>
                </a:cubicBezTo>
                <a:cubicBezTo>
                  <a:pt x="47" y="265"/>
                  <a:pt x="53" y="259"/>
                  <a:pt x="61" y="250"/>
                </a:cubicBezTo>
                <a:cubicBezTo>
                  <a:pt x="69" y="241"/>
                  <a:pt x="75" y="235"/>
                  <a:pt x="78" y="231"/>
                </a:cubicBezTo>
                <a:cubicBezTo>
                  <a:pt x="81" y="228"/>
                  <a:pt x="86" y="222"/>
                  <a:pt x="93" y="214"/>
                </a:cubicBezTo>
                <a:cubicBezTo>
                  <a:pt x="100" y="206"/>
                  <a:pt x="104" y="200"/>
                  <a:pt x="107" y="196"/>
                </a:cubicBezTo>
                <a:cubicBezTo>
                  <a:pt x="110" y="193"/>
                  <a:pt x="114" y="188"/>
                  <a:pt x="119" y="181"/>
                </a:cubicBezTo>
                <a:cubicBezTo>
                  <a:pt x="124" y="175"/>
                  <a:pt x="127" y="169"/>
                  <a:pt x="129" y="165"/>
                </a:cubicBezTo>
                <a:cubicBezTo>
                  <a:pt x="131" y="161"/>
                  <a:pt x="134" y="156"/>
                  <a:pt x="137" y="150"/>
                </a:cubicBezTo>
                <a:cubicBezTo>
                  <a:pt x="140" y="145"/>
                  <a:pt x="142" y="140"/>
                  <a:pt x="143" y="134"/>
                </a:cubicBezTo>
                <a:cubicBezTo>
                  <a:pt x="146" y="129"/>
                  <a:pt x="147" y="124"/>
                  <a:pt x="148" y="119"/>
                </a:cubicBezTo>
                <a:cubicBezTo>
                  <a:pt x="149" y="114"/>
                  <a:pt x="149" y="109"/>
                  <a:pt x="149" y="102"/>
                </a:cubicBezTo>
                <a:cubicBezTo>
                  <a:pt x="149" y="81"/>
                  <a:pt x="143" y="63"/>
                  <a:pt x="131" y="47"/>
                </a:cubicBezTo>
                <a:cubicBezTo>
                  <a:pt x="120" y="32"/>
                  <a:pt x="104" y="24"/>
                  <a:pt x="82" y="24"/>
                </a:cubicBezTo>
                <a:cubicBezTo>
                  <a:pt x="71" y="24"/>
                  <a:pt x="61" y="27"/>
                  <a:pt x="53" y="33"/>
                </a:cubicBezTo>
                <a:cubicBezTo>
                  <a:pt x="45" y="38"/>
                  <a:pt x="39" y="44"/>
                  <a:pt x="35" y="49"/>
                </a:cubicBezTo>
                <a:cubicBezTo>
                  <a:pt x="32" y="55"/>
                  <a:pt x="30" y="58"/>
                  <a:pt x="30" y="59"/>
                </a:cubicBezTo>
                <a:cubicBezTo>
                  <a:pt x="30" y="59"/>
                  <a:pt x="31" y="59"/>
                  <a:pt x="33" y="59"/>
                </a:cubicBezTo>
                <a:cubicBezTo>
                  <a:pt x="39" y="59"/>
                  <a:pt x="45" y="62"/>
                  <a:pt x="51" y="66"/>
                </a:cubicBezTo>
                <a:cubicBezTo>
                  <a:pt x="58" y="71"/>
                  <a:pt x="61" y="79"/>
                  <a:pt x="61" y="90"/>
                </a:cubicBezTo>
                <a:cubicBezTo>
                  <a:pt x="61" y="98"/>
                  <a:pt x="58" y="105"/>
                  <a:pt x="53" y="111"/>
                </a:cubicBezTo>
                <a:cubicBezTo>
                  <a:pt x="48" y="117"/>
                  <a:pt x="40" y="120"/>
                  <a:pt x="30" y="1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085760" y="5781600"/>
            <a:ext cx="14860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Boundary case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3478320" y="5781600"/>
            <a:ext cx="48888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parameter space edge — addressed in simulation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74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571320" y="151920"/>
            <a:ext cx="199224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Estimation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82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3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4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5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6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7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8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9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0" name=""/>
          <p:cNvSpPr/>
          <p:nvPr/>
        </p:nvSpPr>
        <p:spPr>
          <a:xfrm>
            <a:off x="576000" y="985680"/>
            <a:ext cx="11039760" cy="1667160"/>
          </a:xfrm>
          <a:custGeom>
            <a:avLst/>
            <a:gdLst/>
            <a:ahLst/>
            <a:rect l="0" t="0" r="r" b="b"/>
            <a:pathLst>
              <a:path w="30666" h="4631">
                <a:moveTo>
                  <a:pt x="0" y="448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4486"/>
                </a:lnTo>
                <a:cubicBezTo>
                  <a:pt x="30666" y="4495"/>
                  <a:pt x="30665" y="4505"/>
                  <a:pt x="30664" y="4514"/>
                </a:cubicBezTo>
                <a:cubicBezTo>
                  <a:pt x="30662" y="4523"/>
                  <a:pt x="30659" y="4532"/>
                  <a:pt x="30655" y="4541"/>
                </a:cubicBezTo>
                <a:cubicBezTo>
                  <a:pt x="30652" y="4550"/>
                  <a:pt x="30647" y="4559"/>
                  <a:pt x="30642" y="4566"/>
                </a:cubicBezTo>
                <a:cubicBezTo>
                  <a:pt x="30637" y="4574"/>
                  <a:pt x="30631" y="4582"/>
                  <a:pt x="30624" y="4589"/>
                </a:cubicBezTo>
                <a:cubicBezTo>
                  <a:pt x="30617" y="4595"/>
                  <a:pt x="30610" y="4601"/>
                  <a:pt x="30602" y="4607"/>
                </a:cubicBezTo>
                <a:cubicBezTo>
                  <a:pt x="30594" y="4612"/>
                  <a:pt x="30585" y="4616"/>
                  <a:pt x="30577" y="4620"/>
                </a:cubicBezTo>
                <a:cubicBezTo>
                  <a:pt x="30568" y="4624"/>
                  <a:pt x="30559" y="4626"/>
                  <a:pt x="30549" y="4628"/>
                </a:cubicBezTo>
                <a:cubicBezTo>
                  <a:pt x="30540" y="4630"/>
                  <a:pt x="30530" y="4631"/>
                  <a:pt x="30521" y="4631"/>
                </a:cubicBezTo>
                <a:lnTo>
                  <a:pt x="146" y="4631"/>
                </a:lnTo>
                <a:cubicBezTo>
                  <a:pt x="136" y="4631"/>
                  <a:pt x="127" y="4630"/>
                  <a:pt x="117" y="4628"/>
                </a:cubicBezTo>
                <a:cubicBezTo>
                  <a:pt x="108" y="4626"/>
                  <a:pt x="99" y="4624"/>
                  <a:pt x="90" y="4620"/>
                </a:cubicBezTo>
                <a:cubicBezTo>
                  <a:pt x="81" y="4616"/>
                  <a:pt x="73" y="4612"/>
                  <a:pt x="65" y="4607"/>
                </a:cubicBezTo>
                <a:cubicBezTo>
                  <a:pt x="57" y="4601"/>
                  <a:pt x="50" y="4595"/>
                  <a:pt x="43" y="4589"/>
                </a:cubicBezTo>
                <a:cubicBezTo>
                  <a:pt x="36" y="4582"/>
                  <a:pt x="30" y="4574"/>
                  <a:pt x="25" y="4566"/>
                </a:cubicBezTo>
                <a:cubicBezTo>
                  <a:pt x="19" y="4559"/>
                  <a:pt x="15" y="4550"/>
                  <a:pt x="11" y="4541"/>
                </a:cubicBezTo>
                <a:cubicBezTo>
                  <a:pt x="8" y="4532"/>
                  <a:pt x="5" y="4523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E0E0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91" name=""/>
          <p:cNvSpPr/>
          <p:nvPr/>
        </p:nvSpPr>
        <p:spPr>
          <a:xfrm>
            <a:off x="580680" y="990360"/>
            <a:ext cx="11030400" cy="390960"/>
          </a:xfrm>
          <a:custGeom>
            <a:avLst/>
            <a:gdLst/>
            <a:ahLst/>
            <a:rect l="0" t="0" r="r" b="b"/>
            <a:pathLst>
              <a:path w="30640" h="1086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30508" y="0"/>
                </a:lnTo>
                <a:cubicBezTo>
                  <a:pt x="30544" y="0"/>
                  <a:pt x="30576" y="13"/>
                  <a:pt x="30601" y="39"/>
                </a:cubicBezTo>
                <a:cubicBezTo>
                  <a:pt x="30627" y="65"/>
                  <a:pt x="30640" y="96"/>
                  <a:pt x="30640" y="132"/>
                </a:cubicBezTo>
                <a:lnTo>
                  <a:pt x="30640" y="1086"/>
                </a:lnTo>
                <a:lnTo>
                  <a:pt x="0" y="1086"/>
                </a:ln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2" name=""/>
          <p:cNvSpPr/>
          <p:nvPr/>
        </p:nvSpPr>
        <p:spPr>
          <a:xfrm>
            <a:off x="580680" y="1380960"/>
            <a:ext cx="11030400" cy="1267200"/>
          </a:xfrm>
          <a:custGeom>
            <a:avLst/>
            <a:gdLst/>
            <a:ahLst/>
            <a:rect l="0" t="0" r="r" b="b"/>
            <a:pathLst>
              <a:path w="30640" h="3520">
                <a:moveTo>
                  <a:pt x="30640" y="3388"/>
                </a:moveTo>
                <a:cubicBezTo>
                  <a:pt x="30640" y="3424"/>
                  <a:pt x="30627" y="3455"/>
                  <a:pt x="30601" y="3481"/>
                </a:cubicBezTo>
                <a:cubicBezTo>
                  <a:pt x="30576" y="3507"/>
                  <a:pt x="30544" y="3520"/>
                  <a:pt x="30508" y="3520"/>
                </a:cubicBezTo>
                <a:lnTo>
                  <a:pt x="133" y="3520"/>
                </a:lnTo>
                <a:cubicBezTo>
                  <a:pt x="96" y="3520"/>
                  <a:pt x="65" y="3507"/>
                  <a:pt x="39" y="3481"/>
                </a:cubicBezTo>
                <a:cubicBezTo>
                  <a:pt x="13" y="3455"/>
                  <a:pt x="0" y="3424"/>
                  <a:pt x="0" y="3388"/>
                </a:cubicBezTo>
                <a:lnTo>
                  <a:pt x="0" y="0"/>
                </a:lnTo>
                <a:lnTo>
                  <a:pt x="30640" y="0"/>
                </a:lnTo>
                <a:lnTo>
                  <a:pt x="30640" y="3388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93" name=""/>
          <p:cNvSpPr/>
          <p:nvPr/>
        </p:nvSpPr>
        <p:spPr>
          <a:xfrm>
            <a:off x="576000" y="2662200"/>
            <a:ext cx="11039760" cy="2352960"/>
          </a:xfrm>
          <a:custGeom>
            <a:avLst/>
            <a:gdLst/>
            <a:ahLst/>
            <a:rect l="0" t="0" r="r" b="b"/>
            <a:pathLst>
              <a:path w="30666" h="6536">
                <a:moveTo>
                  <a:pt x="0" y="639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2"/>
                </a:cubicBezTo>
                <a:cubicBezTo>
                  <a:pt x="30559" y="4"/>
                  <a:pt x="30568" y="7"/>
                  <a:pt x="30577" y="11"/>
                </a:cubicBezTo>
                <a:cubicBezTo>
                  <a:pt x="30585" y="14"/>
                  <a:pt x="30594" y="19"/>
                  <a:pt x="30602" y="24"/>
                </a:cubicBezTo>
                <a:cubicBezTo>
                  <a:pt x="30610" y="29"/>
                  <a:pt x="30617" y="35"/>
                  <a:pt x="30624" y="42"/>
                </a:cubicBezTo>
                <a:cubicBezTo>
                  <a:pt x="30631" y="49"/>
                  <a:pt x="30637" y="56"/>
                  <a:pt x="30642" y="64"/>
                </a:cubicBezTo>
                <a:cubicBezTo>
                  <a:pt x="30647" y="72"/>
                  <a:pt x="30652" y="81"/>
                  <a:pt x="30655" y="89"/>
                </a:cubicBezTo>
                <a:cubicBezTo>
                  <a:pt x="30659" y="98"/>
                  <a:pt x="30662" y="107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6390"/>
                </a:lnTo>
                <a:cubicBezTo>
                  <a:pt x="30666" y="6400"/>
                  <a:pt x="30665" y="6409"/>
                  <a:pt x="30664" y="6419"/>
                </a:cubicBezTo>
                <a:cubicBezTo>
                  <a:pt x="30662" y="6428"/>
                  <a:pt x="30659" y="6437"/>
                  <a:pt x="30655" y="6446"/>
                </a:cubicBezTo>
                <a:cubicBezTo>
                  <a:pt x="30652" y="6455"/>
                  <a:pt x="30647" y="6463"/>
                  <a:pt x="30642" y="6471"/>
                </a:cubicBezTo>
                <a:cubicBezTo>
                  <a:pt x="30637" y="6479"/>
                  <a:pt x="30631" y="6486"/>
                  <a:pt x="30624" y="6493"/>
                </a:cubicBezTo>
                <a:cubicBezTo>
                  <a:pt x="30617" y="6500"/>
                  <a:pt x="30610" y="6506"/>
                  <a:pt x="30602" y="6511"/>
                </a:cubicBezTo>
                <a:cubicBezTo>
                  <a:pt x="30594" y="6517"/>
                  <a:pt x="30585" y="6521"/>
                  <a:pt x="30577" y="6525"/>
                </a:cubicBezTo>
                <a:cubicBezTo>
                  <a:pt x="30568" y="6528"/>
                  <a:pt x="30559" y="6531"/>
                  <a:pt x="30549" y="6533"/>
                </a:cubicBezTo>
                <a:cubicBezTo>
                  <a:pt x="30540" y="6535"/>
                  <a:pt x="30530" y="6536"/>
                  <a:pt x="30521" y="6536"/>
                </a:cubicBezTo>
                <a:lnTo>
                  <a:pt x="146" y="6536"/>
                </a:lnTo>
                <a:cubicBezTo>
                  <a:pt x="136" y="6536"/>
                  <a:pt x="127" y="6535"/>
                  <a:pt x="117" y="6533"/>
                </a:cubicBezTo>
                <a:cubicBezTo>
                  <a:pt x="108" y="6531"/>
                  <a:pt x="99" y="6528"/>
                  <a:pt x="90" y="6525"/>
                </a:cubicBezTo>
                <a:cubicBezTo>
                  <a:pt x="81" y="6521"/>
                  <a:pt x="73" y="6517"/>
                  <a:pt x="65" y="6511"/>
                </a:cubicBezTo>
                <a:cubicBezTo>
                  <a:pt x="57" y="6506"/>
                  <a:pt x="50" y="6500"/>
                  <a:pt x="43" y="6493"/>
                </a:cubicBezTo>
                <a:cubicBezTo>
                  <a:pt x="36" y="6486"/>
                  <a:pt x="30" y="6479"/>
                  <a:pt x="25" y="6471"/>
                </a:cubicBezTo>
                <a:cubicBezTo>
                  <a:pt x="19" y="6463"/>
                  <a:pt x="15" y="6455"/>
                  <a:pt x="11" y="6446"/>
                </a:cubicBezTo>
                <a:cubicBezTo>
                  <a:pt x="8" y="6437"/>
                  <a:pt x="5" y="6428"/>
                  <a:pt x="3" y="6419"/>
                </a:cubicBezTo>
                <a:cubicBezTo>
                  <a:pt x="1" y="6409"/>
                  <a:pt x="0" y="6400"/>
                  <a:pt x="0" y="6390"/>
                </a:cubicBezTo>
                <a:close/>
              </a:path>
            </a:pathLst>
          </a:custGeom>
          <a:noFill/>
          <a:ln w="9360">
            <a:solidFill>
              <a:srgbClr val="E0E0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94" name=""/>
          <p:cNvSpPr/>
          <p:nvPr/>
        </p:nvSpPr>
        <p:spPr>
          <a:xfrm>
            <a:off x="580680" y="2666880"/>
            <a:ext cx="11030400" cy="381240"/>
          </a:xfrm>
          <a:custGeom>
            <a:avLst/>
            <a:gdLst/>
            <a:ahLst/>
            <a:rect l="0" t="0" r="r" b="b"/>
            <a:pathLst>
              <a:path w="30640" h="1059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30508" y="0"/>
                </a:lnTo>
                <a:cubicBezTo>
                  <a:pt x="30544" y="0"/>
                  <a:pt x="30576" y="13"/>
                  <a:pt x="30601" y="39"/>
                </a:cubicBezTo>
                <a:cubicBezTo>
                  <a:pt x="30627" y="64"/>
                  <a:pt x="30640" y="96"/>
                  <a:pt x="30640" y="132"/>
                </a:cubicBezTo>
                <a:lnTo>
                  <a:pt x="30640" y="1059"/>
                </a:lnTo>
                <a:lnTo>
                  <a:pt x="0" y="1059"/>
                </a:lnTo>
                <a:lnTo>
                  <a:pt x="0" y="132"/>
                </a:lnTo>
                <a:cubicBezTo>
                  <a:pt x="0" y="96"/>
                  <a:pt x="13" y="64"/>
                  <a:pt x="39" y="39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5" name=""/>
          <p:cNvSpPr/>
          <p:nvPr/>
        </p:nvSpPr>
        <p:spPr>
          <a:xfrm>
            <a:off x="580680" y="3047760"/>
            <a:ext cx="11030400" cy="1962720"/>
          </a:xfrm>
          <a:custGeom>
            <a:avLst/>
            <a:gdLst/>
            <a:ahLst/>
            <a:rect l="0" t="0" r="r" b="b"/>
            <a:pathLst>
              <a:path w="30640" h="5452">
                <a:moveTo>
                  <a:pt x="30640" y="5319"/>
                </a:moveTo>
                <a:cubicBezTo>
                  <a:pt x="30640" y="5356"/>
                  <a:pt x="30627" y="5387"/>
                  <a:pt x="30601" y="5413"/>
                </a:cubicBezTo>
                <a:cubicBezTo>
                  <a:pt x="30576" y="5439"/>
                  <a:pt x="30544" y="5452"/>
                  <a:pt x="30508" y="5452"/>
                </a:cubicBezTo>
                <a:lnTo>
                  <a:pt x="133" y="5452"/>
                </a:lnTo>
                <a:cubicBezTo>
                  <a:pt x="96" y="5452"/>
                  <a:pt x="65" y="5439"/>
                  <a:pt x="39" y="5413"/>
                </a:cubicBezTo>
                <a:cubicBezTo>
                  <a:pt x="13" y="5387"/>
                  <a:pt x="0" y="5356"/>
                  <a:pt x="0" y="5319"/>
                </a:cubicBezTo>
                <a:lnTo>
                  <a:pt x="0" y="0"/>
                </a:lnTo>
                <a:lnTo>
                  <a:pt x="30640" y="0"/>
                </a:lnTo>
                <a:lnTo>
                  <a:pt x="30640" y="5319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714240" y="1033200"/>
            <a:ext cx="30546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Pathway 1: When L is available —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4131000" y="1066680"/>
            <a:ext cx="209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98" name=""/>
          <p:cNvSpPr/>
          <p:nvPr/>
        </p:nvSpPr>
        <p:spPr>
          <a:xfrm>
            <a:off x="3979800" y="1465920"/>
            <a:ext cx="190800" cy="184680"/>
          </a:xfrm>
          <a:custGeom>
            <a:avLst/>
            <a:gdLst/>
            <a:ahLst/>
            <a:rect l="0" t="0" r="r" b="b"/>
            <a:pathLst>
              <a:path w="530" h="513">
                <a:moveTo>
                  <a:pt x="4" y="513"/>
                </a:moveTo>
                <a:cubicBezTo>
                  <a:pt x="1" y="511"/>
                  <a:pt x="0" y="509"/>
                  <a:pt x="0" y="508"/>
                </a:cubicBezTo>
                <a:cubicBezTo>
                  <a:pt x="0" y="507"/>
                  <a:pt x="41" y="423"/>
                  <a:pt x="121" y="257"/>
                </a:cubicBezTo>
                <a:cubicBezTo>
                  <a:pt x="202" y="91"/>
                  <a:pt x="243" y="7"/>
                  <a:pt x="245" y="5"/>
                </a:cubicBezTo>
                <a:cubicBezTo>
                  <a:pt x="246" y="2"/>
                  <a:pt x="253" y="0"/>
                  <a:pt x="265" y="0"/>
                </a:cubicBezTo>
                <a:cubicBezTo>
                  <a:pt x="276" y="0"/>
                  <a:pt x="282" y="2"/>
                  <a:pt x="285" y="5"/>
                </a:cubicBezTo>
                <a:cubicBezTo>
                  <a:pt x="286" y="7"/>
                  <a:pt x="328" y="91"/>
                  <a:pt x="409" y="257"/>
                </a:cubicBezTo>
                <a:cubicBezTo>
                  <a:pt x="489" y="423"/>
                  <a:pt x="530" y="507"/>
                  <a:pt x="530" y="508"/>
                </a:cubicBezTo>
                <a:cubicBezTo>
                  <a:pt x="530" y="509"/>
                  <a:pt x="529" y="511"/>
                  <a:pt x="527" y="513"/>
                </a:cubicBezTo>
                <a:lnTo>
                  <a:pt x="4" y="513"/>
                </a:lnTo>
                <a:moveTo>
                  <a:pt x="331" y="266"/>
                </a:moveTo>
                <a:lnTo>
                  <a:pt x="242" y="86"/>
                </a:lnTo>
                <a:lnTo>
                  <a:pt x="65" y="447"/>
                </a:lnTo>
                <a:lnTo>
                  <a:pt x="241" y="448"/>
                </a:lnTo>
                <a:lnTo>
                  <a:pt x="419" y="448"/>
                </a:lnTo>
                <a:cubicBezTo>
                  <a:pt x="419" y="447"/>
                  <a:pt x="389" y="387"/>
                  <a:pt x="331" y="2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9" name=""/>
          <p:cNvSpPr/>
          <p:nvPr/>
        </p:nvSpPr>
        <p:spPr>
          <a:xfrm>
            <a:off x="4195440" y="1608120"/>
            <a:ext cx="144720" cy="81000"/>
          </a:xfrm>
          <a:custGeom>
            <a:avLst/>
            <a:gdLst/>
            <a:ahLst/>
            <a:rect l="0" t="0" r="r" b="b"/>
            <a:pathLst>
              <a:path w="402" h="225">
                <a:moveTo>
                  <a:pt x="8" y="202"/>
                </a:moveTo>
                <a:lnTo>
                  <a:pt x="15" y="202"/>
                </a:lnTo>
                <a:cubicBezTo>
                  <a:pt x="28" y="202"/>
                  <a:pt x="36" y="199"/>
                  <a:pt x="39" y="195"/>
                </a:cubicBezTo>
                <a:lnTo>
                  <a:pt x="39" y="191"/>
                </a:lnTo>
                <a:cubicBezTo>
                  <a:pt x="39" y="188"/>
                  <a:pt x="39" y="184"/>
                  <a:pt x="39" y="179"/>
                </a:cubicBezTo>
                <a:cubicBezTo>
                  <a:pt x="39" y="174"/>
                  <a:pt x="39" y="169"/>
                  <a:pt x="39" y="163"/>
                </a:cubicBezTo>
                <a:cubicBezTo>
                  <a:pt x="39" y="158"/>
                  <a:pt x="39" y="151"/>
                  <a:pt x="40" y="144"/>
                </a:cubicBezTo>
                <a:cubicBezTo>
                  <a:pt x="40" y="136"/>
                  <a:pt x="40" y="129"/>
                  <a:pt x="40" y="122"/>
                </a:cubicBezTo>
                <a:cubicBezTo>
                  <a:pt x="40" y="112"/>
                  <a:pt x="40" y="100"/>
                  <a:pt x="40" y="88"/>
                </a:cubicBezTo>
                <a:cubicBezTo>
                  <a:pt x="40" y="76"/>
                  <a:pt x="39" y="66"/>
                  <a:pt x="39" y="58"/>
                </a:cubicBezTo>
                <a:lnTo>
                  <a:pt x="39" y="47"/>
                </a:lnTo>
                <a:cubicBezTo>
                  <a:pt x="38" y="40"/>
                  <a:pt x="36" y="36"/>
                  <a:pt x="32" y="34"/>
                </a:cubicBezTo>
                <a:cubicBezTo>
                  <a:pt x="28" y="32"/>
                  <a:pt x="21" y="30"/>
                  <a:pt x="9" y="29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10"/>
                  <a:pt x="0" y="6"/>
                  <a:pt x="1" y="6"/>
                </a:cubicBezTo>
                <a:lnTo>
                  <a:pt x="6" y="6"/>
                </a:lnTo>
                <a:cubicBezTo>
                  <a:pt x="10" y="5"/>
                  <a:pt x="14" y="5"/>
                  <a:pt x="20" y="5"/>
                </a:cubicBezTo>
                <a:cubicBezTo>
                  <a:pt x="26" y="4"/>
                  <a:pt x="33" y="4"/>
                  <a:pt x="39" y="4"/>
                </a:cubicBezTo>
                <a:cubicBezTo>
                  <a:pt x="45" y="3"/>
                  <a:pt x="51" y="3"/>
                  <a:pt x="57" y="3"/>
                </a:cubicBezTo>
                <a:cubicBezTo>
                  <a:pt x="64" y="2"/>
                  <a:pt x="69" y="2"/>
                  <a:pt x="72" y="1"/>
                </a:cubicBezTo>
                <a:cubicBezTo>
                  <a:pt x="75" y="0"/>
                  <a:pt x="77" y="0"/>
                  <a:pt x="77" y="1"/>
                </a:cubicBezTo>
                <a:lnTo>
                  <a:pt x="79" y="1"/>
                </a:lnTo>
                <a:lnTo>
                  <a:pt x="79" y="21"/>
                </a:lnTo>
                <a:cubicBezTo>
                  <a:pt x="79" y="34"/>
                  <a:pt x="79" y="40"/>
                  <a:pt x="79" y="40"/>
                </a:cubicBezTo>
                <a:cubicBezTo>
                  <a:pt x="80" y="40"/>
                  <a:pt x="81" y="39"/>
                  <a:pt x="82" y="38"/>
                </a:cubicBezTo>
                <a:cubicBezTo>
                  <a:pt x="83" y="36"/>
                  <a:pt x="85" y="33"/>
                  <a:pt x="88" y="30"/>
                </a:cubicBezTo>
                <a:cubicBezTo>
                  <a:pt x="91" y="27"/>
                  <a:pt x="94" y="24"/>
                  <a:pt x="98" y="21"/>
                </a:cubicBezTo>
                <a:cubicBezTo>
                  <a:pt x="101" y="18"/>
                  <a:pt x="106" y="15"/>
                  <a:pt x="112" y="11"/>
                </a:cubicBezTo>
                <a:cubicBezTo>
                  <a:pt x="118" y="8"/>
                  <a:pt x="125" y="5"/>
                  <a:pt x="132" y="3"/>
                </a:cubicBezTo>
                <a:cubicBezTo>
                  <a:pt x="138" y="1"/>
                  <a:pt x="147" y="1"/>
                  <a:pt x="157" y="1"/>
                </a:cubicBezTo>
                <a:cubicBezTo>
                  <a:pt x="162" y="1"/>
                  <a:pt x="167" y="1"/>
                  <a:pt x="171" y="2"/>
                </a:cubicBezTo>
                <a:cubicBezTo>
                  <a:pt x="177" y="2"/>
                  <a:pt x="181" y="3"/>
                  <a:pt x="184" y="5"/>
                </a:cubicBezTo>
                <a:cubicBezTo>
                  <a:pt x="187" y="6"/>
                  <a:pt x="191" y="7"/>
                  <a:pt x="194" y="9"/>
                </a:cubicBezTo>
                <a:cubicBezTo>
                  <a:pt x="197" y="10"/>
                  <a:pt x="199" y="12"/>
                  <a:pt x="201" y="13"/>
                </a:cubicBezTo>
                <a:cubicBezTo>
                  <a:pt x="203" y="15"/>
                  <a:pt x="205" y="17"/>
                  <a:pt x="207" y="19"/>
                </a:cubicBezTo>
                <a:cubicBezTo>
                  <a:pt x="208" y="21"/>
                  <a:pt x="210" y="23"/>
                  <a:pt x="211" y="24"/>
                </a:cubicBezTo>
                <a:cubicBezTo>
                  <a:pt x="213" y="26"/>
                  <a:pt x="214" y="28"/>
                  <a:pt x="215" y="30"/>
                </a:cubicBezTo>
                <a:cubicBezTo>
                  <a:pt x="216" y="32"/>
                  <a:pt x="217" y="34"/>
                  <a:pt x="217" y="35"/>
                </a:cubicBezTo>
                <a:cubicBezTo>
                  <a:pt x="217" y="36"/>
                  <a:pt x="218" y="38"/>
                  <a:pt x="218" y="39"/>
                </a:cubicBezTo>
                <a:lnTo>
                  <a:pt x="219" y="42"/>
                </a:lnTo>
                <a:lnTo>
                  <a:pt x="221" y="40"/>
                </a:lnTo>
                <a:cubicBezTo>
                  <a:pt x="222" y="38"/>
                  <a:pt x="223" y="37"/>
                  <a:pt x="224" y="36"/>
                </a:cubicBezTo>
                <a:cubicBezTo>
                  <a:pt x="225" y="34"/>
                  <a:pt x="227" y="32"/>
                  <a:pt x="229" y="30"/>
                </a:cubicBezTo>
                <a:cubicBezTo>
                  <a:pt x="231" y="28"/>
                  <a:pt x="233" y="25"/>
                  <a:pt x="235" y="23"/>
                </a:cubicBezTo>
                <a:cubicBezTo>
                  <a:pt x="237" y="21"/>
                  <a:pt x="240" y="19"/>
                  <a:pt x="243" y="17"/>
                </a:cubicBezTo>
                <a:cubicBezTo>
                  <a:pt x="245" y="14"/>
                  <a:pt x="249" y="12"/>
                  <a:pt x="253" y="11"/>
                </a:cubicBezTo>
                <a:cubicBezTo>
                  <a:pt x="257" y="9"/>
                  <a:pt x="261" y="7"/>
                  <a:pt x="264" y="6"/>
                </a:cubicBezTo>
                <a:cubicBezTo>
                  <a:pt x="268" y="4"/>
                  <a:pt x="273" y="3"/>
                  <a:pt x="278" y="2"/>
                </a:cubicBezTo>
                <a:cubicBezTo>
                  <a:pt x="283" y="1"/>
                  <a:pt x="288" y="1"/>
                  <a:pt x="293" y="1"/>
                </a:cubicBezTo>
                <a:cubicBezTo>
                  <a:pt x="336" y="1"/>
                  <a:pt x="359" y="20"/>
                  <a:pt x="362" y="58"/>
                </a:cubicBezTo>
                <a:cubicBezTo>
                  <a:pt x="363" y="60"/>
                  <a:pt x="363" y="84"/>
                  <a:pt x="363" y="129"/>
                </a:cubicBezTo>
                <a:lnTo>
                  <a:pt x="363" y="172"/>
                </a:lnTo>
                <a:cubicBezTo>
                  <a:pt x="363" y="185"/>
                  <a:pt x="363" y="193"/>
                  <a:pt x="364" y="195"/>
                </a:cubicBezTo>
                <a:cubicBezTo>
                  <a:pt x="365" y="198"/>
                  <a:pt x="367" y="199"/>
                  <a:pt x="370" y="200"/>
                </a:cubicBezTo>
                <a:cubicBezTo>
                  <a:pt x="377" y="201"/>
                  <a:pt x="385" y="202"/>
                  <a:pt x="394" y="202"/>
                </a:cubicBezTo>
                <a:lnTo>
                  <a:pt x="402" y="202"/>
                </a:lnTo>
                <a:lnTo>
                  <a:pt x="402" y="225"/>
                </a:lnTo>
                <a:lnTo>
                  <a:pt x="398" y="225"/>
                </a:lnTo>
                <a:lnTo>
                  <a:pt x="387" y="225"/>
                </a:lnTo>
                <a:cubicBezTo>
                  <a:pt x="379" y="224"/>
                  <a:pt x="370" y="224"/>
                  <a:pt x="361" y="224"/>
                </a:cubicBezTo>
                <a:cubicBezTo>
                  <a:pt x="352" y="224"/>
                  <a:pt x="345" y="224"/>
                  <a:pt x="342" y="224"/>
                </a:cubicBezTo>
                <a:cubicBezTo>
                  <a:pt x="307" y="224"/>
                  <a:pt x="288" y="224"/>
                  <a:pt x="285" y="225"/>
                </a:cubicBezTo>
                <a:lnTo>
                  <a:pt x="281" y="225"/>
                </a:lnTo>
                <a:lnTo>
                  <a:pt x="281" y="202"/>
                </a:lnTo>
                <a:lnTo>
                  <a:pt x="289" y="202"/>
                </a:lnTo>
                <a:cubicBezTo>
                  <a:pt x="310" y="202"/>
                  <a:pt x="320" y="199"/>
                  <a:pt x="320" y="194"/>
                </a:cubicBezTo>
                <a:cubicBezTo>
                  <a:pt x="320" y="193"/>
                  <a:pt x="321" y="170"/>
                  <a:pt x="321" y="124"/>
                </a:cubicBezTo>
                <a:cubicBezTo>
                  <a:pt x="320" y="77"/>
                  <a:pt x="320" y="53"/>
                  <a:pt x="320" y="51"/>
                </a:cubicBezTo>
                <a:cubicBezTo>
                  <a:pt x="318" y="41"/>
                  <a:pt x="314" y="34"/>
                  <a:pt x="309" y="29"/>
                </a:cubicBezTo>
                <a:cubicBezTo>
                  <a:pt x="305" y="25"/>
                  <a:pt x="301" y="22"/>
                  <a:pt x="297" y="21"/>
                </a:cubicBezTo>
                <a:cubicBezTo>
                  <a:pt x="294" y="20"/>
                  <a:pt x="290" y="20"/>
                  <a:pt x="284" y="20"/>
                </a:cubicBezTo>
                <a:cubicBezTo>
                  <a:pt x="269" y="20"/>
                  <a:pt x="256" y="26"/>
                  <a:pt x="244" y="37"/>
                </a:cubicBezTo>
                <a:cubicBezTo>
                  <a:pt x="235" y="46"/>
                  <a:pt x="229" y="55"/>
                  <a:pt x="227" y="65"/>
                </a:cubicBezTo>
                <a:cubicBezTo>
                  <a:pt x="225" y="74"/>
                  <a:pt x="223" y="88"/>
                  <a:pt x="223" y="108"/>
                </a:cubicBezTo>
                <a:lnTo>
                  <a:pt x="223" y="140"/>
                </a:lnTo>
                <a:lnTo>
                  <a:pt x="223" y="170"/>
                </a:lnTo>
                <a:cubicBezTo>
                  <a:pt x="223" y="181"/>
                  <a:pt x="223" y="187"/>
                  <a:pt x="223" y="191"/>
                </a:cubicBezTo>
                <a:cubicBezTo>
                  <a:pt x="224" y="194"/>
                  <a:pt x="224" y="196"/>
                  <a:pt x="225" y="197"/>
                </a:cubicBezTo>
                <a:cubicBezTo>
                  <a:pt x="226" y="198"/>
                  <a:pt x="227" y="199"/>
                  <a:pt x="230" y="200"/>
                </a:cubicBezTo>
                <a:cubicBezTo>
                  <a:pt x="237" y="201"/>
                  <a:pt x="245" y="202"/>
                  <a:pt x="254" y="202"/>
                </a:cubicBezTo>
                <a:lnTo>
                  <a:pt x="262" y="202"/>
                </a:lnTo>
                <a:lnTo>
                  <a:pt x="262" y="225"/>
                </a:lnTo>
                <a:lnTo>
                  <a:pt x="258" y="225"/>
                </a:lnTo>
                <a:lnTo>
                  <a:pt x="246" y="225"/>
                </a:lnTo>
                <a:cubicBezTo>
                  <a:pt x="238" y="224"/>
                  <a:pt x="230" y="224"/>
                  <a:pt x="221" y="224"/>
                </a:cubicBezTo>
                <a:cubicBezTo>
                  <a:pt x="212" y="224"/>
                  <a:pt x="205" y="224"/>
                  <a:pt x="202" y="224"/>
                </a:cubicBezTo>
                <a:cubicBezTo>
                  <a:pt x="166" y="224"/>
                  <a:pt x="147" y="224"/>
                  <a:pt x="144" y="225"/>
                </a:cubicBezTo>
                <a:lnTo>
                  <a:pt x="140" y="225"/>
                </a:lnTo>
                <a:lnTo>
                  <a:pt x="140" y="202"/>
                </a:lnTo>
                <a:lnTo>
                  <a:pt x="148" y="202"/>
                </a:lnTo>
                <a:cubicBezTo>
                  <a:pt x="169" y="202"/>
                  <a:pt x="180" y="199"/>
                  <a:pt x="180" y="194"/>
                </a:cubicBezTo>
                <a:cubicBezTo>
                  <a:pt x="180" y="193"/>
                  <a:pt x="181" y="170"/>
                  <a:pt x="181" y="124"/>
                </a:cubicBezTo>
                <a:cubicBezTo>
                  <a:pt x="180" y="77"/>
                  <a:pt x="180" y="53"/>
                  <a:pt x="180" y="51"/>
                </a:cubicBezTo>
                <a:cubicBezTo>
                  <a:pt x="177" y="41"/>
                  <a:pt x="173" y="34"/>
                  <a:pt x="168" y="29"/>
                </a:cubicBezTo>
                <a:cubicBezTo>
                  <a:pt x="164" y="25"/>
                  <a:pt x="160" y="22"/>
                  <a:pt x="156" y="21"/>
                </a:cubicBezTo>
                <a:cubicBezTo>
                  <a:pt x="153" y="20"/>
                  <a:pt x="149" y="20"/>
                  <a:pt x="143" y="20"/>
                </a:cubicBezTo>
                <a:cubicBezTo>
                  <a:pt x="128" y="20"/>
                  <a:pt x="115" y="26"/>
                  <a:pt x="103" y="37"/>
                </a:cubicBezTo>
                <a:cubicBezTo>
                  <a:pt x="94" y="46"/>
                  <a:pt x="88" y="55"/>
                  <a:pt x="86" y="65"/>
                </a:cubicBezTo>
                <a:cubicBezTo>
                  <a:pt x="84" y="74"/>
                  <a:pt x="82" y="88"/>
                  <a:pt x="82" y="108"/>
                </a:cubicBezTo>
                <a:lnTo>
                  <a:pt x="82" y="140"/>
                </a:lnTo>
                <a:lnTo>
                  <a:pt x="82" y="170"/>
                </a:lnTo>
                <a:cubicBezTo>
                  <a:pt x="82" y="181"/>
                  <a:pt x="82" y="187"/>
                  <a:pt x="82" y="191"/>
                </a:cubicBezTo>
                <a:cubicBezTo>
                  <a:pt x="83" y="194"/>
                  <a:pt x="83" y="196"/>
                  <a:pt x="84" y="197"/>
                </a:cubicBezTo>
                <a:cubicBezTo>
                  <a:pt x="85" y="198"/>
                  <a:pt x="86" y="199"/>
                  <a:pt x="89" y="200"/>
                </a:cubicBezTo>
                <a:cubicBezTo>
                  <a:pt x="96" y="201"/>
                  <a:pt x="104" y="202"/>
                  <a:pt x="113" y="202"/>
                </a:cubicBezTo>
                <a:lnTo>
                  <a:pt x="121" y="202"/>
                </a:lnTo>
                <a:lnTo>
                  <a:pt x="121" y="225"/>
                </a:lnTo>
                <a:lnTo>
                  <a:pt x="117" y="225"/>
                </a:lnTo>
                <a:lnTo>
                  <a:pt x="106" y="225"/>
                </a:lnTo>
                <a:cubicBezTo>
                  <a:pt x="98" y="224"/>
                  <a:pt x="89" y="224"/>
                  <a:pt x="80" y="224"/>
                </a:cubicBezTo>
                <a:cubicBezTo>
                  <a:pt x="71" y="224"/>
                  <a:pt x="64" y="224"/>
                  <a:pt x="61" y="224"/>
                </a:cubicBezTo>
                <a:cubicBezTo>
                  <a:pt x="26" y="224"/>
                  <a:pt x="7" y="224"/>
                  <a:pt x="4" y="225"/>
                </a:cubicBezTo>
                <a:lnTo>
                  <a:pt x="0" y="225"/>
                </a:lnTo>
                <a:lnTo>
                  <a:pt x="0" y="202"/>
                </a:lnTo>
                <a:lnTo>
                  <a:pt x="8" y="20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0" name=""/>
          <p:cNvSpPr/>
          <p:nvPr/>
        </p:nvSpPr>
        <p:spPr>
          <a:xfrm>
            <a:off x="4348800" y="160740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53" y="73"/>
                </a:moveTo>
                <a:cubicBezTo>
                  <a:pt x="53" y="73"/>
                  <a:pt x="49" y="73"/>
                  <a:pt x="41" y="73"/>
                </a:cubicBezTo>
                <a:cubicBezTo>
                  <a:pt x="33" y="73"/>
                  <a:pt x="27" y="70"/>
                  <a:pt x="22" y="65"/>
                </a:cubicBezTo>
                <a:cubicBezTo>
                  <a:pt x="17" y="60"/>
                  <a:pt x="14" y="54"/>
                  <a:pt x="14" y="46"/>
                </a:cubicBezTo>
                <a:cubicBezTo>
                  <a:pt x="14" y="33"/>
                  <a:pt x="20" y="22"/>
                  <a:pt x="32" y="13"/>
                </a:cubicBezTo>
                <a:cubicBezTo>
                  <a:pt x="43" y="4"/>
                  <a:pt x="64" y="0"/>
                  <a:pt x="94" y="0"/>
                </a:cubicBezTo>
                <a:cubicBezTo>
                  <a:pt x="118" y="0"/>
                  <a:pt x="138" y="5"/>
                  <a:pt x="153" y="16"/>
                </a:cubicBezTo>
                <a:cubicBezTo>
                  <a:pt x="168" y="27"/>
                  <a:pt x="179" y="39"/>
                  <a:pt x="184" y="55"/>
                </a:cubicBezTo>
                <a:cubicBezTo>
                  <a:pt x="185" y="60"/>
                  <a:pt x="186" y="65"/>
                  <a:pt x="186" y="71"/>
                </a:cubicBezTo>
                <a:cubicBezTo>
                  <a:pt x="186" y="77"/>
                  <a:pt x="186" y="96"/>
                  <a:pt x="187" y="129"/>
                </a:cubicBezTo>
                <a:lnTo>
                  <a:pt x="187" y="164"/>
                </a:lnTo>
                <a:cubicBezTo>
                  <a:pt x="187" y="181"/>
                  <a:pt x="188" y="192"/>
                  <a:pt x="189" y="198"/>
                </a:cubicBezTo>
                <a:cubicBezTo>
                  <a:pt x="191" y="204"/>
                  <a:pt x="194" y="207"/>
                  <a:pt x="200" y="207"/>
                </a:cubicBezTo>
                <a:cubicBezTo>
                  <a:pt x="205" y="207"/>
                  <a:pt x="208" y="204"/>
                  <a:pt x="210" y="199"/>
                </a:cubicBezTo>
                <a:cubicBezTo>
                  <a:pt x="212" y="193"/>
                  <a:pt x="212" y="184"/>
                  <a:pt x="212" y="172"/>
                </a:cubicBezTo>
                <a:lnTo>
                  <a:pt x="212" y="154"/>
                </a:lnTo>
                <a:lnTo>
                  <a:pt x="233" y="154"/>
                </a:lnTo>
                <a:lnTo>
                  <a:pt x="233" y="173"/>
                </a:lnTo>
                <a:cubicBezTo>
                  <a:pt x="232" y="187"/>
                  <a:pt x="232" y="195"/>
                  <a:pt x="231" y="197"/>
                </a:cubicBezTo>
                <a:cubicBezTo>
                  <a:pt x="228" y="207"/>
                  <a:pt x="222" y="215"/>
                  <a:pt x="213" y="221"/>
                </a:cubicBezTo>
                <a:cubicBezTo>
                  <a:pt x="205" y="227"/>
                  <a:pt x="195" y="230"/>
                  <a:pt x="186" y="230"/>
                </a:cubicBezTo>
                <a:cubicBezTo>
                  <a:pt x="176" y="230"/>
                  <a:pt x="168" y="227"/>
                  <a:pt x="162" y="221"/>
                </a:cubicBezTo>
                <a:cubicBezTo>
                  <a:pt x="156" y="215"/>
                  <a:pt x="152" y="207"/>
                  <a:pt x="150" y="200"/>
                </a:cubicBezTo>
                <a:lnTo>
                  <a:pt x="150" y="198"/>
                </a:lnTo>
                <a:lnTo>
                  <a:pt x="149" y="199"/>
                </a:lnTo>
                <a:cubicBezTo>
                  <a:pt x="148" y="200"/>
                  <a:pt x="147" y="201"/>
                  <a:pt x="146" y="202"/>
                </a:cubicBezTo>
                <a:cubicBezTo>
                  <a:pt x="145" y="203"/>
                  <a:pt x="144" y="205"/>
                  <a:pt x="142" y="207"/>
                </a:cubicBezTo>
                <a:cubicBezTo>
                  <a:pt x="141" y="209"/>
                  <a:pt x="138" y="211"/>
                  <a:pt x="136" y="212"/>
                </a:cubicBezTo>
                <a:cubicBezTo>
                  <a:pt x="134" y="214"/>
                  <a:pt x="131" y="216"/>
                  <a:pt x="129" y="218"/>
                </a:cubicBezTo>
                <a:cubicBezTo>
                  <a:pt x="126" y="221"/>
                  <a:pt x="123" y="223"/>
                  <a:pt x="119" y="224"/>
                </a:cubicBezTo>
                <a:cubicBezTo>
                  <a:pt x="116" y="225"/>
                  <a:pt x="112" y="227"/>
                  <a:pt x="108" y="228"/>
                </a:cubicBezTo>
                <a:cubicBezTo>
                  <a:pt x="104" y="229"/>
                  <a:pt x="100" y="230"/>
                  <a:pt x="95" y="231"/>
                </a:cubicBezTo>
                <a:cubicBezTo>
                  <a:pt x="90" y="232"/>
                  <a:pt x="85" y="232"/>
                  <a:pt x="80" y="233"/>
                </a:cubicBezTo>
                <a:cubicBezTo>
                  <a:pt x="59" y="233"/>
                  <a:pt x="40" y="227"/>
                  <a:pt x="24" y="217"/>
                </a:cubicBezTo>
                <a:cubicBezTo>
                  <a:pt x="8" y="206"/>
                  <a:pt x="0" y="192"/>
                  <a:pt x="0" y="173"/>
                </a:cubicBezTo>
                <a:cubicBezTo>
                  <a:pt x="0" y="166"/>
                  <a:pt x="1" y="159"/>
                  <a:pt x="3" y="153"/>
                </a:cubicBezTo>
                <a:cubicBezTo>
                  <a:pt x="6" y="146"/>
                  <a:pt x="10" y="139"/>
                  <a:pt x="17" y="132"/>
                </a:cubicBezTo>
                <a:cubicBezTo>
                  <a:pt x="24" y="125"/>
                  <a:pt x="32" y="118"/>
                  <a:pt x="41" y="113"/>
                </a:cubicBezTo>
                <a:cubicBezTo>
                  <a:pt x="52" y="108"/>
                  <a:pt x="65" y="104"/>
                  <a:pt x="82" y="99"/>
                </a:cubicBezTo>
                <a:cubicBezTo>
                  <a:pt x="98" y="95"/>
                  <a:pt x="117" y="92"/>
                  <a:pt x="137" y="92"/>
                </a:cubicBezTo>
                <a:lnTo>
                  <a:pt x="144" y="92"/>
                </a:lnTo>
                <a:lnTo>
                  <a:pt x="144" y="80"/>
                </a:lnTo>
                <a:cubicBezTo>
                  <a:pt x="144" y="69"/>
                  <a:pt x="143" y="61"/>
                  <a:pt x="141" y="55"/>
                </a:cubicBezTo>
                <a:cubicBezTo>
                  <a:pt x="134" y="30"/>
                  <a:pt x="117" y="18"/>
                  <a:pt x="92" y="18"/>
                </a:cubicBezTo>
                <a:cubicBezTo>
                  <a:pt x="86" y="18"/>
                  <a:pt x="80" y="18"/>
                  <a:pt x="75" y="19"/>
                </a:cubicBezTo>
                <a:cubicBezTo>
                  <a:pt x="70" y="19"/>
                  <a:pt x="65" y="20"/>
                  <a:pt x="62" y="21"/>
                </a:cubicBezTo>
                <a:cubicBezTo>
                  <a:pt x="59" y="22"/>
                  <a:pt x="58" y="22"/>
                  <a:pt x="58" y="22"/>
                </a:cubicBezTo>
                <a:cubicBezTo>
                  <a:pt x="66" y="27"/>
                  <a:pt x="69" y="35"/>
                  <a:pt x="69" y="46"/>
                </a:cubicBezTo>
                <a:cubicBezTo>
                  <a:pt x="69" y="54"/>
                  <a:pt x="67" y="61"/>
                  <a:pt x="61" y="65"/>
                </a:cubicBezTo>
                <a:lnTo>
                  <a:pt x="53" y="73"/>
                </a:lnTo>
                <a:moveTo>
                  <a:pt x="46" y="173"/>
                </a:moveTo>
                <a:cubicBezTo>
                  <a:pt x="46" y="184"/>
                  <a:pt x="51" y="193"/>
                  <a:pt x="59" y="201"/>
                </a:cubicBezTo>
                <a:cubicBezTo>
                  <a:pt x="67" y="209"/>
                  <a:pt x="77" y="214"/>
                  <a:pt x="89" y="214"/>
                </a:cubicBezTo>
                <a:cubicBezTo>
                  <a:pt x="102" y="214"/>
                  <a:pt x="113" y="210"/>
                  <a:pt x="123" y="202"/>
                </a:cubicBezTo>
                <a:cubicBezTo>
                  <a:pt x="133" y="195"/>
                  <a:pt x="139" y="184"/>
                  <a:pt x="143" y="172"/>
                </a:cubicBezTo>
                <a:cubicBezTo>
                  <a:pt x="143" y="170"/>
                  <a:pt x="144" y="158"/>
                  <a:pt x="144" y="139"/>
                </a:cubicBezTo>
                <a:cubicBezTo>
                  <a:pt x="144" y="119"/>
                  <a:pt x="144" y="109"/>
                  <a:pt x="144" y="109"/>
                </a:cubicBezTo>
                <a:cubicBezTo>
                  <a:pt x="141" y="109"/>
                  <a:pt x="137" y="109"/>
                  <a:pt x="133" y="110"/>
                </a:cubicBezTo>
                <a:cubicBezTo>
                  <a:pt x="129" y="110"/>
                  <a:pt x="121" y="112"/>
                  <a:pt x="110" y="114"/>
                </a:cubicBezTo>
                <a:cubicBezTo>
                  <a:pt x="100" y="117"/>
                  <a:pt x="90" y="120"/>
                  <a:pt x="81" y="124"/>
                </a:cubicBezTo>
                <a:cubicBezTo>
                  <a:pt x="72" y="128"/>
                  <a:pt x="65" y="135"/>
                  <a:pt x="58" y="143"/>
                </a:cubicBezTo>
                <a:cubicBezTo>
                  <a:pt x="51" y="152"/>
                  <a:pt x="47" y="162"/>
                  <a:pt x="46" y="1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1" name=""/>
          <p:cNvSpPr/>
          <p:nvPr/>
        </p:nvSpPr>
        <p:spPr>
          <a:xfrm>
            <a:off x="4435560" y="1610280"/>
            <a:ext cx="92160" cy="78840"/>
          </a:xfrm>
          <a:custGeom>
            <a:avLst/>
            <a:gdLst/>
            <a:ahLst/>
            <a:rect l="0" t="0" r="r" b="b"/>
            <a:pathLst>
              <a:path w="256" h="219">
                <a:moveTo>
                  <a:pt x="97" y="219"/>
                </a:moveTo>
                <a:cubicBezTo>
                  <a:pt x="93" y="218"/>
                  <a:pt x="76" y="218"/>
                  <a:pt x="46" y="218"/>
                </a:cubicBezTo>
                <a:cubicBezTo>
                  <a:pt x="20" y="218"/>
                  <a:pt x="6" y="218"/>
                  <a:pt x="3" y="219"/>
                </a:cubicBezTo>
                <a:lnTo>
                  <a:pt x="0" y="219"/>
                </a:lnTo>
                <a:lnTo>
                  <a:pt x="0" y="196"/>
                </a:lnTo>
                <a:lnTo>
                  <a:pt x="7" y="196"/>
                </a:lnTo>
                <a:cubicBezTo>
                  <a:pt x="15" y="195"/>
                  <a:pt x="22" y="194"/>
                  <a:pt x="28" y="192"/>
                </a:cubicBezTo>
                <a:cubicBezTo>
                  <a:pt x="34" y="190"/>
                  <a:pt x="39" y="189"/>
                  <a:pt x="43" y="187"/>
                </a:cubicBezTo>
                <a:cubicBezTo>
                  <a:pt x="46" y="186"/>
                  <a:pt x="51" y="183"/>
                  <a:pt x="56" y="179"/>
                </a:cubicBezTo>
                <a:cubicBezTo>
                  <a:pt x="61" y="174"/>
                  <a:pt x="64" y="171"/>
                  <a:pt x="65" y="170"/>
                </a:cubicBezTo>
                <a:cubicBezTo>
                  <a:pt x="66" y="168"/>
                  <a:pt x="70" y="163"/>
                  <a:pt x="76" y="156"/>
                </a:cubicBezTo>
                <a:cubicBezTo>
                  <a:pt x="82" y="149"/>
                  <a:pt x="86" y="145"/>
                  <a:pt x="86" y="142"/>
                </a:cubicBezTo>
                <a:lnTo>
                  <a:pt x="109" y="112"/>
                </a:lnTo>
                <a:lnTo>
                  <a:pt x="80" y="72"/>
                </a:lnTo>
                <a:cubicBezTo>
                  <a:pt x="77" y="68"/>
                  <a:pt x="74" y="64"/>
                  <a:pt x="71" y="59"/>
                </a:cubicBezTo>
                <a:cubicBezTo>
                  <a:pt x="67" y="54"/>
                  <a:pt x="64" y="51"/>
                  <a:pt x="62" y="48"/>
                </a:cubicBezTo>
                <a:cubicBezTo>
                  <a:pt x="60" y="46"/>
                  <a:pt x="59" y="43"/>
                  <a:pt x="57" y="41"/>
                </a:cubicBezTo>
                <a:cubicBezTo>
                  <a:pt x="55" y="38"/>
                  <a:pt x="54" y="36"/>
                  <a:pt x="52" y="35"/>
                </a:cubicBezTo>
                <a:cubicBezTo>
                  <a:pt x="51" y="33"/>
                  <a:pt x="50" y="32"/>
                  <a:pt x="49" y="31"/>
                </a:cubicBezTo>
                <a:cubicBezTo>
                  <a:pt x="49" y="30"/>
                  <a:pt x="46" y="29"/>
                  <a:pt x="45" y="28"/>
                </a:cubicBezTo>
                <a:cubicBezTo>
                  <a:pt x="43" y="27"/>
                  <a:pt x="42" y="26"/>
                  <a:pt x="42" y="26"/>
                </a:cubicBezTo>
                <a:cubicBezTo>
                  <a:pt x="41" y="26"/>
                  <a:pt x="40" y="26"/>
                  <a:pt x="39" y="25"/>
                </a:cubicBezTo>
                <a:cubicBezTo>
                  <a:pt x="37" y="25"/>
                  <a:pt x="36" y="24"/>
                  <a:pt x="35" y="24"/>
                </a:cubicBezTo>
                <a:cubicBezTo>
                  <a:pt x="33" y="24"/>
                  <a:pt x="27" y="24"/>
                  <a:pt x="16" y="23"/>
                </a:cubicBezTo>
                <a:lnTo>
                  <a:pt x="2" y="23"/>
                </a:lnTo>
                <a:lnTo>
                  <a:pt x="2" y="0"/>
                </a:lnTo>
                <a:lnTo>
                  <a:pt x="6" y="0"/>
                </a:lnTo>
                <a:cubicBezTo>
                  <a:pt x="18" y="1"/>
                  <a:pt x="35" y="1"/>
                  <a:pt x="59" y="1"/>
                </a:cubicBezTo>
                <a:cubicBezTo>
                  <a:pt x="90" y="1"/>
                  <a:pt x="108" y="1"/>
                  <a:pt x="111" y="0"/>
                </a:cubicBezTo>
                <a:lnTo>
                  <a:pt x="115" y="0"/>
                </a:lnTo>
                <a:lnTo>
                  <a:pt x="115" y="23"/>
                </a:lnTo>
                <a:cubicBezTo>
                  <a:pt x="103" y="25"/>
                  <a:pt x="97" y="27"/>
                  <a:pt x="97" y="32"/>
                </a:cubicBezTo>
                <a:cubicBezTo>
                  <a:pt x="97" y="32"/>
                  <a:pt x="98" y="35"/>
                  <a:pt x="102" y="40"/>
                </a:cubicBezTo>
                <a:cubicBezTo>
                  <a:pt x="105" y="44"/>
                  <a:pt x="110" y="51"/>
                  <a:pt x="116" y="59"/>
                </a:cubicBezTo>
                <a:cubicBezTo>
                  <a:pt x="122" y="67"/>
                  <a:pt x="127" y="74"/>
                  <a:pt x="131" y="80"/>
                </a:cubicBezTo>
                <a:lnTo>
                  <a:pt x="133" y="82"/>
                </a:lnTo>
                <a:lnTo>
                  <a:pt x="145" y="64"/>
                </a:lnTo>
                <a:cubicBezTo>
                  <a:pt x="156" y="51"/>
                  <a:pt x="161" y="41"/>
                  <a:pt x="161" y="37"/>
                </a:cubicBezTo>
                <a:cubicBezTo>
                  <a:pt x="161" y="35"/>
                  <a:pt x="161" y="33"/>
                  <a:pt x="160" y="32"/>
                </a:cubicBezTo>
                <a:cubicBezTo>
                  <a:pt x="160" y="30"/>
                  <a:pt x="159" y="29"/>
                  <a:pt x="158" y="28"/>
                </a:cubicBezTo>
                <a:cubicBezTo>
                  <a:pt x="157" y="27"/>
                  <a:pt x="156" y="27"/>
                  <a:pt x="155" y="26"/>
                </a:cubicBezTo>
                <a:cubicBezTo>
                  <a:pt x="155" y="25"/>
                  <a:pt x="154" y="25"/>
                  <a:pt x="152" y="24"/>
                </a:cubicBezTo>
                <a:lnTo>
                  <a:pt x="150" y="23"/>
                </a:lnTo>
                <a:lnTo>
                  <a:pt x="148" y="23"/>
                </a:lnTo>
                <a:lnTo>
                  <a:pt x="148" y="0"/>
                </a:lnTo>
                <a:lnTo>
                  <a:pt x="151" y="0"/>
                </a:lnTo>
                <a:cubicBezTo>
                  <a:pt x="156" y="1"/>
                  <a:pt x="173" y="2"/>
                  <a:pt x="201" y="2"/>
                </a:cubicBezTo>
                <a:cubicBezTo>
                  <a:pt x="228" y="2"/>
                  <a:pt x="242" y="1"/>
                  <a:pt x="244" y="0"/>
                </a:cubicBezTo>
                <a:lnTo>
                  <a:pt x="247" y="0"/>
                </a:lnTo>
                <a:lnTo>
                  <a:pt x="247" y="23"/>
                </a:lnTo>
                <a:lnTo>
                  <a:pt x="244" y="23"/>
                </a:lnTo>
                <a:cubicBezTo>
                  <a:pt x="227" y="23"/>
                  <a:pt x="214" y="26"/>
                  <a:pt x="203" y="32"/>
                </a:cubicBezTo>
                <a:cubicBezTo>
                  <a:pt x="197" y="35"/>
                  <a:pt x="191" y="39"/>
                  <a:pt x="186" y="46"/>
                </a:cubicBezTo>
                <a:cubicBezTo>
                  <a:pt x="180" y="52"/>
                  <a:pt x="169" y="66"/>
                  <a:pt x="153" y="88"/>
                </a:cubicBezTo>
                <a:lnTo>
                  <a:pt x="145" y="99"/>
                </a:lnTo>
                <a:lnTo>
                  <a:pt x="176" y="142"/>
                </a:lnTo>
                <a:cubicBezTo>
                  <a:pt x="198" y="172"/>
                  <a:pt x="210" y="188"/>
                  <a:pt x="212" y="189"/>
                </a:cubicBezTo>
                <a:cubicBezTo>
                  <a:pt x="214" y="191"/>
                  <a:pt x="217" y="192"/>
                  <a:pt x="221" y="194"/>
                </a:cubicBezTo>
                <a:cubicBezTo>
                  <a:pt x="227" y="195"/>
                  <a:pt x="236" y="196"/>
                  <a:pt x="247" y="196"/>
                </a:cubicBezTo>
                <a:lnTo>
                  <a:pt x="256" y="196"/>
                </a:lnTo>
                <a:lnTo>
                  <a:pt x="256" y="219"/>
                </a:lnTo>
                <a:lnTo>
                  <a:pt x="253" y="219"/>
                </a:lnTo>
                <a:lnTo>
                  <a:pt x="249" y="219"/>
                </a:lnTo>
                <a:cubicBezTo>
                  <a:pt x="246" y="219"/>
                  <a:pt x="243" y="219"/>
                  <a:pt x="239" y="219"/>
                </a:cubicBezTo>
                <a:cubicBezTo>
                  <a:pt x="235" y="219"/>
                  <a:pt x="231" y="218"/>
                  <a:pt x="226" y="218"/>
                </a:cubicBezTo>
                <a:cubicBezTo>
                  <a:pt x="222" y="218"/>
                  <a:pt x="218" y="218"/>
                  <a:pt x="214" y="218"/>
                </a:cubicBezTo>
                <a:cubicBezTo>
                  <a:pt x="210" y="218"/>
                  <a:pt x="206" y="218"/>
                  <a:pt x="204" y="218"/>
                </a:cubicBezTo>
                <a:cubicBezTo>
                  <a:pt x="201" y="218"/>
                  <a:pt x="195" y="218"/>
                  <a:pt x="186" y="218"/>
                </a:cubicBezTo>
                <a:cubicBezTo>
                  <a:pt x="177" y="218"/>
                  <a:pt x="169" y="218"/>
                  <a:pt x="160" y="219"/>
                </a:cubicBezTo>
                <a:lnTo>
                  <a:pt x="149" y="219"/>
                </a:lnTo>
                <a:lnTo>
                  <a:pt x="144" y="219"/>
                </a:lnTo>
                <a:lnTo>
                  <a:pt x="144" y="196"/>
                </a:lnTo>
                <a:lnTo>
                  <a:pt x="146" y="196"/>
                </a:lnTo>
                <a:cubicBezTo>
                  <a:pt x="150" y="196"/>
                  <a:pt x="153" y="195"/>
                  <a:pt x="157" y="192"/>
                </a:cubicBezTo>
                <a:cubicBezTo>
                  <a:pt x="161" y="191"/>
                  <a:pt x="163" y="189"/>
                  <a:pt x="163" y="186"/>
                </a:cubicBezTo>
                <a:cubicBezTo>
                  <a:pt x="163" y="186"/>
                  <a:pt x="156" y="176"/>
                  <a:pt x="142" y="157"/>
                </a:cubicBezTo>
                <a:lnTo>
                  <a:pt x="122" y="130"/>
                </a:lnTo>
                <a:cubicBezTo>
                  <a:pt x="121" y="130"/>
                  <a:pt x="116" y="137"/>
                  <a:pt x="106" y="151"/>
                </a:cubicBezTo>
                <a:cubicBezTo>
                  <a:pt x="96" y="165"/>
                  <a:pt x="90" y="172"/>
                  <a:pt x="89" y="174"/>
                </a:cubicBezTo>
                <a:cubicBezTo>
                  <a:pt x="87" y="175"/>
                  <a:pt x="87" y="178"/>
                  <a:pt x="87" y="181"/>
                </a:cubicBezTo>
                <a:cubicBezTo>
                  <a:pt x="87" y="184"/>
                  <a:pt x="88" y="188"/>
                  <a:pt x="90" y="190"/>
                </a:cubicBezTo>
                <a:cubicBezTo>
                  <a:pt x="93" y="194"/>
                  <a:pt x="96" y="195"/>
                  <a:pt x="99" y="196"/>
                </a:cubicBezTo>
                <a:cubicBezTo>
                  <a:pt x="100" y="196"/>
                  <a:pt x="100" y="200"/>
                  <a:pt x="100" y="207"/>
                </a:cubicBezTo>
                <a:lnTo>
                  <a:pt x="100" y="219"/>
                </a:lnTo>
                <a:lnTo>
                  <a:pt x="97" y="21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2" name=""/>
          <p:cNvSpPr/>
          <p:nvPr/>
        </p:nvSpPr>
        <p:spPr>
          <a:xfrm>
            <a:off x="4628520" y="1555560"/>
            <a:ext cx="171720" cy="60840"/>
          </a:xfrm>
          <a:custGeom>
            <a:avLst/>
            <a:gdLst/>
            <a:ahLst/>
            <a:rect l="0" t="0" r="r" b="b"/>
            <a:pathLst>
              <a:path w="477" h="169">
                <a:moveTo>
                  <a:pt x="0" y="15"/>
                </a:moveTo>
                <a:cubicBezTo>
                  <a:pt x="0" y="9"/>
                  <a:pt x="3" y="4"/>
                  <a:pt x="10" y="0"/>
                </a:cubicBezTo>
                <a:lnTo>
                  <a:pt x="466" y="0"/>
                </a:lnTo>
                <a:cubicBezTo>
                  <a:pt x="473" y="4"/>
                  <a:pt x="477" y="9"/>
                  <a:pt x="477" y="15"/>
                </a:cubicBezTo>
                <a:cubicBezTo>
                  <a:pt x="477" y="20"/>
                  <a:pt x="473" y="24"/>
                  <a:pt x="467" y="28"/>
                </a:cubicBezTo>
                <a:lnTo>
                  <a:pt x="239" y="29"/>
                </a:lnTo>
                <a:lnTo>
                  <a:pt x="11" y="29"/>
                </a:lnTo>
                <a:cubicBezTo>
                  <a:pt x="3" y="27"/>
                  <a:pt x="0" y="22"/>
                  <a:pt x="0" y="15"/>
                </a:cubicBezTo>
                <a:moveTo>
                  <a:pt x="0" y="154"/>
                </a:moveTo>
                <a:cubicBezTo>
                  <a:pt x="0" y="147"/>
                  <a:pt x="3" y="143"/>
                  <a:pt x="11" y="140"/>
                </a:cubicBezTo>
                <a:lnTo>
                  <a:pt x="467" y="140"/>
                </a:lnTo>
                <a:cubicBezTo>
                  <a:pt x="473" y="145"/>
                  <a:pt x="477" y="150"/>
                  <a:pt x="477" y="154"/>
                </a:cubicBezTo>
                <a:cubicBezTo>
                  <a:pt x="477" y="161"/>
                  <a:pt x="473" y="165"/>
                  <a:pt x="466" y="169"/>
                </a:cubicBezTo>
                <a:lnTo>
                  <a:pt x="10" y="169"/>
                </a:lnTo>
                <a:cubicBezTo>
                  <a:pt x="3" y="165"/>
                  <a:pt x="0" y="161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3" name=""/>
          <p:cNvSpPr/>
          <p:nvPr/>
        </p:nvSpPr>
        <p:spPr>
          <a:xfrm>
            <a:off x="4893840" y="1474560"/>
            <a:ext cx="158760" cy="176400"/>
          </a:xfrm>
          <a:custGeom>
            <a:avLst/>
            <a:gdLst/>
            <a:ahLst/>
            <a:rect l="0" t="0" r="r" b="b"/>
            <a:pathLst>
              <a:path w="441" h="490">
                <a:moveTo>
                  <a:pt x="140" y="32"/>
                </a:moveTo>
                <a:cubicBezTo>
                  <a:pt x="124" y="32"/>
                  <a:pt x="116" y="31"/>
                  <a:pt x="115" y="30"/>
                </a:cubicBezTo>
                <a:cubicBezTo>
                  <a:pt x="114" y="29"/>
                  <a:pt x="114" y="27"/>
                  <a:pt x="114" y="24"/>
                </a:cubicBezTo>
                <a:cubicBezTo>
                  <a:pt x="114" y="12"/>
                  <a:pt x="117" y="5"/>
                  <a:pt x="122" y="0"/>
                </a:cubicBezTo>
                <a:cubicBezTo>
                  <a:pt x="123" y="0"/>
                  <a:pt x="126" y="0"/>
                  <a:pt x="132" y="0"/>
                </a:cubicBezTo>
                <a:cubicBezTo>
                  <a:pt x="158" y="1"/>
                  <a:pt x="188" y="2"/>
                  <a:pt x="223" y="2"/>
                </a:cubicBezTo>
                <a:cubicBezTo>
                  <a:pt x="291" y="2"/>
                  <a:pt x="330" y="1"/>
                  <a:pt x="340" y="0"/>
                </a:cubicBezTo>
                <a:lnTo>
                  <a:pt x="349" y="0"/>
                </a:lnTo>
                <a:cubicBezTo>
                  <a:pt x="352" y="2"/>
                  <a:pt x="353" y="5"/>
                  <a:pt x="353" y="6"/>
                </a:cubicBezTo>
                <a:cubicBezTo>
                  <a:pt x="353" y="7"/>
                  <a:pt x="352" y="12"/>
                  <a:pt x="352" y="19"/>
                </a:cubicBezTo>
                <a:cubicBezTo>
                  <a:pt x="349" y="26"/>
                  <a:pt x="347" y="31"/>
                  <a:pt x="345" y="32"/>
                </a:cubicBezTo>
                <a:lnTo>
                  <a:pt x="318" y="32"/>
                </a:lnTo>
                <a:cubicBezTo>
                  <a:pt x="285" y="33"/>
                  <a:pt x="266" y="35"/>
                  <a:pt x="260" y="39"/>
                </a:cubicBezTo>
                <a:cubicBezTo>
                  <a:pt x="257" y="41"/>
                  <a:pt x="253" y="47"/>
                  <a:pt x="250" y="59"/>
                </a:cubicBezTo>
                <a:cubicBezTo>
                  <a:pt x="247" y="71"/>
                  <a:pt x="230" y="134"/>
                  <a:pt x="201" y="249"/>
                </a:cubicBezTo>
                <a:cubicBezTo>
                  <a:pt x="193" y="280"/>
                  <a:pt x="185" y="312"/>
                  <a:pt x="177" y="347"/>
                </a:cubicBezTo>
                <a:cubicBezTo>
                  <a:pt x="168" y="382"/>
                  <a:pt x="162" y="408"/>
                  <a:pt x="157" y="426"/>
                </a:cubicBezTo>
                <a:lnTo>
                  <a:pt x="151" y="452"/>
                </a:lnTo>
                <a:cubicBezTo>
                  <a:pt x="151" y="454"/>
                  <a:pt x="153" y="454"/>
                  <a:pt x="157" y="454"/>
                </a:cubicBezTo>
                <a:cubicBezTo>
                  <a:pt x="162" y="454"/>
                  <a:pt x="176" y="455"/>
                  <a:pt x="200" y="456"/>
                </a:cubicBezTo>
                <a:lnTo>
                  <a:pt x="212" y="456"/>
                </a:lnTo>
                <a:cubicBezTo>
                  <a:pt x="227" y="456"/>
                  <a:pt x="240" y="456"/>
                  <a:pt x="249" y="455"/>
                </a:cubicBezTo>
                <a:cubicBezTo>
                  <a:pt x="258" y="455"/>
                  <a:pt x="270" y="453"/>
                  <a:pt x="284" y="450"/>
                </a:cubicBezTo>
                <a:cubicBezTo>
                  <a:pt x="299" y="447"/>
                  <a:pt x="311" y="443"/>
                  <a:pt x="320" y="437"/>
                </a:cubicBezTo>
                <a:cubicBezTo>
                  <a:pt x="330" y="432"/>
                  <a:pt x="340" y="424"/>
                  <a:pt x="352" y="413"/>
                </a:cubicBezTo>
                <a:cubicBezTo>
                  <a:pt x="363" y="403"/>
                  <a:pt x="373" y="389"/>
                  <a:pt x="382" y="374"/>
                </a:cubicBezTo>
                <a:cubicBezTo>
                  <a:pt x="389" y="359"/>
                  <a:pt x="396" y="343"/>
                  <a:pt x="403" y="326"/>
                </a:cubicBezTo>
                <a:cubicBezTo>
                  <a:pt x="410" y="308"/>
                  <a:pt x="414" y="298"/>
                  <a:pt x="415" y="296"/>
                </a:cubicBezTo>
                <a:cubicBezTo>
                  <a:pt x="418" y="294"/>
                  <a:pt x="422" y="294"/>
                  <a:pt x="427" y="294"/>
                </a:cubicBezTo>
                <a:lnTo>
                  <a:pt x="437" y="294"/>
                </a:lnTo>
                <a:cubicBezTo>
                  <a:pt x="439" y="298"/>
                  <a:pt x="441" y="301"/>
                  <a:pt x="441" y="301"/>
                </a:cubicBezTo>
                <a:cubicBezTo>
                  <a:pt x="441" y="302"/>
                  <a:pt x="436" y="317"/>
                  <a:pt x="427" y="344"/>
                </a:cubicBezTo>
                <a:cubicBezTo>
                  <a:pt x="417" y="371"/>
                  <a:pt x="407" y="399"/>
                  <a:pt x="395" y="429"/>
                </a:cubicBezTo>
                <a:cubicBezTo>
                  <a:pt x="384" y="459"/>
                  <a:pt x="377" y="477"/>
                  <a:pt x="377" y="482"/>
                </a:cubicBezTo>
                <a:cubicBezTo>
                  <a:pt x="376" y="485"/>
                  <a:pt x="375" y="486"/>
                  <a:pt x="374" y="487"/>
                </a:cubicBezTo>
                <a:cubicBezTo>
                  <a:pt x="373" y="487"/>
                  <a:pt x="369" y="488"/>
                  <a:pt x="362" y="489"/>
                </a:cubicBezTo>
                <a:cubicBezTo>
                  <a:pt x="356" y="490"/>
                  <a:pt x="345" y="490"/>
                  <a:pt x="331" y="490"/>
                </a:cubicBezTo>
                <a:cubicBezTo>
                  <a:pt x="326" y="490"/>
                  <a:pt x="308" y="490"/>
                  <a:pt x="277" y="490"/>
                </a:cubicBezTo>
                <a:cubicBezTo>
                  <a:pt x="246" y="490"/>
                  <a:pt x="216" y="489"/>
                  <a:pt x="188" y="489"/>
                </a:cubicBezTo>
                <a:lnTo>
                  <a:pt x="60" y="489"/>
                </a:lnTo>
                <a:cubicBezTo>
                  <a:pt x="20" y="489"/>
                  <a:pt x="0" y="486"/>
                  <a:pt x="0" y="482"/>
                </a:cubicBezTo>
                <a:cubicBezTo>
                  <a:pt x="0" y="478"/>
                  <a:pt x="1" y="475"/>
                  <a:pt x="2" y="472"/>
                </a:cubicBezTo>
                <a:cubicBezTo>
                  <a:pt x="4" y="463"/>
                  <a:pt x="6" y="458"/>
                  <a:pt x="9" y="457"/>
                </a:cubicBezTo>
                <a:cubicBezTo>
                  <a:pt x="11" y="456"/>
                  <a:pt x="14" y="456"/>
                  <a:pt x="20" y="456"/>
                </a:cubicBezTo>
                <a:lnTo>
                  <a:pt x="24" y="456"/>
                </a:lnTo>
                <a:cubicBezTo>
                  <a:pt x="37" y="456"/>
                  <a:pt x="51" y="455"/>
                  <a:pt x="67" y="454"/>
                </a:cubicBezTo>
                <a:cubicBezTo>
                  <a:pt x="73" y="452"/>
                  <a:pt x="78" y="449"/>
                  <a:pt x="80" y="445"/>
                </a:cubicBezTo>
                <a:cubicBezTo>
                  <a:pt x="82" y="443"/>
                  <a:pt x="99" y="377"/>
                  <a:pt x="132" y="246"/>
                </a:cubicBezTo>
                <a:cubicBezTo>
                  <a:pt x="165" y="116"/>
                  <a:pt x="181" y="46"/>
                  <a:pt x="181" y="39"/>
                </a:cubicBezTo>
                <a:cubicBezTo>
                  <a:pt x="181" y="36"/>
                  <a:pt x="168" y="33"/>
                  <a:pt x="140" y="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4" name=""/>
          <p:cNvSpPr/>
          <p:nvPr/>
        </p:nvSpPr>
        <p:spPr>
          <a:xfrm>
            <a:off x="5138280" y="157032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0" y="44"/>
                </a:moveTo>
                <a:cubicBezTo>
                  <a:pt x="0" y="33"/>
                  <a:pt x="4" y="23"/>
                  <a:pt x="12" y="13"/>
                </a:cubicBezTo>
                <a:cubicBezTo>
                  <a:pt x="20" y="4"/>
                  <a:pt x="30" y="0"/>
                  <a:pt x="43" y="0"/>
                </a:cubicBezTo>
                <a:cubicBezTo>
                  <a:pt x="55" y="0"/>
                  <a:pt x="65" y="4"/>
                  <a:pt x="74" y="12"/>
                </a:cubicBezTo>
                <a:cubicBezTo>
                  <a:pt x="82" y="20"/>
                  <a:pt x="87" y="30"/>
                  <a:pt x="87" y="43"/>
                </a:cubicBezTo>
                <a:cubicBezTo>
                  <a:pt x="87" y="55"/>
                  <a:pt x="83" y="66"/>
                  <a:pt x="75" y="74"/>
                </a:cubicBezTo>
                <a:cubicBezTo>
                  <a:pt x="67" y="83"/>
                  <a:pt x="57" y="87"/>
                  <a:pt x="43" y="87"/>
                </a:cubicBezTo>
                <a:cubicBezTo>
                  <a:pt x="31" y="87"/>
                  <a:pt x="21" y="83"/>
                  <a:pt x="13" y="75"/>
                </a:cubicBezTo>
                <a:cubicBezTo>
                  <a:pt x="5" y="67"/>
                  <a:pt x="0" y="56"/>
                  <a:pt x="0" y="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5" name=""/>
          <p:cNvSpPr/>
          <p:nvPr/>
        </p:nvSpPr>
        <p:spPr>
          <a:xfrm>
            <a:off x="5252400" y="1474560"/>
            <a:ext cx="82080" cy="176040"/>
          </a:xfrm>
          <a:custGeom>
            <a:avLst/>
            <a:gdLst/>
            <a:ahLst/>
            <a:rect l="0" t="0" r="r" b="b"/>
            <a:pathLst>
              <a:path w="228" h="489">
                <a:moveTo>
                  <a:pt x="220" y="489"/>
                </a:moveTo>
                <a:cubicBezTo>
                  <a:pt x="210" y="487"/>
                  <a:pt x="175" y="487"/>
                  <a:pt x="114" y="487"/>
                </a:cubicBezTo>
                <a:cubicBezTo>
                  <a:pt x="54" y="487"/>
                  <a:pt x="18" y="487"/>
                  <a:pt x="8" y="489"/>
                </a:cubicBezTo>
                <a:lnTo>
                  <a:pt x="0" y="489"/>
                </a:lnTo>
                <a:lnTo>
                  <a:pt x="0" y="456"/>
                </a:lnTo>
                <a:lnTo>
                  <a:pt x="15" y="456"/>
                </a:lnTo>
                <a:cubicBezTo>
                  <a:pt x="39" y="456"/>
                  <a:pt x="55" y="455"/>
                  <a:pt x="61" y="454"/>
                </a:cubicBezTo>
                <a:cubicBezTo>
                  <a:pt x="68" y="452"/>
                  <a:pt x="73" y="450"/>
                  <a:pt x="76" y="446"/>
                </a:cubicBezTo>
                <a:cubicBezTo>
                  <a:pt x="77" y="444"/>
                  <a:pt x="77" y="377"/>
                  <a:pt x="77" y="244"/>
                </a:cubicBezTo>
                <a:cubicBezTo>
                  <a:pt x="77" y="112"/>
                  <a:pt x="77" y="44"/>
                  <a:pt x="76" y="42"/>
                </a:cubicBezTo>
                <a:cubicBezTo>
                  <a:pt x="74" y="40"/>
                  <a:pt x="72" y="38"/>
                  <a:pt x="70" y="37"/>
                </a:cubicBezTo>
                <a:cubicBezTo>
                  <a:pt x="68" y="36"/>
                  <a:pt x="63" y="35"/>
                  <a:pt x="54" y="34"/>
                </a:cubicBezTo>
                <a:cubicBezTo>
                  <a:pt x="45" y="32"/>
                  <a:pt x="32" y="32"/>
                  <a:pt x="15" y="32"/>
                </a:cubicBezTo>
                <a:lnTo>
                  <a:pt x="0" y="32"/>
                </a:lnTo>
                <a:lnTo>
                  <a:pt x="0" y="0"/>
                </a:lnTo>
                <a:lnTo>
                  <a:pt x="8" y="0"/>
                </a:lnTo>
                <a:cubicBezTo>
                  <a:pt x="18" y="1"/>
                  <a:pt x="54" y="2"/>
                  <a:pt x="114" y="2"/>
                </a:cubicBezTo>
                <a:cubicBezTo>
                  <a:pt x="175" y="2"/>
                  <a:pt x="210" y="1"/>
                  <a:pt x="220" y="0"/>
                </a:cubicBezTo>
                <a:lnTo>
                  <a:pt x="228" y="0"/>
                </a:lnTo>
                <a:lnTo>
                  <a:pt x="228" y="32"/>
                </a:lnTo>
                <a:lnTo>
                  <a:pt x="212" y="32"/>
                </a:lnTo>
                <a:cubicBezTo>
                  <a:pt x="189" y="32"/>
                  <a:pt x="174" y="33"/>
                  <a:pt x="167" y="35"/>
                </a:cubicBezTo>
                <a:cubicBezTo>
                  <a:pt x="161" y="36"/>
                  <a:pt x="156" y="39"/>
                  <a:pt x="153" y="42"/>
                </a:cubicBezTo>
                <a:cubicBezTo>
                  <a:pt x="152" y="44"/>
                  <a:pt x="151" y="112"/>
                  <a:pt x="151" y="244"/>
                </a:cubicBezTo>
                <a:cubicBezTo>
                  <a:pt x="151" y="377"/>
                  <a:pt x="152" y="444"/>
                  <a:pt x="153" y="446"/>
                </a:cubicBezTo>
                <a:cubicBezTo>
                  <a:pt x="155" y="448"/>
                  <a:pt x="157" y="450"/>
                  <a:pt x="159" y="451"/>
                </a:cubicBezTo>
                <a:cubicBezTo>
                  <a:pt x="161" y="452"/>
                  <a:pt x="166" y="453"/>
                  <a:pt x="174" y="454"/>
                </a:cubicBezTo>
                <a:cubicBezTo>
                  <a:pt x="183" y="456"/>
                  <a:pt x="196" y="456"/>
                  <a:pt x="212" y="456"/>
                </a:cubicBezTo>
                <a:lnTo>
                  <a:pt x="228" y="456"/>
                </a:lnTo>
                <a:lnTo>
                  <a:pt x="228" y="489"/>
                </a:lnTo>
                <a:lnTo>
                  <a:pt x="220" y="4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6" name=""/>
          <p:cNvSpPr/>
          <p:nvPr/>
        </p:nvSpPr>
        <p:spPr>
          <a:xfrm>
            <a:off x="5354280" y="1468800"/>
            <a:ext cx="173160" cy="231480"/>
          </a:xfrm>
          <a:custGeom>
            <a:avLst/>
            <a:gdLst/>
            <a:ahLst/>
            <a:rect l="0" t="0" r="r" b="b"/>
            <a:pathLst>
              <a:path w="481" h="643">
                <a:moveTo>
                  <a:pt x="0" y="261"/>
                </a:moveTo>
                <a:cubicBezTo>
                  <a:pt x="0" y="186"/>
                  <a:pt x="24" y="124"/>
                  <a:pt x="72" y="73"/>
                </a:cubicBezTo>
                <a:cubicBezTo>
                  <a:pt x="120" y="24"/>
                  <a:pt x="175" y="0"/>
                  <a:pt x="237" y="0"/>
                </a:cubicBezTo>
                <a:cubicBezTo>
                  <a:pt x="301" y="0"/>
                  <a:pt x="357" y="25"/>
                  <a:pt x="405" y="74"/>
                </a:cubicBezTo>
                <a:cubicBezTo>
                  <a:pt x="452" y="125"/>
                  <a:pt x="476" y="187"/>
                  <a:pt x="477" y="261"/>
                </a:cubicBezTo>
                <a:cubicBezTo>
                  <a:pt x="477" y="292"/>
                  <a:pt x="472" y="322"/>
                  <a:pt x="463" y="349"/>
                </a:cubicBezTo>
                <a:cubicBezTo>
                  <a:pt x="454" y="376"/>
                  <a:pt x="444" y="398"/>
                  <a:pt x="433" y="414"/>
                </a:cubicBezTo>
                <a:cubicBezTo>
                  <a:pt x="421" y="430"/>
                  <a:pt x="408" y="445"/>
                  <a:pt x="392" y="460"/>
                </a:cubicBezTo>
                <a:cubicBezTo>
                  <a:pt x="376" y="474"/>
                  <a:pt x="365" y="483"/>
                  <a:pt x="357" y="487"/>
                </a:cubicBezTo>
                <a:cubicBezTo>
                  <a:pt x="350" y="491"/>
                  <a:pt x="343" y="495"/>
                  <a:pt x="336" y="498"/>
                </a:cubicBezTo>
                <a:cubicBezTo>
                  <a:pt x="336" y="499"/>
                  <a:pt x="335" y="499"/>
                  <a:pt x="335" y="499"/>
                </a:cubicBezTo>
                <a:cubicBezTo>
                  <a:pt x="335" y="501"/>
                  <a:pt x="336" y="503"/>
                  <a:pt x="337" y="506"/>
                </a:cubicBezTo>
                <a:cubicBezTo>
                  <a:pt x="338" y="508"/>
                  <a:pt x="340" y="513"/>
                  <a:pt x="345" y="520"/>
                </a:cubicBezTo>
                <a:cubicBezTo>
                  <a:pt x="349" y="526"/>
                  <a:pt x="353" y="533"/>
                  <a:pt x="357" y="538"/>
                </a:cubicBezTo>
                <a:cubicBezTo>
                  <a:pt x="362" y="544"/>
                  <a:pt x="368" y="549"/>
                  <a:pt x="376" y="553"/>
                </a:cubicBezTo>
                <a:cubicBezTo>
                  <a:pt x="384" y="557"/>
                  <a:pt x="392" y="559"/>
                  <a:pt x="400" y="559"/>
                </a:cubicBezTo>
                <a:cubicBezTo>
                  <a:pt x="418" y="559"/>
                  <a:pt x="433" y="554"/>
                  <a:pt x="445" y="545"/>
                </a:cubicBezTo>
                <a:cubicBezTo>
                  <a:pt x="457" y="535"/>
                  <a:pt x="464" y="523"/>
                  <a:pt x="465" y="507"/>
                </a:cubicBezTo>
                <a:cubicBezTo>
                  <a:pt x="466" y="501"/>
                  <a:pt x="468" y="498"/>
                  <a:pt x="473" y="498"/>
                </a:cubicBezTo>
                <a:cubicBezTo>
                  <a:pt x="475" y="498"/>
                  <a:pt x="478" y="499"/>
                  <a:pt x="481" y="501"/>
                </a:cubicBezTo>
                <a:lnTo>
                  <a:pt x="480" y="514"/>
                </a:lnTo>
                <a:cubicBezTo>
                  <a:pt x="480" y="550"/>
                  <a:pt x="473" y="580"/>
                  <a:pt x="459" y="605"/>
                </a:cubicBezTo>
                <a:cubicBezTo>
                  <a:pt x="445" y="630"/>
                  <a:pt x="423" y="642"/>
                  <a:pt x="394" y="643"/>
                </a:cubicBezTo>
                <a:cubicBezTo>
                  <a:pt x="373" y="643"/>
                  <a:pt x="357" y="636"/>
                  <a:pt x="345" y="623"/>
                </a:cubicBezTo>
                <a:cubicBezTo>
                  <a:pt x="333" y="611"/>
                  <a:pt x="324" y="591"/>
                  <a:pt x="317" y="564"/>
                </a:cubicBezTo>
                <a:cubicBezTo>
                  <a:pt x="310" y="536"/>
                  <a:pt x="306" y="518"/>
                  <a:pt x="306" y="511"/>
                </a:cubicBezTo>
                <a:lnTo>
                  <a:pt x="297" y="513"/>
                </a:lnTo>
                <a:cubicBezTo>
                  <a:pt x="292" y="514"/>
                  <a:pt x="283" y="516"/>
                  <a:pt x="272" y="518"/>
                </a:cubicBezTo>
                <a:cubicBezTo>
                  <a:pt x="260" y="520"/>
                  <a:pt x="249" y="521"/>
                  <a:pt x="237" y="521"/>
                </a:cubicBezTo>
                <a:cubicBezTo>
                  <a:pt x="173" y="521"/>
                  <a:pt x="118" y="496"/>
                  <a:pt x="71" y="447"/>
                </a:cubicBezTo>
                <a:cubicBezTo>
                  <a:pt x="23" y="398"/>
                  <a:pt x="0" y="336"/>
                  <a:pt x="0" y="261"/>
                </a:cubicBezTo>
                <a:moveTo>
                  <a:pt x="395" y="262"/>
                </a:moveTo>
                <a:cubicBezTo>
                  <a:pt x="395" y="220"/>
                  <a:pt x="390" y="182"/>
                  <a:pt x="380" y="150"/>
                </a:cubicBezTo>
                <a:cubicBezTo>
                  <a:pt x="370" y="118"/>
                  <a:pt x="357" y="94"/>
                  <a:pt x="340" y="76"/>
                </a:cubicBezTo>
                <a:cubicBezTo>
                  <a:pt x="324" y="60"/>
                  <a:pt x="307" y="47"/>
                  <a:pt x="290" y="40"/>
                </a:cubicBezTo>
                <a:cubicBezTo>
                  <a:pt x="273" y="32"/>
                  <a:pt x="256" y="28"/>
                  <a:pt x="239" y="28"/>
                </a:cubicBezTo>
                <a:cubicBezTo>
                  <a:pt x="222" y="28"/>
                  <a:pt x="205" y="32"/>
                  <a:pt x="187" y="40"/>
                </a:cubicBezTo>
                <a:cubicBezTo>
                  <a:pt x="169" y="47"/>
                  <a:pt x="153" y="60"/>
                  <a:pt x="137" y="76"/>
                </a:cubicBezTo>
                <a:cubicBezTo>
                  <a:pt x="121" y="94"/>
                  <a:pt x="108" y="118"/>
                  <a:pt x="97" y="150"/>
                </a:cubicBezTo>
                <a:cubicBezTo>
                  <a:pt x="86" y="182"/>
                  <a:pt x="81" y="220"/>
                  <a:pt x="81" y="262"/>
                </a:cubicBezTo>
                <a:cubicBezTo>
                  <a:pt x="81" y="356"/>
                  <a:pt x="107" y="423"/>
                  <a:pt x="158" y="464"/>
                </a:cubicBezTo>
                <a:cubicBezTo>
                  <a:pt x="169" y="473"/>
                  <a:pt x="176" y="477"/>
                  <a:pt x="178" y="477"/>
                </a:cubicBezTo>
                <a:lnTo>
                  <a:pt x="177" y="475"/>
                </a:lnTo>
                <a:cubicBezTo>
                  <a:pt x="177" y="474"/>
                  <a:pt x="177" y="473"/>
                  <a:pt x="177" y="472"/>
                </a:cubicBezTo>
                <a:cubicBezTo>
                  <a:pt x="176" y="469"/>
                  <a:pt x="175" y="463"/>
                  <a:pt x="175" y="456"/>
                </a:cubicBezTo>
                <a:cubicBezTo>
                  <a:pt x="175" y="440"/>
                  <a:pt x="181" y="426"/>
                  <a:pt x="192" y="413"/>
                </a:cubicBezTo>
                <a:cubicBezTo>
                  <a:pt x="203" y="400"/>
                  <a:pt x="219" y="394"/>
                  <a:pt x="239" y="394"/>
                </a:cubicBezTo>
                <a:cubicBezTo>
                  <a:pt x="270" y="394"/>
                  <a:pt x="295" y="414"/>
                  <a:pt x="315" y="455"/>
                </a:cubicBezTo>
                <a:lnTo>
                  <a:pt x="319" y="463"/>
                </a:lnTo>
                <a:cubicBezTo>
                  <a:pt x="342" y="448"/>
                  <a:pt x="360" y="422"/>
                  <a:pt x="374" y="388"/>
                </a:cubicBezTo>
                <a:cubicBezTo>
                  <a:pt x="388" y="354"/>
                  <a:pt x="395" y="312"/>
                  <a:pt x="395" y="262"/>
                </a:cubicBezTo>
                <a:moveTo>
                  <a:pt x="235" y="492"/>
                </a:moveTo>
                <a:cubicBezTo>
                  <a:pt x="244" y="492"/>
                  <a:pt x="255" y="491"/>
                  <a:pt x="265" y="488"/>
                </a:cubicBezTo>
                <a:cubicBezTo>
                  <a:pt x="275" y="486"/>
                  <a:pt x="283" y="484"/>
                  <a:pt x="289" y="481"/>
                </a:cubicBezTo>
                <a:cubicBezTo>
                  <a:pt x="295" y="479"/>
                  <a:pt x="298" y="477"/>
                  <a:pt x="298" y="476"/>
                </a:cubicBezTo>
                <a:cubicBezTo>
                  <a:pt x="298" y="473"/>
                  <a:pt x="297" y="469"/>
                  <a:pt x="295" y="464"/>
                </a:cubicBezTo>
                <a:cubicBezTo>
                  <a:pt x="294" y="459"/>
                  <a:pt x="289" y="452"/>
                  <a:pt x="282" y="442"/>
                </a:cubicBezTo>
                <a:cubicBezTo>
                  <a:pt x="274" y="432"/>
                  <a:pt x="265" y="425"/>
                  <a:pt x="255" y="423"/>
                </a:cubicBezTo>
                <a:cubicBezTo>
                  <a:pt x="249" y="422"/>
                  <a:pt x="241" y="421"/>
                  <a:pt x="236" y="421"/>
                </a:cubicBezTo>
                <a:cubicBezTo>
                  <a:pt x="227" y="421"/>
                  <a:pt x="219" y="425"/>
                  <a:pt x="212" y="432"/>
                </a:cubicBezTo>
                <a:cubicBezTo>
                  <a:pt x="205" y="439"/>
                  <a:pt x="202" y="447"/>
                  <a:pt x="201" y="457"/>
                </a:cubicBezTo>
                <a:cubicBezTo>
                  <a:pt x="201" y="466"/>
                  <a:pt x="204" y="474"/>
                  <a:pt x="211" y="481"/>
                </a:cubicBezTo>
                <a:cubicBezTo>
                  <a:pt x="217" y="488"/>
                  <a:pt x="225" y="492"/>
                  <a:pt x="235" y="49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7" name=""/>
          <p:cNvSpPr/>
          <p:nvPr/>
        </p:nvSpPr>
        <p:spPr>
          <a:xfrm>
            <a:off x="5546880" y="1474560"/>
            <a:ext cx="181800" cy="181800"/>
          </a:xfrm>
          <a:custGeom>
            <a:avLst/>
            <a:gdLst/>
            <a:ahLst/>
            <a:rect l="0" t="0" r="r" b="b"/>
            <a:pathLst>
              <a:path w="505" h="505">
                <a:moveTo>
                  <a:pt x="74" y="43"/>
                </a:moveTo>
                <a:cubicBezTo>
                  <a:pt x="70" y="40"/>
                  <a:pt x="68" y="38"/>
                  <a:pt x="66" y="37"/>
                </a:cubicBezTo>
                <a:cubicBezTo>
                  <a:pt x="64" y="36"/>
                  <a:pt x="60" y="35"/>
                  <a:pt x="55" y="35"/>
                </a:cubicBezTo>
                <a:cubicBezTo>
                  <a:pt x="49" y="34"/>
                  <a:pt x="39" y="33"/>
                  <a:pt x="24" y="32"/>
                </a:cubicBezTo>
                <a:lnTo>
                  <a:pt x="0" y="32"/>
                </a:lnTo>
                <a:lnTo>
                  <a:pt x="0" y="0"/>
                </a:lnTo>
                <a:lnTo>
                  <a:pt x="125" y="0"/>
                </a:lnTo>
                <a:lnTo>
                  <a:pt x="150" y="0"/>
                </a:lnTo>
                <a:lnTo>
                  <a:pt x="195" y="0"/>
                </a:lnTo>
                <a:cubicBezTo>
                  <a:pt x="232" y="0"/>
                  <a:pt x="259" y="1"/>
                  <a:pt x="279" y="4"/>
                </a:cubicBezTo>
                <a:cubicBezTo>
                  <a:pt x="299" y="7"/>
                  <a:pt x="318" y="14"/>
                  <a:pt x="338" y="25"/>
                </a:cubicBezTo>
                <a:cubicBezTo>
                  <a:pt x="384" y="47"/>
                  <a:pt x="410" y="79"/>
                  <a:pt x="416" y="118"/>
                </a:cubicBezTo>
                <a:cubicBezTo>
                  <a:pt x="417" y="121"/>
                  <a:pt x="417" y="124"/>
                  <a:pt x="417" y="130"/>
                </a:cubicBezTo>
                <a:cubicBezTo>
                  <a:pt x="417" y="145"/>
                  <a:pt x="413" y="160"/>
                  <a:pt x="406" y="174"/>
                </a:cubicBezTo>
                <a:cubicBezTo>
                  <a:pt x="398" y="189"/>
                  <a:pt x="389" y="200"/>
                  <a:pt x="378" y="209"/>
                </a:cubicBezTo>
                <a:cubicBezTo>
                  <a:pt x="368" y="217"/>
                  <a:pt x="357" y="225"/>
                  <a:pt x="346" y="231"/>
                </a:cubicBezTo>
                <a:cubicBezTo>
                  <a:pt x="335" y="237"/>
                  <a:pt x="326" y="241"/>
                  <a:pt x="318" y="244"/>
                </a:cubicBezTo>
                <a:lnTo>
                  <a:pt x="307" y="247"/>
                </a:lnTo>
                <a:cubicBezTo>
                  <a:pt x="308" y="249"/>
                  <a:pt x="311" y="250"/>
                  <a:pt x="315" y="251"/>
                </a:cubicBezTo>
                <a:cubicBezTo>
                  <a:pt x="329" y="259"/>
                  <a:pt x="341" y="267"/>
                  <a:pt x="350" y="276"/>
                </a:cubicBezTo>
                <a:cubicBezTo>
                  <a:pt x="359" y="284"/>
                  <a:pt x="366" y="295"/>
                  <a:pt x="371" y="307"/>
                </a:cubicBezTo>
                <a:cubicBezTo>
                  <a:pt x="375" y="320"/>
                  <a:pt x="379" y="330"/>
                  <a:pt x="381" y="338"/>
                </a:cubicBezTo>
                <a:cubicBezTo>
                  <a:pt x="382" y="346"/>
                  <a:pt x="385" y="359"/>
                  <a:pt x="387" y="378"/>
                </a:cubicBezTo>
                <a:cubicBezTo>
                  <a:pt x="389" y="397"/>
                  <a:pt x="392" y="411"/>
                  <a:pt x="394" y="422"/>
                </a:cubicBezTo>
                <a:cubicBezTo>
                  <a:pt x="399" y="444"/>
                  <a:pt x="405" y="459"/>
                  <a:pt x="411" y="467"/>
                </a:cubicBezTo>
                <a:cubicBezTo>
                  <a:pt x="418" y="474"/>
                  <a:pt x="427" y="477"/>
                  <a:pt x="438" y="477"/>
                </a:cubicBezTo>
                <a:lnTo>
                  <a:pt x="442" y="477"/>
                </a:lnTo>
                <a:cubicBezTo>
                  <a:pt x="449" y="477"/>
                  <a:pt x="456" y="474"/>
                  <a:pt x="463" y="466"/>
                </a:cubicBezTo>
                <a:cubicBezTo>
                  <a:pt x="470" y="458"/>
                  <a:pt x="475" y="445"/>
                  <a:pt x="477" y="427"/>
                </a:cubicBezTo>
                <a:cubicBezTo>
                  <a:pt x="477" y="421"/>
                  <a:pt x="478" y="418"/>
                  <a:pt x="479" y="417"/>
                </a:cubicBezTo>
                <a:cubicBezTo>
                  <a:pt x="481" y="415"/>
                  <a:pt x="485" y="414"/>
                  <a:pt x="491" y="414"/>
                </a:cubicBezTo>
                <a:cubicBezTo>
                  <a:pt x="497" y="413"/>
                  <a:pt x="500" y="414"/>
                  <a:pt x="502" y="415"/>
                </a:cubicBezTo>
                <a:cubicBezTo>
                  <a:pt x="504" y="417"/>
                  <a:pt x="505" y="420"/>
                  <a:pt x="505" y="424"/>
                </a:cubicBezTo>
                <a:cubicBezTo>
                  <a:pt x="505" y="439"/>
                  <a:pt x="501" y="454"/>
                  <a:pt x="494" y="469"/>
                </a:cubicBezTo>
                <a:cubicBezTo>
                  <a:pt x="486" y="485"/>
                  <a:pt x="476" y="495"/>
                  <a:pt x="461" y="500"/>
                </a:cubicBezTo>
                <a:cubicBezTo>
                  <a:pt x="454" y="503"/>
                  <a:pt x="444" y="505"/>
                  <a:pt x="431" y="505"/>
                </a:cubicBezTo>
                <a:cubicBezTo>
                  <a:pt x="360" y="502"/>
                  <a:pt x="319" y="475"/>
                  <a:pt x="308" y="424"/>
                </a:cubicBezTo>
                <a:cubicBezTo>
                  <a:pt x="307" y="419"/>
                  <a:pt x="307" y="402"/>
                  <a:pt x="307" y="372"/>
                </a:cubicBezTo>
                <a:cubicBezTo>
                  <a:pt x="307" y="343"/>
                  <a:pt x="305" y="323"/>
                  <a:pt x="302" y="313"/>
                </a:cubicBezTo>
                <a:cubicBezTo>
                  <a:pt x="293" y="285"/>
                  <a:pt x="275" y="268"/>
                  <a:pt x="248" y="260"/>
                </a:cubicBezTo>
                <a:lnTo>
                  <a:pt x="240" y="259"/>
                </a:lnTo>
                <a:lnTo>
                  <a:pt x="193" y="258"/>
                </a:lnTo>
                <a:lnTo>
                  <a:pt x="146" y="258"/>
                </a:lnTo>
                <a:lnTo>
                  <a:pt x="146" y="352"/>
                </a:lnTo>
                <a:lnTo>
                  <a:pt x="147" y="445"/>
                </a:lnTo>
                <a:cubicBezTo>
                  <a:pt x="150" y="450"/>
                  <a:pt x="154" y="453"/>
                  <a:pt x="159" y="454"/>
                </a:cubicBezTo>
                <a:cubicBezTo>
                  <a:pt x="164" y="455"/>
                  <a:pt x="177" y="455"/>
                  <a:pt x="196" y="456"/>
                </a:cubicBezTo>
                <a:lnTo>
                  <a:pt x="220" y="456"/>
                </a:lnTo>
                <a:lnTo>
                  <a:pt x="220" y="489"/>
                </a:lnTo>
                <a:lnTo>
                  <a:pt x="212" y="489"/>
                </a:lnTo>
                <a:cubicBezTo>
                  <a:pt x="202" y="487"/>
                  <a:pt x="168" y="487"/>
                  <a:pt x="110" y="487"/>
                </a:cubicBezTo>
                <a:cubicBezTo>
                  <a:pt x="52" y="487"/>
                  <a:pt x="18" y="487"/>
                  <a:pt x="8" y="489"/>
                </a:cubicBezTo>
                <a:lnTo>
                  <a:pt x="0" y="489"/>
                </a:lnTo>
                <a:lnTo>
                  <a:pt x="0" y="456"/>
                </a:lnTo>
                <a:lnTo>
                  <a:pt x="24" y="456"/>
                </a:lnTo>
                <a:cubicBezTo>
                  <a:pt x="44" y="455"/>
                  <a:pt x="56" y="455"/>
                  <a:pt x="60" y="454"/>
                </a:cubicBezTo>
                <a:cubicBezTo>
                  <a:pt x="65" y="453"/>
                  <a:pt x="69" y="450"/>
                  <a:pt x="74" y="445"/>
                </a:cubicBezTo>
                <a:lnTo>
                  <a:pt x="74" y="43"/>
                </a:lnTo>
                <a:moveTo>
                  <a:pt x="332" y="131"/>
                </a:moveTo>
                <a:lnTo>
                  <a:pt x="332" y="124"/>
                </a:lnTo>
                <a:cubicBezTo>
                  <a:pt x="332" y="115"/>
                  <a:pt x="332" y="108"/>
                  <a:pt x="331" y="102"/>
                </a:cubicBezTo>
                <a:cubicBezTo>
                  <a:pt x="331" y="97"/>
                  <a:pt x="329" y="89"/>
                  <a:pt x="325" y="80"/>
                </a:cubicBezTo>
                <a:cubicBezTo>
                  <a:pt x="321" y="71"/>
                  <a:pt x="316" y="64"/>
                  <a:pt x="311" y="58"/>
                </a:cubicBezTo>
                <a:cubicBezTo>
                  <a:pt x="306" y="52"/>
                  <a:pt x="297" y="47"/>
                  <a:pt x="284" y="42"/>
                </a:cubicBezTo>
                <a:cubicBezTo>
                  <a:pt x="271" y="38"/>
                  <a:pt x="256" y="35"/>
                  <a:pt x="240" y="33"/>
                </a:cubicBezTo>
                <a:cubicBezTo>
                  <a:pt x="239" y="33"/>
                  <a:pt x="233" y="33"/>
                  <a:pt x="224" y="33"/>
                </a:cubicBezTo>
                <a:cubicBezTo>
                  <a:pt x="214" y="33"/>
                  <a:pt x="206" y="33"/>
                  <a:pt x="198" y="32"/>
                </a:cubicBezTo>
                <a:lnTo>
                  <a:pt x="183" y="32"/>
                </a:lnTo>
                <a:cubicBezTo>
                  <a:pt x="162" y="32"/>
                  <a:pt x="150" y="35"/>
                  <a:pt x="148" y="39"/>
                </a:cubicBezTo>
                <a:cubicBezTo>
                  <a:pt x="147" y="41"/>
                  <a:pt x="146" y="73"/>
                  <a:pt x="146" y="136"/>
                </a:cubicBezTo>
                <a:lnTo>
                  <a:pt x="146" y="231"/>
                </a:lnTo>
                <a:lnTo>
                  <a:pt x="188" y="231"/>
                </a:lnTo>
                <a:cubicBezTo>
                  <a:pt x="236" y="231"/>
                  <a:pt x="270" y="227"/>
                  <a:pt x="291" y="219"/>
                </a:cubicBezTo>
                <a:cubicBezTo>
                  <a:pt x="312" y="210"/>
                  <a:pt x="325" y="191"/>
                  <a:pt x="330" y="162"/>
                </a:cubicBezTo>
                <a:cubicBezTo>
                  <a:pt x="331" y="157"/>
                  <a:pt x="332" y="146"/>
                  <a:pt x="332" y="1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8" name=""/>
          <p:cNvSpPr/>
          <p:nvPr/>
        </p:nvSpPr>
        <p:spPr>
          <a:xfrm>
            <a:off x="5741640" y="1628640"/>
            <a:ext cx="91440" cy="115920"/>
          </a:xfrm>
          <a:custGeom>
            <a:avLst/>
            <a:gdLst/>
            <a:ahLst/>
            <a:rect l="0" t="0" r="r" b="b"/>
            <a:pathLst>
              <a:path w="254" h="322">
                <a:moveTo>
                  <a:pt x="8" y="299"/>
                </a:moveTo>
                <a:lnTo>
                  <a:pt x="15" y="299"/>
                </a:lnTo>
                <a:cubicBezTo>
                  <a:pt x="28" y="299"/>
                  <a:pt x="36" y="297"/>
                  <a:pt x="39" y="292"/>
                </a:cubicBezTo>
                <a:lnTo>
                  <a:pt x="39" y="288"/>
                </a:lnTo>
                <a:cubicBezTo>
                  <a:pt x="39" y="285"/>
                  <a:pt x="39" y="282"/>
                  <a:pt x="39" y="278"/>
                </a:cubicBezTo>
                <a:cubicBezTo>
                  <a:pt x="39" y="274"/>
                  <a:pt x="39" y="269"/>
                  <a:pt x="39" y="263"/>
                </a:cubicBezTo>
                <a:cubicBezTo>
                  <a:pt x="39" y="257"/>
                  <a:pt x="39" y="250"/>
                  <a:pt x="39" y="243"/>
                </a:cubicBezTo>
                <a:cubicBezTo>
                  <a:pt x="40" y="236"/>
                  <a:pt x="40" y="229"/>
                  <a:pt x="39" y="221"/>
                </a:cubicBezTo>
                <a:cubicBezTo>
                  <a:pt x="39" y="213"/>
                  <a:pt x="39" y="205"/>
                  <a:pt x="39" y="196"/>
                </a:cubicBezTo>
                <a:cubicBezTo>
                  <a:pt x="40" y="188"/>
                  <a:pt x="40" y="179"/>
                  <a:pt x="39" y="171"/>
                </a:cubicBezTo>
                <a:cubicBezTo>
                  <a:pt x="39" y="159"/>
                  <a:pt x="39" y="147"/>
                  <a:pt x="39" y="135"/>
                </a:cubicBezTo>
                <a:cubicBezTo>
                  <a:pt x="39" y="121"/>
                  <a:pt x="39" y="110"/>
                  <a:pt x="39" y="100"/>
                </a:cubicBezTo>
                <a:cubicBezTo>
                  <a:pt x="39" y="90"/>
                  <a:pt x="39" y="82"/>
                  <a:pt x="39" y="73"/>
                </a:cubicBezTo>
                <a:cubicBezTo>
                  <a:pt x="39" y="65"/>
                  <a:pt x="39" y="59"/>
                  <a:pt x="39" y="54"/>
                </a:cubicBezTo>
                <a:cubicBezTo>
                  <a:pt x="38" y="49"/>
                  <a:pt x="38" y="46"/>
                  <a:pt x="39" y="46"/>
                </a:cubicBezTo>
                <a:cubicBezTo>
                  <a:pt x="38" y="39"/>
                  <a:pt x="35" y="35"/>
                  <a:pt x="32" y="33"/>
                </a:cubicBezTo>
                <a:cubicBezTo>
                  <a:pt x="28" y="31"/>
                  <a:pt x="20" y="30"/>
                  <a:pt x="9" y="28"/>
                </a:cubicBezTo>
                <a:lnTo>
                  <a:pt x="0" y="28"/>
                </a:lnTo>
                <a:lnTo>
                  <a:pt x="0" y="17"/>
                </a:lnTo>
                <a:cubicBezTo>
                  <a:pt x="0" y="9"/>
                  <a:pt x="0" y="5"/>
                  <a:pt x="1" y="5"/>
                </a:cubicBezTo>
                <a:lnTo>
                  <a:pt x="6" y="5"/>
                </a:lnTo>
                <a:cubicBezTo>
                  <a:pt x="9" y="4"/>
                  <a:pt x="14" y="4"/>
                  <a:pt x="20" y="4"/>
                </a:cubicBezTo>
                <a:cubicBezTo>
                  <a:pt x="27" y="3"/>
                  <a:pt x="33" y="3"/>
                  <a:pt x="39" y="3"/>
                </a:cubicBezTo>
                <a:cubicBezTo>
                  <a:pt x="45" y="2"/>
                  <a:pt x="51" y="2"/>
                  <a:pt x="58" y="2"/>
                </a:cubicBezTo>
                <a:cubicBezTo>
                  <a:pt x="65" y="1"/>
                  <a:pt x="70" y="1"/>
                  <a:pt x="73" y="0"/>
                </a:cubicBezTo>
                <a:cubicBezTo>
                  <a:pt x="76" y="0"/>
                  <a:pt x="78" y="-1"/>
                  <a:pt x="79" y="0"/>
                </a:cubicBezTo>
                <a:lnTo>
                  <a:pt x="80" y="0"/>
                </a:lnTo>
                <a:lnTo>
                  <a:pt x="80" y="13"/>
                </a:lnTo>
                <a:lnTo>
                  <a:pt x="81" y="26"/>
                </a:lnTo>
                <a:lnTo>
                  <a:pt x="85" y="22"/>
                </a:lnTo>
                <a:cubicBezTo>
                  <a:pt x="105" y="8"/>
                  <a:pt x="129" y="0"/>
                  <a:pt x="155" y="0"/>
                </a:cubicBezTo>
                <a:cubicBezTo>
                  <a:pt x="183" y="0"/>
                  <a:pt x="206" y="11"/>
                  <a:pt x="225" y="33"/>
                </a:cubicBezTo>
                <a:cubicBezTo>
                  <a:pt x="244" y="54"/>
                  <a:pt x="254" y="81"/>
                  <a:pt x="254" y="114"/>
                </a:cubicBezTo>
                <a:cubicBezTo>
                  <a:pt x="254" y="149"/>
                  <a:pt x="244" y="177"/>
                  <a:pt x="222" y="198"/>
                </a:cubicBezTo>
                <a:cubicBezTo>
                  <a:pt x="200" y="219"/>
                  <a:pt x="175" y="230"/>
                  <a:pt x="147" y="230"/>
                </a:cubicBezTo>
                <a:cubicBezTo>
                  <a:pt x="124" y="230"/>
                  <a:pt x="103" y="222"/>
                  <a:pt x="86" y="207"/>
                </a:cubicBezTo>
                <a:lnTo>
                  <a:pt x="82" y="204"/>
                </a:lnTo>
                <a:lnTo>
                  <a:pt x="82" y="247"/>
                </a:lnTo>
                <a:lnTo>
                  <a:pt x="82" y="275"/>
                </a:lnTo>
                <a:cubicBezTo>
                  <a:pt x="82" y="284"/>
                  <a:pt x="82" y="290"/>
                  <a:pt x="83" y="292"/>
                </a:cubicBezTo>
                <a:cubicBezTo>
                  <a:pt x="83" y="294"/>
                  <a:pt x="85" y="296"/>
                  <a:pt x="88" y="297"/>
                </a:cubicBezTo>
                <a:cubicBezTo>
                  <a:pt x="95" y="298"/>
                  <a:pt x="104" y="299"/>
                  <a:pt x="113" y="299"/>
                </a:cubicBezTo>
                <a:lnTo>
                  <a:pt x="122" y="299"/>
                </a:lnTo>
                <a:lnTo>
                  <a:pt x="122" y="322"/>
                </a:lnTo>
                <a:lnTo>
                  <a:pt x="118" y="322"/>
                </a:lnTo>
                <a:lnTo>
                  <a:pt x="105" y="322"/>
                </a:lnTo>
                <a:cubicBezTo>
                  <a:pt x="97" y="321"/>
                  <a:pt x="89" y="321"/>
                  <a:pt x="80" y="321"/>
                </a:cubicBezTo>
                <a:cubicBezTo>
                  <a:pt x="71" y="321"/>
                  <a:pt x="64" y="321"/>
                  <a:pt x="60" y="321"/>
                </a:cubicBezTo>
                <a:cubicBezTo>
                  <a:pt x="26" y="321"/>
                  <a:pt x="7" y="321"/>
                  <a:pt x="4" y="322"/>
                </a:cubicBezTo>
                <a:lnTo>
                  <a:pt x="0" y="322"/>
                </a:lnTo>
                <a:lnTo>
                  <a:pt x="0" y="299"/>
                </a:lnTo>
                <a:lnTo>
                  <a:pt x="8" y="299"/>
                </a:lnTo>
                <a:moveTo>
                  <a:pt x="205" y="113"/>
                </a:moveTo>
                <a:cubicBezTo>
                  <a:pt x="205" y="88"/>
                  <a:pt x="199" y="66"/>
                  <a:pt x="188" y="48"/>
                </a:cubicBezTo>
                <a:cubicBezTo>
                  <a:pt x="176" y="29"/>
                  <a:pt x="162" y="20"/>
                  <a:pt x="145" y="20"/>
                </a:cubicBezTo>
                <a:cubicBezTo>
                  <a:pt x="121" y="20"/>
                  <a:pt x="99" y="31"/>
                  <a:pt x="82" y="53"/>
                </a:cubicBezTo>
                <a:lnTo>
                  <a:pt x="82" y="175"/>
                </a:lnTo>
                <a:cubicBezTo>
                  <a:pt x="95" y="199"/>
                  <a:pt x="114" y="211"/>
                  <a:pt x="139" y="211"/>
                </a:cubicBezTo>
                <a:cubicBezTo>
                  <a:pt x="156" y="211"/>
                  <a:pt x="172" y="202"/>
                  <a:pt x="185" y="184"/>
                </a:cubicBezTo>
                <a:cubicBezTo>
                  <a:pt x="198" y="165"/>
                  <a:pt x="205" y="142"/>
                  <a:pt x="205" y="11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9" name=""/>
          <p:cNvSpPr/>
          <p:nvPr/>
        </p:nvSpPr>
        <p:spPr>
          <a:xfrm>
            <a:off x="5844240" y="1627560"/>
            <a:ext cx="81000" cy="83520"/>
          </a:xfrm>
          <a:custGeom>
            <a:avLst/>
            <a:gdLst/>
            <a:ahLst/>
            <a:rect l="0" t="0" r="r" b="b"/>
            <a:pathLst>
              <a:path w="225" h="232">
                <a:moveTo>
                  <a:pt x="0" y="118"/>
                </a:moveTo>
                <a:cubicBezTo>
                  <a:pt x="0" y="86"/>
                  <a:pt x="11" y="58"/>
                  <a:pt x="33" y="35"/>
                </a:cubicBezTo>
                <a:cubicBezTo>
                  <a:pt x="55" y="12"/>
                  <a:pt x="81" y="0"/>
                  <a:pt x="112" y="0"/>
                </a:cubicBezTo>
                <a:cubicBezTo>
                  <a:pt x="142" y="0"/>
                  <a:pt x="169" y="11"/>
                  <a:pt x="191" y="34"/>
                </a:cubicBezTo>
                <a:cubicBezTo>
                  <a:pt x="213" y="57"/>
                  <a:pt x="224" y="85"/>
                  <a:pt x="225" y="117"/>
                </a:cubicBezTo>
                <a:cubicBezTo>
                  <a:pt x="225" y="149"/>
                  <a:pt x="214" y="176"/>
                  <a:pt x="192" y="198"/>
                </a:cubicBezTo>
                <a:cubicBezTo>
                  <a:pt x="171" y="221"/>
                  <a:pt x="143" y="232"/>
                  <a:pt x="112" y="232"/>
                </a:cubicBezTo>
                <a:cubicBezTo>
                  <a:pt x="79" y="232"/>
                  <a:pt x="53" y="221"/>
                  <a:pt x="32" y="197"/>
                </a:cubicBezTo>
                <a:cubicBezTo>
                  <a:pt x="11" y="175"/>
                  <a:pt x="0" y="148"/>
                  <a:pt x="0" y="118"/>
                </a:cubicBezTo>
                <a:moveTo>
                  <a:pt x="112" y="211"/>
                </a:moveTo>
                <a:cubicBezTo>
                  <a:pt x="153" y="211"/>
                  <a:pt x="175" y="183"/>
                  <a:pt x="175" y="129"/>
                </a:cubicBezTo>
                <a:lnTo>
                  <a:pt x="175" y="112"/>
                </a:lnTo>
                <a:lnTo>
                  <a:pt x="175" y="100"/>
                </a:lnTo>
                <a:cubicBezTo>
                  <a:pt x="175" y="92"/>
                  <a:pt x="175" y="86"/>
                  <a:pt x="174" y="81"/>
                </a:cubicBezTo>
                <a:cubicBezTo>
                  <a:pt x="174" y="75"/>
                  <a:pt x="173" y="69"/>
                  <a:pt x="171" y="61"/>
                </a:cubicBezTo>
                <a:cubicBezTo>
                  <a:pt x="169" y="54"/>
                  <a:pt x="166" y="48"/>
                  <a:pt x="163" y="43"/>
                </a:cubicBezTo>
                <a:cubicBezTo>
                  <a:pt x="159" y="38"/>
                  <a:pt x="153" y="34"/>
                  <a:pt x="146" y="29"/>
                </a:cubicBezTo>
                <a:cubicBezTo>
                  <a:pt x="139" y="24"/>
                  <a:pt x="131" y="21"/>
                  <a:pt x="121" y="19"/>
                </a:cubicBezTo>
                <a:cubicBezTo>
                  <a:pt x="119" y="19"/>
                  <a:pt x="117" y="18"/>
                  <a:pt x="113" y="18"/>
                </a:cubicBezTo>
                <a:cubicBezTo>
                  <a:pt x="103" y="18"/>
                  <a:pt x="93" y="20"/>
                  <a:pt x="84" y="24"/>
                </a:cubicBezTo>
                <a:cubicBezTo>
                  <a:pt x="70" y="32"/>
                  <a:pt x="60" y="42"/>
                  <a:pt x="56" y="55"/>
                </a:cubicBezTo>
                <a:cubicBezTo>
                  <a:pt x="52" y="68"/>
                  <a:pt x="49" y="84"/>
                  <a:pt x="49" y="102"/>
                </a:cubicBezTo>
                <a:lnTo>
                  <a:pt x="49" y="112"/>
                </a:lnTo>
                <a:cubicBezTo>
                  <a:pt x="49" y="144"/>
                  <a:pt x="53" y="167"/>
                  <a:pt x="59" y="180"/>
                </a:cubicBezTo>
                <a:cubicBezTo>
                  <a:pt x="70" y="201"/>
                  <a:pt x="87" y="211"/>
                  <a:pt x="112" y="21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0" name=""/>
          <p:cNvSpPr/>
          <p:nvPr/>
        </p:nvSpPr>
        <p:spPr>
          <a:xfrm>
            <a:off x="5935320" y="1627560"/>
            <a:ext cx="80640" cy="83520"/>
          </a:xfrm>
          <a:custGeom>
            <a:avLst/>
            <a:gdLst/>
            <a:ahLst/>
            <a:rect l="0" t="0" r="r" b="b"/>
            <a:pathLst>
              <a:path w="224" h="232">
                <a:moveTo>
                  <a:pt x="0" y="118"/>
                </a:moveTo>
                <a:cubicBezTo>
                  <a:pt x="0" y="86"/>
                  <a:pt x="10" y="58"/>
                  <a:pt x="32" y="35"/>
                </a:cubicBezTo>
                <a:cubicBezTo>
                  <a:pt x="54" y="12"/>
                  <a:pt x="81" y="0"/>
                  <a:pt x="112" y="0"/>
                </a:cubicBezTo>
                <a:cubicBezTo>
                  <a:pt x="143" y="0"/>
                  <a:pt x="169" y="11"/>
                  <a:pt x="191" y="34"/>
                </a:cubicBezTo>
                <a:cubicBezTo>
                  <a:pt x="213" y="57"/>
                  <a:pt x="224" y="85"/>
                  <a:pt x="224" y="117"/>
                </a:cubicBezTo>
                <a:cubicBezTo>
                  <a:pt x="224" y="149"/>
                  <a:pt x="214" y="176"/>
                  <a:pt x="192" y="198"/>
                </a:cubicBezTo>
                <a:cubicBezTo>
                  <a:pt x="171" y="221"/>
                  <a:pt x="144" y="232"/>
                  <a:pt x="112" y="232"/>
                </a:cubicBezTo>
                <a:cubicBezTo>
                  <a:pt x="79" y="232"/>
                  <a:pt x="52" y="221"/>
                  <a:pt x="31" y="197"/>
                </a:cubicBezTo>
                <a:cubicBezTo>
                  <a:pt x="10" y="175"/>
                  <a:pt x="0" y="148"/>
                  <a:pt x="0" y="118"/>
                </a:cubicBezTo>
                <a:moveTo>
                  <a:pt x="112" y="211"/>
                </a:moveTo>
                <a:cubicBezTo>
                  <a:pt x="154" y="211"/>
                  <a:pt x="174" y="183"/>
                  <a:pt x="174" y="129"/>
                </a:cubicBezTo>
                <a:lnTo>
                  <a:pt x="174" y="112"/>
                </a:lnTo>
                <a:lnTo>
                  <a:pt x="174" y="100"/>
                </a:lnTo>
                <a:cubicBezTo>
                  <a:pt x="174" y="92"/>
                  <a:pt x="174" y="86"/>
                  <a:pt x="174" y="81"/>
                </a:cubicBezTo>
                <a:cubicBezTo>
                  <a:pt x="174" y="75"/>
                  <a:pt x="172" y="69"/>
                  <a:pt x="170" y="61"/>
                </a:cubicBezTo>
                <a:cubicBezTo>
                  <a:pt x="168" y="54"/>
                  <a:pt x="166" y="48"/>
                  <a:pt x="162" y="43"/>
                </a:cubicBezTo>
                <a:cubicBezTo>
                  <a:pt x="159" y="38"/>
                  <a:pt x="154" y="34"/>
                  <a:pt x="147" y="29"/>
                </a:cubicBezTo>
                <a:cubicBezTo>
                  <a:pt x="140" y="24"/>
                  <a:pt x="131" y="21"/>
                  <a:pt x="121" y="19"/>
                </a:cubicBezTo>
                <a:cubicBezTo>
                  <a:pt x="119" y="19"/>
                  <a:pt x="116" y="18"/>
                  <a:pt x="113" y="18"/>
                </a:cubicBezTo>
                <a:cubicBezTo>
                  <a:pt x="103" y="18"/>
                  <a:pt x="93" y="20"/>
                  <a:pt x="84" y="24"/>
                </a:cubicBezTo>
                <a:cubicBezTo>
                  <a:pt x="69" y="32"/>
                  <a:pt x="60" y="42"/>
                  <a:pt x="56" y="55"/>
                </a:cubicBezTo>
                <a:cubicBezTo>
                  <a:pt x="51" y="68"/>
                  <a:pt x="49" y="84"/>
                  <a:pt x="49" y="102"/>
                </a:cubicBezTo>
                <a:lnTo>
                  <a:pt x="49" y="112"/>
                </a:lnTo>
                <a:cubicBezTo>
                  <a:pt x="49" y="144"/>
                  <a:pt x="52" y="167"/>
                  <a:pt x="59" y="180"/>
                </a:cubicBezTo>
                <a:cubicBezTo>
                  <a:pt x="69" y="201"/>
                  <a:pt x="87" y="211"/>
                  <a:pt x="112" y="21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1" name=""/>
          <p:cNvSpPr/>
          <p:nvPr/>
        </p:nvSpPr>
        <p:spPr>
          <a:xfrm>
            <a:off x="6025680" y="1582560"/>
            <a:ext cx="43560" cy="126720"/>
          </a:xfrm>
          <a:custGeom>
            <a:avLst/>
            <a:gdLst/>
            <a:ahLst/>
            <a:rect l="0" t="0" r="r" b="b"/>
            <a:pathLst>
              <a:path w="121" h="352">
                <a:moveTo>
                  <a:pt x="8" y="328"/>
                </a:moveTo>
                <a:lnTo>
                  <a:pt x="15" y="328"/>
                </a:lnTo>
                <a:cubicBezTo>
                  <a:pt x="29" y="328"/>
                  <a:pt x="36" y="325"/>
                  <a:pt x="39" y="321"/>
                </a:cubicBezTo>
                <a:lnTo>
                  <a:pt x="39" y="317"/>
                </a:lnTo>
                <a:cubicBezTo>
                  <a:pt x="39" y="314"/>
                  <a:pt x="39" y="310"/>
                  <a:pt x="39" y="305"/>
                </a:cubicBezTo>
                <a:cubicBezTo>
                  <a:pt x="39" y="300"/>
                  <a:pt x="39" y="295"/>
                  <a:pt x="39" y="288"/>
                </a:cubicBezTo>
                <a:cubicBezTo>
                  <a:pt x="39" y="282"/>
                  <a:pt x="39" y="275"/>
                  <a:pt x="40" y="267"/>
                </a:cubicBezTo>
                <a:cubicBezTo>
                  <a:pt x="40" y="259"/>
                  <a:pt x="40" y="250"/>
                  <a:pt x="40" y="241"/>
                </a:cubicBezTo>
                <a:cubicBezTo>
                  <a:pt x="39" y="233"/>
                  <a:pt x="39" y="223"/>
                  <a:pt x="40" y="214"/>
                </a:cubicBezTo>
                <a:cubicBezTo>
                  <a:pt x="40" y="204"/>
                  <a:pt x="40" y="194"/>
                  <a:pt x="40" y="185"/>
                </a:cubicBezTo>
                <a:cubicBezTo>
                  <a:pt x="40" y="172"/>
                  <a:pt x="40" y="159"/>
                  <a:pt x="40" y="145"/>
                </a:cubicBezTo>
                <a:cubicBezTo>
                  <a:pt x="40" y="132"/>
                  <a:pt x="40" y="119"/>
                  <a:pt x="40" y="107"/>
                </a:cubicBezTo>
                <a:cubicBezTo>
                  <a:pt x="40" y="96"/>
                  <a:pt x="40" y="86"/>
                  <a:pt x="40" y="77"/>
                </a:cubicBezTo>
                <a:cubicBezTo>
                  <a:pt x="40" y="68"/>
                  <a:pt x="40" y="61"/>
                  <a:pt x="39" y="55"/>
                </a:cubicBezTo>
                <a:cubicBezTo>
                  <a:pt x="39" y="49"/>
                  <a:pt x="39" y="46"/>
                  <a:pt x="39" y="46"/>
                </a:cubicBezTo>
                <a:cubicBezTo>
                  <a:pt x="38" y="40"/>
                  <a:pt x="36" y="36"/>
                  <a:pt x="32" y="34"/>
                </a:cubicBezTo>
                <a:cubicBezTo>
                  <a:pt x="28" y="32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10"/>
                  <a:pt x="1" y="6"/>
                  <a:pt x="1" y="6"/>
                </a:cubicBezTo>
                <a:lnTo>
                  <a:pt x="6" y="5"/>
                </a:lnTo>
                <a:cubicBezTo>
                  <a:pt x="10" y="5"/>
                  <a:pt x="15" y="5"/>
                  <a:pt x="21" y="4"/>
                </a:cubicBezTo>
                <a:cubicBezTo>
                  <a:pt x="27" y="4"/>
                  <a:pt x="34" y="4"/>
                  <a:pt x="40" y="3"/>
                </a:cubicBezTo>
                <a:cubicBezTo>
                  <a:pt x="45" y="3"/>
                  <a:pt x="52" y="3"/>
                  <a:pt x="58" y="2"/>
                </a:cubicBezTo>
                <a:cubicBezTo>
                  <a:pt x="65" y="2"/>
                  <a:pt x="70" y="1"/>
                  <a:pt x="74" y="1"/>
                </a:cubicBezTo>
                <a:cubicBezTo>
                  <a:pt x="77" y="0"/>
                  <a:pt x="79" y="0"/>
                  <a:pt x="79" y="0"/>
                </a:cubicBezTo>
                <a:lnTo>
                  <a:pt x="81" y="0"/>
                </a:lnTo>
                <a:lnTo>
                  <a:pt x="81" y="160"/>
                </a:lnTo>
                <a:cubicBezTo>
                  <a:pt x="81" y="266"/>
                  <a:pt x="81" y="320"/>
                  <a:pt x="81" y="321"/>
                </a:cubicBezTo>
                <a:cubicBezTo>
                  <a:pt x="82" y="323"/>
                  <a:pt x="84" y="325"/>
                  <a:pt x="87" y="326"/>
                </a:cubicBezTo>
                <a:cubicBezTo>
                  <a:pt x="94" y="327"/>
                  <a:pt x="104" y="328"/>
                  <a:pt x="113" y="328"/>
                </a:cubicBezTo>
                <a:lnTo>
                  <a:pt x="121" y="328"/>
                </a:lnTo>
                <a:lnTo>
                  <a:pt x="121" y="352"/>
                </a:lnTo>
                <a:lnTo>
                  <a:pt x="117" y="352"/>
                </a:lnTo>
                <a:lnTo>
                  <a:pt x="105" y="352"/>
                </a:lnTo>
                <a:cubicBezTo>
                  <a:pt x="97" y="351"/>
                  <a:pt x="88" y="351"/>
                  <a:pt x="80" y="351"/>
                </a:cubicBezTo>
                <a:cubicBezTo>
                  <a:pt x="71" y="351"/>
                  <a:pt x="64" y="351"/>
                  <a:pt x="60" y="351"/>
                </a:cubicBezTo>
                <a:cubicBezTo>
                  <a:pt x="56" y="350"/>
                  <a:pt x="50" y="350"/>
                  <a:pt x="41" y="351"/>
                </a:cubicBezTo>
                <a:cubicBezTo>
                  <a:pt x="32" y="351"/>
                  <a:pt x="24" y="351"/>
                  <a:pt x="16" y="352"/>
                </a:cubicBezTo>
                <a:lnTo>
                  <a:pt x="4" y="352"/>
                </a:lnTo>
                <a:lnTo>
                  <a:pt x="0" y="352"/>
                </a:lnTo>
                <a:lnTo>
                  <a:pt x="0" y="328"/>
                </a:lnTo>
                <a:lnTo>
                  <a:pt x="8" y="3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2" name=""/>
          <p:cNvSpPr/>
          <p:nvPr/>
        </p:nvSpPr>
        <p:spPr>
          <a:xfrm>
            <a:off x="6076800" y="1627560"/>
            <a:ext cx="70560" cy="83880"/>
          </a:xfrm>
          <a:custGeom>
            <a:avLst/>
            <a:gdLst/>
            <a:ahLst/>
            <a:rect l="0" t="0" r="r" b="b"/>
            <a:pathLst>
              <a:path w="196" h="233">
                <a:moveTo>
                  <a:pt x="0" y="116"/>
                </a:moveTo>
                <a:cubicBezTo>
                  <a:pt x="0" y="97"/>
                  <a:pt x="3" y="81"/>
                  <a:pt x="10" y="65"/>
                </a:cubicBezTo>
                <a:cubicBezTo>
                  <a:pt x="17" y="50"/>
                  <a:pt x="25" y="38"/>
                  <a:pt x="35" y="28"/>
                </a:cubicBezTo>
                <a:cubicBezTo>
                  <a:pt x="45" y="19"/>
                  <a:pt x="56" y="12"/>
                  <a:pt x="68" y="7"/>
                </a:cubicBezTo>
                <a:cubicBezTo>
                  <a:pt x="80" y="3"/>
                  <a:pt x="91" y="0"/>
                  <a:pt x="101" y="0"/>
                </a:cubicBezTo>
                <a:cubicBezTo>
                  <a:pt x="119" y="0"/>
                  <a:pt x="135" y="3"/>
                  <a:pt x="147" y="9"/>
                </a:cubicBezTo>
                <a:cubicBezTo>
                  <a:pt x="160" y="15"/>
                  <a:pt x="170" y="23"/>
                  <a:pt x="177" y="34"/>
                </a:cubicBezTo>
                <a:cubicBezTo>
                  <a:pt x="184" y="45"/>
                  <a:pt x="189" y="56"/>
                  <a:pt x="192" y="66"/>
                </a:cubicBezTo>
                <a:cubicBezTo>
                  <a:pt x="195" y="77"/>
                  <a:pt x="196" y="89"/>
                  <a:pt x="196" y="102"/>
                </a:cubicBezTo>
                <a:cubicBezTo>
                  <a:pt x="196" y="105"/>
                  <a:pt x="195" y="107"/>
                  <a:pt x="193" y="109"/>
                </a:cubicBezTo>
                <a:lnTo>
                  <a:pt x="49" y="109"/>
                </a:lnTo>
                <a:lnTo>
                  <a:pt x="49" y="117"/>
                </a:lnTo>
                <a:cubicBezTo>
                  <a:pt x="49" y="167"/>
                  <a:pt x="66" y="197"/>
                  <a:pt x="100" y="208"/>
                </a:cubicBezTo>
                <a:cubicBezTo>
                  <a:pt x="107" y="210"/>
                  <a:pt x="114" y="211"/>
                  <a:pt x="122" y="211"/>
                </a:cubicBezTo>
                <a:cubicBezTo>
                  <a:pt x="136" y="211"/>
                  <a:pt x="148" y="206"/>
                  <a:pt x="158" y="195"/>
                </a:cubicBezTo>
                <a:cubicBezTo>
                  <a:pt x="164" y="189"/>
                  <a:pt x="169" y="182"/>
                  <a:pt x="172" y="174"/>
                </a:cubicBezTo>
                <a:lnTo>
                  <a:pt x="177" y="161"/>
                </a:lnTo>
                <a:cubicBezTo>
                  <a:pt x="178" y="160"/>
                  <a:pt x="181" y="160"/>
                  <a:pt x="186" y="160"/>
                </a:cubicBezTo>
                <a:lnTo>
                  <a:pt x="188" y="160"/>
                </a:lnTo>
                <a:cubicBezTo>
                  <a:pt x="194" y="160"/>
                  <a:pt x="196" y="162"/>
                  <a:pt x="196" y="165"/>
                </a:cubicBezTo>
                <a:cubicBezTo>
                  <a:pt x="196" y="166"/>
                  <a:pt x="196" y="168"/>
                  <a:pt x="195" y="171"/>
                </a:cubicBezTo>
                <a:cubicBezTo>
                  <a:pt x="188" y="190"/>
                  <a:pt x="177" y="205"/>
                  <a:pt x="162" y="216"/>
                </a:cubicBezTo>
                <a:cubicBezTo>
                  <a:pt x="147" y="227"/>
                  <a:pt x="131" y="233"/>
                  <a:pt x="112" y="233"/>
                </a:cubicBezTo>
                <a:cubicBezTo>
                  <a:pt x="80" y="233"/>
                  <a:pt x="53" y="221"/>
                  <a:pt x="32" y="197"/>
                </a:cubicBezTo>
                <a:cubicBezTo>
                  <a:pt x="11" y="174"/>
                  <a:pt x="0" y="147"/>
                  <a:pt x="0" y="116"/>
                </a:cubicBezTo>
                <a:moveTo>
                  <a:pt x="154" y="87"/>
                </a:moveTo>
                <a:cubicBezTo>
                  <a:pt x="150" y="44"/>
                  <a:pt x="134" y="21"/>
                  <a:pt x="106" y="18"/>
                </a:cubicBezTo>
                <a:lnTo>
                  <a:pt x="105" y="18"/>
                </a:lnTo>
                <a:cubicBezTo>
                  <a:pt x="102" y="18"/>
                  <a:pt x="100" y="19"/>
                  <a:pt x="97" y="19"/>
                </a:cubicBezTo>
                <a:cubicBezTo>
                  <a:pt x="94" y="19"/>
                  <a:pt x="90" y="21"/>
                  <a:pt x="84" y="23"/>
                </a:cubicBezTo>
                <a:cubicBezTo>
                  <a:pt x="78" y="25"/>
                  <a:pt x="74" y="29"/>
                  <a:pt x="70" y="34"/>
                </a:cubicBezTo>
                <a:cubicBezTo>
                  <a:pt x="65" y="38"/>
                  <a:pt x="62" y="45"/>
                  <a:pt x="58" y="54"/>
                </a:cubicBezTo>
                <a:cubicBezTo>
                  <a:pt x="54" y="63"/>
                  <a:pt x="51" y="74"/>
                  <a:pt x="50" y="88"/>
                </a:cubicBezTo>
                <a:lnTo>
                  <a:pt x="50" y="91"/>
                </a:lnTo>
                <a:lnTo>
                  <a:pt x="154" y="91"/>
                </a:lnTo>
                <a:lnTo>
                  <a:pt x="154" y="8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3" name=""/>
          <p:cNvSpPr/>
          <p:nvPr/>
        </p:nvSpPr>
        <p:spPr>
          <a:xfrm>
            <a:off x="6158520" y="1582560"/>
            <a:ext cx="91440" cy="128880"/>
          </a:xfrm>
          <a:custGeom>
            <a:avLst/>
            <a:gdLst/>
            <a:ahLst/>
            <a:rect l="0" t="0" r="r" b="b"/>
            <a:pathLst>
              <a:path w="254" h="358">
                <a:moveTo>
                  <a:pt x="173" y="102"/>
                </a:moveTo>
                <a:cubicBezTo>
                  <a:pt x="173" y="97"/>
                  <a:pt x="173" y="90"/>
                  <a:pt x="173" y="82"/>
                </a:cubicBezTo>
                <a:cubicBezTo>
                  <a:pt x="173" y="74"/>
                  <a:pt x="173" y="68"/>
                  <a:pt x="174" y="65"/>
                </a:cubicBezTo>
                <a:cubicBezTo>
                  <a:pt x="174" y="49"/>
                  <a:pt x="172" y="39"/>
                  <a:pt x="169" y="36"/>
                </a:cubicBezTo>
                <a:cubicBezTo>
                  <a:pt x="165" y="32"/>
                  <a:pt x="157" y="30"/>
                  <a:pt x="143" y="29"/>
                </a:cubicBezTo>
                <a:lnTo>
                  <a:pt x="134" y="29"/>
                </a:lnTo>
                <a:lnTo>
                  <a:pt x="134" y="17"/>
                </a:lnTo>
                <a:cubicBezTo>
                  <a:pt x="134" y="10"/>
                  <a:pt x="134" y="6"/>
                  <a:pt x="135" y="6"/>
                </a:cubicBezTo>
                <a:lnTo>
                  <a:pt x="140" y="5"/>
                </a:lnTo>
                <a:cubicBezTo>
                  <a:pt x="143" y="5"/>
                  <a:pt x="148" y="5"/>
                  <a:pt x="154" y="4"/>
                </a:cubicBezTo>
                <a:cubicBezTo>
                  <a:pt x="161" y="4"/>
                  <a:pt x="167" y="4"/>
                  <a:pt x="173" y="3"/>
                </a:cubicBezTo>
                <a:cubicBezTo>
                  <a:pt x="179" y="3"/>
                  <a:pt x="185" y="3"/>
                  <a:pt x="192" y="2"/>
                </a:cubicBezTo>
                <a:cubicBezTo>
                  <a:pt x="199" y="2"/>
                  <a:pt x="204" y="1"/>
                  <a:pt x="207" y="1"/>
                </a:cubicBezTo>
                <a:cubicBezTo>
                  <a:pt x="210" y="0"/>
                  <a:pt x="212" y="0"/>
                  <a:pt x="213" y="0"/>
                </a:cubicBezTo>
                <a:lnTo>
                  <a:pt x="214" y="0"/>
                </a:lnTo>
                <a:lnTo>
                  <a:pt x="214" y="155"/>
                </a:lnTo>
                <a:cubicBezTo>
                  <a:pt x="214" y="258"/>
                  <a:pt x="214" y="310"/>
                  <a:pt x="215" y="311"/>
                </a:cubicBezTo>
                <a:cubicBezTo>
                  <a:pt x="216" y="318"/>
                  <a:pt x="218" y="322"/>
                  <a:pt x="222" y="324"/>
                </a:cubicBezTo>
                <a:cubicBezTo>
                  <a:pt x="226" y="326"/>
                  <a:pt x="234" y="328"/>
                  <a:pt x="245" y="329"/>
                </a:cubicBezTo>
                <a:lnTo>
                  <a:pt x="254" y="329"/>
                </a:lnTo>
                <a:lnTo>
                  <a:pt x="254" y="352"/>
                </a:lnTo>
                <a:cubicBezTo>
                  <a:pt x="254" y="352"/>
                  <a:pt x="241" y="353"/>
                  <a:pt x="215" y="355"/>
                </a:cubicBezTo>
                <a:cubicBezTo>
                  <a:pt x="190" y="356"/>
                  <a:pt x="177" y="357"/>
                  <a:pt x="175" y="358"/>
                </a:cubicBezTo>
                <a:lnTo>
                  <a:pt x="172" y="358"/>
                </a:lnTo>
                <a:lnTo>
                  <a:pt x="172" y="330"/>
                </a:lnTo>
                <a:lnTo>
                  <a:pt x="168" y="333"/>
                </a:lnTo>
                <a:cubicBezTo>
                  <a:pt x="148" y="350"/>
                  <a:pt x="126" y="358"/>
                  <a:pt x="102" y="358"/>
                </a:cubicBezTo>
                <a:cubicBezTo>
                  <a:pt x="76" y="358"/>
                  <a:pt x="52" y="347"/>
                  <a:pt x="32" y="327"/>
                </a:cubicBezTo>
                <a:cubicBezTo>
                  <a:pt x="11" y="306"/>
                  <a:pt x="0" y="278"/>
                  <a:pt x="0" y="243"/>
                </a:cubicBezTo>
                <a:cubicBezTo>
                  <a:pt x="0" y="210"/>
                  <a:pt x="11" y="182"/>
                  <a:pt x="32" y="161"/>
                </a:cubicBezTo>
                <a:cubicBezTo>
                  <a:pt x="53" y="140"/>
                  <a:pt x="78" y="129"/>
                  <a:pt x="106" y="129"/>
                </a:cubicBezTo>
                <a:cubicBezTo>
                  <a:pt x="132" y="129"/>
                  <a:pt x="154" y="137"/>
                  <a:pt x="173" y="153"/>
                </a:cubicBezTo>
                <a:lnTo>
                  <a:pt x="173" y="102"/>
                </a:lnTo>
                <a:moveTo>
                  <a:pt x="172" y="179"/>
                </a:moveTo>
                <a:cubicBezTo>
                  <a:pt x="156" y="158"/>
                  <a:pt x="137" y="147"/>
                  <a:pt x="114" y="147"/>
                </a:cubicBezTo>
                <a:cubicBezTo>
                  <a:pt x="98" y="147"/>
                  <a:pt x="83" y="153"/>
                  <a:pt x="70" y="166"/>
                </a:cubicBezTo>
                <a:cubicBezTo>
                  <a:pt x="61" y="175"/>
                  <a:pt x="56" y="186"/>
                  <a:pt x="53" y="198"/>
                </a:cubicBezTo>
                <a:cubicBezTo>
                  <a:pt x="51" y="210"/>
                  <a:pt x="50" y="226"/>
                  <a:pt x="49" y="245"/>
                </a:cubicBezTo>
                <a:cubicBezTo>
                  <a:pt x="49" y="264"/>
                  <a:pt x="50" y="280"/>
                  <a:pt x="53" y="291"/>
                </a:cubicBezTo>
                <a:cubicBezTo>
                  <a:pt x="55" y="303"/>
                  <a:pt x="61" y="314"/>
                  <a:pt x="70" y="322"/>
                </a:cubicBezTo>
                <a:cubicBezTo>
                  <a:pt x="81" y="333"/>
                  <a:pt x="94" y="339"/>
                  <a:pt x="110" y="339"/>
                </a:cubicBezTo>
                <a:cubicBezTo>
                  <a:pt x="134" y="339"/>
                  <a:pt x="154" y="326"/>
                  <a:pt x="172" y="300"/>
                </a:cubicBezTo>
                <a:lnTo>
                  <a:pt x="172" y="1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4" name=""/>
          <p:cNvSpPr/>
          <p:nvPr/>
        </p:nvSpPr>
        <p:spPr>
          <a:xfrm>
            <a:off x="6343920" y="157032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0" y="44"/>
                </a:moveTo>
                <a:cubicBezTo>
                  <a:pt x="0" y="33"/>
                  <a:pt x="4" y="23"/>
                  <a:pt x="12" y="13"/>
                </a:cubicBezTo>
                <a:cubicBezTo>
                  <a:pt x="20" y="4"/>
                  <a:pt x="30" y="0"/>
                  <a:pt x="43" y="0"/>
                </a:cubicBezTo>
                <a:cubicBezTo>
                  <a:pt x="55" y="0"/>
                  <a:pt x="65" y="4"/>
                  <a:pt x="74" y="12"/>
                </a:cubicBezTo>
                <a:cubicBezTo>
                  <a:pt x="82" y="20"/>
                  <a:pt x="87" y="30"/>
                  <a:pt x="87" y="43"/>
                </a:cubicBezTo>
                <a:cubicBezTo>
                  <a:pt x="87" y="55"/>
                  <a:pt x="83" y="66"/>
                  <a:pt x="75" y="74"/>
                </a:cubicBezTo>
                <a:cubicBezTo>
                  <a:pt x="67" y="83"/>
                  <a:pt x="57" y="87"/>
                  <a:pt x="43" y="87"/>
                </a:cubicBezTo>
                <a:cubicBezTo>
                  <a:pt x="31" y="87"/>
                  <a:pt x="21" y="83"/>
                  <a:pt x="13" y="75"/>
                </a:cubicBezTo>
                <a:cubicBezTo>
                  <a:pt x="4" y="67"/>
                  <a:pt x="0" y="56"/>
                  <a:pt x="0" y="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5" name=""/>
          <p:cNvSpPr/>
          <p:nvPr/>
        </p:nvSpPr>
        <p:spPr>
          <a:xfrm>
            <a:off x="6458760" y="1536480"/>
            <a:ext cx="133560" cy="114120"/>
          </a:xfrm>
          <a:custGeom>
            <a:avLst/>
            <a:gdLst/>
            <a:ahLst/>
            <a:rect l="0" t="0" r="r" b="b"/>
            <a:pathLst>
              <a:path w="371" h="317">
                <a:moveTo>
                  <a:pt x="12" y="283"/>
                </a:moveTo>
                <a:lnTo>
                  <a:pt x="22" y="283"/>
                </a:lnTo>
                <a:cubicBezTo>
                  <a:pt x="40" y="283"/>
                  <a:pt x="52" y="280"/>
                  <a:pt x="55" y="273"/>
                </a:cubicBezTo>
                <a:lnTo>
                  <a:pt x="55" y="267"/>
                </a:lnTo>
                <a:cubicBezTo>
                  <a:pt x="55" y="263"/>
                  <a:pt x="55" y="257"/>
                  <a:pt x="55" y="251"/>
                </a:cubicBezTo>
                <a:cubicBezTo>
                  <a:pt x="55" y="244"/>
                  <a:pt x="55" y="237"/>
                  <a:pt x="55" y="229"/>
                </a:cubicBezTo>
                <a:cubicBezTo>
                  <a:pt x="55" y="220"/>
                  <a:pt x="56" y="211"/>
                  <a:pt x="56" y="201"/>
                </a:cubicBezTo>
                <a:cubicBezTo>
                  <a:pt x="57" y="190"/>
                  <a:pt x="57" y="180"/>
                  <a:pt x="56" y="171"/>
                </a:cubicBezTo>
                <a:cubicBezTo>
                  <a:pt x="56" y="156"/>
                  <a:pt x="56" y="140"/>
                  <a:pt x="56" y="123"/>
                </a:cubicBezTo>
                <a:cubicBezTo>
                  <a:pt x="56" y="107"/>
                  <a:pt x="56" y="93"/>
                  <a:pt x="55" y="81"/>
                </a:cubicBezTo>
                <a:lnTo>
                  <a:pt x="55" y="65"/>
                </a:lnTo>
                <a:cubicBezTo>
                  <a:pt x="54" y="56"/>
                  <a:pt x="51" y="50"/>
                  <a:pt x="45" y="47"/>
                </a:cubicBezTo>
                <a:cubicBezTo>
                  <a:pt x="40" y="44"/>
                  <a:pt x="29" y="42"/>
                  <a:pt x="13" y="41"/>
                </a:cubicBezTo>
                <a:lnTo>
                  <a:pt x="0" y="41"/>
                </a:lnTo>
                <a:lnTo>
                  <a:pt x="0" y="24"/>
                </a:lnTo>
                <a:cubicBezTo>
                  <a:pt x="0" y="13"/>
                  <a:pt x="1" y="8"/>
                  <a:pt x="2" y="8"/>
                </a:cubicBezTo>
                <a:lnTo>
                  <a:pt x="9" y="7"/>
                </a:lnTo>
                <a:cubicBezTo>
                  <a:pt x="14" y="6"/>
                  <a:pt x="20" y="6"/>
                  <a:pt x="29" y="6"/>
                </a:cubicBezTo>
                <a:cubicBezTo>
                  <a:pt x="38" y="5"/>
                  <a:pt x="46" y="5"/>
                  <a:pt x="55" y="4"/>
                </a:cubicBezTo>
                <a:cubicBezTo>
                  <a:pt x="64" y="4"/>
                  <a:pt x="72" y="3"/>
                  <a:pt x="81" y="3"/>
                </a:cubicBezTo>
                <a:cubicBezTo>
                  <a:pt x="90" y="2"/>
                  <a:pt x="97" y="1"/>
                  <a:pt x="102" y="1"/>
                </a:cubicBezTo>
                <a:cubicBezTo>
                  <a:pt x="107" y="0"/>
                  <a:pt x="109" y="-1"/>
                  <a:pt x="110" y="0"/>
                </a:cubicBezTo>
                <a:lnTo>
                  <a:pt x="112" y="0"/>
                </a:lnTo>
                <a:lnTo>
                  <a:pt x="112" y="28"/>
                </a:lnTo>
                <a:cubicBezTo>
                  <a:pt x="112" y="47"/>
                  <a:pt x="112" y="56"/>
                  <a:pt x="113" y="56"/>
                </a:cubicBezTo>
                <a:cubicBezTo>
                  <a:pt x="113" y="56"/>
                  <a:pt x="114" y="54"/>
                  <a:pt x="116" y="52"/>
                </a:cubicBezTo>
                <a:cubicBezTo>
                  <a:pt x="118" y="50"/>
                  <a:pt x="121" y="46"/>
                  <a:pt x="125" y="41"/>
                </a:cubicBezTo>
                <a:cubicBezTo>
                  <a:pt x="129" y="37"/>
                  <a:pt x="133" y="32"/>
                  <a:pt x="138" y="28"/>
                </a:cubicBezTo>
                <a:cubicBezTo>
                  <a:pt x="144" y="25"/>
                  <a:pt x="151" y="20"/>
                  <a:pt x="159" y="15"/>
                </a:cubicBezTo>
                <a:cubicBezTo>
                  <a:pt x="168" y="10"/>
                  <a:pt x="177" y="6"/>
                  <a:pt x="186" y="3"/>
                </a:cubicBezTo>
                <a:cubicBezTo>
                  <a:pt x="196" y="1"/>
                  <a:pt x="208" y="0"/>
                  <a:pt x="223" y="0"/>
                </a:cubicBezTo>
                <a:cubicBezTo>
                  <a:pt x="277" y="2"/>
                  <a:pt x="307" y="29"/>
                  <a:pt x="314" y="81"/>
                </a:cubicBezTo>
                <a:cubicBezTo>
                  <a:pt x="314" y="84"/>
                  <a:pt x="314" y="117"/>
                  <a:pt x="314" y="180"/>
                </a:cubicBezTo>
                <a:lnTo>
                  <a:pt x="314" y="241"/>
                </a:lnTo>
                <a:cubicBezTo>
                  <a:pt x="314" y="260"/>
                  <a:pt x="315" y="270"/>
                  <a:pt x="316" y="274"/>
                </a:cubicBezTo>
                <a:cubicBezTo>
                  <a:pt x="317" y="277"/>
                  <a:pt x="319" y="279"/>
                  <a:pt x="324" y="281"/>
                </a:cubicBezTo>
                <a:cubicBezTo>
                  <a:pt x="335" y="282"/>
                  <a:pt x="346" y="283"/>
                  <a:pt x="360" y="283"/>
                </a:cubicBezTo>
                <a:lnTo>
                  <a:pt x="371" y="283"/>
                </a:lnTo>
                <a:lnTo>
                  <a:pt x="371" y="317"/>
                </a:lnTo>
                <a:lnTo>
                  <a:pt x="365" y="317"/>
                </a:lnTo>
                <a:lnTo>
                  <a:pt x="348" y="316"/>
                </a:lnTo>
                <a:cubicBezTo>
                  <a:pt x="337" y="316"/>
                  <a:pt x="324" y="315"/>
                  <a:pt x="311" y="315"/>
                </a:cubicBezTo>
                <a:cubicBezTo>
                  <a:pt x="298" y="315"/>
                  <a:pt x="289" y="315"/>
                  <a:pt x="284" y="315"/>
                </a:cubicBezTo>
                <a:cubicBezTo>
                  <a:pt x="235" y="315"/>
                  <a:pt x="208" y="315"/>
                  <a:pt x="204" y="317"/>
                </a:cubicBezTo>
                <a:lnTo>
                  <a:pt x="198" y="317"/>
                </a:lnTo>
                <a:lnTo>
                  <a:pt x="198" y="283"/>
                </a:lnTo>
                <a:lnTo>
                  <a:pt x="210" y="283"/>
                </a:lnTo>
                <a:cubicBezTo>
                  <a:pt x="239" y="283"/>
                  <a:pt x="253" y="279"/>
                  <a:pt x="253" y="271"/>
                </a:cubicBezTo>
                <a:cubicBezTo>
                  <a:pt x="254" y="271"/>
                  <a:pt x="254" y="238"/>
                  <a:pt x="254" y="173"/>
                </a:cubicBezTo>
                <a:cubicBezTo>
                  <a:pt x="254" y="108"/>
                  <a:pt x="253" y="74"/>
                  <a:pt x="253" y="71"/>
                </a:cubicBezTo>
                <a:cubicBezTo>
                  <a:pt x="250" y="57"/>
                  <a:pt x="245" y="47"/>
                  <a:pt x="238" y="41"/>
                </a:cubicBezTo>
                <a:cubicBezTo>
                  <a:pt x="232" y="34"/>
                  <a:pt x="226" y="30"/>
                  <a:pt x="221" y="28"/>
                </a:cubicBezTo>
                <a:cubicBezTo>
                  <a:pt x="217" y="27"/>
                  <a:pt x="210" y="27"/>
                  <a:pt x="203" y="27"/>
                </a:cubicBezTo>
                <a:cubicBezTo>
                  <a:pt x="181" y="27"/>
                  <a:pt x="162" y="35"/>
                  <a:pt x="146" y="51"/>
                </a:cubicBezTo>
                <a:cubicBezTo>
                  <a:pt x="133" y="64"/>
                  <a:pt x="125" y="77"/>
                  <a:pt x="122" y="91"/>
                </a:cubicBezTo>
                <a:cubicBezTo>
                  <a:pt x="119" y="104"/>
                  <a:pt x="117" y="124"/>
                  <a:pt x="116" y="150"/>
                </a:cubicBezTo>
                <a:lnTo>
                  <a:pt x="116" y="196"/>
                </a:lnTo>
                <a:lnTo>
                  <a:pt x="116" y="239"/>
                </a:lnTo>
                <a:cubicBezTo>
                  <a:pt x="116" y="253"/>
                  <a:pt x="116" y="262"/>
                  <a:pt x="117" y="267"/>
                </a:cubicBezTo>
                <a:cubicBezTo>
                  <a:pt x="117" y="272"/>
                  <a:pt x="118" y="275"/>
                  <a:pt x="119" y="276"/>
                </a:cubicBezTo>
                <a:cubicBezTo>
                  <a:pt x="120" y="278"/>
                  <a:pt x="122" y="279"/>
                  <a:pt x="125" y="281"/>
                </a:cubicBezTo>
                <a:cubicBezTo>
                  <a:pt x="135" y="282"/>
                  <a:pt x="147" y="283"/>
                  <a:pt x="161" y="283"/>
                </a:cubicBezTo>
                <a:lnTo>
                  <a:pt x="172" y="283"/>
                </a:lnTo>
                <a:lnTo>
                  <a:pt x="172" y="317"/>
                </a:lnTo>
                <a:lnTo>
                  <a:pt x="166" y="317"/>
                </a:lnTo>
                <a:lnTo>
                  <a:pt x="150" y="316"/>
                </a:lnTo>
                <a:cubicBezTo>
                  <a:pt x="138" y="316"/>
                  <a:pt x="126" y="315"/>
                  <a:pt x="113" y="315"/>
                </a:cubicBezTo>
                <a:cubicBezTo>
                  <a:pt x="100" y="315"/>
                  <a:pt x="91" y="315"/>
                  <a:pt x="86" y="315"/>
                </a:cubicBezTo>
                <a:cubicBezTo>
                  <a:pt x="37" y="315"/>
                  <a:pt x="10" y="315"/>
                  <a:pt x="6" y="317"/>
                </a:cubicBezTo>
                <a:lnTo>
                  <a:pt x="0" y="317"/>
                </a:lnTo>
                <a:lnTo>
                  <a:pt x="0" y="283"/>
                </a:lnTo>
                <a:lnTo>
                  <a:pt x="12" y="28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6" name=""/>
          <p:cNvSpPr/>
          <p:nvPr/>
        </p:nvSpPr>
        <p:spPr>
          <a:xfrm>
            <a:off x="6603840" y="1465920"/>
            <a:ext cx="176760" cy="184680"/>
          </a:xfrm>
          <a:custGeom>
            <a:avLst/>
            <a:gdLst/>
            <a:ahLst/>
            <a:rect l="0" t="0" r="r" b="b"/>
            <a:pathLst>
              <a:path w="491" h="513">
                <a:moveTo>
                  <a:pt x="159" y="513"/>
                </a:moveTo>
                <a:cubicBezTo>
                  <a:pt x="152" y="511"/>
                  <a:pt x="125" y="511"/>
                  <a:pt x="77" y="511"/>
                </a:cubicBezTo>
                <a:cubicBezTo>
                  <a:pt x="33" y="511"/>
                  <a:pt x="9" y="511"/>
                  <a:pt x="5" y="513"/>
                </a:cubicBezTo>
                <a:lnTo>
                  <a:pt x="0" y="513"/>
                </a:lnTo>
                <a:lnTo>
                  <a:pt x="0" y="480"/>
                </a:lnTo>
                <a:lnTo>
                  <a:pt x="11" y="480"/>
                </a:lnTo>
                <a:cubicBezTo>
                  <a:pt x="45" y="478"/>
                  <a:pt x="67" y="468"/>
                  <a:pt x="76" y="450"/>
                </a:cubicBezTo>
                <a:cubicBezTo>
                  <a:pt x="77" y="448"/>
                  <a:pt x="89" y="411"/>
                  <a:pt x="114" y="338"/>
                </a:cubicBezTo>
                <a:cubicBezTo>
                  <a:pt x="139" y="263"/>
                  <a:pt x="164" y="190"/>
                  <a:pt x="188" y="116"/>
                </a:cubicBezTo>
                <a:cubicBezTo>
                  <a:pt x="212" y="43"/>
                  <a:pt x="225" y="6"/>
                  <a:pt x="226" y="6"/>
                </a:cubicBezTo>
                <a:cubicBezTo>
                  <a:pt x="227" y="2"/>
                  <a:pt x="231" y="0"/>
                  <a:pt x="239" y="0"/>
                </a:cubicBezTo>
                <a:lnTo>
                  <a:pt x="246" y="0"/>
                </a:lnTo>
                <a:cubicBezTo>
                  <a:pt x="255" y="0"/>
                  <a:pt x="261" y="2"/>
                  <a:pt x="263" y="5"/>
                </a:cubicBezTo>
                <a:cubicBezTo>
                  <a:pt x="264" y="6"/>
                  <a:pt x="290" y="82"/>
                  <a:pt x="340" y="233"/>
                </a:cubicBezTo>
                <a:lnTo>
                  <a:pt x="418" y="465"/>
                </a:lnTo>
                <a:cubicBezTo>
                  <a:pt x="421" y="471"/>
                  <a:pt x="426" y="475"/>
                  <a:pt x="432" y="476"/>
                </a:cubicBezTo>
                <a:cubicBezTo>
                  <a:pt x="437" y="478"/>
                  <a:pt x="450" y="479"/>
                  <a:pt x="468" y="480"/>
                </a:cubicBezTo>
                <a:lnTo>
                  <a:pt x="491" y="480"/>
                </a:lnTo>
                <a:lnTo>
                  <a:pt x="491" y="513"/>
                </a:lnTo>
                <a:lnTo>
                  <a:pt x="484" y="513"/>
                </a:lnTo>
                <a:cubicBezTo>
                  <a:pt x="479" y="511"/>
                  <a:pt x="449" y="511"/>
                  <a:pt x="392" y="511"/>
                </a:cubicBezTo>
                <a:cubicBezTo>
                  <a:pt x="334" y="511"/>
                  <a:pt x="299" y="511"/>
                  <a:pt x="289" y="513"/>
                </a:cubicBezTo>
                <a:lnTo>
                  <a:pt x="282" y="513"/>
                </a:lnTo>
                <a:lnTo>
                  <a:pt x="282" y="480"/>
                </a:lnTo>
                <a:lnTo>
                  <a:pt x="292" y="480"/>
                </a:lnTo>
                <a:cubicBezTo>
                  <a:pt x="325" y="480"/>
                  <a:pt x="342" y="476"/>
                  <a:pt x="342" y="467"/>
                </a:cubicBezTo>
                <a:cubicBezTo>
                  <a:pt x="342" y="466"/>
                  <a:pt x="336" y="448"/>
                  <a:pt x="324" y="414"/>
                </a:cubicBezTo>
                <a:lnTo>
                  <a:pt x="307" y="363"/>
                </a:lnTo>
                <a:lnTo>
                  <a:pt x="141" y="363"/>
                </a:lnTo>
                <a:lnTo>
                  <a:pt x="126" y="406"/>
                </a:lnTo>
                <a:cubicBezTo>
                  <a:pt x="117" y="434"/>
                  <a:pt x="112" y="449"/>
                  <a:pt x="112" y="452"/>
                </a:cubicBezTo>
                <a:cubicBezTo>
                  <a:pt x="112" y="458"/>
                  <a:pt x="117" y="464"/>
                  <a:pt x="126" y="471"/>
                </a:cubicBezTo>
                <a:cubicBezTo>
                  <a:pt x="136" y="477"/>
                  <a:pt x="148" y="480"/>
                  <a:pt x="162" y="480"/>
                </a:cubicBezTo>
                <a:lnTo>
                  <a:pt x="166" y="480"/>
                </a:lnTo>
                <a:lnTo>
                  <a:pt x="166" y="513"/>
                </a:lnTo>
                <a:lnTo>
                  <a:pt x="159" y="513"/>
                </a:lnTo>
                <a:moveTo>
                  <a:pt x="297" y="331"/>
                </a:moveTo>
                <a:lnTo>
                  <a:pt x="224" y="114"/>
                </a:lnTo>
                <a:lnTo>
                  <a:pt x="151" y="330"/>
                </a:lnTo>
                <a:cubicBezTo>
                  <a:pt x="151" y="330"/>
                  <a:pt x="175" y="331"/>
                  <a:pt x="224" y="331"/>
                </a:cubicBezTo>
                <a:lnTo>
                  <a:pt x="297" y="33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7" name=""/>
          <p:cNvSpPr/>
          <p:nvPr/>
        </p:nvSpPr>
        <p:spPr>
          <a:xfrm>
            <a:off x="6795720" y="1474560"/>
            <a:ext cx="160920" cy="176040"/>
          </a:xfrm>
          <a:custGeom>
            <a:avLst/>
            <a:gdLst/>
            <a:ahLst/>
            <a:rect l="0" t="0" r="r" b="b"/>
            <a:pathLst>
              <a:path w="447" h="489">
                <a:moveTo>
                  <a:pt x="75" y="43"/>
                </a:moveTo>
                <a:cubicBezTo>
                  <a:pt x="71" y="40"/>
                  <a:pt x="69" y="38"/>
                  <a:pt x="67" y="37"/>
                </a:cubicBezTo>
                <a:cubicBezTo>
                  <a:pt x="65" y="36"/>
                  <a:pt x="61" y="35"/>
                  <a:pt x="56" y="35"/>
                </a:cubicBezTo>
                <a:cubicBezTo>
                  <a:pt x="50" y="34"/>
                  <a:pt x="40" y="33"/>
                  <a:pt x="24" y="32"/>
                </a:cubicBezTo>
                <a:lnTo>
                  <a:pt x="0" y="32"/>
                </a:lnTo>
                <a:lnTo>
                  <a:pt x="0" y="0"/>
                </a:lnTo>
                <a:lnTo>
                  <a:pt x="145" y="0"/>
                </a:lnTo>
                <a:lnTo>
                  <a:pt x="172" y="0"/>
                </a:lnTo>
                <a:lnTo>
                  <a:pt x="229" y="0"/>
                </a:lnTo>
                <a:cubicBezTo>
                  <a:pt x="265" y="0"/>
                  <a:pt x="292" y="1"/>
                  <a:pt x="309" y="3"/>
                </a:cubicBezTo>
                <a:cubicBezTo>
                  <a:pt x="326" y="5"/>
                  <a:pt x="344" y="12"/>
                  <a:pt x="361" y="22"/>
                </a:cubicBezTo>
                <a:cubicBezTo>
                  <a:pt x="381" y="34"/>
                  <a:pt x="397" y="48"/>
                  <a:pt x="409" y="67"/>
                </a:cubicBezTo>
                <a:cubicBezTo>
                  <a:pt x="421" y="85"/>
                  <a:pt x="427" y="103"/>
                  <a:pt x="427" y="123"/>
                </a:cubicBezTo>
                <a:cubicBezTo>
                  <a:pt x="427" y="147"/>
                  <a:pt x="417" y="169"/>
                  <a:pt x="398" y="189"/>
                </a:cubicBezTo>
                <a:cubicBezTo>
                  <a:pt x="378" y="209"/>
                  <a:pt x="353" y="223"/>
                  <a:pt x="321" y="231"/>
                </a:cubicBezTo>
                <a:lnTo>
                  <a:pt x="314" y="234"/>
                </a:lnTo>
                <a:cubicBezTo>
                  <a:pt x="349" y="238"/>
                  <a:pt x="380" y="251"/>
                  <a:pt x="407" y="273"/>
                </a:cubicBezTo>
                <a:cubicBezTo>
                  <a:pt x="433" y="295"/>
                  <a:pt x="447" y="322"/>
                  <a:pt x="447" y="355"/>
                </a:cubicBezTo>
                <a:cubicBezTo>
                  <a:pt x="447" y="388"/>
                  <a:pt x="434" y="416"/>
                  <a:pt x="410" y="441"/>
                </a:cubicBezTo>
                <a:cubicBezTo>
                  <a:pt x="386" y="466"/>
                  <a:pt x="355" y="481"/>
                  <a:pt x="316" y="487"/>
                </a:cubicBezTo>
                <a:cubicBezTo>
                  <a:pt x="310" y="488"/>
                  <a:pt x="256" y="488"/>
                  <a:pt x="154" y="489"/>
                </a:cubicBezTo>
                <a:lnTo>
                  <a:pt x="0" y="489"/>
                </a:lnTo>
                <a:lnTo>
                  <a:pt x="0" y="456"/>
                </a:lnTo>
                <a:lnTo>
                  <a:pt x="24" y="456"/>
                </a:lnTo>
                <a:cubicBezTo>
                  <a:pt x="45" y="455"/>
                  <a:pt x="57" y="455"/>
                  <a:pt x="61" y="454"/>
                </a:cubicBezTo>
                <a:cubicBezTo>
                  <a:pt x="66" y="453"/>
                  <a:pt x="70" y="450"/>
                  <a:pt x="75" y="445"/>
                </a:cubicBezTo>
                <a:lnTo>
                  <a:pt x="75" y="43"/>
                </a:lnTo>
                <a:moveTo>
                  <a:pt x="346" y="122"/>
                </a:moveTo>
                <a:cubicBezTo>
                  <a:pt x="346" y="100"/>
                  <a:pt x="340" y="80"/>
                  <a:pt x="328" y="64"/>
                </a:cubicBezTo>
                <a:cubicBezTo>
                  <a:pt x="315" y="47"/>
                  <a:pt x="299" y="37"/>
                  <a:pt x="279" y="33"/>
                </a:cubicBezTo>
                <a:cubicBezTo>
                  <a:pt x="278" y="33"/>
                  <a:pt x="275" y="33"/>
                  <a:pt x="269" y="33"/>
                </a:cubicBezTo>
                <a:cubicBezTo>
                  <a:pt x="264" y="33"/>
                  <a:pt x="256" y="33"/>
                  <a:pt x="246" y="33"/>
                </a:cubicBezTo>
                <a:cubicBezTo>
                  <a:pt x="237" y="33"/>
                  <a:pt x="228" y="33"/>
                  <a:pt x="219" y="32"/>
                </a:cubicBezTo>
                <a:cubicBezTo>
                  <a:pt x="187" y="32"/>
                  <a:pt x="168" y="33"/>
                  <a:pt x="161" y="33"/>
                </a:cubicBezTo>
                <a:cubicBezTo>
                  <a:pt x="153" y="34"/>
                  <a:pt x="149" y="36"/>
                  <a:pt x="147" y="39"/>
                </a:cubicBezTo>
                <a:cubicBezTo>
                  <a:pt x="146" y="41"/>
                  <a:pt x="145" y="72"/>
                  <a:pt x="145" y="132"/>
                </a:cubicBezTo>
                <a:lnTo>
                  <a:pt x="145" y="221"/>
                </a:lnTo>
                <a:lnTo>
                  <a:pt x="204" y="221"/>
                </a:lnTo>
                <a:lnTo>
                  <a:pt x="264" y="221"/>
                </a:lnTo>
                <a:lnTo>
                  <a:pt x="271" y="219"/>
                </a:lnTo>
                <a:cubicBezTo>
                  <a:pt x="273" y="219"/>
                  <a:pt x="276" y="218"/>
                  <a:pt x="279" y="217"/>
                </a:cubicBezTo>
                <a:cubicBezTo>
                  <a:pt x="283" y="216"/>
                  <a:pt x="289" y="213"/>
                  <a:pt x="297" y="208"/>
                </a:cubicBezTo>
                <a:cubicBezTo>
                  <a:pt x="306" y="203"/>
                  <a:pt x="313" y="197"/>
                  <a:pt x="320" y="191"/>
                </a:cubicBezTo>
                <a:cubicBezTo>
                  <a:pt x="327" y="184"/>
                  <a:pt x="333" y="175"/>
                  <a:pt x="338" y="163"/>
                </a:cubicBezTo>
                <a:cubicBezTo>
                  <a:pt x="343" y="150"/>
                  <a:pt x="346" y="137"/>
                  <a:pt x="346" y="122"/>
                </a:cubicBezTo>
                <a:moveTo>
                  <a:pt x="365" y="354"/>
                </a:moveTo>
                <a:cubicBezTo>
                  <a:pt x="365" y="330"/>
                  <a:pt x="358" y="308"/>
                  <a:pt x="345" y="287"/>
                </a:cubicBezTo>
                <a:cubicBezTo>
                  <a:pt x="332" y="267"/>
                  <a:pt x="313" y="254"/>
                  <a:pt x="289" y="249"/>
                </a:cubicBezTo>
                <a:lnTo>
                  <a:pt x="216" y="248"/>
                </a:lnTo>
                <a:lnTo>
                  <a:pt x="145" y="248"/>
                </a:lnTo>
                <a:lnTo>
                  <a:pt x="145" y="346"/>
                </a:lnTo>
                <a:lnTo>
                  <a:pt x="145" y="406"/>
                </a:lnTo>
                <a:cubicBezTo>
                  <a:pt x="145" y="434"/>
                  <a:pt x="146" y="449"/>
                  <a:pt x="148" y="452"/>
                </a:cubicBezTo>
                <a:cubicBezTo>
                  <a:pt x="151" y="454"/>
                  <a:pt x="175" y="455"/>
                  <a:pt x="220" y="455"/>
                </a:cubicBezTo>
                <a:lnTo>
                  <a:pt x="255" y="455"/>
                </a:lnTo>
                <a:cubicBezTo>
                  <a:pt x="275" y="455"/>
                  <a:pt x="289" y="454"/>
                  <a:pt x="298" y="451"/>
                </a:cubicBezTo>
                <a:cubicBezTo>
                  <a:pt x="318" y="444"/>
                  <a:pt x="335" y="432"/>
                  <a:pt x="346" y="414"/>
                </a:cubicBezTo>
                <a:cubicBezTo>
                  <a:pt x="358" y="397"/>
                  <a:pt x="365" y="377"/>
                  <a:pt x="365" y="3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8" name=""/>
          <p:cNvSpPr/>
          <p:nvPr/>
        </p:nvSpPr>
        <p:spPr>
          <a:xfrm>
            <a:off x="6985080" y="1468800"/>
            <a:ext cx="157320" cy="187200"/>
          </a:xfrm>
          <a:custGeom>
            <a:avLst/>
            <a:gdLst/>
            <a:ahLst/>
            <a:rect l="0" t="0" r="r" b="b"/>
            <a:pathLst>
              <a:path w="437" h="520">
                <a:moveTo>
                  <a:pt x="0" y="259"/>
                </a:moveTo>
                <a:cubicBezTo>
                  <a:pt x="0" y="218"/>
                  <a:pt x="8" y="181"/>
                  <a:pt x="24" y="146"/>
                </a:cubicBezTo>
                <a:cubicBezTo>
                  <a:pt x="40" y="112"/>
                  <a:pt x="60" y="85"/>
                  <a:pt x="85" y="64"/>
                </a:cubicBezTo>
                <a:cubicBezTo>
                  <a:pt x="109" y="44"/>
                  <a:pt x="135" y="28"/>
                  <a:pt x="163" y="17"/>
                </a:cubicBezTo>
                <a:cubicBezTo>
                  <a:pt x="190" y="6"/>
                  <a:pt x="216" y="0"/>
                  <a:pt x="240" y="0"/>
                </a:cubicBezTo>
                <a:cubicBezTo>
                  <a:pt x="241" y="0"/>
                  <a:pt x="243" y="0"/>
                  <a:pt x="246" y="0"/>
                </a:cubicBezTo>
                <a:cubicBezTo>
                  <a:pt x="249" y="0"/>
                  <a:pt x="251" y="0"/>
                  <a:pt x="252" y="1"/>
                </a:cubicBezTo>
                <a:cubicBezTo>
                  <a:pt x="295" y="1"/>
                  <a:pt x="334" y="17"/>
                  <a:pt x="367" y="49"/>
                </a:cubicBezTo>
                <a:lnTo>
                  <a:pt x="376" y="58"/>
                </a:lnTo>
                <a:lnTo>
                  <a:pt x="398" y="30"/>
                </a:lnTo>
                <a:cubicBezTo>
                  <a:pt x="411" y="12"/>
                  <a:pt x="418" y="2"/>
                  <a:pt x="420" y="1"/>
                </a:cubicBezTo>
                <a:cubicBezTo>
                  <a:pt x="420" y="1"/>
                  <a:pt x="421" y="1"/>
                  <a:pt x="423" y="1"/>
                </a:cubicBezTo>
                <a:cubicBezTo>
                  <a:pt x="424" y="1"/>
                  <a:pt x="426" y="0"/>
                  <a:pt x="427" y="0"/>
                </a:cubicBezTo>
                <a:lnTo>
                  <a:pt x="430" y="0"/>
                </a:lnTo>
                <a:cubicBezTo>
                  <a:pt x="431" y="0"/>
                  <a:pt x="434" y="1"/>
                  <a:pt x="437" y="4"/>
                </a:cubicBezTo>
                <a:lnTo>
                  <a:pt x="437" y="204"/>
                </a:lnTo>
                <a:lnTo>
                  <a:pt x="432" y="209"/>
                </a:lnTo>
                <a:lnTo>
                  <a:pt x="408" y="209"/>
                </a:lnTo>
                <a:cubicBezTo>
                  <a:pt x="405" y="206"/>
                  <a:pt x="403" y="202"/>
                  <a:pt x="403" y="196"/>
                </a:cubicBezTo>
                <a:cubicBezTo>
                  <a:pt x="399" y="157"/>
                  <a:pt x="387" y="123"/>
                  <a:pt x="369" y="95"/>
                </a:cubicBezTo>
                <a:cubicBezTo>
                  <a:pt x="350" y="66"/>
                  <a:pt x="327" y="47"/>
                  <a:pt x="301" y="38"/>
                </a:cubicBezTo>
                <a:cubicBezTo>
                  <a:pt x="292" y="35"/>
                  <a:pt x="280" y="33"/>
                  <a:pt x="265" y="33"/>
                </a:cubicBezTo>
                <a:cubicBezTo>
                  <a:pt x="215" y="33"/>
                  <a:pt x="174" y="50"/>
                  <a:pt x="140" y="83"/>
                </a:cubicBezTo>
                <a:cubicBezTo>
                  <a:pt x="103" y="121"/>
                  <a:pt x="84" y="180"/>
                  <a:pt x="84" y="259"/>
                </a:cubicBezTo>
                <a:cubicBezTo>
                  <a:pt x="84" y="317"/>
                  <a:pt x="93" y="363"/>
                  <a:pt x="111" y="397"/>
                </a:cubicBezTo>
                <a:cubicBezTo>
                  <a:pt x="121" y="416"/>
                  <a:pt x="134" y="432"/>
                  <a:pt x="148" y="445"/>
                </a:cubicBezTo>
                <a:cubicBezTo>
                  <a:pt x="163" y="458"/>
                  <a:pt x="179" y="467"/>
                  <a:pt x="195" y="473"/>
                </a:cubicBezTo>
                <a:cubicBezTo>
                  <a:pt x="211" y="478"/>
                  <a:pt x="224" y="482"/>
                  <a:pt x="235" y="484"/>
                </a:cubicBezTo>
                <a:cubicBezTo>
                  <a:pt x="245" y="486"/>
                  <a:pt x="256" y="487"/>
                  <a:pt x="266" y="488"/>
                </a:cubicBezTo>
                <a:cubicBezTo>
                  <a:pt x="309" y="488"/>
                  <a:pt x="343" y="471"/>
                  <a:pt x="369" y="438"/>
                </a:cubicBezTo>
                <a:cubicBezTo>
                  <a:pt x="394" y="405"/>
                  <a:pt x="407" y="369"/>
                  <a:pt x="408" y="329"/>
                </a:cubicBezTo>
                <a:cubicBezTo>
                  <a:pt x="408" y="326"/>
                  <a:pt x="409" y="323"/>
                  <a:pt x="412" y="320"/>
                </a:cubicBezTo>
                <a:lnTo>
                  <a:pt x="432" y="320"/>
                </a:lnTo>
                <a:lnTo>
                  <a:pt x="437" y="324"/>
                </a:lnTo>
                <a:lnTo>
                  <a:pt x="437" y="336"/>
                </a:lnTo>
                <a:cubicBezTo>
                  <a:pt x="434" y="385"/>
                  <a:pt x="416" y="428"/>
                  <a:pt x="382" y="465"/>
                </a:cubicBezTo>
                <a:cubicBezTo>
                  <a:pt x="348" y="501"/>
                  <a:pt x="304" y="520"/>
                  <a:pt x="248" y="520"/>
                </a:cubicBezTo>
                <a:cubicBezTo>
                  <a:pt x="181" y="520"/>
                  <a:pt x="123" y="495"/>
                  <a:pt x="74" y="445"/>
                </a:cubicBezTo>
                <a:cubicBezTo>
                  <a:pt x="25" y="396"/>
                  <a:pt x="0" y="334"/>
                  <a:pt x="0" y="2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9" name=""/>
          <p:cNvSpPr/>
          <p:nvPr/>
        </p:nvSpPr>
        <p:spPr>
          <a:xfrm>
            <a:off x="7163640" y="1474560"/>
            <a:ext cx="175680" cy="176040"/>
          </a:xfrm>
          <a:custGeom>
            <a:avLst/>
            <a:gdLst/>
            <a:ahLst/>
            <a:rect l="0" t="0" r="r" b="b"/>
            <a:pathLst>
              <a:path w="488" h="489">
                <a:moveTo>
                  <a:pt x="73" y="43"/>
                </a:moveTo>
                <a:cubicBezTo>
                  <a:pt x="70" y="40"/>
                  <a:pt x="67" y="38"/>
                  <a:pt x="66" y="37"/>
                </a:cubicBezTo>
                <a:cubicBezTo>
                  <a:pt x="64" y="36"/>
                  <a:pt x="60" y="35"/>
                  <a:pt x="54" y="35"/>
                </a:cubicBezTo>
                <a:cubicBezTo>
                  <a:pt x="48" y="34"/>
                  <a:pt x="38" y="33"/>
                  <a:pt x="23" y="32"/>
                </a:cubicBezTo>
                <a:lnTo>
                  <a:pt x="0" y="32"/>
                </a:lnTo>
                <a:lnTo>
                  <a:pt x="0" y="0"/>
                </a:lnTo>
                <a:lnTo>
                  <a:pt x="143" y="0"/>
                </a:lnTo>
                <a:cubicBezTo>
                  <a:pt x="225" y="0"/>
                  <a:pt x="271" y="0"/>
                  <a:pt x="281" y="0"/>
                </a:cubicBezTo>
                <a:cubicBezTo>
                  <a:pt x="291" y="0"/>
                  <a:pt x="301" y="2"/>
                  <a:pt x="311" y="5"/>
                </a:cubicBezTo>
                <a:cubicBezTo>
                  <a:pt x="332" y="9"/>
                  <a:pt x="352" y="17"/>
                  <a:pt x="372" y="30"/>
                </a:cubicBezTo>
                <a:cubicBezTo>
                  <a:pt x="392" y="42"/>
                  <a:pt x="411" y="59"/>
                  <a:pt x="429" y="79"/>
                </a:cubicBezTo>
                <a:cubicBezTo>
                  <a:pt x="447" y="99"/>
                  <a:pt x="461" y="124"/>
                  <a:pt x="471" y="153"/>
                </a:cubicBezTo>
                <a:cubicBezTo>
                  <a:pt x="481" y="182"/>
                  <a:pt x="487" y="214"/>
                  <a:pt x="488" y="249"/>
                </a:cubicBezTo>
                <a:cubicBezTo>
                  <a:pt x="488" y="309"/>
                  <a:pt x="470" y="361"/>
                  <a:pt x="435" y="406"/>
                </a:cubicBezTo>
                <a:cubicBezTo>
                  <a:pt x="399" y="451"/>
                  <a:pt x="354" y="478"/>
                  <a:pt x="297" y="487"/>
                </a:cubicBezTo>
                <a:cubicBezTo>
                  <a:pt x="291" y="488"/>
                  <a:pt x="239" y="488"/>
                  <a:pt x="143" y="489"/>
                </a:cubicBezTo>
                <a:lnTo>
                  <a:pt x="0" y="489"/>
                </a:lnTo>
                <a:lnTo>
                  <a:pt x="0" y="456"/>
                </a:lnTo>
                <a:lnTo>
                  <a:pt x="23" y="456"/>
                </a:lnTo>
                <a:cubicBezTo>
                  <a:pt x="43" y="455"/>
                  <a:pt x="56" y="455"/>
                  <a:pt x="60" y="454"/>
                </a:cubicBezTo>
                <a:cubicBezTo>
                  <a:pt x="64" y="453"/>
                  <a:pt x="69" y="450"/>
                  <a:pt x="73" y="445"/>
                </a:cubicBezTo>
                <a:lnTo>
                  <a:pt x="73" y="43"/>
                </a:lnTo>
                <a:moveTo>
                  <a:pt x="405" y="247"/>
                </a:moveTo>
                <a:cubicBezTo>
                  <a:pt x="405" y="199"/>
                  <a:pt x="400" y="160"/>
                  <a:pt x="390" y="131"/>
                </a:cubicBezTo>
                <a:cubicBezTo>
                  <a:pt x="379" y="101"/>
                  <a:pt x="361" y="77"/>
                  <a:pt x="334" y="58"/>
                </a:cubicBezTo>
                <a:cubicBezTo>
                  <a:pt x="308" y="41"/>
                  <a:pt x="275" y="32"/>
                  <a:pt x="234" y="32"/>
                </a:cubicBezTo>
                <a:lnTo>
                  <a:pt x="211" y="32"/>
                </a:lnTo>
                <a:lnTo>
                  <a:pt x="191" y="32"/>
                </a:lnTo>
                <a:cubicBezTo>
                  <a:pt x="164" y="32"/>
                  <a:pt x="150" y="35"/>
                  <a:pt x="148" y="39"/>
                </a:cubicBezTo>
                <a:cubicBezTo>
                  <a:pt x="146" y="41"/>
                  <a:pt x="146" y="109"/>
                  <a:pt x="146" y="243"/>
                </a:cubicBezTo>
                <a:cubicBezTo>
                  <a:pt x="146" y="377"/>
                  <a:pt x="146" y="445"/>
                  <a:pt x="146" y="447"/>
                </a:cubicBezTo>
                <a:cubicBezTo>
                  <a:pt x="147" y="451"/>
                  <a:pt x="151" y="454"/>
                  <a:pt x="158" y="454"/>
                </a:cubicBezTo>
                <a:cubicBezTo>
                  <a:pt x="165" y="455"/>
                  <a:pt x="187" y="455"/>
                  <a:pt x="223" y="456"/>
                </a:cubicBezTo>
                <a:lnTo>
                  <a:pt x="231" y="456"/>
                </a:lnTo>
                <a:cubicBezTo>
                  <a:pt x="282" y="456"/>
                  <a:pt x="322" y="444"/>
                  <a:pt x="350" y="421"/>
                </a:cubicBezTo>
                <a:cubicBezTo>
                  <a:pt x="372" y="403"/>
                  <a:pt x="386" y="380"/>
                  <a:pt x="394" y="352"/>
                </a:cubicBezTo>
                <a:cubicBezTo>
                  <a:pt x="402" y="325"/>
                  <a:pt x="405" y="290"/>
                  <a:pt x="405" y="24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0" name=""/>
          <p:cNvSpPr/>
          <p:nvPr/>
        </p:nvSpPr>
        <p:spPr>
          <a:xfrm>
            <a:off x="7377480" y="1457280"/>
            <a:ext cx="61920" cy="257760"/>
          </a:xfrm>
          <a:custGeom>
            <a:avLst/>
            <a:gdLst/>
            <a:ahLst/>
            <a:rect l="0" t="0" r="r" b="b"/>
            <a:pathLst>
              <a:path w="172" h="716">
                <a:moveTo>
                  <a:pt x="0" y="357"/>
                </a:moveTo>
                <a:cubicBezTo>
                  <a:pt x="0" y="324"/>
                  <a:pt x="2" y="293"/>
                  <a:pt x="7" y="263"/>
                </a:cubicBezTo>
                <a:cubicBezTo>
                  <a:pt x="12" y="234"/>
                  <a:pt x="17" y="208"/>
                  <a:pt x="23" y="187"/>
                </a:cubicBezTo>
                <a:cubicBezTo>
                  <a:pt x="30" y="165"/>
                  <a:pt x="38" y="145"/>
                  <a:pt x="50" y="124"/>
                </a:cubicBezTo>
                <a:cubicBezTo>
                  <a:pt x="61" y="104"/>
                  <a:pt x="70" y="88"/>
                  <a:pt x="77" y="76"/>
                </a:cubicBezTo>
                <a:cubicBezTo>
                  <a:pt x="84" y="65"/>
                  <a:pt x="94" y="52"/>
                  <a:pt x="107" y="39"/>
                </a:cubicBezTo>
                <a:cubicBezTo>
                  <a:pt x="120" y="26"/>
                  <a:pt x="128" y="17"/>
                  <a:pt x="131" y="15"/>
                </a:cubicBezTo>
                <a:cubicBezTo>
                  <a:pt x="133" y="12"/>
                  <a:pt x="139" y="7"/>
                  <a:pt x="149" y="0"/>
                </a:cubicBezTo>
                <a:lnTo>
                  <a:pt x="158" y="0"/>
                </a:lnTo>
                <a:lnTo>
                  <a:pt x="161" y="0"/>
                </a:lnTo>
                <a:cubicBezTo>
                  <a:pt x="168" y="0"/>
                  <a:pt x="172" y="2"/>
                  <a:pt x="172" y="6"/>
                </a:cubicBezTo>
                <a:cubicBezTo>
                  <a:pt x="172" y="7"/>
                  <a:pt x="168" y="12"/>
                  <a:pt x="159" y="21"/>
                </a:cubicBezTo>
                <a:cubicBezTo>
                  <a:pt x="150" y="30"/>
                  <a:pt x="141" y="42"/>
                  <a:pt x="129" y="59"/>
                </a:cubicBezTo>
                <a:cubicBezTo>
                  <a:pt x="118" y="76"/>
                  <a:pt x="106" y="96"/>
                  <a:pt x="94" y="120"/>
                </a:cubicBezTo>
                <a:cubicBezTo>
                  <a:pt x="82" y="145"/>
                  <a:pt x="72" y="178"/>
                  <a:pt x="64" y="219"/>
                </a:cubicBezTo>
                <a:cubicBezTo>
                  <a:pt x="56" y="261"/>
                  <a:pt x="52" y="307"/>
                  <a:pt x="52" y="357"/>
                </a:cubicBezTo>
                <a:cubicBezTo>
                  <a:pt x="52" y="408"/>
                  <a:pt x="56" y="453"/>
                  <a:pt x="64" y="494"/>
                </a:cubicBezTo>
                <a:cubicBezTo>
                  <a:pt x="72" y="535"/>
                  <a:pt x="82" y="568"/>
                  <a:pt x="94" y="595"/>
                </a:cubicBezTo>
                <a:cubicBezTo>
                  <a:pt x="105" y="620"/>
                  <a:pt x="117" y="640"/>
                  <a:pt x="129" y="656"/>
                </a:cubicBezTo>
                <a:cubicBezTo>
                  <a:pt x="140" y="672"/>
                  <a:pt x="150" y="685"/>
                  <a:pt x="159" y="694"/>
                </a:cubicBezTo>
                <a:cubicBezTo>
                  <a:pt x="168" y="704"/>
                  <a:pt x="172" y="709"/>
                  <a:pt x="172" y="709"/>
                </a:cubicBezTo>
                <a:cubicBezTo>
                  <a:pt x="172" y="713"/>
                  <a:pt x="168" y="716"/>
                  <a:pt x="160" y="716"/>
                </a:cubicBezTo>
                <a:lnTo>
                  <a:pt x="158" y="716"/>
                </a:lnTo>
                <a:lnTo>
                  <a:pt x="149" y="716"/>
                </a:lnTo>
                <a:lnTo>
                  <a:pt x="129" y="698"/>
                </a:lnTo>
                <a:cubicBezTo>
                  <a:pt x="84" y="658"/>
                  <a:pt x="51" y="607"/>
                  <a:pt x="31" y="546"/>
                </a:cubicBezTo>
                <a:cubicBezTo>
                  <a:pt x="10" y="485"/>
                  <a:pt x="0" y="422"/>
                  <a:pt x="0" y="35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1" name=""/>
          <p:cNvSpPr/>
          <p:nvPr/>
        </p:nvSpPr>
        <p:spPr>
          <a:xfrm>
            <a:off x="7461360" y="147528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6"/>
                </a:moveTo>
                <a:cubicBezTo>
                  <a:pt x="4" y="486"/>
                  <a:pt x="0" y="484"/>
                  <a:pt x="0" y="479"/>
                </a:cubicBezTo>
                <a:cubicBezTo>
                  <a:pt x="0" y="478"/>
                  <a:pt x="1" y="475"/>
                  <a:pt x="2" y="469"/>
                </a:cubicBezTo>
                <a:cubicBezTo>
                  <a:pt x="4" y="461"/>
                  <a:pt x="6" y="457"/>
                  <a:pt x="8" y="456"/>
                </a:cubicBezTo>
                <a:cubicBezTo>
                  <a:pt x="10" y="455"/>
                  <a:pt x="15" y="454"/>
                  <a:pt x="24" y="454"/>
                </a:cubicBezTo>
                <a:cubicBezTo>
                  <a:pt x="37" y="454"/>
                  <a:pt x="52" y="453"/>
                  <a:pt x="68" y="452"/>
                </a:cubicBezTo>
                <a:cubicBezTo>
                  <a:pt x="75" y="450"/>
                  <a:pt x="79" y="447"/>
                  <a:pt x="82" y="443"/>
                </a:cubicBezTo>
                <a:cubicBezTo>
                  <a:pt x="83" y="441"/>
                  <a:pt x="100" y="374"/>
                  <a:pt x="132" y="242"/>
                </a:cubicBezTo>
                <a:cubicBezTo>
                  <a:pt x="165" y="111"/>
                  <a:pt x="182" y="44"/>
                  <a:pt x="182" y="42"/>
                </a:cubicBezTo>
                <a:cubicBezTo>
                  <a:pt x="182" y="39"/>
                  <a:pt x="182" y="37"/>
                  <a:pt x="180" y="37"/>
                </a:cubicBezTo>
                <a:cubicBezTo>
                  <a:pt x="176" y="36"/>
                  <a:pt x="163" y="35"/>
                  <a:pt x="142" y="34"/>
                </a:cubicBezTo>
                <a:lnTo>
                  <a:pt x="120" y="34"/>
                </a:lnTo>
                <a:cubicBezTo>
                  <a:pt x="117" y="30"/>
                  <a:pt x="115" y="28"/>
                  <a:pt x="115" y="27"/>
                </a:cubicBezTo>
                <a:cubicBezTo>
                  <a:pt x="115" y="26"/>
                  <a:pt x="116" y="22"/>
                  <a:pt x="117" y="15"/>
                </a:cubicBezTo>
                <a:cubicBezTo>
                  <a:pt x="119" y="7"/>
                  <a:pt x="121" y="2"/>
                  <a:pt x="124" y="0"/>
                </a:cubicBezTo>
                <a:lnTo>
                  <a:pt x="509" y="0"/>
                </a:lnTo>
                <a:cubicBezTo>
                  <a:pt x="513" y="2"/>
                  <a:pt x="514" y="4"/>
                  <a:pt x="514" y="8"/>
                </a:cubicBezTo>
                <a:cubicBezTo>
                  <a:pt x="514" y="10"/>
                  <a:pt x="511" y="38"/>
                  <a:pt x="505" y="89"/>
                </a:cubicBezTo>
                <a:cubicBezTo>
                  <a:pt x="499" y="140"/>
                  <a:pt x="495" y="166"/>
                  <a:pt x="495" y="167"/>
                </a:cubicBezTo>
                <a:cubicBezTo>
                  <a:pt x="494" y="171"/>
                  <a:pt x="489" y="172"/>
                  <a:pt x="481" y="172"/>
                </a:cubicBezTo>
                <a:lnTo>
                  <a:pt x="472" y="172"/>
                </a:lnTo>
                <a:cubicBezTo>
                  <a:pt x="469" y="170"/>
                  <a:pt x="467" y="167"/>
                  <a:pt x="467" y="163"/>
                </a:cubicBezTo>
                <a:cubicBezTo>
                  <a:pt x="467" y="162"/>
                  <a:pt x="468" y="157"/>
                  <a:pt x="469" y="146"/>
                </a:cubicBezTo>
                <a:cubicBezTo>
                  <a:pt x="471" y="135"/>
                  <a:pt x="471" y="122"/>
                  <a:pt x="471" y="108"/>
                </a:cubicBezTo>
                <a:cubicBezTo>
                  <a:pt x="471" y="94"/>
                  <a:pt x="470" y="82"/>
                  <a:pt x="466" y="73"/>
                </a:cubicBezTo>
                <a:cubicBezTo>
                  <a:pt x="463" y="64"/>
                  <a:pt x="458" y="56"/>
                  <a:pt x="453" y="51"/>
                </a:cubicBezTo>
                <a:cubicBezTo>
                  <a:pt x="447" y="45"/>
                  <a:pt x="438" y="41"/>
                  <a:pt x="426" y="39"/>
                </a:cubicBezTo>
                <a:cubicBezTo>
                  <a:pt x="414" y="37"/>
                  <a:pt x="402" y="36"/>
                  <a:pt x="390" y="34"/>
                </a:cubicBezTo>
                <a:cubicBezTo>
                  <a:pt x="377" y="32"/>
                  <a:pt x="360" y="32"/>
                  <a:pt x="338" y="34"/>
                </a:cubicBezTo>
                <a:lnTo>
                  <a:pt x="322" y="34"/>
                </a:lnTo>
                <a:cubicBezTo>
                  <a:pt x="283" y="34"/>
                  <a:pt x="262" y="35"/>
                  <a:pt x="260" y="36"/>
                </a:cubicBezTo>
                <a:cubicBezTo>
                  <a:pt x="257" y="37"/>
                  <a:pt x="256" y="39"/>
                  <a:pt x="255" y="41"/>
                </a:cubicBezTo>
                <a:cubicBezTo>
                  <a:pt x="254" y="42"/>
                  <a:pt x="246" y="73"/>
                  <a:pt x="230" y="135"/>
                </a:cubicBezTo>
                <a:lnTo>
                  <a:pt x="208" y="227"/>
                </a:lnTo>
                <a:lnTo>
                  <a:pt x="247" y="227"/>
                </a:lnTo>
                <a:cubicBezTo>
                  <a:pt x="248" y="227"/>
                  <a:pt x="254" y="227"/>
                  <a:pt x="263" y="227"/>
                </a:cubicBezTo>
                <a:cubicBezTo>
                  <a:pt x="273" y="227"/>
                  <a:pt x="279" y="227"/>
                  <a:pt x="283" y="227"/>
                </a:cubicBezTo>
                <a:cubicBezTo>
                  <a:pt x="287" y="226"/>
                  <a:pt x="292" y="225"/>
                  <a:pt x="299" y="224"/>
                </a:cubicBezTo>
                <a:cubicBezTo>
                  <a:pt x="306" y="223"/>
                  <a:pt x="311" y="222"/>
                  <a:pt x="316" y="219"/>
                </a:cubicBezTo>
                <a:cubicBezTo>
                  <a:pt x="321" y="217"/>
                  <a:pt x="325" y="214"/>
                  <a:pt x="328" y="211"/>
                </a:cubicBezTo>
                <a:cubicBezTo>
                  <a:pt x="335" y="205"/>
                  <a:pt x="340" y="197"/>
                  <a:pt x="344" y="187"/>
                </a:cubicBezTo>
                <a:cubicBezTo>
                  <a:pt x="348" y="177"/>
                  <a:pt x="351" y="168"/>
                  <a:pt x="353" y="160"/>
                </a:cubicBezTo>
                <a:cubicBezTo>
                  <a:pt x="355" y="152"/>
                  <a:pt x="356" y="148"/>
                  <a:pt x="357" y="147"/>
                </a:cubicBezTo>
                <a:cubicBezTo>
                  <a:pt x="358" y="145"/>
                  <a:pt x="363" y="144"/>
                  <a:pt x="371" y="144"/>
                </a:cubicBezTo>
                <a:lnTo>
                  <a:pt x="379" y="144"/>
                </a:lnTo>
                <a:cubicBezTo>
                  <a:pt x="382" y="146"/>
                  <a:pt x="384" y="148"/>
                  <a:pt x="384" y="151"/>
                </a:cubicBezTo>
                <a:cubicBezTo>
                  <a:pt x="384" y="152"/>
                  <a:pt x="377" y="183"/>
                  <a:pt x="362" y="244"/>
                </a:cubicBezTo>
                <a:cubicBezTo>
                  <a:pt x="347" y="305"/>
                  <a:pt x="339" y="337"/>
                  <a:pt x="338" y="339"/>
                </a:cubicBezTo>
                <a:cubicBezTo>
                  <a:pt x="337" y="342"/>
                  <a:pt x="332" y="344"/>
                  <a:pt x="323" y="344"/>
                </a:cubicBezTo>
                <a:lnTo>
                  <a:pt x="315" y="344"/>
                </a:lnTo>
                <a:cubicBezTo>
                  <a:pt x="311" y="341"/>
                  <a:pt x="310" y="338"/>
                  <a:pt x="310" y="335"/>
                </a:cubicBezTo>
                <a:cubicBezTo>
                  <a:pt x="310" y="334"/>
                  <a:pt x="311" y="329"/>
                  <a:pt x="313" y="320"/>
                </a:cubicBezTo>
                <a:cubicBezTo>
                  <a:pt x="316" y="310"/>
                  <a:pt x="317" y="301"/>
                  <a:pt x="317" y="291"/>
                </a:cubicBezTo>
                <a:cubicBezTo>
                  <a:pt x="317" y="277"/>
                  <a:pt x="312" y="269"/>
                  <a:pt x="303" y="265"/>
                </a:cubicBezTo>
                <a:cubicBezTo>
                  <a:pt x="293" y="262"/>
                  <a:pt x="272" y="260"/>
                  <a:pt x="239" y="260"/>
                </a:cubicBezTo>
                <a:lnTo>
                  <a:pt x="200" y="260"/>
                </a:lnTo>
                <a:lnTo>
                  <a:pt x="177" y="351"/>
                </a:lnTo>
                <a:cubicBezTo>
                  <a:pt x="162" y="410"/>
                  <a:pt x="154" y="441"/>
                  <a:pt x="154" y="444"/>
                </a:cubicBezTo>
                <a:cubicBezTo>
                  <a:pt x="154" y="451"/>
                  <a:pt x="175" y="454"/>
                  <a:pt x="218" y="454"/>
                </a:cubicBezTo>
                <a:lnTo>
                  <a:pt x="235" y="454"/>
                </a:lnTo>
                <a:cubicBezTo>
                  <a:pt x="238" y="457"/>
                  <a:pt x="240" y="458"/>
                  <a:pt x="240" y="459"/>
                </a:cubicBezTo>
                <a:cubicBezTo>
                  <a:pt x="240" y="459"/>
                  <a:pt x="239" y="464"/>
                  <a:pt x="238" y="473"/>
                </a:cubicBezTo>
                <a:cubicBezTo>
                  <a:pt x="236" y="479"/>
                  <a:pt x="234" y="484"/>
                  <a:pt x="231" y="487"/>
                </a:cubicBezTo>
                <a:lnTo>
                  <a:pt x="219" y="487"/>
                </a:lnTo>
                <a:cubicBezTo>
                  <a:pt x="199" y="486"/>
                  <a:pt x="163" y="485"/>
                  <a:pt x="111" y="485"/>
                </a:cubicBezTo>
                <a:cubicBezTo>
                  <a:pt x="80" y="485"/>
                  <a:pt x="56" y="485"/>
                  <a:pt x="39" y="485"/>
                </a:cubicBezTo>
                <a:cubicBezTo>
                  <a:pt x="23" y="485"/>
                  <a:pt x="14" y="486"/>
                  <a:pt x="12" y="4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2" name=""/>
          <p:cNvSpPr/>
          <p:nvPr/>
        </p:nvSpPr>
        <p:spPr>
          <a:xfrm>
            <a:off x="7642440" y="156744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6" y="45"/>
                </a:moveTo>
                <a:lnTo>
                  <a:pt x="59" y="47"/>
                </a:lnTo>
                <a:cubicBezTo>
                  <a:pt x="54" y="49"/>
                  <a:pt x="48" y="51"/>
                  <a:pt x="39" y="52"/>
                </a:cubicBezTo>
                <a:cubicBezTo>
                  <a:pt x="30" y="54"/>
                  <a:pt x="20" y="55"/>
                  <a:pt x="10" y="56"/>
                </a:cubicBezTo>
                <a:lnTo>
                  <a:pt x="0" y="56"/>
                </a:lnTo>
                <a:lnTo>
                  <a:pt x="0" y="33"/>
                </a:lnTo>
                <a:lnTo>
                  <a:pt x="10" y="33"/>
                </a:lnTo>
                <a:cubicBezTo>
                  <a:pt x="25" y="32"/>
                  <a:pt x="40" y="30"/>
                  <a:pt x="54" y="25"/>
                </a:cubicBezTo>
                <a:cubicBezTo>
                  <a:pt x="67" y="21"/>
                  <a:pt x="76" y="17"/>
                  <a:pt x="82" y="13"/>
                </a:cubicBezTo>
                <a:cubicBezTo>
                  <a:pt x="87" y="9"/>
                  <a:pt x="92" y="6"/>
                  <a:pt x="96" y="2"/>
                </a:cubicBezTo>
                <a:cubicBezTo>
                  <a:pt x="97" y="1"/>
                  <a:pt x="99" y="0"/>
                  <a:pt x="102" y="0"/>
                </a:cubicBezTo>
                <a:cubicBezTo>
                  <a:pt x="105" y="0"/>
                  <a:pt x="108" y="1"/>
                  <a:pt x="111" y="3"/>
                </a:cubicBezTo>
                <a:lnTo>
                  <a:pt x="111" y="155"/>
                </a:lnTo>
                <a:lnTo>
                  <a:pt x="111" y="307"/>
                </a:lnTo>
                <a:cubicBezTo>
                  <a:pt x="114" y="310"/>
                  <a:pt x="116" y="311"/>
                  <a:pt x="117" y="312"/>
                </a:cubicBezTo>
                <a:cubicBezTo>
                  <a:pt x="119" y="312"/>
                  <a:pt x="123" y="313"/>
                  <a:pt x="129" y="314"/>
                </a:cubicBezTo>
                <a:cubicBezTo>
                  <a:pt x="136" y="314"/>
                  <a:pt x="147" y="315"/>
                  <a:pt x="162" y="315"/>
                </a:cubicBezTo>
                <a:lnTo>
                  <a:pt x="175" y="315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4" y="337"/>
                  <a:pt x="88" y="337"/>
                </a:cubicBezTo>
                <a:cubicBezTo>
                  <a:pt x="42" y="337"/>
                  <a:pt x="16" y="337"/>
                  <a:pt x="9" y="338"/>
                </a:cubicBezTo>
                <a:lnTo>
                  <a:pt x="3" y="338"/>
                </a:lnTo>
                <a:lnTo>
                  <a:pt x="3" y="315"/>
                </a:lnTo>
                <a:lnTo>
                  <a:pt x="16" y="315"/>
                </a:lnTo>
                <a:cubicBezTo>
                  <a:pt x="23" y="315"/>
                  <a:pt x="29" y="315"/>
                  <a:pt x="35" y="315"/>
                </a:cubicBezTo>
                <a:cubicBezTo>
                  <a:pt x="40" y="315"/>
                  <a:pt x="44" y="315"/>
                  <a:pt x="47" y="314"/>
                </a:cubicBezTo>
                <a:cubicBezTo>
                  <a:pt x="51" y="314"/>
                  <a:pt x="53" y="313"/>
                  <a:pt x="56" y="313"/>
                </a:cubicBezTo>
                <a:cubicBezTo>
                  <a:pt x="58" y="312"/>
                  <a:pt x="59" y="312"/>
                  <a:pt x="60" y="312"/>
                </a:cubicBezTo>
                <a:cubicBezTo>
                  <a:pt x="60" y="312"/>
                  <a:pt x="61" y="311"/>
                  <a:pt x="63" y="309"/>
                </a:cubicBezTo>
                <a:cubicBezTo>
                  <a:pt x="64" y="308"/>
                  <a:pt x="65" y="307"/>
                  <a:pt x="66" y="307"/>
                </a:cubicBezTo>
                <a:lnTo>
                  <a:pt x="66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3" name=""/>
          <p:cNvSpPr/>
          <p:nvPr/>
        </p:nvSpPr>
        <p:spPr>
          <a:xfrm>
            <a:off x="7751160" y="1618920"/>
            <a:ext cx="34560" cy="81360"/>
          </a:xfrm>
          <a:custGeom>
            <a:avLst/>
            <a:gdLst/>
            <a:ahLst/>
            <a:rect l="0" t="0" r="r" b="b"/>
            <a:pathLst>
              <a:path w="96" h="226">
                <a:moveTo>
                  <a:pt x="0" y="62"/>
                </a:moveTo>
                <a:cubicBezTo>
                  <a:pt x="0" y="62"/>
                  <a:pt x="0" y="56"/>
                  <a:pt x="0" y="44"/>
                </a:cubicBezTo>
                <a:cubicBezTo>
                  <a:pt x="0" y="32"/>
                  <a:pt x="4" y="22"/>
                  <a:pt x="12" y="13"/>
                </a:cubicBezTo>
                <a:cubicBezTo>
                  <a:pt x="19" y="5"/>
                  <a:pt x="30" y="0"/>
                  <a:pt x="43" y="0"/>
                </a:cubicBezTo>
                <a:cubicBezTo>
                  <a:pt x="57" y="0"/>
                  <a:pt x="69" y="6"/>
                  <a:pt x="79" y="18"/>
                </a:cubicBezTo>
                <a:cubicBezTo>
                  <a:pt x="90" y="30"/>
                  <a:pt x="95" y="51"/>
                  <a:pt x="96" y="81"/>
                </a:cubicBezTo>
                <a:cubicBezTo>
                  <a:pt x="96" y="98"/>
                  <a:pt x="94" y="114"/>
                  <a:pt x="89" y="131"/>
                </a:cubicBezTo>
                <a:cubicBezTo>
                  <a:pt x="85" y="146"/>
                  <a:pt x="80" y="160"/>
                  <a:pt x="74" y="171"/>
                </a:cubicBezTo>
                <a:cubicBezTo>
                  <a:pt x="69" y="183"/>
                  <a:pt x="62" y="193"/>
                  <a:pt x="56" y="201"/>
                </a:cubicBezTo>
                <a:cubicBezTo>
                  <a:pt x="49" y="209"/>
                  <a:pt x="43" y="215"/>
                  <a:pt x="37" y="220"/>
                </a:cubicBezTo>
                <a:cubicBezTo>
                  <a:pt x="33" y="225"/>
                  <a:pt x="30" y="227"/>
                  <a:pt x="28" y="226"/>
                </a:cubicBezTo>
                <a:cubicBezTo>
                  <a:pt x="26" y="226"/>
                  <a:pt x="23" y="224"/>
                  <a:pt x="19" y="220"/>
                </a:cubicBezTo>
                <a:cubicBezTo>
                  <a:pt x="15" y="216"/>
                  <a:pt x="12" y="213"/>
                  <a:pt x="12" y="211"/>
                </a:cubicBezTo>
                <a:cubicBezTo>
                  <a:pt x="12" y="209"/>
                  <a:pt x="15" y="205"/>
                  <a:pt x="20" y="199"/>
                </a:cubicBezTo>
                <a:cubicBezTo>
                  <a:pt x="26" y="194"/>
                  <a:pt x="32" y="186"/>
                  <a:pt x="38" y="178"/>
                </a:cubicBezTo>
                <a:cubicBezTo>
                  <a:pt x="46" y="169"/>
                  <a:pt x="52" y="157"/>
                  <a:pt x="58" y="142"/>
                </a:cubicBezTo>
                <a:cubicBezTo>
                  <a:pt x="64" y="127"/>
                  <a:pt x="67" y="108"/>
                  <a:pt x="69" y="89"/>
                </a:cubicBezTo>
                <a:lnTo>
                  <a:pt x="69" y="80"/>
                </a:lnTo>
                <a:lnTo>
                  <a:pt x="69" y="81"/>
                </a:lnTo>
                <a:cubicBezTo>
                  <a:pt x="68" y="82"/>
                  <a:pt x="66" y="82"/>
                  <a:pt x="65" y="83"/>
                </a:cubicBezTo>
                <a:cubicBezTo>
                  <a:pt x="64" y="83"/>
                  <a:pt x="62" y="84"/>
                  <a:pt x="61" y="85"/>
                </a:cubicBezTo>
                <a:cubicBezTo>
                  <a:pt x="59" y="86"/>
                  <a:pt x="57" y="86"/>
                  <a:pt x="54" y="86"/>
                </a:cubicBezTo>
                <a:cubicBezTo>
                  <a:pt x="51" y="86"/>
                  <a:pt x="49" y="86"/>
                  <a:pt x="46" y="87"/>
                </a:cubicBezTo>
                <a:cubicBezTo>
                  <a:pt x="32" y="87"/>
                  <a:pt x="21" y="83"/>
                  <a:pt x="13" y="75"/>
                </a:cubicBezTo>
                <a:lnTo>
                  <a:pt x="0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4" name=""/>
          <p:cNvSpPr/>
          <p:nvPr/>
        </p:nvSpPr>
        <p:spPr>
          <a:xfrm>
            <a:off x="7853760" y="1475280"/>
            <a:ext cx="185040" cy="175320"/>
          </a:xfrm>
          <a:custGeom>
            <a:avLst/>
            <a:gdLst/>
            <a:ahLst/>
            <a:rect l="0" t="0" r="r" b="b"/>
            <a:pathLst>
              <a:path w="514" h="487">
                <a:moveTo>
                  <a:pt x="12" y="486"/>
                </a:moveTo>
                <a:cubicBezTo>
                  <a:pt x="4" y="486"/>
                  <a:pt x="0" y="484"/>
                  <a:pt x="0" y="479"/>
                </a:cubicBezTo>
                <a:cubicBezTo>
                  <a:pt x="0" y="478"/>
                  <a:pt x="0" y="475"/>
                  <a:pt x="2" y="469"/>
                </a:cubicBezTo>
                <a:cubicBezTo>
                  <a:pt x="4" y="461"/>
                  <a:pt x="6" y="457"/>
                  <a:pt x="7" y="456"/>
                </a:cubicBezTo>
                <a:cubicBezTo>
                  <a:pt x="9" y="455"/>
                  <a:pt x="15" y="454"/>
                  <a:pt x="24" y="454"/>
                </a:cubicBezTo>
                <a:cubicBezTo>
                  <a:pt x="37" y="454"/>
                  <a:pt x="51" y="453"/>
                  <a:pt x="67" y="452"/>
                </a:cubicBezTo>
                <a:cubicBezTo>
                  <a:pt x="73" y="450"/>
                  <a:pt x="78" y="447"/>
                  <a:pt x="80" y="443"/>
                </a:cubicBezTo>
                <a:cubicBezTo>
                  <a:pt x="81" y="441"/>
                  <a:pt x="98" y="374"/>
                  <a:pt x="131" y="242"/>
                </a:cubicBezTo>
                <a:cubicBezTo>
                  <a:pt x="164" y="111"/>
                  <a:pt x="181" y="44"/>
                  <a:pt x="181" y="42"/>
                </a:cubicBezTo>
                <a:cubicBezTo>
                  <a:pt x="181" y="39"/>
                  <a:pt x="180" y="37"/>
                  <a:pt x="178" y="37"/>
                </a:cubicBezTo>
                <a:cubicBezTo>
                  <a:pt x="174" y="36"/>
                  <a:pt x="162" y="35"/>
                  <a:pt x="140" y="34"/>
                </a:cubicBezTo>
                <a:lnTo>
                  <a:pt x="118" y="34"/>
                </a:lnTo>
                <a:cubicBezTo>
                  <a:pt x="115" y="30"/>
                  <a:pt x="114" y="28"/>
                  <a:pt x="114" y="27"/>
                </a:cubicBezTo>
                <a:cubicBezTo>
                  <a:pt x="114" y="26"/>
                  <a:pt x="114" y="22"/>
                  <a:pt x="115" y="15"/>
                </a:cubicBezTo>
                <a:cubicBezTo>
                  <a:pt x="117" y="7"/>
                  <a:pt x="120" y="2"/>
                  <a:pt x="123" y="0"/>
                </a:cubicBezTo>
                <a:lnTo>
                  <a:pt x="509" y="0"/>
                </a:lnTo>
                <a:cubicBezTo>
                  <a:pt x="512" y="2"/>
                  <a:pt x="514" y="4"/>
                  <a:pt x="514" y="8"/>
                </a:cubicBezTo>
                <a:cubicBezTo>
                  <a:pt x="514" y="10"/>
                  <a:pt x="511" y="38"/>
                  <a:pt x="505" y="89"/>
                </a:cubicBezTo>
                <a:cubicBezTo>
                  <a:pt x="497" y="140"/>
                  <a:pt x="494" y="166"/>
                  <a:pt x="494" y="167"/>
                </a:cubicBezTo>
                <a:cubicBezTo>
                  <a:pt x="493" y="171"/>
                  <a:pt x="488" y="172"/>
                  <a:pt x="479" y="172"/>
                </a:cubicBezTo>
                <a:lnTo>
                  <a:pt x="471" y="172"/>
                </a:lnTo>
                <a:cubicBezTo>
                  <a:pt x="467" y="170"/>
                  <a:pt x="466" y="167"/>
                  <a:pt x="466" y="163"/>
                </a:cubicBezTo>
                <a:cubicBezTo>
                  <a:pt x="466" y="162"/>
                  <a:pt x="466" y="157"/>
                  <a:pt x="468" y="146"/>
                </a:cubicBezTo>
                <a:cubicBezTo>
                  <a:pt x="469" y="135"/>
                  <a:pt x="470" y="122"/>
                  <a:pt x="470" y="108"/>
                </a:cubicBezTo>
                <a:cubicBezTo>
                  <a:pt x="470" y="94"/>
                  <a:pt x="468" y="82"/>
                  <a:pt x="465" y="73"/>
                </a:cubicBezTo>
                <a:cubicBezTo>
                  <a:pt x="462" y="64"/>
                  <a:pt x="457" y="56"/>
                  <a:pt x="451" y="51"/>
                </a:cubicBezTo>
                <a:cubicBezTo>
                  <a:pt x="446" y="45"/>
                  <a:pt x="437" y="41"/>
                  <a:pt x="425" y="39"/>
                </a:cubicBezTo>
                <a:cubicBezTo>
                  <a:pt x="413" y="37"/>
                  <a:pt x="401" y="36"/>
                  <a:pt x="388" y="34"/>
                </a:cubicBezTo>
                <a:cubicBezTo>
                  <a:pt x="376" y="32"/>
                  <a:pt x="359" y="32"/>
                  <a:pt x="337" y="34"/>
                </a:cubicBezTo>
                <a:lnTo>
                  <a:pt x="321" y="34"/>
                </a:lnTo>
                <a:cubicBezTo>
                  <a:pt x="281" y="34"/>
                  <a:pt x="261" y="35"/>
                  <a:pt x="258" y="36"/>
                </a:cubicBezTo>
                <a:cubicBezTo>
                  <a:pt x="256" y="37"/>
                  <a:pt x="254" y="39"/>
                  <a:pt x="253" y="41"/>
                </a:cubicBezTo>
                <a:cubicBezTo>
                  <a:pt x="253" y="42"/>
                  <a:pt x="245" y="73"/>
                  <a:pt x="229" y="135"/>
                </a:cubicBezTo>
                <a:lnTo>
                  <a:pt x="206" y="227"/>
                </a:lnTo>
                <a:lnTo>
                  <a:pt x="245" y="227"/>
                </a:lnTo>
                <a:cubicBezTo>
                  <a:pt x="247" y="227"/>
                  <a:pt x="252" y="227"/>
                  <a:pt x="262" y="227"/>
                </a:cubicBezTo>
                <a:cubicBezTo>
                  <a:pt x="271" y="227"/>
                  <a:pt x="278" y="227"/>
                  <a:pt x="282" y="227"/>
                </a:cubicBezTo>
                <a:cubicBezTo>
                  <a:pt x="286" y="226"/>
                  <a:pt x="291" y="225"/>
                  <a:pt x="298" y="224"/>
                </a:cubicBezTo>
                <a:cubicBezTo>
                  <a:pt x="304" y="223"/>
                  <a:pt x="310" y="222"/>
                  <a:pt x="315" y="219"/>
                </a:cubicBezTo>
                <a:cubicBezTo>
                  <a:pt x="320" y="217"/>
                  <a:pt x="324" y="214"/>
                  <a:pt x="327" y="211"/>
                </a:cubicBezTo>
                <a:cubicBezTo>
                  <a:pt x="333" y="205"/>
                  <a:pt x="338" y="197"/>
                  <a:pt x="343" y="187"/>
                </a:cubicBezTo>
                <a:cubicBezTo>
                  <a:pt x="347" y="177"/>
                  <a:pt x="350" y="168"/>
                  <a:pt x="352" y="160"/>
                </a:cubicBezTo>
                <a:cubicBezTo>
                  <a:pt x="354" y="152"/>
                  <a:pt x="355" y="148"/>
                  <a:pt x="356" y="147"/>
                </a:cubicBezTo>
                <a:cubicBezTo>
                  <a:pt x="357" y="145"/>
                  <a:pt x="362" y="144"/>
                  <a:pt x="369" y="144"/>
                </a:cubicBezTo>
                <a:lnTo>
                  <a:pt x="378" y="144"/>
                </a:lnTo>
                <a:cubicBezTo>
                  <a:pt x="381" y="146"/>
                  <a:pt x="383" y="148"/>
                  <a:pt x="383" y="151"/>
                </a:cubicBezTo>
                <a:cubicBezTo>
                  <a:pt x="383" y="152"/>
                  <a:pt x="375" y="183"/>
                  <a:pt x="361" y="244"/>
                </a:cubicBezTo>
                <a:cubicBezTo>
                  <a:pt x="346" y="305"/>
                  <a:pt x="338" y="337"/>
                  <a:pt x="336" y="339"/>
                </a:cubicBezTo>
                <a:cubicBezTo>
                  <a:pt x="335" y="342"/>
                  <a:pt x="331" y="344"/>
                  <a:pt x="322" y="344"/>
                </a:cubicBezTo>
                <a:lnTo>
                  <a:pt x="313" y="344"/>
                </a:lnTo>
                <a:cubicBezTo>
                  <a:pt x="310" y="341"/>
                  <a:pt x="308" y="338"/>
                  <a:pt x="308" y="335"/>
                </a:cubicBezTo>
                <a:cubicBezTo>
                  <a:pt x="308" y="334"/>
                  <a:pt x="310" y="329"/>
                  <a:pt x="312" y="320"/>
                </a:cubicBezTo>
                <a:cubicBezTo>
                  <a:pt x="314" y="310"/>
                  <a:pt x="316" y="301"/>
                  <a:pt x="316" y="291"/>
                </a:cubicBezTo>
                <a:cubicBezTo>
                  <a:pt x="316" y="277"/>
                  <a:pt x="311" y="269"/>
                  <a:pt x="301" y="265"/>
                </a:cubicBezTo>
                <a:cubicBezTo>
                  <a:pt x="292" y="262"/>
                  <a:pt x="271" y="260"/>
                  <a:pt x="238" y="260"/>
                </a:cubicBezTo>
                <a:lnTo>
                  <a:pt x="198" y="260"/>
                </a:lnTo>
                <a:lnTo>
                  <a:pt x="175" y="351"/>
                </a:lnTo>
                <a:cubicBezTo>
                  <a:pt x="160" y="410"/>
                  <a:pt x="153" y="441"/>
                  <a:pt x="153" y="444"/>
                </a:cubicBezTo>
                <a:cubicBezTo>
                  <a:pt x="153" y="451"/>
                  <a:pt x="174" y="454"/>
                  <a:pt x="216" y="454"/>
                </a:cubicBezTo>
                <a:lnTo>
                  <a:pt x="234" y="454"/>
                </a:lnTo>
                <a:cubicBezTo>
                  <a:pt x="237" y="457"/>
                  <a:pt x="238" y="458"/>
                  <a:pt x="238" y="459"/>
                </a:cubicBezTo>
                <a:cubicBezTo>
                  <a:pt x="238" y="459"/>
                  <a:pt x="238" y="464"/>
                  <a:pt x="237" y="473"/>
                </a:cubicBezTo>
                <a:cubicBezTo>
                  <a:pt x="235" y="479"/>
                  <a:pt x="233" y="484"/>
                  <a:pt x="230" y="487"/>
                </a:cubicBezTo>
                <a:lnTo>
                  <a:pt x="218" y="487"/>
                </a:lnTo>
                <a:cubicBezTo>
                  <a:pt x="198" y="486"/>
                  <a:pt x="162" y="485"/>
                  <a:pt x="110" y="485"/>
                </a:cubicBezTo>
                <a:cubicBezTo>
                  <a:pt x="79" y="485"/>
                  <a:pt x="55" y="485"/>
                  <a:pt x="39" y="485"/>
                </a:cubicBezTo>
                <a:cubicBezTo>
                  <a:pt x="23" y="485"/>
                  <a:pt x="14" y="486"/>
                  <a:pt x="12" y="4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5" name=""/>
          <p:cNvSpPr/>
          <p:nvPr/>
        </p:nvSpPr>
        <p:spPr>
          <a:xfrm>
            <a:off x="8028720" y="1567440"/>
            <a:ext cx="73080" cy="121680"/>
          </a:xfrm>
          <a:custGeom>
            <a:avLst/>
            <a:gdLst/>
            <a:ahLst/>
            <a:rect l="0" t="0" r="r" b="b"/>
            <a:pathLst>
              <a:path w="203" h="338">
                <a:moveTo>
                  <a:pt x="30" y="120"/>
                </a:moveTo>
                <a:cubicBezTo>
                  <a:pt x="21" y="120"/>
                  <a:pt x="13" y="117"/>
                  <a:pt x="8" y="111"/>
                </a:cubicBezTo>
                <a:cubicBezTo>
                  <a:pt x="3" y="105"/>
                  <a:pt x="0" y="98"/>
                  <a:pt x="0" y="89"/>
                </a:cubicBezTo>
                <a:cubicBezTo>
                  <a:pt x="0" y="65"/>
                  <a:pt x="9" y="44"/>
                  <a:pt x="27" y="27"/>
                </a:cubicBezTo>
                <a:cubicBezTo>
                  <a:pt x="45" y="9"/>
                  <a:pt x="67" y="0"/>
                  <a:pt x="93" y="0"/>
                </a:cubicBezTo>
                <a:cubicBezTo>
                  <a:pt x="125" y="0"/>
                  <a:pt x="151" y="10"/>
                  <a:pt x="171" y="29"/>
                </a:cubicBezTo>
                <a:cubicBezTo>
                  <a:pt x="192" y="48"/>
                  <a:pt x="202" y="72"/>
                  <a:pt x="203" y="102"/>
                </a:cubicBezTo>
                <a:cubicBezTo>
                  <a:pt x="203" y="116"/>
                  <a:pt x="199" y="130"/>
                  <a:pt x="193" y="143"/>
                </a:cubicBezTo>
                <a:cubicBezTo>
                  <a:pt x="186" y="157"/>
                  <a:pt x="178" y="168"/>
                  <a:pt x="168" y="178"/>
                </a:cubicBezTo>
                <a:cubicBezTo>
                  <a:pt x="159" y="189"/>
                  <a:pt x="145" y="201"/>
                  <a:pt x="128" y="216"/>
                </a:cubicBezTo>
                <a:cubicBezTo>
                  <a:pt x="116" y="227"/>
                  <a:pt x="98" y="242"/>
                  <a:pt x="76" y="263"/>
                </a:cubicBezTo>
                <a:lnTo>
                  <a:pt x="46" y="291"/>
                </a:lnTo>
                <a:lnTo>
                  <a:pt x="85" y="292"/>
                </a:lnTo>
                <a:cubicBezTo>
                  <a:pt x="139" y="292"/>
                  <a:pt x="167" y="291"/>
                  <a:pt x="170" y="289"/>
                </a:cubicBezTo>
                <a:cubicBezTo>
                  <a:pt x="173" y="288"/>
                  <a:pt x="177" y="273"/>
                  <a:pt x="182" y="244"/>
                </a:cubicBezTo>
                <a:lnTo>
                  <a:pt x="182" y="243"/>
                </a:lnTo>
                <a:lnTo>
                  <a:pt x="203" y="243"/>
                </a:lnTo>
                <a:lnTo>
                  <a:pt x="203" y="244"/>
                </a:lnTo>
                <a:cubicBezTo>
                  <a:pt x="202" y="245"/>
                  <a:pt x="200" y="260"/>
                  <a:pt x="196" y="290"/>
                </a:cubicBezTo>
                <a:cubicBezTo>
                  <a:pt x="192" y="320"/>
                  <a:pt x="189" y="335"/>
                  <a:pt x="188" y="337"/>
                </a:cubicBezTo>
                <a:lnTo>
                  <a:pt x="188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5"/>
                </a:cubicBezTo>
                <a:cubicBezTo>
                  <a:pt x="5" y="312"/>
                  <a:pt x="10" y="306"/>
                  <a:pt x="18" y="297"/>
                </a:cubicBezTo>
                <a:cubicBezTo>
                  <a:pt x="28" y="286"/>
                  <a:pt x="36" y="277"/>
                  <a:pt x="43" y="269"/>
                </a:cubicBezTo>
                <a:cubicBezTo>
                  <a:pt x="46" y="265"/>
                  <a:pt x="52" y="259"/>
                  <a:pt x="61" y="250"/>
                </a:cubicBezTo>
                <a:cubicBezTo>
                  <a:pt x="69" y="241"/>
                  <a:pt x="75" y="235"/>
                  <a:pt x="78" y="231"/>
                </a:cubicBezTo>
                <a:cubicBezTo>
                  <a:pt x="81" y="228"/>
                  <a:pt x="86" y="222"/>
                  <a:pt x="92" y="215"/>
                </a:cubicBezTo>
                <a:cubicBezTo>
                  <a:pt x="99" y="207"/>
                  <a:pt x="104" y="201"/>
                  <a:pt x="107" y="198"/>
                </a:cubicBezTo>
                <a:cubicBezTo>
                  <a:pt x="109" y="194"/>
                  <a:pt x="114" y="189"/>
                  <a:pt x="119" y="181"/>
                </a:cubicBezTo>
                <a:cubicBezTo>
                  <a:pt x="124" y="175"/>
                  <a:pt x="128" y="170"/>
                  <a:pt x="130" y="165"/>
                </a:cubicBezTo>
                <a:cubicBezTo>
                  <a:pt x="132" y="161"/>
                  <a:pt x="134" y="156"/>
                  <a:pt x="137" y="151"/>
                </a:cubicBezTo>
                <a:cubicBezTo>
                  <a:pt x="140" y="145"/>
                  <a:pt x="143" y="140"/>
                  <a:pt x="144" y="134"/>
                </a:cubicBezTo>
                <a:cubicBezTo>
                  <a:pt x="145" y="129"/>
                  <a:pt x="147" y="124"/>
                  <a:pt x="148" y="119"/>
                </a:cubicBezTo>
                <a:cubicBezTo>
                  <a:pt x="149" y="114"/>
                  <a:pt x="149" y="109"/>
                  <a:pt x="149" y="103"/>
                </a:cubicBezTo>
                <a:cubicBezTo>
                  <a:pt x="149" y="81"/>
                  <a:pt x="143" y="63"/>
                  <a:pt x="132" y="47"/>
                </a:cubicBezTo>
                <a:cubicBezTo>
                  <a:pt x="120" y="32"/>
                  <a:pt x="103" y="24"/>
                  <a:pt x="82" y="24"/>
                </a:cubicBezTo>
                <a:cubicBezTo>
                  <a:pt x="71" y="24"/>
                  <a:pt x="61" y="27"/>
                  <a:pt x="53" y="33"/>
                </a:cubicBezTo>
                <a:cubicBezTo>
                  <a:pt x="44" y="38"/>
                  <a:pt x="38" y="44"/>
                  <a:pt x="35" y="49"/>
                </a:cubicBezTo>
                <a:cubicBezTo>
                  <a:pt x="31" y="55"/>
                  <a:pt x="30" y="58"/>
                  <a:pt x="30" y="59"/>
                </a:cubicBezTo>
                <a:cubicBezTo>
                  <a:pt x="30" y="59"/>
                  <a:pt x="31" y="60"/>
                  <a:pt x="32" y="60"/>
                </a:cubicBezTo>
                <a:cubicBezTo>
                  <a:pt x="38" y="60"/>
                  <a:pt x="45" y="62"/>
                  <a:pt x="51" y="67"/>
                </a:cubicBezTo>
                <a:cubicBezTo>
                  <a:pt x="57" y="71"/>
                  <a:pt x="61" y="79"/>
                  <a:pt x="61" y="90"/>
                </a:cubicBezTo>
                <a:cubicBezTo>
                  <a:pt x="61" y="98"/>
                  <a:pt x="58" y="105"/>
                  <a:pt x="53" y="111"/>
                </a:cubicBezTo>
                <a:cubicBezTo>
                  <a:pt x="47" y="117"/>
                  <a:pt x="40" y="120"/>
                  <a:pt x="30" y="1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6" name=""/>
          <p:cNvSpPr/>
          <p:nvPr/>
        </p:nvSpPr>
        <p:spPr>
          <a:xfrm>
            <a:off x="8137800" y="1457280"/>
            <a:ext cx="61560" cy="257760"/>
          </a:xfrm>
          <a:custGeom>
            <a:avLst/>
            <a:gdLst/>
            <a:ahLst/>
            <a:rect l="0" t="0" r="r" b="b"/>
            <a:pathLst>
              <a:path w="171" h="716">
                <a:moveTo>
                  <a:pt x="3" y="0"/>
                </a:moveTo>
                <a:lnTo>
                  <a:pt x="6" y="0"/>
                </a:lnTo>
                <a:cubicBezTo>
                  <a:pt x="8" y="0"/>
                  <a:pt x="11" y="0"/>
                  <a:pt x="13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7" y="57"/>
                  <a:pt x="120" y="108"/>
                  <a:pt x="141" y="168"/>
                </a:cubicBezTo>
                <a:cubicBezTo>
                  <a:pt x="161" y="229"/>
                  <a:pt x="171" y="292"/>
                  <a:pt x="171" y="357"/>
                </a:cubicBezTo>
                <a:cubicBezTo>
                  <a:pt x="171" y="389"/>
                  <a:pt x="169" y="421"/>
                  <a:pt x="164" y="451"/>
                </a:cubicBezTo>
                <a:cubicBezTo>
                  <a:pt x="159" y="481"/>
                  <a:pt x="154" y="506"/>
                  <a:pt x="148" y="527"/>
                </a:cubicBezTo>
                <a:cubicBezTo>
                  <a:pt x="142" y="548"/>
                  <a:pt x="133" y="569"/>
                  <a:pt x="121" y="590"/>
                </a:cubicBezTo>
                <a:cubicBezTo>
                  <a:pt x="110" y="612"/>
                  <a:pt x="101" y="628"/>
                  <a:pt x="94" y="639"/>
                </a:cubicBezTo>
                <a:cubicBezTo>
                  <a:pt x="87" y="650"/>
                  <a:pt x="77" y="662"/>
                  <a:pt x="64" y="675"/>
                </a:cubicBezTo>
                <a:cubicBezTo>
                  <a:pt x="51" y="689"/>
                  <a:pt x="43" y="697"/>
                  <a:pt x="41" y="699"/>
                </a:cubicBezTo>
                <a:cubicBezTo>
                  <a:pt x="39" y="701"/>
                  <a:pt x="33" y="706"/>
                  <a:pt x="25" y="713"/>
                </a:cubicBezTo>
                <a:cubicBezTo>
                  <a:pt x="23" y="714"/>
                  <a:pt x="22" y="715"/>
                  <a:pt x="22" y="716"/>
                </a:cubicBezTo>
                <a:lnTo>
                  <a:pt x="13" y="716"/>
                </a:lnTo>
                <a:cubicBezTo>
                  <a:pt x="9" y="716"/>
                  <a:pt x="7" y="716"/>
                  <a:pt x="5" y="716"/>
                </a:cubicBezTo>
                <a:cubicBezTo>
                  <a:pt x="4" y="716"/>
                  <a:pt x="3" y="715"/>
                  <a:pt x="2" y="713"/>
                </a:cubicBezTo>
                <a:cubicBezTo>
                  <a:pt x="1" y="712"/>
                  <a:pt x="0" y="710"/>
                  <a:pt x="0" y="707"/>
                </a:cubicBezTo>
                <a:cubicBezTo>
                  <a:pt x="0" y="706"/>
                  <a:pt x="3" y="703"/>
                  <a:pt x="7" y="698"/>
                </a:cubicBezTo>
                <a:cubicBezTo>
                  <a:pt x="81" y="621"/>
                  <a:pt x="119" y="507"/>
                  <a:pt x="119" y="357"/>
                </a:cubicBezTo>
                <a:cubicBezTo>
                  <a:pt x="119" y="207"/>
                  <a:pt x="81" y="94"/>
                  <a:pt x="7" y="17"/>
                </a:cubicBezTo>
                <a:cubicBezTo>
                  <a:pt x="3" y="12"/>
                  <a:pt x="0" y="9"/>
                  <a:pt x="0" y="8"/>
                </a:cubicBezTo>
                <a:cubicBezTo>
                  <a:pt x="0" y="4"/>
                  <a:pt x="1" y="2"/>
                  <a:pt x="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7" name=""/>
          <p:cNvSpPr/>
          <p:nvPr/>
        </p:nvSpPr>
        <p:spPr>
          <a:xfrm>
            <a:off x="1000080" y="2009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6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4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3" y="47"/>
                  <a:pt x="34" y="36"/>
                </a:cubicBezTo>
                <a:cubicBezTo>
                  <a:pt x="46" y="25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6"/>
                  <a:pt x="192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4279680" y="1033200"/>
            <a:ext cx="3888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max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1228680" y="1924200"/>
            <a:ext cx="5303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Worst-case regional treatment effect difference on the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30" name=""/>
          <p:cNvSpPr/>
          <p:nvPr/>
        </p:nvSpPr>
        <p:spPr>
          <a:xfrm>
            <a:off x="1000080" y="2352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4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4" y="36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6"/>
                  <a:pt x="192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6499440" y="1890360"/>
            <a:ext cx="11631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clinical scale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32" name=""/>
          <p:cNvSpPr/>
          <p:nvPr/>
        </p:nvSpPr>
        <p:spPr>
          <a:xfrm>
            <a:off x="5408640" y="2304720"/>
            <a:ext cx="158760" cy="176760"/>
          </a:xfrm>
          <a:custGeom>
            <a:avLst/>
            <a:gdLst/>
            <a:ahLst/>
            <a:rect l="0" t="0" r="r" b="b"/>
            <a:pathLst>
              <a:path w="441" h="491">
                <a:moveTo>
                  <a:pt x="141" y="33"/>
                </a:moveTo>
                <a:cubicBezTo>
                  <a:pt x="125" y="33"/>
                  <a:pt x="116" y="32"/>
                  <a:pt x="115" y="30"/>
                </a:cubicBezTo>
                <a:cubicBezTo>
                  <a:pt x="114" y="29"/>
                  <a:pt x="114" y="28"/>
                  <a:pt x="114" y="25"/>
                </a:cubicBezTo>
                <a:cubicBezTo>
                  <a:pt x="114" y="13"/>
                  <a:pt x="117" y="5"/>
                  <a:pt x="123" y="1"/>
                </a:cubicBezTo>
                <a:cubicBezTo>
                  <a:pt x="124" y="1"/>
                  <a:pt x="127" y="0"/>
                  <a:pt x="134" y="0"/>
                </a:cubicBezTo>
                <a:cubicBezTo>
                  <a:pt x="159" y="2"/>
                  <a:pt x="190" y="3"/>
                  <a:pt x="224" y="3"/>
                </a:cubicBezTo>
                <a:cubicBezTo>
                  <a:pt x="292" y="3"/>
                  <a:pt x="330" y="2"/>
                  <a:pt x="340" y="0"/>
                </a:cubicBezTo>
                <a:lnTo>
                  <a:pt x="349" y="0"/>
                </a:lnTo>
                <a:cubicBezTo>
                  <a:pt x="352" y="3"/>
                  <a:pt x="353" y="5"/>
                  <a:pt x="353" y="7"/>
                </a:cubicBezTo>
                <a:cubicBezTo>
                  <a:pt x="353" y="8"/>
                  <a:pt x="353" y="13"/>
                  <a:pt x="352" y="20"/>
                </a:cubicBezTo>
                <a:cubicBezTo>
                  <a:pt x="349" y="27"/>
                  <a:pt x="347" y="31"/>
                  <a:pt x="345" y="33"/>
                </a:cubicBezTo>
                <a:lnTo>
                  <a:pt x="318" y="33"/>
                </a:lnTo>
                <a:cubicBezTo>
                  <a:pt x="285" y="34"/>
                  <a:pt x="266" y="36"/>
                  <a:pt x="260" y="40"/>
                </a:cubicBezTo>
                <a:cubicBezTo>
                  <a:pt x="257" y="42"/>
                  <a:pt x="253" y="48"/>
                  <a:pt x="250" y="60"/>
                </a:cubicBezTo>
                <a:cubicBezTo>
                  <a:pt x="247" y="71"/>
                  <a:pt x="231" y="134"/>
                  <a:pt x="202" y="249"/>
                </a:cubicBezTo>
                <a:cubicBezTo>
                  <a:pt x="195" y="280"/>
                  <a:pt x="186" y="313"/>
                  <a:pt x="178" y="348"/>
                </a:cubicBezTo>
                <a:cubicBezTo>
                  <a:pt x="169" y="383"/>
                  <a:pt x="163" y="409"/>
                  <a:pt x="159" y="427"/>
                </a:cubicBezTo>
                <a:lnTo>
                  <a:pt x="152" y="452"/>
                </a:lnTo>
                <a:cubicBezTo>
                  <a:pt x="152" y="454"/>
                  <a:pt x="154" y="455"/>
                  <a:pt x="159" y="455"/>
                </a:cubicBezTo>
                <a:cubicBezTo>
                  <a:pt x="163" y="455"/>
                  <a:pt x="177" y="456"/>
                  <a:pt x="201" y="457"/>
                </a:cubicBezTo>
                <a:lnTo>
                  <a:pt x="213" y="457"/>
                </a:lnTo>
                <a:cubicBezTo>
                  <a:pt x="228" y="457"/>
                  <a:pt x="240" y="457"/>
                  <a:pt x="249" y="456"/>
                </a:cubicBezTo>
                <a:cubicBezTo>
                  <a:pt x="258" y="456"/>
                  <a:pt x="270" y="454"/>
                  <a:pt x="284" y="451"/>
                </a:cubicBezTo>
                <a:cubicBezTo>
                  <a:pt x="299" y="448"/>
                  <a:pt x="311" y="444"/>
                  <a:pt x="320" y="438"/>
                </a:cubicBezTo>
                <a:cubicBezTo>
                  <a:pt x="330" y="432"/>
                  <a:pt x="340" y="424"/>
                  <a:pt x="352" y="414"/>
                </a:cubicBezTo>
                <a:cubicBezTo>
                  <a:pt x="363" y="403"/>
                  <a:pt x="373" y="390"/>
                  <a:pt x="382" y="375"/>
                </a:cubicBezTo>
                <a:cubicBezTo>
                  <a:pt x="389" y="360"/>
                  <a:pt x="396" y="344"/>
                  <a:pt x="403" y="327"/>
                </a:cubicBezTo>
                <a:cubicBezTo>
                  <a:pt x="410" y="309"/>
                  <a:pt x="414" y="299"/>
                  <a:pt x="415" y="297"/>
                </a:cubicBezTo>
                <a:cubicBezTo>
                  <a:pt x="418" y="295"/>
                  <a:pt x="422" y="295"/>
                  <a:pt x="427" y="295"/>
                </a:cubicBezTo>
                <a:lnTo>
                  <a:pt x="437" y="295"/>
                </a:lnTo>
                <a:cubicBezTo>
                  <a:pt x="440" y="299"/>
                  <a:pt x="441" y="301"/>
                  <a:pt x="441" y="302"/>
                </a:cubicBezTo>
                <a:cubicBezTo>
                  <a:pt x="441" y="303"/>
                  <a:pt x="436" y="317"/>
                  <a:pt x="427" y="345"/>
                </a:cubicBezTo>
                <a:cubicBezTo>
                  <a:pt x="417" y="372"/>
                  <a:pt x="407" y="400"/>
                  <a:pt x="395" y="430"/>
                </a:cubicBezTo>
                <a:cubicBezTo>
                  <a:pt x="384" y="460"/>
                  <a:pt x="378" y="478"/>
                  <a:pt x="377" y="483"/>
                </a:cubicBezTo>
                <a:cubicBezTo>
                  <a:pt x="376" y="486"/>
                  <a:pt x="375" y="487"/>
                  <a:pt x="374" y="488"/>
                </a:cubicBezTo>
                <a:cubicBezTo>
                  <a:pt x="373" y="488"/>
                  <a:pt x="369" y="489"/>
                  <a:pt x="362" y="490"/>
                </a:cubicBezTo>
                <a:cubicBezTo>
                  <a:pt x="356" y="491"/>
                  <a:pt x="345" y="491"/>
                  <a:pt x="332" y="490"/>
                </a:cubicBezTo>
                <a:cubicBezTo>
                  <a:pt x="326" y="490"/>
                  <a:pt x="308" y="490"/>
                  <a:pt x="277" y="490"/>
                </a:cubicBezTo>
                <a:cubicBezTo>
                  <a:pt x="246" y="490"/>
                  <a:pt x="217" y="490"/>
                  <a:pt x="189" y="490"/>
                </a:cubicBezTo>
                <a:lnTo>
                  <a:pt x="60" y="490"/>
                </a:lnTo>
                <a:cubicBezTo>
                  <a:pt x="20" y="490"/>
                  <a:pt x="0" y="487"/>
                  <a:pt x="0" y="483"/>
                </a:cubicBezTo>
                <a:cubicBezTo>
                  <a:pt x="0" y="479"/>
                  <a:pt x="1" y="476"/>
                  <a:pt x="2" y="472"/>
                </a:cubicBezTo>
                <a:cubicBezTo>
                  <a:pt x="4" y="463"/>
                  <a:pt x="7" y="458"/>
                  <a:pt x="9" y="457"/>
                </a:cubicBezTo>
                <a:cubicBezTo>
                  <a:pt x="11" y="457"/>
                  <a:pt x="14" y="457"/>
                  <a:pt x="20" y="457"/>
                </a:cubicBezTo>
                <a:lnTo>
                  <a:pt x="24" y="457"/>
                </a:lnTo>
                <a:cubicBezTo>
                  <a:pt x="37" y="457"/>
                  <a:pt x="51" y="456"/>
                  <a:pt x="67" y="455"/>
                </a:cubicBezTo>
                <a:cubicBezTo>
                  <a:pt x="73" y="453"/>
                  <a:pt x="78" y="450"/>
                  <a:pt x="80" y="446"/>
                </a:cubicBezTo>
                <a:cubicBezTo>
                  <a:pt x="82" y="444"/>
                  <a:pt x="99" y="378"/>
                  <a:pt x="133" y="247"/>
                </a:cubicBezTo>
                <a:cubicBezTo>
                  <a:pt x="166" y="116"/>
                  <a:pt x="182" y="47"/>
                  <a:pt x="182" y="40"/>
                </a:cubicBezTo>
                <a:cubicBezTo>
                  <a:pt x="182" y="36"/>
                  <a:pt x="169" y="34"/>
                  <a:pt x="141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1228680" y="2266920"/>
            <a:ext cx="4178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Confirmatory or post-hoc evaluation when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5573880" y="2266920"/>
            <a:ext cx="1213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is estimable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35" name=""/>
          <p:cNvSpPr/>
          <p:nvPr/>
        </p:nvSpPr>
        <p:spPr>
          <a:xfrm>
            <a:off x="4678560" y="3306600"/>
            <a:ext cx="158760" cy="176400"/>
          </a:xfrm>
          <a:custGeom>
            <a:avLst/>
            <a:gdLst/>
            <a:ahLst/>
            <a:rect l="0" t="0" r="r" b="b"/>
            <a:pathLst>
              <a:path w="441" h="490">
                <a:moveTo>
                  <a:pt x="140" y="33"/>
                </a:moveTo>
                <a:cubicBezTo>
                  <a:pt x="124" y="33"/>
                  <a:pt x="116" y="32"/>
                  <a:pt x="115" y="30"/>
                </a:cubicBezTo>
                <a:cubicBezTo>
                  <a:pt x="114" y="29"/>
                  <a:pt x="114" y="27"/>
                  <a:pt x="114" y="24"/>
                </a:cubicBezTo>
                <a:cubicBezTo>
                  <a:pt x="114" y="13"/>
                  <a:pt x="117" y="5"/>
                  <a:pt x="122" y="0"/>
                </a:cubicBezTo>
                <a:cubicBezTo>
                  <a:pt x="123" y="0"/>
                  <a:pt x="126" y="0"/>
                  <a:pt x="133" y="0"/>
                </a:cubicBezTo>
                <a:cubicBezTo>
                  <a:pt x="158" y="1"/>
                  <a:pt x="189" y="2"/>
                  <a:pt x="223" y="2"/>
                </a:cubicBezTo>
                <a:cubicBezTo>
                  <a:pt x="291" y="2"/>
                  <a:pt x="329" y="1"/>
                  <a:pt x="339" y="0"/>
                </a:cubicBezTo>
                <a:lnTo>
                  <a:pt x="348" y="0"/>
                </a:lnTo>
                <a:cubicBezTo>
                  <a:pt x="351" y="3"/>
                  <a:pt x="352" y="5"/>
                  <a:pt x="352" y="6"/>
                </a:cubicBezTo>
                <a:cubicBezTo>
                  <a:pt x="352" y="8"/>
                  <a:pt x="352" y="12"/>
                  <a:pt x="351" y="19"/>
                </a:cubicBezTo>
                <a:cubicBezTo>
                  <a:pt x="348" y="26"/>
                  <a:pt x="346" y="31"/>
                  <a:pt x="344" y="33"/>
                </a:cubicBezTo>
                <a:lnTo>
                  <a:pt x="317" y="33"/>
                </a:lnTo>
                <a:cubicBezTo>
                  <a:pt x="284" y="33"/>
                  <a:pt x="265" y="35"/>
                  <a:pt x="259" y="39"/>
                </a:cubicBezTo>
                <a:cubicBezTo>
                  <a:pt x="256" y="41"/>
                  <a:pt x="252" y="48"/>
                  <a:pt x="249" y="59"/>
                </a:cubicBezTo>
                <a:cubicBezTo>
                  <a:pt x="246" y="71"/>
                  <a:pt x="230" y="133"/>
                  <a:pt x="201" y="248"/>
                </a:cubicBezTo>
                <a:cubicBezTo>
                  <a:pt x="194" y="279"/>
                  <a:pt x="185" y="312"/>
                  <a:pt x="177" y="347"/>
                </a:cubicBezTo>
                <a:cubicBezTo>
                  <a:pt x="168" y="382"/>
                  <a:pt x="162" y="409"/>
                  <a:pt x="158" y="426"/>
                </a:cubicBezTo>
                <a:lnTo>
                  <a:pt x="151" y="452"/>
                </a:lnTo>
                <a:cubicBezTo>
                  <a:pt x="151" y="454"/>
                  <a:pt x="153" y="455"/>
                  <a:pt x="158" y="455"/>
                </a:cubicBezTo>
                <a:cubicBezTo>
                  <a:pt x="162" y="455"/>
                  <a:pt x="176" y="455"/>
                  <a:pt x="200" y="456"/>
                </a:cubicBezTo>
                <a:lnTo>
                  <a:pt x="212" y="456"/>
                </a:lnTo>
                <a:cubicBezTo>
                  <a:pt x="227" y="456"/>
                  <a:pt x="239" y="456"/>
                  <a:pt x="248" y="455"/>
                </a:cubicBezTo>
                <a:cubicBezTo>
                  <a:pt x="257" y="455"/>
                  <a:pt x="269" y="453"/>
                  <a:pt x="283" y="450"/>
                </a:cubicBezTo>
                <a:cubicBezTo>
                  <a:pt x="298" y="448"/>
                  <a:pt x="310" y="443"/>
                  <a:pt x="319" y="438"/>
                </a:cubicBezTo>
                <a:cubicBezTo>
                  <a:pt x="329" y="432"/>
                  <a:pt x="339" y="424"/>
                  <a:pt x="351" y="413"/>
                </a:cubicBezTo>
                <a:cubicBezTo>
                  <a:pt x="362" y="403"/>
                  <a:pt x="372" y="390"/>
                  <a:pt x="381" y="374"/>
                </a:cubicBezTo>
                <a:cubicBezTo>
                  <a:pt x="388" y="360"/>
                  <a:pt x="396" y="343"/>
                  <a:pt x="403" y="325"/>
                </a:cubicBezTo>
                <a:cubicBezTo>
                  <a:pt x="410" y="307"/>
                  <a:pt x="414" y="297"/>
                  <a:pt x="415" y="295"/>
                </a:cubicBezTo>
                <a:cubicBezTo>
                  <a:pt x="418" y="294"/>
                  <a:pt x="422" y="293"/>
                  <a:pt x="427" y="293"/>
                </a:cubicBezTo>
                <a:lnTo>
                  <a:pt x="437" y="293"/>
                </a:lnTo>
                <a:cubicBezTo>
                  <a:pt x="440" y="297"/>
                  <a:pt x="441" y="300"/>
                  <a:pt x="441" y="301"/>
                </a:cubicBezTo>
                <a:cubicBezTo>
                  <a:pt x="441" y="302"/>
                  <a:pt x="436" y="316"/>
                  <a:pt x="427" y="343"/>
                </a:cubicBezTo>
                <a:cubicBezTo>
                  <a:pt x="417" y="371"/>
                  <a:pt x="407" y="400"/>
                  <a:pt x="395" y="430"/>
                </a:cubicBezTo>
                <a:cubicBezTo>
                  <a:pt x="383" y="460"/>
                  <a:pt x="377" y="477"/>
                  <a:pt x="376" y="483"/>
                </a:cubicBezTo>
                <a:cubicBezTo>
                  <a:pt x="375" y="485"/>
                  <a:pt x="374" y="486"/>
                  <a:pt x="373" y="487"/>
                </a:cubicBezTo>
                <a:cubicBezTo>
                  <a:pt x="372" y="487"/>
                  <a:pt x="368" y="488"/>
                  <a:pt x="361" y="489"/>
                </a:cubicBezTo>
                <a:cubicBezTo>
                  <a:pt x="355" y="490"/>
                  <a:pt x="344" y="490"/>
                  <a:pt x="331" y="490"/>
                </a:cubicBezTo>
                <a:cubicBezTo>
                  <a:pt x="325" y="490"/>
                  <a:pt x="307" y="490"/>
                  <a:pt x="276" y="490"/>
                </a:cubicBezTo>
                <a:cubicBezTo>
                  <a:pt x="245" y="490"/>
                  <a:pt x="216" y="490"/>
                  <a:pt x="188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9"/>
                  <a:pt x="1" y="475"/>
                  <a:pt x="2" y="472"/>
                </a:cubicBezTo>
                <a:cubicBezTo>
                  <a:pt x="4" y="463"/>
                  <a:pt x="6" y="458"/>
                  <a:pt x="9" y="457"/>
                </a:cubicBezTo>
                <a:cubicBezTo>
                  <a:pt x="11" y="456"/>
                  <a:pt x="14" y="456"/>
                  <a:pt x="20" y="456"/>
                </a:cubicBezTo>
                <a:lnTo>
                  <a:pt x="24" y="456"/>
                </a:lnTo>
                <a:cubicBezTo>
                  <a:pt x="37" y="456"/>
                  <a:pt x="51" y="455"/>
                  <a:pt x="67" y="454"/>
                </a:cubicBezTo>
                <a:cubicBezTo>
                  <a:pt x="73" y="453"/>
                  <a:pt x="78" y="450"/>
                  <a:pt x="80" y="445"/>
                </a:cubicBezTo>
                <a:cubicBezTo>
                  <a:pt x="82" y="444"/>
                  <a:pt x="99" y="377"/>
                  <a:pt x="132" y="246"/>
                </a:cubicBezTo>
                <a:cubicBezTo>
                  <a:pt x="165" y="115"/>
                  <a:pt x="181" y="46"/>
                  <a:pt x="181" y="39"/>
                </a:cubicBezTo>
                <a:cubicBezTo>
                  <a:pt x="181" y="36"/>
                  <a:pt x="168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6" name=""/>
          <p:cNvSpPr/>
          <p:nvPr/>
        </p:nvSpPr>
        <p:spPr>
          <a:xfrm>
            <a:off x="4865760" y="3291480"/>
            <a:ext cx="68040" cy="78480"/>
          </a:xfrm>
          <a:custGeom>
            <a:avLst/>
            <a:gdLst/>
            <a:ahLst/>
            <a:rect l="0" t="0" r="r" b="b"/>
            <a:pathLst>
              <a:path w="189" h="218">
                <a:moveTo>
                  <a:pt x="85" y="91"/>
                </a:moveTo>
                <a:cubicBezTo>
                  <a:pt x="80" y="45"/>
                  <a:pt x="78" y="20"/>
                  <a:pt x="78" y="14"/>
                </a:cubicBezTo>
                <a:cubicBezTo>
                  <a:pt x="78" y="8"/>
                  <a:pt x="82" y="4"/>
                  <a:pt x="90" y="0"/>
                </a:cubicBezTo>
                <a:cubicBezTo>
                  <a:pt x="91" y="0"/>
                  <a:pt x="91" y="0"/>
                  <a:pt x="93" y="0"/>
                </a:cubicBezTo>
                <a:cubicBezTo>
                  <a:pt x="94" y="0"/>
                  <a:pt x="95" y="0"/>
                  <a:pt x="96" y="0"/>
                </a:cubicBezTo>
                <a:cubicBezTo>
                  <a:pt x="100" y="0"/>
                  <a:pt x="104" y="2"/>
                  <a:pt x="107" y="4"/>
                </a:cubicBezTo>
                <a:cubicBezTo>
                  <a:pt x="110" y="7"/>
                  <a:pt x="112" y="10"/>
                  <a:pt x="112" y="14"/>
                </a:cubicBezTo>
                <a:cubicBezTo>
                  <a:pt x="112" y="20"/>
                  <a:pt x="111" y="34"/>
                  <a:pt x="109" y="55"/>
                </a:cubicBezTo>
                <a:cubicBezTo>
                  <a:pt x="107" y="76"/>
                  <a:pt x="106" y="89"/>
                  <a:pt x="105" y="91"/>
                </a:cubicBezTo>
                <a:lnTo>
                  <a:pt x="135" y="69"/>
                </a:lnTo>
                <a:cubicBezTo>
                  <a:pt x="154" y="55"/>
                  <a:pt x="164" y="48"/>
                  <a:pt x="166" y="47"/>
                </a:cubicBezTo>
                <a:cubicBezTo>
                  <a:pt x="167" y="46"/>
                  <a:pt x="169" y="45"/>
                  <a:pt x="171" y="45"/>
                </a:cubicBezTo>
                <a:cubicBezTo>
                  <a:pt x="175" y="45"/>
                  <a:pt x="179" y="47"/>
                  <a:pt x="183" y="50"/>
                </a:cubicBezTo>
                <a:cubicBezTo>
                  <a:pt x="186" y="54"/>
                  <a:pt x="188" y="58"/>
                  <a:pt x="189" y="64"/>
                </a:cubicBezTo>
                <a:cubicBezTo>
                  <a:pt x="189" y="68"/>
                  <a:pt x="187" y="72"/>
                  <a:pt x="184" y="76"/>
                </a:cubicBezTo>
                <a:cubicBezTo>
                  <a:pt x="182" y="77"/>
                  <a:pt x="171" y="83"/>
                  <a:pt x="149" y="93"/>
                </a:cubicBezTo>
                <a:cubicBezTo>
                  <a:pt x="128" y="103"/>
                  <a:pt x="117" y="109"/>
                  <a:pt x="115" y="109"/>
                </a:cubicBezTo>
                <a:lnTo>
                  <a:pt x="148" y="125"/>
                </a:lnTo>
                <a:lnTo>
                  <a:pt x="184" y="143"/>
                </a:lnTo>
                <a:cubicBezTo>
                  <a:pt x="187" y="146"/>
                  <a:pt x="188" y="150"/>
                  <a:pt x="188" y="154"/>
                </a:cubicBezTo>
                <a:cubicBezTo>
                  <a:pt x="188" y="159"/>
                  <a:pt x="187" y="164"/>
                  <a:pt x="184" y="167"/>
                </a:cubicBezTo>
                <a:cubicBezTo>
                  <a:pt x="181" y="170"/>
                  <a:pt x="177" y="172"/>
                  <a:pt x="172" y="173"/>
                </a:cubicBezTo>
                <a:cubicBezTo>
                  <a:pt x="169" y="173"/>
                  <a:pt x="166" y="172"/>
                  <a:pt x="163" y="170"/>
                </a:cubicBezTo>
                <a:cubicBezTo>
                  <a:pt x="159" y="168"/>
                  <a:pt x="150" y="161"/>
                  <a:pt x="135" y="149"/>
                </a:cubicBezTo>
                <a:lnTo>
                  <a:pt x="105" y="128"/>
                </a:lnTo>
                <a:cubicBezTo>
                  <a:pt x="110" y="173"/>
                  <a:pt x="112" y="199"/>
                  <a:pt x="112" y="204"/>
                </a:cubicBezTo>
                <a:cubicBezTo>
                  <a:pt x="112" y="207"/>
                  <a:pt x="111" y="211"/>
                  <a:pt x="108" y="214"/>
                </a:cubicBezTo>
                <a:cubicBezTo>
                  <a:pt x="106" y="217"/>
                  <a:pt x="102" y="218"/>
                  <a:pt x="95" y="218"/>
                </a:cubicBezTo>
                <a:cubicBezTo>
                  <a:pt x="89" y="218"/>
                  <a:pt x="84" y="217"/>
                  <a:pt x="82" y="214"/>
                </a:cubicBezTo>
                <a:cubicBezTo>
                  <a:pt x="80" y="211"/>
                  <a:pt x="78" y="207"/>
                  <a:pt x="78" y="204"/>
                </a:cubicBezTo>
                <a:cubicBezTo>
                  <a:pt x="78" y="198"/>
                  <a:pt x="79" y="185"/>
                  <a:pt x="81" y="164"/>
                </a:cubicBezTo>
                <a:cubicBezTo>
                  <a:pt x="83" y="142"/>
                  <a:pt x="84" y="130"/>
                  <a:pt x="85" y="128"/>
                </a:cubicBezTo>
                <a:lnTo>
                  <a:pt x="55" y="149"/>
                </a:lnTo>
                <a:cubicBezTo>
                  <a:pt x="35" y="163"/>
                  <a:pt x="25" y="171"/>
                  <a:pt x="24" y="172"/>
                </a:cubicBezTo>
                <a:cubicBezTo>
                  <a:pt x="22" y="173"/>
                  <a:pt x="20" y="173"/>
                  <a:pt x="18" y="173"/>
                </a:cubicBezTo>
                <a:cubicBezTo>
                  <a:pt x="14" y="173"/>
                  <a:pt x="10" y="171"/>
                  <a:pt x="6" y="168"/>
                </a:cubicBezTo>
                <a:cubicBezTo>
                  <a:pt x="3" y="165"/>
                  <a:pt x="1" y="160"/>
                  <a:pt x="0" y="154"/>
                </a:cubicBezTo>
                <a:cubicBezTo>
                  <a:pt x="0" y="153"/>
                  <a:pt x="0" y="151"/>
                  <a:pt x="0" y="150"/>
                </a:cubicBezTo>
                <a:cubicBezTo>
                  <a:pt x="0" y="149"/>
                  <a:pt x="1" y="148"/>
                  <a:pt x="2" y="147"/>
                </a:cubicBezTo>
                <a:cubicBezTo>
                  <a:pt x="3" y="146"/>
                  <a:pt x="4" y="145"/>
                  <a:pt x="4" y="144"/>
                </a:cubicBezTo>
                <a:cubicBezTo>
                  <a:pt x="5" y="143"/>
                  <a:pt x="6" y="142"/>
                  <a:pt x="9" y="141"/>
                </a:cubicBezTo>
                <a:cubicBezTo>
                  <a:pt x="11" y="139"/>
                  <a:pt x="13" y="138"/>
                  <a:pt x="15" y="137"/>
                </a:cubicBezTo>
                <a:cubicBezTo>
                  <a:pt x="17" y="136"/>
                  <a:pt x="21" y="135"/>
                  <a:pt x="25" y="133"/>
                </a:cubicBezTo>
                <a:cubicBezTo>
                  <a:pt x="29" y="131"/>
                  <a:pt x="34" y="129"/>
                  <a:pt x="38" y="127"/>
                </a:cubicBezTo>
                <a:cubicBezTo>
                  <a:pt x="43" y="125"/>
                  <a:pt x="48" y="123"/>
                  <a:pt x="55" y="120"/>
                </a:cubicBezTo>
                <a:cubicBezTo>
                  <a:pt x="62" y="116"/>
                  <a:pt x="68" y="113"/>
                  <a:pt x="75" y="109"/>
                </a:cubicBezTo>
                <a:lnTo>
                  <a:pt x="5" y="76"/>
                </a:lnTo>
                <a:cubicBezTo>
                  <a:pt x="2" y="73"/>
                  <a:pt x="1" y="69"/>
                  <a:pt x="1" y="64"/>
                </a:cubicBezTo>
                <a:cubicBezTo>
                  <a:pt x="1" y="59"/>
                  <a:pt x="2" y="55"/>
                  <a:pt x="5" y="51"/>
                </a:cubicBezTo>
                <a:cubicBezTo>
                  <a:pt x="8" y="48"/>
                  <a:pt x="12" y="46"/>
                  <a:pt x="17" y="46"/>
                </a:cubicBezTo>
                <a:cubicBezTo>
                  <a:pt x="20" y="46"/>
                  <a:pt x="23" y="47"/>
                  <a:pt x="27" y="49"/>
                </a:cubicBezTo>
                <a:cubicBezTo>
                  <a:pt x="30" y="51"/>
                  <a:pt x="39" y="58"/>
                  <a:pt x="55" y="69"/>
                </a:cubicBezTo>
                <a:lnTo>
                  <a:pt x="85" y="9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7" name=""/>
          <p:cNvSpPr/>
          <p:nvPr/>
        </p:nvSpPr>
        <p:spPr>
          <a:xfrm>
            <a:off x="5043960" y="338796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4"/>
                </a:moveTo>
                <a:cubicBezTo>
                  <a:pt x="0" y="8"/>
                  <a:pt x="3" y="3"/>
                  <a:pt x="10" y="0"/>
                </a:cubicBezTo>
                <a:lnTo>
                  <a:pt x="467" y="0"/>
                </a:lnTo>
                <a:cubicBezTo>
                  <a:pt x="474" y="4"/>
                  <a:pt x="477" y="8"/>
                  <a:pt x="477" y="14"/>
                </a:cubicBezTo>
                <a:cubicBezTo>
                  <a:pt x="477" y="19"/>
                  <a:pt x="474" y="24"/>
                  <a:pt x="467" y="29"/>
                </a:cubicBezTo>
                <a:lnTo>
                  <a:pt x="240" y="29"/>
                </a:lnTo>
                <a:lnTo>
                  <a:pt x="12" y="29"/>
                </a:lnTo>
                <a:cubicBezTo>
                  <a:pt x="4" y="27"/>
                  <a:pt x="0" y="21"/>
                  <a:pt x="0" y="14"/>
                </a:cubicBezTo>
                <a:moveTo>
                  <a:pt x="0" y="154"/>
                </a:moveTo>
                <a:cubicBezTo>
                  <a:pt x="0" y="147"/>
                  <a:pt x="4" y="142"/>
                  <a:pt x="12" y="139"/>
                </a:cubicBezTo>
                <a:lnTo>
                  <a:pt x="467" y="139"/>
                </a:lnTo>
                <a:cubicBezTo>
                  <a:pt x="474" y="144"/>
                  <a:pt x="477" y="149"/>
                  <a:pt x="477" y="154"/>
                </a:cubicBezTo>
                <a:cubicBezTo>
                  <a:pt x="477" y="160"/>
                  <a:pt x="474" y="165"/>
                  <a:pt x="467" y="168"/>
                </a:cubicBezTo>
                <a:lnTo>
                  <a:pt x="10" y="168"/>
                </a:lnTo>
                <a:cubicBezTo>
                  <a:pt x="3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8" name=""/>
          <p:cNvSpPr/>
          <p:nvPr/>
        </p:nvSpPr>
        <p:spPr>
          <a:xfrm>
            <a:off x="6163560" y="3124080"/>
            <a:ext cx="190800" cy="184680"/>
          </a:xfrm>
          <a:custGeom>
            <a:avLst/>
            <a:gdLst/>
            <a:ahLst/>
            <a:rect l="0" t="0" r="r" b="b"/>
            <a:pathLst>
              <a:path w="530" h="513">
                <a:moveTo>
                  <a:pt x="4" y="513"/>
                </a:moveTo>
                <a:cubicBezTo>
                  <a:pt x="1" y="511"/>
                  <a:pt x="0" y="509"/>
                  <a:pt x="0" y="508"/>
                </a:cubicBezTo>
                <a:cubicBezTo>
                  <a:pt x="0" y="507"/>
                  <a:pt x="40" y="423"/>
                  <a:pt x="122" y="257"/>
                </a:cubicBezTo>
                <a:cubicBezTo>
                  <a:pt x="203" y="91"/>
                  <a:pt x="244" y="7"/>
                  <a:pt x="246" y="5"/>
                </a:cubicBezTo>
                <a:cubicBezTo>
                  <a:pt x="247" y="2"/>
                  <a:pt x="254" y="0"/>
                  <a:pt x="266" y="0"/>
                </a:cubicBezTo>
                <a:cubicBezTo>
                  <a:pt x="277" y="0"/>
                  <a:pt x="283" y="2"/>
                  <a:pt x="286" y="5"/>
                </a:cubicBezTo>
                <a:cubicBezTo>
                  <a:pt x="287" y="7"/>
                  <a:pt x="328" y="91"/>
                  <a:pt x="409" y="257"/>
                </a:cubicBezTo>
                <a:cubicBezTo>
                  <a:pt x="489" y="423"/>
                  <a:pt x="530" y="507"/>
                  <a:pt x="530" y="508"/>
                </a:cubicBezTo>
                <a:cubicBezTo>
                  <a:pt x="530" y="509"/>
                  <a:pt x="529" y="511"/>
                  <a:pt x="527" y="513"/>
                </a:cubicBezTo>
                <a:lnTo>
                  <a:pt x="4" y="513"/>
                </a:lnTo>
                <a:moveTo>
                  <a:pt x="331" y="267"/>
                </a:moveTo>
                <a:lnTo>
                  <a:pt x="243" y="86"/>
                </a:lnTo>
                <a:lnTo>
                  <a:pt x="65" y="447"/>
                </a:lnTo>
                <a:lnTo>
                  <a:pt x="242" y="448"/>
                </a:lnTo>
                <a:lnTo>
                  <a:pt x="419" y="448"/>
                </a:lnTo>
                <a:cubicBezTo>
                  <a:pt x="419" y="447"/>
                  <a:pt x="389" y="386"/>
                  <a:pt x="331" y="2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9" name=""/>
          <p:cNvSpPr/>
          <p:nvPr/>
        </p:nvSpPr>
        <p:spPr>
          <a:xfrm>
            <a:off x="6381000" y="3265560"/>
            <a:ext cx="69480" cy="83880"/>
          </a:xfrm>
          <a:custGeom>
            <a:avLst/>
            <a:gdLst/>
            <a:ahLst/>
            <a:rect l="0" t="0" r="r" b="b"/>
            <a:pathLst>
              <a:path w="193" h="233">
                <a:moveTo>
                  <a:pt x="171" y="72"/>
                </a:moveTo>
                <a:cubicBezTo>
                  <a:pt x="171" y="72"/>
                  <a:pt x="167" y="72"/>
                  <a:pt x="160" y="72"/>
                </a:cubicBezTo>
                <a:cubicBezTo>
                  <a:pt x="153" y="72"/>
                  <a:pt x="147" y="69"/>
                  <a:pt x="142" y="64"/>
                </a:cubicBezTo>
                <a:cubicBezTo>
                  <a:pt x="137" y="59"/>
                  <a:pt x="134" y="53"/>
                  <a:pt x="134" y="45"/>
                </a:cubicBezTo>
                <a:cubicBezTo>
                  <a:pt x="134" y="37"/>
                  <a:pt x="136" y="31"/>
                  <a:pt x="141" y="26"/>
                </a:cubicBezTo>
                <a:cubicBezTo>
                  <a:pt x="143" y="24"/>
                  <a:pt x="144" y="23"/>
                  <a:pt x="144" y="23"/>
                </a:cubicBezTo>
                <a:cubicBezTo>
                  <a:pt x="144" y="22"/>
                  <a:pt x="142" y="22"/>
                  <a:pt x="139" y="22"/>
                </a:cubicBezTo>
                <a:cubicBezTo>
                  <a:pt x="130" y="20"/>
                  <a:pt x="122" y="20"/>
                  <a:pt x="114" y="20"/>
                </a:cubicBezTo>
                <a:cubicBezTo>
                  <a:pt x="97" y="20"/>
                  <a:pt x="84" y="25"/>
                  <a:pt x="73" y="36"/>
                </a:cubicBezTo>
                <a:cubicBezTo>
                  <a:pt x="58" y="52"/>
                  <a:pt x="50" y="78"/>
                  <a:pt x="50" y="116"/>
                </a:cubicBezTo>
                <a:cubicBezTo>
                  <a:pt x="50" y="144"/>
                  <a:pt x="55" y="166"/>
                  <a:pt x="65" y="182"/>
                </a:cubicBezTo>
                <a:cubicBezTo>
                  <a:pt x="79" y="202"/>
                  <a:pt x="98" y="212"/>
                  <a:pt x="121" y="212"/>
                </a:cubicBezTo>
                <a:cubicBezTo>
                  <a:pt x="135" y="212"/>
                  <a:pt x="146" y="208"/>
                  <a:pt x="154" y="199"/>
                </a:cubicBezTo>
                <a:cubicBezTo>
                  <a:pt x="163" y="190"/>
                  <a:pt x="169" y="180"/>
                  <a:pt x="173" y="168"/>
                </a:cubicBezTo>
                <a:cubicBezTo>
                  <a:pt x="173" y="165"/>
                  <a:pt x="174" y="163"/>
                  <a:pt x="175" y="163"/>
                </a:cubicBezTo>
                <a:cubicBezTo>
                  <a:pt x="176" y="162"/>
                  <a:pt x="179" y="162"/>
                  <a:pt x="183" y="162"/>
                </a:cubicBezTo>
                <a:lnTo>
                  <a:pt x="190" y="162"/>
                </a:lnTo>
                <a:cubicBezTo>
                  <a:pt x="192" y="164"/>
                  <a:pt x="193" y="165"/>
                  <a:pt x="193" y="166"/>
                </a:cubicBezTo>
                <a:cubicBezTo>
                  <a:pt x="193" y="168"/>
                  <a:pt x="193" y="170"/>
                  <a:pt x="191" y="174"/>
                </a:cubicBezTo>
                <a:cubicBezTo>
                  <a:pt x="190" y="178"/>
                  <a:pt x="187" y="184"/>
                  <a:pt x="183" y="191"/>
                </a:cubicBezTo>
                <a:cubicBezTo>
                  <a:pt x="179" y="198"/>
                  <a:pt x="174" y="205"/>
                  <a:pt x="168" y="210"/>
                </a:cubicBezTo>
                <a:cubicBezTo>
                  <a:pt x="163" y="216"/>
                  <a:pt x="155" y="221"/>
                  <a:pt x="144" y="226"/>
                </a:cubicBezTo>
                <a:cubicBezTo>
                  <a:pt x="134" y="231"/>
                  <a:pt x="122" y="233"/>
                  <a:pt x="109" y="233"/>
                </a:cubicBezTo>
                <a:cubicBezTo>
                  <a:pt x="80" y="233"/>
                  <a:pt x="55" y="222"/>
                  <a:pt x="33" y="200"/>
                </a:cubicBezTo>
                <a:cubicBezTo>
                  <a:pt x="11" y="179"/>
                  <a:pt x="0" y="152"/>
                  <a:pt x="0" y="119"/>
                </a:cubicBezTo>
                <a:cubicBezTo>
                  <a:pt x="0" y="83"/>
                  <a:pt x="11" y="54"/>
                  <a:pt x="33" y="32"/>
                </a:cubicBezTo>
                <a:cubicBezTo>
                  <a:pt x="55" y="11"/>
                  <a:pt x="81" y="0"/>
                  <a:pt x="110" y="0"/>
                </a:cubicBezTo>
                <a:cubicBezTo>
                  <a:pt x="139" y="0"/>
                  <a:pt x="159" y="4"/>
                  <a:pt x="171" y="13"/>
                </a:cubicBezTo>
                <a:cubicBezTo>
                  <a:pt x="182" y="22"/>
                  <a:pt x="188" y="33"/>
                  <a:pt x="188" y="46"/>
                </a:cubicBezTo>
                <a:cubicBezTo>
                  <a:pt x="188" y="53"/>
                  <a:pt x="185" y="60"/>
                  <a:pt x="179" y="64"/>
                </a:cubicBezTo>
                <a:lnTo>
                  <a:pt x="171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0" name=""/>
          <p:cNvSpPr/>
          <p:nvPr/>
        </p:nvSpPr>
        <p:spPr>
          <a:xfrm>
            <a:off x="6460200" y="3220560"/>
            <a:ext cx="43560" cy="126720"/>
          </a:xfrm>
          <a:custGeom>
            <a:avLst/>
            <a:gdLst/>
            <a:ahLst/>
            <a:rect l="0" t="0" r="r" b="b"/>
            <a:pathLst>
              <a:path w="121" h="352">
                <a:moveTo>
                  <a:pt x="8" y="328"/>
                </a:moveTo>
                <a:lnTo>
                  <a:pt x="15" y="328"/>
                </a:lnTo>
                <a:cubicBezTo>
                  <a:pt x="28" y="328"/>
                  <a:pt x="36" y="325"/>
                  <a:pt x="39" y="321"/>
                </a:cubicBezTo>
                <a:lnTo>
                  <a:pt x="39" y="317"/>
                </a:lnTo>
                <a:cubicBezTo>
                  <a:pt x="39" y="314"/>
                  <a:pt x="39" y="310"/>
                  <a:pt x="39" y="305"/>
                </a:cubicBezTo>
                <a:cubicBezTo>
                  <a:pt x="39" y="300"/>
                  <a:pt x="39" y="295"/>
                  <a:pt x="39" y="288"/>
                </a:cubicBezTo>
                <a:cubicBezTo>
                  <a:pt x="39" y="282"/>
                  <a:pt x="39" y="275"/>
                  <a:pt x="39" y="267"/>
                </a:cubicBezTo>
                <a:cubicBezTo>
                  <a:pt x="40" y="259"/>
                  <a:pt x="40" y="250"/>
                  <a:pt x="39" y="241"/>
                </a:cubicBezTo>
                <a:cubicBezTo>
                  <a:pt x="39" y="233"/>
                  <a:pt x="39" y="223"/>
                  <a:pt x="39" y="214"/>
                </a:cubicBezTo>
                <a:cubicBezTo>
                  <a:pt x="40" y="204"/>
                  <a:pt x="40" y="194"/>
                  <a:pt x="39" y="185"/>
                </a:cubicBezTo>
                <a:cubicBezTo>
                  <a:pt x="39" y="172"/>
                  <a:pt x="39" y="159"/>
                  <a:pt x="39" y="145"/>
                </a:cubicBezTo>
                <a:cubicBezTo>
                  <a:pt x="39" y="131"/>
                  <a:pt x="39" y="119"/>
                  <a:pt x="39" y="107"/>
                </a:cubicBezTo>
                <a:cubicBezTo>
                  <a:pt x="39" y="96"/>
                  <a:pt x="39" y="86"/>
                  <a:pt x="39" y="77"/>
                </a:cubicBezTo>
                <a:cubicBezTo>
                  <a:pt x="39" y="68"/>
                  <a:pt x="39" y="61"/>
                  <a:pt x="39" y="55"/>
                </a:cubicBezTo>
                <a:cubicBezTo>
                  <a:pt x="39" y="49"/>
                  <a:pt x="39" y="46"/>
                  <a:pt x="39" y="46"/>
                </a:cubicBezTo>
                <a:cubicBezTo>
                  <a:pt x="38" y="40"/>
                  <a:pt x="36" y="36"/>
                  <a:pt x="32" y="34"/>
                </a:cubicBezTo>
                <a:cubicBezTo>
                  <a:pt x="28" y="32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10"/>
                  <a:pt x="0" y="6"/>
                  <a:pt x="1" y="6"/>
                </a:cubicBezTo>
                <a:lnTo>
                  <a:pt x="6" y="5"/>
                </a:lnTo>
                <a:cubicBezTo>
                  <a:pt x="10" y="5"/>
                  <a:pt x="14" y="5"/>
                  <a:pt x="21" y="4"/>
                </a:cubicBezTo>
                <a:cubicBezTo>
                  <a:pt x="27" y="4"/>
                  <a:pt x="33" y="4"/>
                  <a:pt x="39" y="3"/>
                </a:cubicBezTo>
                <a:cubicBezTo>
                  <a:pt x="45" y="3"/>
                  <a:pt x="51" y="3"/>
                  <a:pt x="58" y="2"/>
                </a:cubicBezTo>
                <a:cubicBezTo>
                  <a:pt x="65" y="2"/>
                  <a:pt x="70" y="1"/>
                  <a:pt x="73" y="1"/>
                </a:cubicBezTo>
                <a:cubicBezTo>
                  <a:pt x="77" y="0"/>
                  <a:pt x="79" y="0"/>
                  <a:pt x="79" y="0"/>
                </a:cubicBezTo>
                <a:lnTo>
                  <a:pt x="80" y="0"/>
                </a:lnTo>
                <a:lnTo>
                  <a:pt x="80" y="159"/>
                </a:lnTo>
                <a:cubicBezTo>
                  <a:pt x="80" y="266"/>
                  <a:pt x="81" y="320"/>
                  <a:pt x="81" y="321"/>
                </a:cubicBezTo>
                <a:cubicBezTo>
                  <a:pt x="82" y="323"/>
                  <a:pt x="85" y="325"/>
                  <a:pt x="88" y="326"/>
                </a:cubicBezTo>
                <a:cubicBezTo>
                  <a:pt x="95" y="327"/>
                  <a:pt x="103" y="328"/>
                  <a:pt x="113" y="328"/>
                </a:cubicBezTo>
                <a:lnTo>
                  <a:pt x="121" y="328"/>
                </a:lnTo>
                <a:lnTo>
                  <a:pt x="121" y="352"/>
                </a:lnTo>
                <a:lnTo>
                  <a:pt x="117" y="352"/>
                </a:lnTo>
                <a:lnTo>
                  <a:pt x="105" y="352"/>
                </a:lnTo>
                <a:cubicBezTo>
                  <a:pt x="97" y="351"/>
                  <a:pt x="89" y="351"/>
                  <a:pt x="79" y="351"/>
                </a:cubicBezTo>
                <a:cubicBezTo>
                  <a:pt x="71" y="351"/>
                  <a:pt x="64" y="351"/>
                  <a:pt x="60" y="350"/>
                </a:cubicBezTo>
                <a:cubicBezTo>
                  <a:pt x="56" y="350"/>
                  <a:pt x="50" y="350"/>
                  <a:pt x="41" y="350"/>
                </a:cubicBezTo>
                <a:cubicBezTo>
                  <a:pt x="32" y="351"/>
                  <a:pt x="24" y="351"/>
                  <a:pt x="16" y="352"/>
                </a:cubicBezTo>
                <a:lnTo>
                  <a:pt x="4" y="352"/>
                </a:lnTo>
                <a:lnTo>
                  <a:pt x="0" y="352"/>
                </a:lnTo>
                <a:lnTo>
                  <a:pt x="0" y="328"/>
                </a:lnTo>
                <a:lnTo>
                  <a:pt x="8" y="3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1" name=""/>
          <p:cNvSpPr/>
          <p:nvPr/>
        </p:nvSpPr>
        <p:spPr>
          <a:xfrm>
            <a:off x="6510960" y="3225240"/>
            <a:ext cx="41760" cy="122040"/>
          </a:xfrm>
          <a:custGeom>
            <a:avLst/>
            <a:gdLst/>
            <a:ahLst/>
            <a:rect l="0" t="0" r="r" b="b"/>
            <a:pathLst>
              <a:path w="116" h="339">
                <a:moveTo>
                  <a:pt x="21" y="30"/>
                </a:moveTo>
                <a:cubicBezTo>
                  <a:pt x="21" y="21"/>
                  <a:pt x="24" y="13"/>
                  <a:pt x="31" y="8"/>
                </a:cubicBezTo>
                <a:cubicBezTo>
                  <a:pt x="38" y="3"/>
                  <a:pt x="45" y="0"/>
                  <a:pt x="54" y="0"/>
                </a:cubicBezTo>
                <a:cubicBezTo>
                  <a:pt x="61" y="1"/>
                  <a:pt x="68" y="3"/>
                  <a:pt x="74" y="8"/>
                </a:cubicBezTo>
                <a:cubicBezTo>
                  <a:pt x="80" y="13"/>
                  <a:pt x="82" y="21"/>
                  <a:pt x="82" y="30"/>
                </a:cubicBezTo>
                <a:cubicBezTo>
                  <a:pt x="82" y="40"/>
                  <a:pt x="80" y="48"/>
                  <a:pt x="74" y="53"/>
                </a:cubicBezTo>
                <a:cubicBezTo>
                  <a:pt x="68" y="58"/>
                  <a:pt x="61" y="60"/>
                  <a:pt x="53" y="60"/>
                </a:cubicBezTo>
                <a:cubicBezTo>
                  <a:pt x="44" y="60"/>
                  <a:pt x="37" y="58"/>
                  <a:pt x="31" y="53"/>
                </a:cubicBezTo>
                <a:cubicBezTo>
                  <a:pt x="25" y="48"/>
                  <a:pt x="22" y="40"/>
                  <a:pt x="21" y="30"/>
                </a:cubicBezTo>
                <a:moveTo>
                  <a:pt x="112" y="339"/>
                </a:moveTo>
                <a:cubicBezTo>
                  <a:pt x="107" y="338"/>
                  <a:pt x="90" y="337"/>
                  <a:pt x="60" y="337"/>
                </a:cubicBezTo>
                <a:cubicBezTo>
                  <a:pt x="56" y="337"/>
                  <a:pt x="50" y="337"/>
                  <a:pt x="41" y="337"/>
                </a:cubicBezTo>
                <a:cubicBezTo>
                  <a:pt x="32" y="337"/>
                  <a:pt x="23" y="338"/>
                  <a:pt x="15" y="339"/>
                </a:cubicBezTo>
                <a:lnTo>
                  <a:pt x="4" y="339"/>
                </a:lnTo>
                <a:lnTo>
                  <a:pt x="0" y="339"/>
                </a:lnTo>
                <a:lnTo>
                  <a:pt x="0" y="315"/>
                </a:lnTo>
                <a:lnTo>
                  <a:pt x="8" y="315"/>
                </a:lnTo>
                <a:cubicBezTo>
                  <a:pt x="17" y="315"/>
                  <a:pt x="25" y="314"/>
                  <a:pt x="33" y="313"/>
                </a:cubicBezTo>
                <a:cubicBezTo>
                  <a:pt x="36" y="312"/>
                  <a:pt x="38" y="310"/>
                  <a:pt x="39" y="308"/>
                </a:cubicBezTo>
                <a:cubicBezTo>
                  <a:pt x="40" y="305"/>
                  <a:pt x="40" y="298"/>
                  <a:pt x="40" y="286"/>
                </a:cubicBezTo>
                <a:lnTo>
                  <a:pt x="40" y="234"/>
                </a:lnTo>
                <a:lnTo>
                  <a:pt x="40" y="190"/>
                </a:lnTo>
                <a:cubicBezTo>
                  <a:pt x="40" y="172"/>
                  <a:pt x="40" y="161"/>
                  <a:pt x="39" y="157"/>
                </a:cubicBezTo>
                <a:cubicBezTo>
                  <a:pt x="38" y="152"/>
                  <a:pt x="36" y="149"/>
                  <a:pt x="32" y="147"/>
                </a:cubicBezTo>
                <a:cubicBezTo>
                  <a:pt x="26" y="145"/>
                  <a:pt x="18" y="143"/>
                  <a:pt x="7" y="143"/>
                </a:cubicBezTo>
                <a:lnTo>
                  <a:pt x="2" y="143"/>
                </a:lnTo>
                <a:lnTo>
                  <a:pt x="2" y="132"/>
                </a:lnTo>
                <a:cubicBezTo>
                  <a:pt x="2" y="124"/>
                  <a:pt x="2" y="120"/>
                  <a:pt x="3" y="120"/>
                </a:cubicBezTo>
                <a:lnTo>
                  <a:pt x="8" y="120"/>
                </a:lnTo>
                <a:cubicBezTo>
                  <a:pt x="11" y="119"/>
                  <a:pt x="16" y="119"/>
                  <a:pt x="22" y="119"/>
                </a:cubicBezTo>
                <a:cubicBezTo>
                  <a:pt x="29" y="118"/>
                  <a:pt x="35" y="118"/>
                  <a:pt x="41" y="118"/>
                </a:cubicBezTo>
                <a:cubicBezTo>
                  <a:pt x="47" y="117"/>
                  <a:pt x="53" y="117"/>
                  <a:pt x="59" y="117"/>
                </a:cubicBezTo>
                <a:cubicBezTo>
                  <a:pt x="66" y="116"/>
                  <a:pt x="71" y="116"/>
                  <a:pt x="74" y="115"/>
                </a:cubicBezTo>
                <a:cubicBezTo>
                  <a:pt x="77" y="114"/>
                  <a:pt x="79" y="114"/>
                  <a:pt x="79" y="115"/>
                </a:cubicBezTo>
                <a:lnTo>
                  <a:pt x="81" y="115"/>
                </a:lnTo>
                <a:lnTo>
                  <a:pt x="81" y="307"/>
                </a:lnTo>
                <a:cubicBezTo>
                  <a:pt x="83" y="310"/>
                  <a:pt x="85" y="312"/>
                  <a:pt x="87" y="313"/>
                </a:cubicBezTo>
                <a:cubicBezTo>
                  <a:pt x="89" y="313"/>
                  <a:pt x="95" y="314"/>
                  <a:pt x="105" y="315"/>
                </a:cubicBezTo>
                <a:lnTo>
                  <a:pt x="116" y="315"/>
                </a:lnTo>
                <a:lnTo>
                  <a:pt x="116" y="339"/>
                </a:lnTo>
                <a:lnTo>
                  <a:pt x="112" y="33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2" name=""/>
          <p:cNvSpPr/>
          <p:nvPr/>
        </p:nvSpPr>
        <p:spPr>
          <a:xfrm>
            <a:off x="6561360" y="3266280"/>
            <a:ext cx="94320" cy="81000"/>
          </a:xfrm>
          <a:custGeom>
            <a:avLst/>
            <a:gdLst/>
            <a:ahLst/>
            <a:rect l="0" t="0" r="r" b="b"/>
            <a:pathLst>
              <a:path w="262" h="225">
                <a:moveTo>
                  <a:pt x="8" y="202"/>
                </a:moveTo>
                <a:lnTo>
                  <a:pt x="15" y="202"/>
                </a:lnTo>
                <a:cubicBezTo>
                  <a:pt x="28" y="202"/>
                  <a:pt x="36" y="199"/>
                  <a:pt x="39" y="195"/>
                </a:cubicBezTo>
                <a:lnTo>
                  <a:pt x="39" y="191"/>
                </a:lnTo>
                <a:cubicBezTo>
                  <a:pt x="39" y="188"/>
                  <a:pt x="39" y="184"/>
                  <a:pt x="39" y="178"/>
                </a:cubicBezTo>
                <a:cubicBezTo>
                  <a:pt x="39" y="173"/>
                  <a:pt x="39" y="168"/>
                  <a:pt x="39" y="162"/>
                </a:cubicBezTo>
                <a:cubicBezTo>
                  <a:pt x="39" y="157"/>
                  <a:pt x="39" y="150"/>
                  <a:pt x="39" y="143"/>
                </a:cubicBezTo>
                <a:cubicBezTo>
                  <a:pt x="39" y="135"/>
                  <a:pt x="39" y="128"/>
                  <a:pt x="39" y="121"/>
                </a:cubicBezTo>
                <a:cubicBezTo>
                  <a:pt x="39" y="111"/>
                  <a:pt x="39" y="100"/>
                  <a:pt x="39" y="88"/>
                </a:cubicBezTo>
                <a:cubicBezTo>
                  <a:pt x="39" y="76"/>
                  <a:pt x="39" y="66"/>
                  <a:pt x="39" y="58"/>
                </a:cubicBezTo>
                <a:lnTo>
                  <a:pt x="39" y="47"/>
                </a:lnTo>
                <a:cubicBezTo>
                  <a:pt x="38" y="40"/>
                  <a:pt x="35" y="36"/>
                  <a:pt x="31" y="34"/>
                </a:cubicBezTo>
                <a:cubicBezTo>
                  <a:pt x="28" y="32"/>
                  <a:pt x="20" y="30"/>
                  <a:pt x="9" y="29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10"/>
                  <a:pt x="0" y="6"/>
                  <a:pt x="1" y="6"/>
                </a:cubicBezTo>
                <a:lnTo>
                  <a:pt x="6" y="6"/>
                </a:lnTo>
                <a:cubicBezTo>
                  <a:pt x="9" y="5"/>
                  <a:pt x="14" y="5"/>
                  <a:pt x="20" y="5"/>
                </a:cubicBezTo>
                <a:cubicBezTo>
                  <a:pt x="26" y="4"/>
                  <a:pt x="32" y="4"/>
                  <a:pt x="39" y="4"/>
                </a:cubicBezTo>
                <a:cubicBezTo>
                  <a:pt x="44" y="3"/>
                  <a:pt x="50" y="3"/>
                  <a:pt x="57" y="3"/>
                </a:cubicBezTo>
                <a:cubicBezTo>
                  <a:pt x="63" y="2"/>
                  <a:pt x="68" y="2"/>
                  <a:pt x="71" y="1"/>
                </a:cubicBezTo>
                <a:cubicBezTo>
                  <a:pt x="75" y="0"/>
                  <a:pt x="77" y="0"/>
                  <a:pt x="77" y="1"/>
                </a:cubicBezTo>
                <a:lnTo>
                  <a:pt x="78" y="1"/>
                </a:lnTo>
                <a:lnTo>
                  <a:pt x="78" y="21"/>
                </a:lnTo>
                <a:cubicBezTo>
                  <a:pt x="78" y="34"/>
                  <a:pt x="79" y="40"/>
                  <a:pt x="79" y="40"/>
                </a:cubicBezTo>
                <a:cubicBezTo>
                  <a:pt x="79" y="40"/>
                  <a:pt x="80" y="39"/>
                  <a:pt x="82" y="37"/>
                </a:cubicBezTo>
                <a:cubicBezTo>
                  <a:pt x="83" y="36"/>
                  <a:pt x="85" y="33"/>
                  <a:pt x="88" y="30"/>
                </a:cubicBezTo>
                <a:cubicBezTo>
                  <a:pt x="90" y="27"/>
                  <a:pt x="93" y="23"/>
                  <a:pt x="97" y="21"/>
                </a:cubicBezTo>
                <a:cubicBezTo>
                  <a:pt x="101" y="18"/>
                  <a:pt x="106" y="15"/>
                  <a:pt x="112" y="11"/>
                </a:cubicBezTo>
                <a:cubicBezTo>
                  <a:pt x="118" y="7"/>
                  <a:pt x="124" y="5"/>
                  <a:pt x="131" y="3"/>
                </a:cubicBezTo>
                <a:cubicBezTo>
                  <a:pt x="138" y="1"/>
                  <a:pt x="146" y="1"/>
                  <a:pt x="157" y="1"/>
                </a:cubicBezTo>
                <a:cubicBezTo>
                  <a:pt x="196" y="2"/>
                  <a:pt x="218" y="21"/>
                  <a:pt x="222" y="58"/>
                </a:cubicBezTo>
                <a:cubicBezTo>
                  <a:pt x="222" y="60"/>
                  <a:pt x="223" y="83"/>
                  <a:pt x="223" y="128"/>
                </a:cubicBezTo>
                <a:lnTo>
                  <a:pt x="223" y="171"/>
                </a:lnTo>
                <a:cubicBezTo>
                  <a:pt x="223" y="185"/>
                  <a:pt x="223" y="193"/>
                  <a:pt x="224" y="195"/>
                </a:cubicBezTo>
                <a:cubicBezTo>
                  <a:pt x="224" y="198"/>
                  <a:pt x="226" y="199"/>
                  <a:pt x="229" y="200"/>
                </a:cubicBezTo>
                <a:cubicBezTo>
                  <a:pt x="236" y="201"/>
                  <a:pt x="244" y="202"/>
                  <a:pt x="254" y="202"/>
                </a:cubicBezTo>
                <a:lnTo>
                  <a:pt x="262" y="202"/>
                </a:lnTo>
                <a:lnTo>
                  <a:pt x="262" y="225"/>
                </a:lnTo>
                <a:lnTo>
                  <a:pt x="258" y="225"/>
                </a:lnTo>
                <a:lnTo>
                  <a:pt x="246" y="225"/>
                </a:lnTo>
                <a:cubicBezTo>
                  <a:pt x="238" y="224"/>
                  <a:pt x="230" y="224"/>
                  <a:pt x="221" y="224"/>
                </a:cubicBezTo>
                <a:cubicBezTo>
                  <a:pt x="211" y="224"/>
                  <a:pt x="205" y="224"/>
                  <a:pt x="201" y="223"/>
                </a:cubicBezTo>
                <a:cubicBezTo>
                  <a:pt x="166" y="223"/>
                  <a:pt x="147" y="224"/>
                  <a:pt x="144" y="225"/>
                </a:cubicBezTo>
                <a:lnTo>
                  <a:pt x="140" y="225"/>
                </a:lnTo>
                <a:lnTo>
                  <a:pt x="140" y="202"/>
                </a:lnTo>
                <a:lnTo>
                  <a:pt x="148" y="202"/>
                </a:lnTo>
                <a:cubicBezTo>
                  <a:pt x="168" y="202"/>
                  <a:pt x="180" y="199"/>
                  <a:pt x="180" y="194"/>
                </a:cubicBezTo>
                <a:cubicBezTo>
                  <a:pt x="180" y="193"/>
                  <a:pt x="180" y="169"/>
                  <a:pt x="180" y="123"/>
                </a:cubicBezTo>
                <a:cubicBezTo>
                  <a:pt x="180" y="77"/>
                  <a:pt x="179" y="53"/>
                  <a:pt x="179" y="51"/>
                </a:cubicBezTo>
                <a:cubicBezTo>
                  <a:pt x="177" y="41"/>
                  <a:pt x="173" y="34"/>
                  <a:pt x="168" y="29"/>
                </a:cubicBezTo>
                <a:cubicBezTo>
                  <a:pt x="163" y="25"/>
                  <a:pt x="159" y="22"/>
                  <a:pt x="156" y="21"/>
                </a:cubicBezTo>
                <a:cubicBezTo>
                  <a:pt x="152" y="20"/>
                  <a:pt x="148" y="19"/>
                  <a:pt x="143" y="20"/>
                </a:cubicBezTo>
                <a:cubicBezTo>
                  <a:pt x="128" y="20"/>
                  <a:pt x="114" y="26"/>
                  <a:pt x="103" y="37"/>
                </a:cubicBezTo>
                <a:cubicBezTo>
                  <a:pt x="94" y="46"/>
                  <a:pt x="88" y="55"/>
                  <a:pt x="86" y="65"/>
                </a:cubicBezTo>
                <a:cubicBezTo>
                  <a:pt x="83" y="74"/>
                  <a:pt x="82" y="88"/>
                  <a:pt x="82" y="107"/>
                </a:cubicBezTo>
                <a:lnTo>
                  <a:pt x="82" y="139"/>
                </a:lnTo>
                <a:lnTo>
                  <a:pt x="82" y="169"/>
                </a:lnTo>
                <a:cubicBezTo>
                  <a:pt x="82" y="180"/>
                  <a:pt x="82" y="187"/>
                  <a:pt x="82" y="191"/>
                </a:cubicBezTo>
                <a:cubicBezTo>
                  <a:pt x="82" y="194"/>
                  <a:pt x="83" y="196"/>
                  <a:pt x="84" y="197"/>
                </a:cubicBezTo>
                <a:cubicBezTo>
                  <a:pt x="84" y="198"/>
                  <a:pt x="86" y="199"/>
                  <a:pt x="88" y="200"/>
                </a:cubicBezTo>
                <a:cubicBezTo>
                  <a:pt x="95" y="201"/>
                  <a:pt x="103" y="202"/>
                  <a:pt x="113" y="202"/>
                </a:cubicBezTo>
                <a:lnTo>
                  <a:pt x="121" y="202"/>
                </a:lnTo>
                <a:lnTo>
                  <a:pt x="121" y="225"/>
                </a:lnTo>
                <a:lnTo>
                  <a:pt x="117" y="225"/>
                </a:lnTo>
                <a:lnTo>
                  <a:pt x="105" y="225"/>
                </a:lnTo>
                <a:cubicBezTo>
                  <a:pt x="97" y="224"/>
                  <a:pt x="89" y="224"/>
                  <a:pt x="79" y="224"/>
                </a:cubicBezTo>
                <a:cubicBezTo>
                  <a:pt x="70" y="224"/>
                  <a:pt x="64" y="224"/>
                  <a:pt x="60" y="223"/>
                </a:cubicBezTo>
                <a:cubicBezTo>
                  <a:pt x="26" y="223"/>
                  <a:pt x="7" y="224"/>
                  <a:pt x="4" y="225"/>
                </a:cubicBezTo>
                <a:lnTo>
                  <a:pt x="0" y="225"/>
                </a:lnTo>
                <a:lnTo>
                  <a:pt x="0" y="202"/>
                </a:lnTo>
                <a:lnTo>
                  <a:pt x="8" y="20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3" name=""/>
          <p:cNvSpPr/>
          <p:nvPr/>
        </p:nvSpPr>
        <p:spPr>
          <a:xfrm>
            <a:off x="5363280" y="3483000"/>
            <a:ext cx="82440" cy="176400"/>
          </a:xfrm>
          <a:custGeom>
            <a:avLst/>
            <a:gdLst/>
            <a:ahLst/>
            <a:rect l="0" t="0" r="r" b="b"/>
            <a:pathLst>
              <a:path w="229" h="490">
                <a:moveTo>
                  <a:pt x="221" y="490"/>
                </a:moveTo>
                <a:cubicBezTo>
                  <a:pt x="211" y="488"/>
                  <a:pt x="174" y="487"/>
                  <a:pt x="114" y="487"/>
                </a:cubicBezTo>
                <a:cubicBezTo>
                  <a:pt x="53" y="487"/>
                  <a:pt x="18" y="488"/>
                  <a:pt x="8" y="490"/>
                </a:cubicBezTo>
                <a:lnTo>
                  <a:pt x="0" y="490"/>
                </a:lnTo>
                <a:lnTo>
                  <a:pt x="0" y="457"/>
                </a:lnTo>
                <a:lnTo>
                  <a:pt x="16" y="457"/>
                </a:lnTo>
                <a:cubicBezTo>
                  <a:pt x="39" y="457"/>
                  <a:pt x="54" y="456"/>
                  <a:pt x="61" y="455"/>
                </a:cubicBezTo>
                <a:cubicBezTo>
                  <a:pt x="68" y="453"/>
                  <a:pt x="72" y="450"/>
                  <a:pt x="75" y="447"/>
                </a:cubicBezTo>
                <a:cubicBezTo>
                  <a:pt x="76" y="445"/>
                  <a:pt x="77" y="378"/>
                  <a:pt x="77" y="244"/>
                </a:cubicBezTo>
                <a:cubicBezTo>
                  <a:pt x="77" y="112"/>
                  <a:pt x="76" y="45"/>
                  <a:pt x="75" y="43"/>
                </a:cubicBezTo>
                <a:cubicBezTo>
                  <a:pt x="73" y="41"/>
                  <a:pt x="71" y="39"/>
                  <a:pt x="70" y="38"/>
                </a:cubicBezTo>
                <a:cubicBezTo>
                  <a:pt x="68" y="37"/>
                  <a:pt x="62" y="36"/>
                  <a:pt x="54" y="35"/>
                </a:cubicBezTo>
                <a:cubicBezTo>
                  <a:pt x="45" y="33"/>
                  <a:pt x="33" y="33"/>
                  <a:pt x="16" y="33"/>
                </a:cubicBezTo>
                <a:lnTo>
                  <a:pt x="0" y="33"/>
                </a:lnTo>
                <a:lnTo>
                  <a:pt x="0" y="0"/>
                </a:lnTo>
                <a:lnTo>
                  <a:pt x="8" y="0"/>
                </a:lnTo>
                <a:cubicBezTo>
                  <a:pt x="18" y="2"/>
                  <a:pt x="53" y="2"/>
                  <a:pt x="114" y="2"/>
                </a:cubicBezTo>
                <a:cubicBezTo>
                  <a:pt x="174" y="2"/>
                  <a:pt x="211" y="2"/>
                  <a:pt x="221" y="0"/>
                </a:cubicBezTo>
                <a:lnTo>
                  <a:pt x="229" y="0"/>
                </a:lnTo>
                <a:lnTo>
                  <a:pt x="229" y="33"/>
                </a:lnTo>
                <a:lnTo>
                  <a:pt x="213" y="33"/>
                </a:lnTo>
                <a:cubicBezTo>
                  <a:pt x="189" y="33"/>
                  <a:pt x="173" y="34"/>
                  <a:pt x="167" y="35"/>
                </a:cubicBezTo>
                <a:cubicBezTo>
                  <a:pt x="160" y="37"/>
                  <a:pt x="155" y="39"/>
                  <a:pt x="153" y="43"/>
                </a:cubicBezTo>
                <a:cubicBezTo>
                  <a:pt x="152" y="45"/>
                  <a:pt x="151" y="112"/>
                  <a:pt x="151" y="244"/>
                </a:cubicBezTo>
                <a:cubicBezTo>
                  <a:pt x="151" y="378"/>
                  <a:pt x="152" y="445"/>
                  <a:pt x="153" y="447"/>
                </a:cubicBezTo>
                <a:cubicBezTo>
                  <a:pt x="154" y="449"/>
                  <a:pt x="156" y="451"/>
                  <a:pt x="158" y="452"/>
                </a:cubicBezTo>
                <a:cubicBezTo>
                  <a:pt x="160" y="453"/>
                  <a:pt x="165" y="454"/>
                  <a:pt x="174" y="455"/>
                </a:cubicBezTo>
                <a:cubicBezTo>
                  <a:pt x="183" y="457"/>
                  <a:pt x="195" y="457"/>
                  <a:pt x="213" y="457"/>
                </a:cubicBezTo>
                <a:lnTo>
                  <a:pt x="229" y="457"/>
                </a:lnTo>
                <a:lnTo>
                  <a:pt x="229" y="490"/>
                </a:lnTo>
                <a:lnTo>
                  <a:pt x="221" y="49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4" name=""/>
          <p:cNvSpPr/>
          <p:nvPr/>
        </p:nvSpPr>
        <p:spPr>
          <a:xfrm>
            <a:off x="5465160" y="3477600"/>
            <a:ext cx="173520" cy="231480"/>
          </a:xfrm>
          <a:custGeom>
            <a:avLst/>
            <a:gdLst/>
            <a:ahLst/>
            <a:rect l="0" t="0" r="r" b="b"/>
            <a:pathLst>
              <a:path w="482" h="643">
                <a:moveTo>
                  <a:pt x="0" y="260"/>
                </a:moveTo>
                <a:cubicBezTo>
                  <a:pt x="0" y="184"/>
                  <a:pt x="24" y="122"/>
                  <a:pt x="73" y="73"/>
                </a:cubicBezTo>
                <a:cubicBezTo>
                  <a:pt x="121" y="24"/>
                  <a:pt x="176" y="0"/>
                  <a:pt x="238" y="0"/>
                </a:cubicBezTo>
                <a:cubicBezTo>
                  <a:pt x="301" y="0"/>
                  <a:pt x="357" y="24"/>
                  <a:pt x="404" y="74"/>
                </a:cubicBezTo>
                <a:cubicBezTo>
                  <a:pt x="453" y="123"/>
                  <a:pt x="477" y="185"/>
                  <a:pt x="478" y="260"/>
                </a:cubicBezTo>
                <a:cubicBezTo>
                  <a:pt x="478" y="292"/>
                  <a:pt x="473" y="322"/>
                  <a:pt x="464" y="349"/>
                </a:cubicBezTo>
                <a:cubicBezTo>
                  <a:pt x="455" y="376"/>
                  <a:pt x="445" y="398"/>
                  <a:pt x="433" y="414"/>
                </a:cubicBezTo>
                <a:cubicBezTo>
                  <a:pt x="422" y="430"/>
                  <a:pt x="407" y="445"/>
                  <a:pt x="391" y="460"/>
                </a:cubicBezTo>
                <a:cubicBezTo>
                  <a:pt x="376" y="474"/>
                  <a:pt x="364" y="483"/>
                  <a:pt x="357" y="487"/>
                </a:cubicBezTo>
                <a:cubicBezTo>
                  <a:pt x="350" y="491"/>
                  <a:pt x="343" y="494"/>
                  <a:pt x="336" y="498"/>
                </a:cubicBezTo>
                <a:cubicBezTo>
                  <a:pt x="335" y="499"/>
                  <a:pt x="335" y="499"/>
                  <a:pt x="335" y="499"/>
                </a:cubicBezTo>
                <a:lnTo>
                  <a:pt x="334" y="499"/>
                </a:lnTo>
                <a:cubicBezTo>
                  <a:pt x="335" y="500"/>
                  <a:pt x="335" y="502"/>
                  <a:pt x="336" y="505"/>
                </a:cubicBezTo>
                <a:cubicBezTo>
                  <a:pt x="337" y="508"/>
                  <a:pt x="340" y="513"/>
                  <a:pt x="344" y="520"/>
                </a:cubicBezTo>
                <a:cubicBezTo>
                  <a:pt x="349" y="526"/>
                  <a:pt x="353" y="532"/>
                  <a:pt x="357" y="538"/>
                </a:cubicBezTo>
                <a:cubicBezTo>
                  <a:pt x="361" y="544"/>
                  <a:pt x="368" y="549"/>
                  <a:pt x="376" y="552"/>
                </a:cubicBezTo>
                <a:cubicBezTo>
                  <a:pt x="384" y="556"/>
                  <a:pt x="392" y="558"/>
                  <a:pt x="400" y="559"/>
                </a:cubicBezTo>
                <a:cubicBezTo>
                  <a:pt x="418" y="559"/>
                  <a:pt x="434" y="554"/>
                  <a:pt x="446" y="545"/>
                </a:cubicBezTo>
                <a:cubicBezTo>
                  <a:pt x="458" y="535"/>
                  <a:pt x="465" y="522"/>
                  <a:pt x="466" y="507"/>
                </a:cubicBezTo>
                <a:cubicBezTo>
                  <a:pt x="467" y="501"/>
                  <a:pt x="469" y="497"/>
                  <a:pt x="473" y="497"/>
                </a:cubicBezTo>
                <a:cubicBezTo>
                  <a:pt x="476" y="497"/>
                  <a:pt x="478" y="499"/>
                  <a:pt x="482" y="501"/>
                </a:cubicBezTo>
                <a:lnTo>
                  <a:pt x="481" y="514"/>
                </a:lnTo>
                <a:cubicBezTo>
                  <a:pt x="481" y="550"/>
                  <a:pt x="474" y="580"/>
                  <a:pt x="460" y="605"/>
                </a:cubicBezTo>
                <a:cubicBezTo>
                  <a:pt x="445" y="629"/>
                  <a:pt x="424" y="642"/>
                  <a:pt x="394" y="643"/>
                </a:cubicBezTo>
                <a:cubicBezTo>
                  <a:pt x="373" y="643"/>
                  <a:pt x="357" y="636"/>
                  <a:pt x="345" y="623"/>
                </a:cubicBezTo>
                <a:cubicBezTo>
                  <a:pt x="333" y="610"/>
                  <a:pt x="324" y="591"/>
                  <a:pt x="316" y="564"/>
                </a:cubicBezTo>
                <a:cubicBezTo>
                  <a:pt x="309" y="535"/>
                  <a:pt x="306" y="517"/>
                  <a:pt x="306" y="510"/>
                </a:cubicBezTo>
                <a:lnTo>
                  <a:pt x="297" y="512"/>
                </a:lnTo>
                <a:cubicBezTo>
                  <a:pt x="291" y="514"/>
                  <a:pt x="283" y="516"/>
                  <a:pt x="271" y="517"/>
                </a:cubicBezTo>
                <a:cubicBezTo>
                  <a:pt x="260" y="519"/>
                  <a:pt x="249" y="520"/>
                  <a:pt x="238" y="520"/>
                </a:cubicBezTo>
                <a:cubicBezTo>
                  <a:pt x="174" y="520"/>
                  <a:pt x="118" y="496"/>
                  <a:pt x="71" y="447"/>
                </a:cubicBezTo>
                <a:cubicBezTo>
                  <a:pt x="24" y="398"/>
                  <a:pt x="0" y="336"/>
                  <a:pt x="0" y="260"/>
                </a:cubicBezTo>
                <a:moveTo>
                  <a:pt x="394" y="261"/>
                </a:moveTo>
                <a:cubicBezTo>
                  <a:pt x="394" y="218"/>
                  <a:pt x="389" y="181"/>
                  <a:pt x="379" y="149"/>
                </a:cubicBezTo>
                <a:cubicBezTo>
                  <a:pt x="369" y="117"/>
                  <a:pt x="356" y="93"/>
                  <a:pt x="340" y="76"/>
                </a:cubicBezTo>
                <a:cubicBezTo>
                  <a:pt x="324" y="59"/>
                  <a:pt x="307" y="47"/>
                  <a:pt x="290" y="40"/>
                </a:cubicBezTo>
                <a:cubicBezTo>
                  <a:pt x="273" y="32"/>
                  <a:pt x="256" y="28"/>
                  <a:pt x="239" y="28"/>
                </a:cubicBezTo>
                <a:cubicBezTo>
                  <a:pt x="222" y="28"/>
                  <a:pt x="205" y="32"/>
                  <a:pt x="188" y="40"/>
                </a:cubicBezTo>
                <a:cubicBezTo>
                  <a:pt x="170" y="47"/>
                  <a:pt x="153" y="59"/>
                  <a:pt x="138" y="76"/>
                </a:cubicBezTo>
                <a:cubicBezTo>
                  <a:pt x="122" y="93"/>
                  <a:pt x="109" y="117"/>
                  <a:pt x="98" y="149"/>
                </a:cubicBezTo>
                <a:cubicBezTo>
                  <a:pt x="87" y="181"/>
                  <a:pt x="81" y="218"/>
                  <a:pt x="82" y="261"/>
                </a:cubicBezTo>
                <a:cubicBezTo>
                  <a:pt x="82" y="356"/>
                  <a:pt x="107" y="423"/>
                  <a:pt x="158" y="464"/>
                </a:cubicBezTo>
                <a:cubicBezTo>
                  <a:pt x="170" y="472"/>
                  <a:pt x="176" y="477"/>
                  <a:pt x="178" y="477"/>
                </a:cubicBezTo>
                <a:lnTo>
                  <a:pt x="178" y="475"/>
                </a:lnTo>
                <a:cubicBezTo>
                  <a:pt x="178" y="474"/>
                  <a:pt x="178" y="473"/>
                  <a:pt x="178" y="472"/>
                </a:cubicBezTo>
                <a:cubicBezTo>
                  <a:pt x="176" y="468"/>
                  <a:pt x="176" y="463"/>
                  <a:pt x="176" y="456"/>
                </a:cubicBezTo>
                <a:cubicBezTo>
                  <a:pt x="176" y="440"/>
                  <a:pt x="181" y="426"/>
                  <a:pt x="193" y="413"/>
                </a:cubicBezTo>
                <a:cubicBezTo>
                  <a:pt x="204" y="400"/>
                  <a:pt x="220" y="394"/>
                  <a:pt x="240" y="394"/>
                </a:cubicBezTo>
                <a:cubicBezTo>
                  <a:pt x="270" y="394"/>
                  <a:pt x="295" y="414"/>
                  <a:pt x="314" y="455"/>
                </a:cubicBezTo>
                <a:lnTo>
                  <a:pt x="319" y="463"/>
                </a:lnTo>
                <a:cubicBezTo>
                  <a:pt x="341" y="447"/>
                  <a:pt x="360" y="422"/>
                  <a:pt x="374" y="387"/>
                </a:cubicBezTo>
                <a:cubicBezTo>
                  <a:pt x="387" y="354"/>
                  <a:pt x="394" y="312"/>
                  <a:pt x="394" y="261"/>
                </a:cubicBezTo>
                <a:moveTo>
                  <a:pt x="236" y="492"/>
                </a:moveTo>
                <a:cubicBezTo>
                  <a:pt x="245" y="492"/>
                  <a:pt x="254" y="491"/>
                  <a:pt x="264" y="488"/>
                </a:cubicBezTo>
                <a:cubicBezTo>
                  <a:pt x="274" y="486"/>
                  <a:pt x="282" y="483"/>
                  <a:pt x="288" y="481"/>
                </a:cubicBezTo>
                <a:cubicBezTo>
                  <a:pt x="295" y="479"/>
                  <a:pt x="298" y="477"/>
                  <a:pt x="298" y="476"/>
                </a:cubicBezTo>
                <a:cubicBezTo>
                  <a:pt x="297" y="473"/>
                  <a:pt x="296" y="469"/>
                  <a:pt x="295" y="464"/>
                </a:cubicBezTo>
                <a:cubicBezTo>
                  <a:pt x="294" y="459"/>
                  <a:pt x="289" y="452"/>
                  <a:pt x="281" y="442"/>
                </a:cubicBezTo>
                <a:cubicBezTo>
                  <a:pt x="274" y="432"/>
                  <a:pt x="265" y="425"/>
                  <a:pt x="255" y="422"/>
                </a:cubicBezTo>
                <a:cubicBezTo>
                  <a:pt x="248" y="421"/>
                  <a:pt x="242" y="421"/>
                  <a:pt x="236" y="421"/>
                </a:cubicBezTo>
                <a:cubicBezTo>
                  <a:pt x="227" y="421"/>
                  <a:pt x="219" y="425"/>
                  <a:pt x="213" y="432"/>
                </a:cubicBezTo>
                <a:cubicBezTo>
                  <a:pt x="206" y="439"/>
                  <a:pt x="202" y="447"/>
                  <a:pt x="202" y="457"/>
                </a:cubicBezTo>
                <a:cubicBezTo>
                  <a:pt x="202" y="466"/>
                  <a:pt x="205" y="474"/>
                  <a:pt x="211" y="481"/>
                </a:cubicBezTo>
                <a:cubicBezTo>
                  <a:pt x="217" y="488"/>
                  <a:pt x="226" y="492"/>
                  <a:pt x="236" y="49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5" name=""/>
          <p:cNvSpPr/>
          <p:nvPr/>
        </p:nvSpPr>
        <p:spPr>
          <a:xfrm>
            <a:off x="5658120" y="3483000"/>
            <a:ext cx="181800" cy="181800"/>
          </a:xfrm>
          <a:custGeom>
            <a:avLst/>
            <a:gdLst/>
            <a:ahLst/>
            <a:rect l="0" t="0" r="r" b="b"/>
            <a:pathLst>
              <a:path w="505" h="505">
                <a:moveTo>
                  <a:pt x="74" y="44"/>
                </a:moveTo>
                <a:cubicBezTo>
                  <a:pt x="70" y="41"/>
                  <a:pt x="68" y="38"/>
                  <a:pt x="66" y="37"/>
                </a:cubicBezTo>
                <a:cubicBezTo>
                  <a:pt x="64" y="36"/>
                  <a:pt x="60" y="36"/>
                  <a:pt x="54" y="35"/>
                </a:cubicBezTo>
                <a:cubicBezTo>
                  <a:pt x="49" y="35"/>
                  <a:pt x="38" y="34"/>
                  <a:pt x="23" y="33"/>
                </a:cubicBezTo>
                <a:lnTo>
                  <a:pt x="0" y="33"/>
                </a:lnTo>
                <a:lnTo>
                  <a:pt x="0" y="0"/>
                </a:lnTo>
                <a:lnTo>
                  <a:pt x="125" y="0"/>
                </a:lnTo>
                <a:lnTo>
                  <a:pt x="149" y="0"/>
                </a:lnTo>
                <a:lnTo>
                  <a:pt x="196" y="0"/>
                </a:lnTo>
                <a:cubicBezTo>
                  <a:pt x="232" y="0"/>
                  <a:pt x="260" y="2"/>
                  <a:pt x="280" y="5"/>
                </a:cubicBezTo>
                <a:cubicBezTo>
                  <a:pt x="299" y="7"/>
                  <a:pt x="319" y="14"/>
                  <a:pt x="339" y="25"/>
                </a:cubicBezTo>
                <a:cubicBezTo>
                  <a:pt x="384" y="48"/>
                  <a:pt x="410" y="79"/>
                  <a:pt x="417" y="119"/>
                </a:cubicBezTo>
                <a:cubicBezTo>
                  <a:pt x="417" y="121"/>
                  <a:pt x="418" y="125"/>
                  <a:pt x="418" y="130"/>
                </a:cubicBezTo>
                <a:cubicBezTo>
                  <a:pt x="418" y="146"/>
                  <a:pt x="414" y="162"/>
                  <a:pt x="406" y="176"/>
                </a:cubicBezTo>
                <a:cubicBezTo>
                  <a:pt x="399" y="190"/>
                  <a:pt x="390" y="201"/>
                  <a:pt x="379" y="209"/>
                </a:cubicBezTo>
                <a:cubicBezTo>
                  <a:pt x="369" y="218"/>
                  <a:pt x="358" y="225"/>
                  <a:pt x="347" y="231"/>
                </a:cubicBezTo>
                <a:cubicBezTo>
                  <a:pt x="336" y="238"/>
                  <a:pt x="327" y="242"/>
                  <a:pt x="319" y="244"/>
                </a:cubicBezTo>
                <a:lnTo>
                  <a:pt x="308" y="248"/>
                </a:lnTo>
                <a:cubicBezTo>
                  <a:pt x="309" y="249"/>
                  <a:pt x="312" y="251"/>
                  <a:pt x="315" y="252"/>
                </a:cubicBezTo>
                <a:cubicBezTo>
                  <a:pt x="330" y="260"/>
                  <a:pt x="341" y="268"/>
                  <a:pt x="351" y="277"/>
                </a:cubicBezTo>
                <a:cubicBezTo>
                  <a:pt x="360" y="285"/>
                  <a:pt x="366" y="296"/>
                  <a:pt x="371" y="308"/>
                </a:cubicBezTo>
                <a:cubicBezTo>
                  <a:pt x="376" y="320"/>
                  <a:pt x="379" y="331"/>
                  <a:pt x="381" y="339"/>
                </a:cubicBezTo>
                <a:cubicBezTo>
                  <a:pt x="383" y="347"/>
                  <a:pt x="385" y="360"/>
                  <a:pt x="388" y="379"/>
                </a:cubicBezTo>
                <a:cubicBezTo>
                  <a:pt x="390" y="397"/>
                  <a:pt x="392" y="412"/>
                  <a:pt x="395" y="422"/>
                </a:cubicBezTo>
                <a:cubicBezTo>
                  <a:pt x="400" y="445"/>
                  <a:pt x="405" y="460"/>
                  <a:pt x="412" y="467"/>
                </a:cubicBezTo>
                <a:cubicBezTo>
                  <a:pt x="419" y="475"/>
                  <a:pt x="428" y="478"/>
                  <a:pt x="439" y="478"/>
                </a:cubicBezTo>
                <a:lnTo>
                  <a:pt x="443" y="478"/>
                </a:lnTo>
                <a:cubicBezTo>
                  <a:pt x="450" y="478"/>
                  <a:pt x="457" y="474"/>
                  <a:pt x="463" y="467"/>
                </a:cubicBezTo>
                <a:cubicBezTo>
                  <a:pt x="470" y="459"/>
                  <a:pt x="474" y="446"/>
                  <a:pt x="476" y="427"/>
                </a:cubicBezTo>
                <a:cubicBezTo>
                  <a:pt x="476" y="422"/>
                  <a:pt x="477" y="419"/>
                  <a:pt x="479" y="417"/>
                </a:cubicBezTo>
                <a:cubicBezTo>
                  <a:pt x="481" y="416"/>
                  <a:pt x="485" y="415"/>
                  <a:pt x="491" y="415"/>
                </a:cubicBezTo>
                <a:cubicBezTo>
                  <a:pt x="496" y="414"/>
                  <a:pt x="500" y="415"/>
                  <a:pt x="502" y="416"/>
                </a:cubicBezTo>
                <a:cubicBezTo>
                  <a:pt x="504" y="417"/>
                  <a:pt x="505" y="420"/>
                  <a:pt x="505" y="425"/>
                </a:cubicBezTo>
                <a:cubicBezTo>
                  <a:pt x="505" y="440"/>
                  <a:pt x="501" y="455"/>
                  <a:pt x="494" y="470"/>
                </a:cubicBezTo>
                <a:cubicBezTo>
                  <a:pt x="486" y="486"/>
                  <a:pt x="475" y="496"/>
                  <a:pt x="462" y="501"/>
                </a:cubicBezTo>
                <a:cubicBezTo>
                  <a:pt x="454" y="504"/>
                  <a:pt x="444" y="505"/>
                  <a:pt x="432" y="505"/>
                </a:cubicBezTo>
                <a:cubicBezTo>
                  <a:pt x="361" y="502"/>
                  <a:pt x="320" y="476"/>
                  <a:pt x="309" y="425"/>
                </a:cubicBezTo>
                <a:cubicBezTo>
                  <a:pt x="308" y="420"/>
                  <a:pt x="308" y="403"/>
                  <a:pt x="308" y="373"/>
                </a:cubicBezTo>
                <a:cubicBezTo>
                  <a:pt x="308" y="343"/>
                  <a:pt x="306" y="324"/>
                  <a:pt x="303" y="314"/>
                </a:cubicBezTo>
                <a:cubicBezTo>
                  <a:pt x="294" y="286"/>
                  <a:pt x="275" y="268"/>
                  <a:pt x="248" y="261"/>
                </a:cubicBezTo>
                <a:lnTo>
                  <a:pt x="241" y="259"/>
                </a:lnTo>
                <a:lnTo>
                  <a:pt x="194" y="259"/>
                </a:lnTo>
                <a:lnTo>
                  <a:pt x="146" y="259"/>
                </a:lnTo>
                <a:lnTo>
                  <a:pt x="146" y="352"/>
                </a:lnTo>
                <a:lnTo>
                  <a:pt x="146" y="446"/>
                </a:lnTo>
                <a:cubicBezTo>
                  <a:pt x="149" y="451"/>
                  <a:pt x="153" y="454"/>
                  <a:pt x="160" y="455"/>
                </a:cubicBezTo>
                <a:cubicBezTo>
                  <a:pt x="165" y="455"/>
                  <a:pt x="177" y="456"/>
                  <a:pt x="197" y="457"/>
                </a:cubicBezTo>
                <a:lnTo>
                  <a:pt x="220" y="457"/>
                </a:lnTo>
                <a:lnTo>
                  <a:pt x="220" y="490"/>
                </a:lnTo>
                <a:lnTo>
                  <a:pt x="213" y="490"/>
                </a:lnTo>
                <a:cubicBezTo>
                  <a:pt x="203" y="488"/>
                  <a:pt x="169" y="487"/>
                  <a:pt x="110" y="487"/>
                </a:cubicBezTo>
                <a:cubicBezTo>
                  <a:pt x="52" y="487"/>
                  <a:pt x="18" y="488"/>
                  <a:pt x="8" y="490"/>
                </a:cubicBezTo>
                <a:lnTo>
                  <a:pt x="0" y="490"/>
                </a:lnTo>
                <a:lnTo>
                  <a:pt x="0" y="457"/>
                </a:lnTo>
                <a:lnTo>
                  <a:pt x="23" y="457"/>
                </a:lnTo>
                <a:cubicBezTo>
                  <a:pt x="44" y="456"/>
                  <a:pt x="56" y="455"/>
                  <a:pt x="60" y="455"/>
                </a:cubicBezTo>
                <a:cubicBezTo>
                  <a:pt x="64" y="454"/>
                  <a:pt x="69" y="451"/>
                  <a:pt x="74" y="446"/>
                </a:cubicBezTo>
                <a:lnTo>
                  <a:pt x="74" y="44"/>
                </a:lnTo>
                <a:moveTo>
                  <a:pt x="333" y="132"/>
                </a:moveTo>
                <a:lnTo>
                  <a:pt x="333" y="125"/>
                </a:lnTo>
                <a:cubicBezTo>
                  <a:pt x="333" y="116"/>
                  <a:pt x="332" y="109"/>
                  <a:pt x="332" y="103"/>
                </a:cubicBezTo>
                <a:cubicBezTo>
                  <a:pt x="331" y="97"/>
                  <a:pt x="329" y="90"/>
                  <a:pt x="325" y="81"/>
                </a:cubicBezTo>
                <a:cubicBezTo>
                  <a:pt x="322" y="72"/>
                  <a:pt x="317" y="65"/>
                  <a:pt x="312" y="59"/>
                </a:cubicBezTo>
                <a:cubicBezTo>
                  <a:pt x="307" y="53"/>
                  <a:pt x="298" y="48"/>
                  <a:pt x="285" y="43"/>
                </a:cubicBezTo>
                <a:cubicBezTo>
                  <a:pt x="272" y="38"/>
                  <a:pt x="257" y="35"/>
                  <a:pt x="240" y="34"/>
                </a:cubicBezTo>
                <a:cubicBezTo>
                  <a:pt x="239" y="34"/>
                  <a:pt x="234" y="34"/>
                  <a:pt x="225" y="34"/>
                </a:cubicBezTo>
                <a:cubicBezTo>
                  <a:pt x="215" y="34"/>
                  <a:pt x="207" y="34"/>
                  <a:pt x="199" y="33"/>
                </a:cubicBezTo>
                <a:lnTo>
                  <a:pt x="184" y="33"/>
                </a:lnTo>
                <a:cubicBezTo>
                  <a:pt x="162" y="33"/>
                  <a:pt x="150" y="35"/>
                  <a:pt x="148" y="40"/>
                </a:cubicBezTo>
                <a:cubicBezTo>
                  <a:pt x="146" y="41"/>
                  <a:pt x="146" y="74"/>
                  <a:pt x="146" y="137"/>
                </a:cubicBezTo>
                <a:lnTo>
                  <a:pt x="146" y="232"/>
                </a:lnTo>
                <a:lnTo>
                  <a:pt x="188" y="232"/>
                </a:lnTo>
                <a:cubicBezTo>
                  <a:pt x="236" y="232"/>
                  <a:pt x="271" y="228"/>
                  <a:pt x="292" y="219"/>
                </a:cubicBezTo>
                <a:cubicBezTo>
                  <a:pt x="313" y="211"/>
                  <a:pt x="326" y="192"/>
                  <a:pt x="331" y="164"/>
                </a:cubicBezTo>
                <a:cubicBezTo>
                  <a:pt x="332" y="158"/>
                  <a:pt x="333" y="147"/>
                  <a:pt x="333" y="1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6" name=""/>
          <p:cNvSpPr/>
          <p:nvPr/>
        </p:nvSpPr>
        <p:spPr>
          <a:xfrm>
            <a:off x="5852880" y="3637080"/>
            <a:ext cx="91440" cy="116280"/>
          </a:xfrm>
          <a:custGeom>
            <a:avLst/>
            <a:gdLst/>
            <a:ahLst/>
            <a:rect l="0" t="0" r="r" b="b"/>
            <a:pathLst>
              <a:path w="254" h="323">
                <a:moveTo>
                  <a:pt x="8" y="300"/>
                </a:moveTo>
                <a:lnTo>
                  <a:pt x="15" y="300"/>
                </a:lnTo>
                <a:cubicBezTo>
                  <a:pt x="28" y="300"/>
                  <a:pt x="36" y="297"/>
                  <a:pt x="38" y="293"/>
                </a:cubicBezTo>
                <a:lnTo>
                  <a:pt x="38" y="289"/>
                </a:lnTo>
                <a:cubicBezTo>
                  <a:pt x="38" y="286"/>
                  <a:pt x="38" y="283"/>
                  <a:pt x="38" y="279"/>
                </a:cubicBezTo>
                <a:cubicBezTo>
                  <a:pt x="38" y="275"/>
                  <a:pt x="38" y="270"/>
                  <a:pt x="38" y="264"/>
                </a:cubicBezTo>
                <a:cubicBezTo>
                  <a:pt x="38" y="258"/>
                  <a:pt x="39" y="251"/>
                  <a:pt x="39" y="244"/>
                </a:cubicBezTo>
                <a:cubicBezTo>
                  <a:pt x="39" y="237"/>
                  <a:pt x="39" y="230"/>
                  <a:pt x="39" y="222"/>
                </a:cubicBezTo>
                <a:cubicBezTo>
                  <a:pt x="39" y="214"/>
                  <a:pt x="39" y="206"/>
                  <a:pt x="39" y="197"/>
                </a:cubicBezTo>
                <a:cubicBezTo>
                  <a:pt x="39" y="188"/>
                  <a:pt x="39" y="180"/>
                  <a:pt x="39" y="171"/>
                </a:cubicBezTo>
                <a:cubicBezTo>
                  <a:pt x="39" y="160"/>
                  <a:pt x="39" y="148"/>
                  <a:pt x="39" y="135"/>
                </a:cubicBezTo>
                <a:cubicBezTo>
                  <a:pt x="39" y="123"/>
                  <a:pt x="39" y="112"/>
                  <a:pt x="39" y="102"/>
                </a:cubicBezTo>
                <a:cubicBezTo>
                  <a:pt x="39" y="92"/>
                  <a:pt x="39" y="83"/>
                  <a:pt x="39" y="75"/>
                </a:cubicBezTo>
                <a:cubicBezTo>
                  <a:pt x="39" y="67"/>
                  <a:pt x="39" y="61"/>
                  <a:pt x="38" y="56"/>
                </a:cubicBezTo>
                <a:cubicBezTo>
                  <a:pt x="38" y="50"/>
                  <a:pt x="38" y="48"/>
                  <a:pt x="38" y="47"/>
                </a:cubicBezTo>
                <a:cubicBezTo>
                  <a:pt x="37" y="41"/>
                  <a:pt x="35" y="37"/>
                  <a:pt x="31" y="35"/>
                </a:cubicBezTo>
                <a:cubicBezTo>
                  <a:pt x="28" y="33"/>
                  <a:pt x="20" y="31"/>
                  <a:pt x="9" y="30"/>
                </a:cubicBezTo>
                <a:lnTo>
                  <a:pt x="0" y="30"/>
                </a:lnTo>
                <a:lnTo>
                  <a:pt x="0" y="19"/>
                </a:lnTo>
                <a:cubicBezTo>
                  <a:pt x="0" y="11"/>
                  <a:pt x="0" y="6"/>
                  <a:pt x="1" y="6"/>
                </a:cubicBezTo>
                <a:lnTo>
                  <a:pt x="6" y="6"/>
                </a:lnTo>
                <a:cubicBezTo>
                  <a:pt x="9" y="5"/>
                  <a:pt x="14" y="5"/>
                  <a:pt x="20" y="4"/>
                </a:cubicBezTo>
                <a:cubicBezTo>
                  <a:pt x="27" y="4"/>
                  <a:pt x="33" y="4"/>
                  <a:pt x="39" y="3"/>
                </a:cubicBezTo>
                <a:cubicBezTo>
                  <a:pt x="45" y="3"/>
                  <a:pt x="51" y="3"/>
                  <a:pt x="58" y="2"/>
                </a:cubicBezTo>
                <a:cubicBezTo>
                  <a:pt x="65" y="2"/>
                  <a:pt x="70" y="2"/>
                  <a:pt x="74" y="1"/>
                </a:cubicBezTo>
                <a:cubicBezTo>
                  <a:pt x="77" y="0"/>
                  <a:pt x="79" y="0"/>
                  <a:pt x="79" y="0"/>
                </a:cubicBezTo>
                <a:lnTo>
                  <a:pt x="81" y="0"/>
                </a:lnTo>
                <a:lnTo>
                  <a:pt x="81" y="15"/>
                </a:lnTo>
                <a:lnTo>
                  <a:pt x="81" y="28"/>
                </a:lnTo>
                <a:lnTo>
                  <a:pt x="85" y="24"/>
                </a:lnTo>
                <a:cubicBezTo>
                  <a:pt x="105" y="8"/>
                  <a:pt x="129" y="1"/>
                  <a:pt x="155" y="1"/>
                </a:cubicBezTo>
                <a:cubicBezTo>
                  <a:pt x="182" y="1"/>
                  <a:pt x="206" y="13"/>
                  <a:pt x="225" y="34"/>
                </a:cubicBezTo>
                <a:cubicBezTo>
                  <a:pt x="244" y="56"/>
                  <a:pt x="254" y="83"/>
                  <a:pt x="254" y="116"/>
                </a:cubicBezTo>
                <a:cubicBezTo>
                  <a:pt x="254" y="150"/>
                  <a:pt x="243" y="177"/>
                  <a:pt x="221" y="199"/>
                </a:cubicBezTo>
                <a:cubicBezTo>
                  <a:pt x="200" y="220"/>
                  <a:pt x="175" y="230"/>
                  <a:pt x="147" y="230"/>
                </a:cubicBezTo>
                <a:cubicBezTo>
                  <a:pt x="124" y="230"/>
                  <a:pt x="104" y="223"/>
                  <a:pt x="86" y="208"/>
                </a:cubicBezTo>
                <a:lnTo>
                  <a:pt x="82" y="205"/>
                </a:lnTo>
                <a:lnTo>
                  <a:pt x="82" y="248"/>
                </a:lnTo>
                <a:lnTo>
                  <a:pt x="82" y="276"/>
                </a:lnTo>
                <a:cubicBezTo>
                  <a:pt x="82" y="285"/>
                  <a:pt x="83" y="291"/>
                  <a:pt x="83" y="293"/>
                </a:cubicBezTo>
                <a:cubicBezTo>
                  <a:pt x="84" y="295"/>
                  <a:pt x="86" y="296"/>
                  <a:pt x="89" y="298"/>
                </a:cubicBezTo>
                <a:cubicBezTo>
                  <a:pt x="96" y="299"/>
                  <a:pt x="104" y="300"/>
                  <a:pt x="114" y="300"/>
                </a:cubicBezTo>
                <a:lnTo>
                  <a:pt x="122" y="300"/>
                </a:lnTo>
                <a:lnTo>
                  <a:pt x="122" y="323"/>
                </a:lnTo>
                <a:lnTo>
                  <a:pt x="118" y="323"/>
                </a:lnTo>
                <a:lnTo>
                  <a:pt x="106" y="322"/>
                </a:lnTo>
                <a:cubicBezTo>
                  <a:pt x="98" y="322"/>
                  <a:pt x="89" y="322"/>
                  <a:pt x="80" y="322"/>
                </a:cubicBezTo>
                <a:cubicBezTo>
                  <a:pt x="71" y="322"/>
                  <a:pt x="65" y="322"/>
                  <a:pt x="60" y="321"/>
                </a:cubicBezTo>
                <a:cubicBezTo>
                  <a:pt x="25" y="321"/>
                  <a:pt x="7" y="322"/>
                  <a:pt x="4" y="323"/>
                </a:cubicBezTo>
                <a:lnTo>
                  <a:pt x="0" y="323"/>
                </a:lnTo>
                <a:lnTo>
                  <a:pt x="0" y="300"/>
                </a:lnTo>
                <a:lnTo>
                  <a:pt x="8" y="300"/>
                </a:lnTo>
                <a:moveTo>
                  <a:pt x="205" y="115"/>
                </a:moveTo>
                <a:cubicBezTo>
                  <a:pt x="205" y="90"/>
                  <a:pt x="199" y="68"/>
                  <a:pt x="188" y="49"/>
                </a:cubicBezTo>
                <a:cubicBezTo>
                  <a:pt x="176" y="31"/>
                  <a:pt x="162" y="22"/>
                  <a:pt x="145" y="22"/>
                </a:cubicBezTo>
                <a:cubicBezTo>
                  <a:pt x="121" y="22"/>
                  <a:pt x="100" y="33"/>
                  <a:pt x="82" y="55"/>
                </a:cubicBezTo>
                <a:lnTo>
                  <a:pt x="82" y="175"/>
                </a:lnTo>
                <a:cubicBezTo>
                  <a:pt x="96" y="200"/>
                  <a:pt x="115" y="212"/>
                  <a:pt x="139" y="212"/>
                </a:cubicBezTo>
                <a:cubicBezTo>
                  <a:pt x="156" y="212"/>
                  <a:pt x="171" y="203"/>
                  <a:pt x="185" y="184"/>
                </a:cubicBezTo>
                <a:cubicBezTo>
                  <a:pt x="198" y="166"/>
                  <a:pt x="204" y="143"/>
                  <a:pt x="205" y="11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7" name=""/>
          <p:cNvSpPr/>
          <p:nvPr/>
        </p:nvSpPr>
        <p:spPr>
          <a:xfrm>
            <a:off x="5955480" y="3636000"/>
            <a:ext cx="81000" cy="83880"/>
          </a:xfrm>
          <a:custGeom>
            <a:avLst/>
            <a:gdLst/>
            <a:ahLst/>
            <a:rect l="0" t="0" r="r" b="b"/>
            <a:pathLst>
              <a:path w="225" h="233">
                <a:moveTo>
                  <a:pt x="0" y="119"/>
                </a:moveTo>
                <a:cubicBezTo>
                  <a:pt x="0" y="87"/>
                  <a:pt x="11" y="59"/>
                  <a:pt x="32" y="36"/>
                </a:cubicBezTo>
                <a:cubicBezTo>
                  <a:pt x="54" y="13"/>
                  <a:pt x="82" y="1"/>
                  <a:pt x="113" y="0"/>
                </a:cubicBezTo>
                <a:cubicBezTo>
                  <a:pt x="143" y="0"/>
                  <a:pt x="169" y="12"/>
                  <a:pt x="191" y="35"/>
                </a:cubicBezTo>
                <a:cubicBezTo>
                  <a:pt x="213" y="58"/>
                  <a:pt x="224" y="86"/>
                  <a:pt x="225" y="118"/>
                </a:cubicBezTo>
                <a:cubicBezTo>
                  <a:pt x="225" y="150"/>
                  <a:pt x="214" y="177"/>
                  <a:pt x="192" y="200"/>
                </a:cubicBezTo>
                <a:cubicBezTo>
                  <a:pt x="171" y="222"/>
                  <a:pt x="144" y="233"/>
                  <a:pt x="113" y="233"/>
                </a:cubicBezTo>
                <a:cubicBezTo>
                  <a:pt x="80" y="233"/>
                  <a:pt x="52" y="222"/>
                  <a:pt x="31" y="199"/>
                </a:cubicBezTo>
                <a:cubicBezTo>
                  <a:pt x="11" y="175"/>
                  <a:pt x="0" y="149"/>
                  <a:pt x="0" y="119"/>
                </a:cubicBezTo>
                <a:moveTo>
                  <a:pt x="113" y="213"/>
                </a:moveTo>
                <a:cubicBezTo>
                  <a:pt x="154" y="213"/>
                  <a:pt x="175" y="185"/>
                  <a:pt x="175" y="129"/>
                </a:cubicBezTo>
                <a:lnTo>
                  <a:pt x="175" y="113"/>
                </a:lnTo>
                <a:lnTo>
                  <a:pt x="175" y="101"/>
                </a:lnTo>
                <a:cubicBezTo>
                  <a:pt x="175" y="93"/>
                  <a:pt x="174" y="87"/>
                  <a:pt x="174" y="81"/>
                </a:cubicBezTo>
                <a:cubicBezTo>
                  <a:pt x="174" y="76"/>
                  <a:pt x="172" y="70"/>
                  <a:pt x="170" y="62"/>
                </a:cubicBezTo>
                <a:cubicBezTo>
                  <a:pt x="168" y="55"/>
                  <a:pt x="166" y="49"/>
                  <a:pt x="162" y="44"/>
                </a:cubicBezTo>
                <a:cubicBezTo>
                  <a:pt x="159" y="39"/>
                  <a:pt x="154" y="34"/>
                  <a:pt x="147" y="30"/>
                </a:cubicBezTo>
                <a:cubicBezTo>
                  <a:pt x="140" y="25"/>
                  <a:pt x="131" y="22"/>
                  <a:pt x="122" y="20"/>
                </a:cubicBezTo>
                <a:cubicBezTo>
                  <a:pt x="120" y="19"/>
                  <a:pt x="118" y="19"/>
                  <a:pt x="114" y="19"/>
                </a:cubicBezTo>
                <a:cubicBezTo>
                  <a:pt x="104" y="19"/>
                  <a:pt x="94" y="21"/>
                  <a:pt x="85" y="25"/>
                </a:cubicBezTo>
                <a:cubicBezTo>
                  <a:pt x="70" y="33"/>
                  <a:pt x="60" y="43"/>
                  <a:pt x="56" y="56"/>
                </a:cubicBezTo>
                <a:cubicBezTo>
                  <a:pt x="51" y="69"/>
                  <a:pt x="49" y="85"/>
                  <a:pt x="49" y="103"/>
                </a:cubicBezTo>
                <a:lnTo>
                  <a:pt x="49" y="113"/>
                </a:lnTo>
                <a:cubicBezTo>
                  <a:pt x="49" y="145"/>
                  <a:pt x="52" y="168"/>
                  <a:pt x="59" y="182"/>
                </a:cubicBezTo>
                <a:cubicBezTo>
                  <a:pt x="70" y="202"/>
                  <a:pt x="88" y="213"/>
                  <a:pt x="113" y="21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8" name=""/>
          <p:cNvSpPr/>
          <p:nvPr/>
        </p:nvSpPr>
        <p:spPr>
          <a:xfrm>
            <a:off x="6046200" y="3636000"/>
            <a:ext cx="81000" cy="83880"/>
          </a:xfrm>
          <a:custGeom>
            <a:avLst/>
            <a:gdLst/>
            <a:ahLst/>
            <a:rect l="0" t="0" r="r" b="b"/>
            <a:pathLst>
              <a:path w="225" h="233">
                <a:moveTo>
                  <a:pt x="0" y="119"/>
                </a:moveTo>
                <a:cubicBezTo>
                  <a:pt x="0" y="87"/>
                  <a:pt x="11" y="59"/>
                  <a:pt x="33" y="36"/>
                </a:cubicBezTo>
                <a:cubicBezTo>
                  <a:pt x="56" y="13"/>
                  <a:pt x="83" y="1"/>
                  <a:pt x="114" y="0"/>
                </a:cubicBezTo>
                <a:cubicBezTo>
                  <a:pt x="144" y="0"/>
                  <a:pt x="170" y="12"/>
                  <a:pt x="192" y="35"/>
                </a:cubicBezTo>
                <a:cubicBezTo>
                  <a:pt x="214" y="58"/>
                  <a:pt x="225" y="86"/>
                  <a:pt x="225" y="118"/>
                </a:cubicBezTo>
                <a:cubicBezTo>
                  <a:pt x="225" y="150"/>
                  <a:pt x="215" y="177"/>
                  <a:pt x="193" y="200"/>
                </a:cubicBezTo>
                <a:cubicBezTo>
                  <a:pt x="171" y="222"/>
                  <a:pt x="145" y="233"/>
                  <a:pt x="114" y="233"/>
                </a:cubicBezTo>
                <a:cubicBezTo>
                  <a:pt x="81" y="233"/>
                  <a:pt x="54" y="222"/>
                  <a:pt x="32" y="199"/>
                </a:cubicBezTo>
                <a:cubicBezTo>
                  <a:pt x="11" y="175"/>
                  <a:pt x="1" y="149"/>
                  <a:pt x="0" y="119"/>
                </a:cubicBezTo>
                <a:moveTo>
                  <a:pt x="114" y="213"/>
                </a:moveTo>
                <a:cubicBezTo>
                  <a:pt x="155" y="213"/>
                  <a:pt x="175" y="185"/>
                  <a:pt x="175" y="129"/>
                </a:cubicBezTo>
                <a:lnTo>
                  <a:pt x="175" y="113"/>
                </a:lnTo>
                <a:lnTo>
                  <a:pt x="175" y="101"/>
                </a:lnTo>
                <a:cubicBezTo>
                  <a:pt x="175" y="93"/>
                  <a:pt x="175" y="87"/>
                  <a:pt x="175" y="81"/>
                </a:cubicBezTo>
                <a:cubicBezTo>
                  <a:pt x="174" y="76"/>
                  <a:pt x="173" y="70"/>
                  <a:pt x="171" y="62"/>
                </a:cubicBezTo>
                <a:cubicBezTo>
                  <a:pt x="169" y="55"/>
                  <a:pt x="166" y="49"/>
                  <a:pt x="163" y="44"/>
                </a:cubicBezTo>
                <a:cubicBezTo>
                  <a:pt x="160" y="39"/>
                  <a:pt x="155" y="34"/>
                  <a:pt x="147" y="30"/>
                </a:cubicBezTo>
                <a:cubicBezTo>
                  <a:pt x="140" y="25"/>
                  <a:pt x="132" y="22"/>
                  <a:pt x="123" y="20"/>
                </a:cubicBezTo>
                <a:cubicBezTo>
                  <a:pt x="121" y="19"/>
                  <a:pt x="118" y="19"/>
                  <a:pt x="115" y="19"/>
                </a:cubicBezTo>
                <a:cubicBezTo>
                  <a:pt x="104" y="19"/>
                  <a:pt x="95" y="21"/>
                  <a:pt x="86" y="25"/>
                </a:cubicBezTo>
                <a:cubicBezTo>
                  <a:pt x="71" y="33"/>
                  <a:pt x="62" y="43"/>
                  <a:pt x="57" y="56"/>
                </a:cubicBezTo>
                <a:cubicBezTo>
                  <a:pt x="53" y="69"/>
                  <a:pt x="51" y="85"/>
                  <a:pt x="51" y="103"/>
                </a:cubicBezTo>
                <a:lnTo>
                  <a:pt x="51" y="113"/>
                </a:lnTo>
                <a:cubicBezTo>
                  <a:pt x="51" y="145"/>
                  <a:pt x="54" y="168"/>
                  <a:pt x="61" y="182"/>
                </a:cubicBezTo>
                <a:cubicBezTo>
                  <a:pt x="71" y="202"/>
                  <a:pt x="89" y="213"/>
                  <a:pt x="114" y="21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9" name=""/>
          <p:cNvSpPr/>
          <p:nvPr/>
        </p:nvSpPr>
        <p:spPr>
          <a:xfrm>
            <a:off x="6136920" y="3591360"/>
            <a:ext cx="43560" cy="126720"/>
          </a:xfrm>
          <a:custGeom>
            <a:avLst/>
            <a:gdLst/>
            <a:ahLst/>
            <a:rect l="0" t="0" r="r" b="b"/>
            <a:pathLst>
              <a:path w="121" h="352">
                <a:moveTo>
                  <a:pt x="8" y="328"/>
                </a:moveTo>
                <a:lnTo>
                  <a:pt x="15" y="328"/>
                </a:lnTo>
                <a:cubicBezTo>
                  <a:pt x="28" y="328"/>
                  <a:pt x="37" y="325"/>
                  <a:pt x="40" y="321"/>
                </a:cubicBezTo>
                <a:lnTo>
                  <a:pt x="40" y="317"/>
                </a:lnTo>
                <a:cubicBezTo>
                  <a:pt x="40" y="313"/>
                  <a:pt x="40" y="310"/>
                  <a:pt x="40" y="305"/>
                </a:cubicBezTo>
                <a:cubicBezTo>
                  <a:pt x="40" y="300"/>
                  <a:pt x="40" y="295"/>
                  <a:pt x="40" y="288"/>
                </a:cubicBezTo>
                <a:cubicBezTo>
                  <a:pt x="40" y="282"/>
                  <a:pt x="40" y="275"/>
                  <a:pt x="41" y="266"/>
                </a:cubicBezTo>
                <a:cubicBezTo>
                  <a:pt x="41" y="258"/>
                  <a:pt x="41" y="250"/>
                  <a:pt x="41" y="241"/>
                </a:cubicBezTo>
                <a:cubicBezTo>
                  <a:pt x="40" y="232"/>
                  <a:pt x="40" y="223"/>
                  <a:pt x="41" y="213"/>
                </a:cubicBezTo>
                <a:cubicBezTo>
                  <a:pt x="41" y="204"/>
                  <a:pt x="41" y="194"/>
                  <a:pt x="41" y="185"/>
                </a:cubicBezTo>
                <a:cubicBezTo>
                  <a:pt x="41" y="172"/>
                  <a:pt x="41" y="159"/>
                  <a:pt x="41" y="145"/>
                </a:cubicBezTo>
                <a:cubicBezTo>
                  <a:pt x="41" y="131"/>
                  <a:pt x="41" y="119"/>
                  <a:pt x="41" y="107"/>
                </a:cubicBezTo>
                <a:cubicBezTo>
                  <a:pt x="41" y="96"/>
                  <a:pt x="41" y="86"/>
                  <a:pt x="41" y="77"/>
                </a:cubicBezTo>
                <a:cubicBezTo>
                  <a:pt x="41" y="68"/>
                  <a:pt x="40" y="61"/>
                  <a:pt x="40" y="55"/>
                </a:cubicBezTo>
                <a:cubicBezTo>
                  <a:pt x="40" y="49"/>
                  <a:pt x="40" y="46"/>
                  <a:pt x="40" y="46"/>
                </a:cubicBezTo>
                <a:cubicBezTo>
                  <a:pt x="39" y="40"/>
                  <a:pt x="37" y="35"/>
                  <a:pt x="33" y="33"/>
                </a:cubicBezTo>
                <a:cubicBezTo>
                  <a:pt x="28" y="31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10"/>
                  <a:pt x="0" y="6"/>
                  <a:pt x="1" y="6"/>
                </a:cubicBezTo>
                <a:lnTo>
                  <a:pt x="6" y="5"/>
                </a:lnTo>
                <a:cubicBezTo>
                  <a:pt x="10" y="5"/>
                  <a:pt x="14" y="4"/>
                  <a:pt x="21" y="4"/>
                </a:cubicBezTo>
                <a:cubicBezTo>
                  <a:pt x="27" y="4"/>
                  <a:pt x="34" y="3"/>
                  <a:pt x="41" y="3"/>
                </a:cubicBezTo>
                <a:cubicBezTo>
                  <a:pt x="46" y="3"/>
                  <a:pt x="52" y="2"/>
                  <a:pt x="59" y="2"/>
                </a:cubicBezTo>
                <a:cubicBezTo>
                  <a:pt x="66" y="2"/>
                  <a:pt x="71" y="1"/>
                  <a:pt x="74" y="1"/>
                </a:cubicBezTo>
                <a:cubicBezTo>
                  <a:pt x="78" y="0"/>
                  <a:pt x="80" y="0"/>
                  <a:pt x="80" y="0"/>
                </a:cubicBezTo>
                <a:lnTo>
                  <a:pt x="81" y="0"/>
                </a:lnTo>
                <a:lnTo>
                  <a:pt x="81" y="159"/>
                </a:lnTo>
                <a:cubicBezTo>
                  <a:pt x="81" y="266"/>
                  <a:pt x="82" y="320"/>
                  <a:pt x="82" y="321"/>
                </a:cubicBezTo>
                <a:cubicBezTo>
                  <a:pt x="83" y="323"/>
                  <a:pt x="85" y="325"/>
                  <a:pt x="88" y="326"/>
                </a:cubicBezTo>
                <a:cubicBezTo>
                  <a:pt x="95" y="327"/>
                  <a:pt x="103" y="328"/>
                  <a:pt x="113" y="328"/>
                </a:cubicBezTo>
                <a:lnTo>
                  <a:pt x="121" y="328"/>
                </a:lnTo>
                <a:lnTo>
                  <a:pt x="121" y="352"/>
                </a:lnTo>
                <a:lnTo>
                  <a:pt x="117" y="352"/>
                </a:lnTo>
                <a:lnTo>
                  <a:pt x="105" y="351"/>
                </a:lnTo>
                <a:cubicBezTo>
                  <a:pt x="97" y="351"/>
                  <a:pt x="89" y="351"/>
                  <a:pt x="80" y="351"/>
                </a:cubicBezTo>
                <a:cubicBezTo>
                  <a:pt x="72" y="351"/>
                  <a:pt x="65" y="351"/>
                  <a:pt x="61" y="350"/>
                </a:cubicBezTo>
                <a:cubicBezTo>
                  <a:pt x="57" y="350"/>
                  <a:pt x="51" y="350"/>
                  <a:pt x="42" y="350"/>
                </a:cubicBezTo>
                <a:cubicBezTo>
                  <a:pt x="33" y="351"/>
                  <a:pt x="24" y="351"/>
                  <a:pt x="16" y="351"/>
                </a:cubicBezTo>
                <a:lnTo>
                  <a:pt x="4" y="352"/>
                </a:lnTo>
                <a:lnTo>
                  <a:pt x="0" y="352"/>
                </a:lnTo>
                <a:lnTo>
                  <a:pt x="0" y="328"/>
                </a:lnTo>
                <a:lnTo>
                  <a:pt x="8" y="3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0" name=""/>
          <p:cNvSpPr/>
          <p:nvPr/>
        </p:nvSpPr>
        <p:spPr>
          <a:xfrm>
            <a:off x="6188040" y="3636000"/>
            <a:ext cx="70560" cy="83880"/>
          </a:xfrm>
          <a:custGeom>
            <a:avLst/>
            <a:gdLst/>
            <a:ahLst/>
            <a:rect l="0" t="0" r="r" b="b"/>
            <a:pathLst>
              <a:path w="196" h="233">
                <a:moveTo>
                  <a:pt x="0" y="117"/>
                </a:moveTo>
                <a:cubicBezTo>
                  <a:pt x="0" y="98"/>
                  <a:pt x="3" y="81"/>
                  <a:pt x="10" y="66"/>
                </a:cubicBezTo>
                <a:cubicBezTo>
                  <a:pt x="16" y="51"/>
                  <a:pt x="25" y="39"/>
                  <a:pt x="35" y="29"/>
                </a:cubicBezTo>
                <a:cubicBezTo>
                  <a:pt x="45" y="20"/>
                  <a:pt x="56" y="13"/>
                  <a:pt x="68" y="8"/>
                </a:cubicBezTo>
                <a:cubicBezTo>
                  <a:pt x="81" y="3"/>
                  <a:pt x="92" y="1"/>
                  <a:pt x="102" y="0"/>
                </a:cubicBezTo>
                <a:cubicBezTo>
                  <a:pt x="120" y="0"/>
                  <a:pt x="135" y="3"/>
                  <a:pt x="148" y="10"/>
                </a:cubicBezTo>
                <a:cubicBezTo>
                  <a:pt x="161" y="16"/>
                  <a:pt x="171" y="24"/>
                  <a:pt x="178" y="35"/>
                </a:cubicBezTo>
                <a:cubicBezTo>
                  <a:pt x="184" y="46"/>
                  <a:pt x="189" y="56"/>
                  <a:pt x="192" y="67"/>
                </a:cubicBezTo>
                <a:cubicBezTo>
                  <a:pt x="194" y="78"/>
                  <a:pt x="196" y="90"/>
                  <a:pt x="196" y="103"/>
                </a:cubicBezTo>
                <a:cubicBezTo>
                  <a:pt x="196" y="105"/>
                  <a:pt x="195" y="108"/>
                  <a:pt x="193" y="110"/>
                </a:cubicBezTo>
                <a:lnTo>
                  <a:pt x="49" y="110"/>
                </a:lnTo>
                <a:lnTo>
                  <a:pt x="49" y="118"/>
                </a:lnTo>
                <a:cubicBezTo>
                  <a:pt x="49" y="168"/>
                  <a:pt x="66" y="198"/>
                  <a:pt x="101" y="209"/>
                </a:cubicBezTo>
                <a:cubicBezTo>
                  <a:pt x="107" y="211"/>
                  <a:pt x="115" y="212"/>
                  <a:pt x="123" y="212"/>
                </a:cubicBezTo>
                <a:cubicBezTo>
                  <a:pt x="137" y="212"/>
                  <a:pt x="149" y="206"/>
                  <a:pt x="159" y="196"/>
                </a:cubicBezTo>
                <a:cubicBezTo>
                  <a:pt x="165" y="190"/>
                  <a:pt x="170" y="183"/>
                  <a:pt x="173" y="174"/>
                </a:cubicBezTo>
                <a:lnTo>
                  <a:pt x="178" y="162"/>
                </a:lnTo>
                <a:cubicBezTo>
                  <a:pt x="179" y="161"/>
                  <a:pt x="182" y="161"/>
                  <a:pt x="186" y="161"/>
                </a:cubicBezTo>
                <a:lnTo>
                  <a:pt x="188" y="161"/>
                </a:lnTo>
                <a:cubicBezTo>
                  <a:pt x="193" y="161"/>
                  <a:pt x="196" y="162"/>
                  <a:pt x="196" y="166"/>
                </a:cubicBezTo>
                <a:cubicBezTo>
                  <a:pt x="196" y="167"/>
                  <a:pt x="196" y="169"/>
                  <a:pt x="195" y="172"/>
                </a:cubicBezTo>
                <a:cubicBezTo>
                  <a:pt x="188" y="191"/>
                  <a:pt x="178" y="205"/>
                  <a:pt x="163" y="216"/>
                </a:cubicBezTo>
                <a:cubicBezTo>
                  <a:pt x="148" y="228"/>
                  <a:pt x="131" y="233"/>
                  <a:pt x="113" y="233"/>
                </a:cubicBezTo>
                <a:cubicBezTo>
                  <a:pt x="81" y="233"/>
                  <a:pt x="53" y="221"/>
                  <a:pt x="32" y="198"/>
                </a:cubicBezTo>
                <a:cubicBezTo>
                  <a:pt x="11" y="174"/>
                  <a:pt x="0" y="147"/>
                  <a:pt x="0" y="117"/>
                </a:cubicBezTo>
                <a:moveTo>
                  <a:pt x="155" y="88"/>
                </a:moveTo>
                <a:cubicBezTo>
                  <a:pt x="151" y="45"/>
                  <a:pt x="135" y="22"/>
                  <a:pt x="107" y="19"/>
                </a:cubicBezTo>
                <a:lnTo>
                  <a:pt x="106" y="19"/>
                </a:lnTo>
                <a:cubicBezTo>
                  <a:pt x="103" y="19"/>
                  <a:pt x="100" y="19"/>
                  <a:pt x="98" y="20"/>
                </a:cubicBezTo>
                <a:cubicBezTo>
                  <a:pt x="95" y="20"/>
                  <a:pt x="91" y="21"/>
                  <a:pt x="85" y="24"/>
                </a:cubicBezTo>
                <a:cubicBezTo>
                  <a:pt x="79" y="26"/>
                  <a:pt x="74" y="30"/>
                  <a:pt x="70" y="34"/>
                </a:cubicBezTo>
                <a:cubicBezTo>
                  <a:pt x="65" y="39"/>
                  <a:pt x="61" y="46"/>
                  <a:pt x="58" y="55"/>
                </a:cubicBezTo>
                <a:cubicBezTo>
                  <a:pt x="54" y="64"/>
                  <a:pt x="51" y="75"/>
                  <a:pt x="50" y="88"/>
                </a:cubicBezTo>
                <a:lnTo>
                  <a:pt x="50" y="92"/>
                </a:lnTo>
                <a:lnTo>
                  <a:pt x="155" y="92"/>
                </a:lnTo>
                <a:lnTo>
                  <a:pt x="155" y="8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1" name=""/>
          <p:cNvSpPr/>
          <p:nvPr/>
        </p:nvSpPr>
        <p:spPr>
          <a:xfrm>
            <a:off x="6269760" y="3591360"/>
            <a:ext cx="91440" cy="128520"/>
          </a:xfrm>
          <a:custGeom>
            <a:avLst/>
            <a:gdLst/>
            <a:ahLst/>
            <a:rect l="0" t="0" r="r" b="b"/>
            <a:pathLst>
              <a:path w="254" h="357">
                <a:moveTo>
                  <a:pt x="174" y="101"/>
                </a:moveTo>
                <a:cubicBezTo>
                  <a:pt x="174" y="95"/>
                  <a:pt x="174" y="89"/>
                  <a:pt x="174" y="80"/>
                </a:cubicBezTo>
                <a:cubicBezTo>
                  <a:pt x="174" y="72"/>
                  <a:pt x="174" y="67"/>
                  <a:pt x="175" y="64"/>
                </a:cubicBezTo>
                <a:cubicBezTo>
                  <a:pt x="175" y="49"/>
                  <a:pt x="173" y="39"/>
                  <a:pt x="169" y="35"/>
                </a:cubicBezTo>
                <a:cubicBezTo>
                  <a:pt x="165" y="32"/>
                  <a:pt x="156" y="30"/>
                  <a:pt x="143" y="29"/>
                </a:cubicBezTo>
                <a:lnTo>
                  <a:pt x="134" y="29"/>
                </a:lnTo>
                <a:lnTo>
                  <a:pt x="134" y="17"/>
                </a:lnTo>
                <a:cubicBezTo>
                  <a:pt x="134" y="10"/>
                  <a:pt x="134" y="6"/>
                  <a:pt x="135" y="6"/>
                </a:cubicBezTo>
                <a:lnTo>
                  <a:pt x="140" y="5"/>
                </a:lnTo>
                <a:cubicBezTo>
                  <a:pt x="143" y="5"/>
                  <a:pt x="148" y="4"/>
                  <a:pt x="154" y="4"/>
                </a:cubicBezTo>
                <a:cubicBezTo>
                  <a:pt x="161" y="4"/>
                  <a:pt x="167" y="3"/>
                  <a:pt x="174" y="3"/>
                </a:cubicBezTo>
                <a:cubicBezTo>
                  <a:pt x="180" y="3"/>
                  <a:pt x="186" y="2"/>
                  <a:pt x="193" y="2"/>
                </a:cubicBezTo>
                <a:cubicBezTo>
                  <a:pt x="199" y="2"/>
                  <a:pt x="204" y="1"/>
                  <a:pt x="208" y="1"/>
                </a:cubicBezTo>
                <a:cubicBezTo>
                  <a:pt x="211" y="0"/>
                  <a:pt x="213" y="0"/>
                  <a:pt x="213" y="0"/>
                </a:cubicBezTo>
                <a:lnTo>
                  <a:pt x="215" y="0"/>
                </a:lnTo>
                <a:lnTo>
                  <a:pt x="215" y="154"/>
                </a:lnTo>
                <a:cubicBezTo>
                  <a:pt x="215" y="258"/>
                  <a:pt x="215" y="310"/>
                  <a:pt x="215" y="311"/>
                </a:cubicBezTo>
                <a:cubicBezTo>
                  <a:pt x="216" y="318"/>
                  <a:pt x="219" y="322"/>
                  <a:pt x="223" y="324"/>
                </a:cubicBezTo>
                <a:cubicBezTo>
                  <a:pt x="226" y="326"/>
                  <a:pt x="234" y="328"/>
                  <a:pt x="245" y="329"/>
                </a:cubicBezTo>
                <a:lnTo>
                  <a:pt x="254" y="329"/>
                </a:lnTo>
                <a:lnTo>
                  <a:pt x="254" y="352"/>
                </a:lnTo>
                <a:cubicBezTo>
                  <a:pt x="254" y="352"/>
                  <a:pt x="241" y="353"/>
                  <a:pt x="216" y="354"/>
                </a:cubicBezTo>
                <a:cubicBezTo>
                  <a:pt x="191" y="356"/>
                  <a:pt x="178" y="357"/>
                  <a:pt x="176" y="357"/>
                </a:cubicBezTo>
                <a:lnTo>
                  <a:pt x="172" y="357"/>
                </a:lnTo>
                <a:lnTo>
                  <a:pt x="172" y="330"/>
                </a:lnTo>
                <a:lnTo>
                  <a:pt x="167" y="333"/>
                </a:lnTo>
                <a:cubicBezTo>
                  <a:pt x="148" y="349"/>
                  <a:pt x="126" y="357"/>
                  <a:pt x="102" y="357"/>
                </a:cubicBezTo>
                <a:cubicBezTo>
                  <a:pt x="76" y="357"/>
                  <a:pt x="52" y="347"/>
                  <a:pt x="31" y="327"/>
                </a:cubicBezTo>
                <a:cubicBezTo>
                  <a:pt x="11" y="306"/>
                  <a:pt x="0" y="278"/>
                  <a:pt x="0" y="243"/>
                </a:cubicBezTo>
                <a:cubicBezTo>
                  <a:pt x="0" y="210"/>
                  <a:pt x="11" y="182"/>
                  <a:pt x="32" y="160"/>
                </a:cubicBezTo>
                <a:cubicBezTo>
                  <a:pt x="53" y="139"/>
                  <a:pt x="78" y="128"/>
                  <a:pt x="106" y="127"/>
                </a:cubicBezTo>
                <a:cubicBezTo>
                  <a:pt x="132" y="127"/>
                  <a:pt x="154" y="136"/>
                  <a:pt x="174" y="152"/>
                </a:cubicBezTo>
                <a:lnTo>
                  <a:pt x="174" y="101"/>
                </a:lnTo>
                <a:moveTo>
                  <a:pt x="172" y="179"/>
                </a:moveTo>
                <a:cubicBezTo>
                  <a:pt x="156" y="157"/>
                  <a:pt x="137" y="146"/>
                  <a:pt x="114" y="146"/>
                </a:cubicBezTo>
                <a:cubicBezTo>
                  <a:pt x="98" y="146"/>
                  <a:pt x="83" y="152"/>
                  <a:pt x="70" y="164"/>
                </a:cubicBezTo>
                <a:cubicBezTo>
                  <a:pt x="61" y="175"/>
                  <a:pt x="56" y="186"/>
                  <a:pt x="53" y="198"/>
                </a:cubicBezTo>
                <a:cubicBezTo>
                  <a:pt x="51" y="210"/>
                  <a:pt x="49" y="226"/>
                  <a:pt x="49" y="245"/>
                </a:cubicBezTo>
                <a:cubicBezTo>
                  <a:pt x="49" y="264"/>
                  <a:pt x="50" y="279"/>
                  <a:pt x="53" y="291"/>
                </a:cubicBezTo>
                <a:cubicBezTo>
                  <a:pt x="55" y="303"/>
                  <a:pt x="61" y="313"/>
                  <a:pt x="70" y="322"/>
                </a:cubicBezTo>
                <a:cubicBezTo>
                  <a:pt x="80" y="333"/>
                  <a:pt x="94" y="339"/>
                  <a:pt x="110" y="339"/>
                </a:cubicBezTo>
                <a:cubicBezTo>
                  <a:pt x="134" y="339"/>
                  <a:pt x="154" y="326"/>
                  <a:pt x="172" y="300"/>
                </a:cubicBezTo>
                <a:lnTo>
                  <a:pt x="172" y="1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2" name=""/>
          <p:cNvSpPr/>
          <p:nvPr/>
        </p:nvSpPr>
        <p:spPr>
          <a:xfrm>
            <a:off x="6455160" y="357912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0" y="43"/>
                </a:moveTo>
                <a:cubicBezTo>
                  <a:pt x="0" y="31"/>
                  <a:pt x="4" y="21"/>
                  <a:pt x="12" y="13"/>
                </a:cubicBezTo>
                <a:cubicBezTo>
                  <a:pt x="20" y="4"/>
                  <a:pt x="30" y="0"/>
                  <a:pt x="43" y="0"/>
                </a:cubicBezTo>
                <a:cubicBezTo>
                  <a:pt x="54" y="0"/>
                  <a:pt x="64" y="4"/>
                  <a:pt x="73" y="11"/>
                </a:cubicBezTo>
                <a:cubicBezTo>
                  <a:pt x="81" y="19"/>
                  <a:pt x="87" y="29"/>
                  <a:pt x="87" y="42"/>
                </a:cubicBezTo>
                <a:cubicBezTo>
                  <a:pt x="87" y="55"/>
                  <a:pt x="82" y="65"/>
                  <a:pt x="74" y="74"/>
                </a:cubicBezTo>
                <a:cubicBezTo>
                  <a:pt x="66" y="82"/>
                  <a:pt x="56" y="87"/>
                  <a:pt x="43" y="87"/>
                </a:cubicBezTo>
                <a:cubicBezTo>
                  <a:pt x="31" y="87"/>
                  <a:pt x="21" y="83"/>
                  <a:pt x="13" y="75"/>
                </a:cubicBezTo>
                <a:cubicBezTo>
                  <a:pt x="4" y="66"/>
                  <a:pt x="0" y="56"/>
                  <a:pt x="0" y="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3" name=""/>
          <p:cNvSpPr/>
          <p:nvPr/>
        </p:nvSpPr>
        <p:spPr>
          <a:xfrm>
            <a:off x="6570000" y="3544920"/>
            <a:ext cx="133560" cy="114480"/>
          </a:xfrm>
          <a:custGeom>
            <a:avLst/>
            <a:gdLst/>
            <a:ahLst/>
            <a:rect l="0" t="0" r="r" b="b"/>
            <a:pathLst>
              <a:path w="371" h="318">
                <a:moveTo>
                  <a:pt x="12" y="285"/>
                </a:moveTo>
                <a:lnTo>
                  <a:pt x="23" y="285"/>
                </a:lnTo>
                <a:cubicBezTo>
                  <a:pt x="41" y="285"/>
                  <a:pt x="53" y="281"/>
                  <a:pt x="56" y="275"/>
                </a:cubicBezTo>
                <a:lnTo>
                  <a:pt x="56" y="269"/>
                </a:lnTo>
                <a:cubicBezTo>
                  <a:pt x="56" y="265"/>
                  <a:pt x="56" y="259"/>
                  <a:pt x="56" y="253"/>
                </a:cubicBezTo>
                <a:cubicBezTo>
                  <a:pt x="56" y="246"/>
                  <a:pt x="56" y="238"/>
                  <a:pt x="56" y="230"/>
                </a:cubicBezTo>
                <a:cubicBezTo>
                  <a:pt x="56" y="222"/>
                  <a:pt x="57" y="213"/>
                  <a:pt x="57" y="202"/>
                </a:cubicBezTo>
                <a:cubicBezTo>
                  <a:pt x="58" y="192"/>
                  <a:pt x="58" y="182"/>
                  <a:pt x="57" y="172"/>
                </a:cubicBezTo>
                <a:cubicBezTo>
                  <a:pt x="57" y="158"/>
                  <a:pt x="57" y="142"/>
                  <a:pt x="57" y="125"/>
                </a:cubicBezTo>
                <a:cubicBezTo>
                  <a:pt x="57" y="109"/>
                  <a:pt x="57" y="94"/>
                  <a:pt x="56" y="82"/>
                </a:cubicBezTo>
                <a:lnTo>
                  <a:pt x="56" y="66"/>
                </a:lnTo>
                <a:cubicBezTo>
                  <a:pt x="55" y="57"/>
                  <a:pt x="52" y="51"/>
                  <a:pt x="46" y="48"/>
                </a:cubicBezTo>
                <a:cubicBezTo>
                  <a:pt x="41" y="45"/>
                  <a:pt x="30" y="43"/>
                  <a:pt x="13" y="41"/>
                </a:cubicBezTo>
                <a:lnTo>
                  <a:pt x="0" y="41"/>
                </a:lnTo>
                <a:lnTo>
                  <a:pt x="0" y="25"/>
                </a:lnTo>
                <a:cubicBezTo>
                  <a:pt x="0" y="14"/>
                  <a:pt x="1" y="8"/>
                  <a:pt x="2" y="8"/>
                </a:cubicBezTo>
                <a:lnTo>
                  <a:pt x="9" y="8"/>
                </a:lnTo>
                <a:cubicBezTo>
                  <a:pt x="14" y="7"/>
                  <a:pt x="21" y="7"/>
                  <a:pt x="30" y="6"/>
                </a:cubicBezTo>
                <a:cubicBezTo>
                  <a:pt x="39" y="6"/>
                  <a:pt x="47" y="5"/>
                  <a:pt x="56" y="5"/>
                </a:cubicBezTo>
                <a:cubicBezTo>
                  <a:pt x="65" y="4"/>
                  <a:pt x="73" y="4"/>
                  <a:pt x="82" y="3"/>
                </a:cubicBezTo>
                <a:cubicBezTo>
                  <a:pt x="91" y="3"/>
                  <a:pt x="98" y="2"/>
                  <a:pt x="103" y="1"/>
                </a:cubicBezTo>
                <a:cubicBezTo>
                  <a:pt x="108" y="0"/>
                  <a:pt x="110" y="0"/>
                  <a:pt x="111" y="1"/>
                </a:cubicBezTo>
                <a:lnTo>
                  <a:pt x="113" y="1"/>
                </a:lnTo>
                <a:lnTo>
                  <a:pt x="113" y="29"/>
                </a:lnTo>
                <a:cubicBezTo>
                  <a:pt x="113" y="47"/>
                  <a:pt x="113" y="56"/>
                  <a:pt x="114" y="56"/>
                </a:cubicBezTo>
                <a:cubicBezTo>
                  <a:pt x="114" y="56"/>
                  <a:pt x="115" y="55"/>
                  <a:pt x="117" y="53"/>
                </a:cubicBezTo>
                <a:cubicBezTo>
                  <a:pt x="119" y="50"/>
                  <a:pt x="122" y="47"/>
                  <a:pt x="126" y="42"/>
                </a:cubicBezTo>
                <a:cubicBezTo>
                  <a:pt x="130" y="37"/>
                  <a:pt x="134" y="33"/>
                  <a:pt x="139" y="29"/>
                </a:cubicBezTo>
                <a:cubicBezTo>
                  <a:pt x="145" y="25"/>
                  <a:pt x="152" y="21"/>
                  <a:pt x="160" y="16"/>
                </a:cubicBezTo>
                <a:cubicBezTo>
                  <a:pt x="169" y="10"/>
                  <a:pt x="178" y="7"/>
                  <a:pt x="187" y="4"/>
                </a:cubicBezTo>
                <a:cubicBezTo>
                  <a:pt x="197" y="2"/>
                  <a:pt x="209" y="1"/>
                  <a:pt x="224" y="1"/>
                </a:cubicBezTo>
                <a:cubicBezTo>
                  <a:pt x="278" y="2"/>
                  <a:pt x="308" y="29"/>
                  <a:pt x="315" y="81"/>
                </a:cubicBezTo>
                <a:cubicBezTo>
                  <a:pt x="315" y="85"/>
                  <a:pt x="315" y="119"/>
                  <a:pt x="315" y="182"/>
                </a:cubicBezTo>
                <a:lnTo>
                  <a:pt x="315" y="243"/>
                </a:lnTo>
                <a:cubicBezTo>
                  <a:pt x="315" y="261"/>
                  <a:pt x="316" y="272"/>
                  <a:pt x="317" y="275"/>
                </a:cubicBezTo>
                <a:cubicBezTo>
                  <a:pt x="318" y="279"/>
                  <a:pt x="320" y="281"/>
                  <a:pt x="325" y="283"/>
                </a:cubicBezTo>
                <a:cubicBezTo>
                  <a:pt x="335" y="284"/>
                  <a:pt x="346" y="285"/>
                  <a:pt x="360" y="285"/>
                </a:cubicBezTo>
                <a:lnTo>
                  <a:pt x="371" y="285"/>
                </a:lnTo>
                <a:lnTo>
                  <a:pt x="371" y="318"/>
                </a:lnTo>
                <a:lnTo>
                  <a:pt x="365" y="318"/>
                </a:lnTo>
                <a:lnTo>
                  <a:pt x="348" y="317"/>
                </a:lnTo>
                <a:cubicBezTo>
                  <a:pt x="337" y="316"/>
                  <a:pt x="325" y="316"/>
                  <a:pt x="312" y="316"/>
                </a:cubicBezTo>
                <a:cubicBezTo>
                  <a:pt x="300" y="316"/>
                  <a:pt x="290" y="316"/>
                  <a:pt x="285" y="315"/>
                </a:cubicBezTo>
                <a:cubicBezTo>
                  <a:pt x="236" y="315"/>
                  <a:pt x="209" y="316"/>
                  <a:pt x="205" y="318"/>
                </a:cubicBezTo>
                <a:lnTo>
                  <a:pt x="199" y="318"/>
                </a:lnTo>
                <a:lnTo>
                  <a:pt x="199" y="285"/>
                </a:lnTo>
                <a:lnTo>
                  <a:pt x="211" y="285"/>
                </a:lnTo>
                <a:cubicBezTo>
                  <a:pt x="240" y="285"/>
                  <a:pt x="254" y="281"/>
                  <a:pt x="254" y="273"/>
                </a:cubicBezTo>
                <a:cubicBezTo>
                  <a:pt x="255" y="272"/>
                  <a:pt x="255" y="239"/>
                  <a:pt x="255" y="175"/>
                </a:cubicBezTo>
                <a:cubicBezTo>
                  <a:pt x="255" y="110"/>
                  <a:pt x="254" y="75"/>
                  <a:pt x="254" y="71"/>
                </a:cubicBezTo>
                <a:cubicBezTo>
                  <a:pt x="251" y="58"/>
                  <a:pt x="246" y="48"/>
                  <a:pt x="239" y="41"/>
                </a:cubicBezTo>
                <a:cubicBezTo>
                  <a:pt x="233" y="35"/>
                  <a:pt x="227" y="31"/>
                  <a:pt x="222" y="29"/>
                </a:cubicBezTo>
                <a:cubicBezTo>
                  <a:pt x="218" y="28"/>
                  <a:pt x="211" y="27"/>
                  <a:pt x="204" y="28"/>
                </a:cubicBezTo>
                <a:cubicBezTo>
                  <a:pt x="182" y="28"/>
                  <a:pt x="163" y="36"/>
                  <a:pt x="147" y="52"/>
                </a:cubicBezTo>
                <a:cubicBezTo>
                  <a:pt x="134" y="65"/>
                  <a:pt x="126" y="78"/>
                  <a:pt x="123" y="91"/>
                </a:cubicBezTo>
                <a:cubicBezTo>
                  <a:pt x="120" y="105"/>
                  <a:pt x="118" y="125"/>
                  <a:pt x="117" y="152"/>
                </a:cubicBezTo>
                <a:lnTo>
                  <a:pt x="117" y="197"/>
                </a:lnTo>
                <a:lnTo>
                  <a:pt x="117" y="240"/>
                </a:lnTo>
                <a:cubicBezTo>
                  <a:pt x="117" y="255"/>
                  <a:pt x="117" y="264"/>
                  <a:pt x="118" y="269"/>
                </a:cubicBezTo>
                <a:cubicBezTo>
                  <a:pt x="118" y="274"/>
                  <a:pt x="119" y="277"/>
                  <a:pt x="120" y="278"/>
                </a:cubicBezTo>
                <a:cubicBezTo>
                  <a:pt x="121" y="280"/>
                  <a:pt x="123" y="281"/>
                  <a:pt x="127" y="283"/>
                </a:cubicBezTo>
                <a:cubicBezTo>
                  <a:pt x="137" y="284"/>
                  <a:pt x="148" y="285"/>
                  <a:pt x="162" y="285"/>
                </a:cubicBezTo>
                <a:lnTo>
                  <a:pt x="173" y="285"/>
                </a:lnTo>
                <a:lnTo>
                  <a:pt x="173" y="318"/>
                </a:lnTo>
                <a:lnTo>
                  <a:pt x="167" y="318"/>
                </a:lnTo>
                <a:lnTo>
                  <a:pt x="151" y="317"/>
                </a:lnTo>
                <a:cubicBezTo>
                  <a:pt x="139" y="316"/>
                  <a:pt x="127" y="316"/>
                  <a:pt x="114" y="316"/>
                </a:cubicBezTo>
                <a:cubicBezTo>
                  <a:pt x="101" y="316"/>
                  <a:pt x="92" y="316"/>
                  <a:pt x="87" y="315"/>
                </a:cubicBezTo>
                <a:cubicBezTo>
                  <a:pt x="38" y="315"/>
                  <a:pt x="10" y="316"/>
                  <a:pt x="6" y="318"/>
                </a:cubicBezTo>
                <a:lnTo>
                  <a:pt x="0" y="318"/>
                </a:lnTo>
                <a:lnTo>
                  <a:pt x="0" y="285"/>
                </a:lnTo>
                <a:lnTo>
                  <a:pt x="12" y="28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4" name=""/>
          <p:cNvSpPr/>
          <p:nvPr/>
        </p:nvSpPr>
        <p:spPr>
          <a:xfrm>
            <a:off x="6715080" y="3474720"/>
            <a:ext cx="176760" cy="184680"/>
          </a:xfrm>
          <a:custGeom>
            <a:avLst/>
            <a:gdLst/>
            <a:ahLst/>
            <a:rect l="0" t="0" r="r" b="b"/>
            <a:pathLst>
              <a:path w="491" h="513">
                <a:moveTo>
                  <a:pt x="159" y="513"/>
                </a:moveTo>
                <a:cubicBezTo>
                  <a:pt x="152" y="511"/>
                  <a:pt x="125" y="510"/>
                  <a:pt x="77" y="510"/>
                </a:cubicBezTo>
                <a:cubicBezTo>
                  <a:pt x="33" y="510"/>
                  <a:pt x="9" y="511"/>
                  <a:pt x="5" y="513"/>
                </a:cubicBezTo>
                <a:lnTo>
                  <a:pt x="0" y="513"/>
                </a:lnTo>
                <a:lnTo>
                  <a:pt x="0" y="480"/>
                </a:lnTo>
                <a:lnTo>
                  <a:pt x="11" y="480"/>
                </a:lnTo>
                <a:cubicBezTo>
                  <a:pt x="45" y="478"/>
                  <a:pt x="67" y="468"/>
                  <a:pt x="76" y="450"/>
                </a:cubicBezTo>
                <a:cubicBezTo>
                  <a:pt x="77" y="448"/>
                  <a:pt x="90" y="411"/>
                  <a:pt x="114" y="337"/>
                </a:cubicBezTo>
                <a:cubicBezTo>
                  <a:pt x="139" y="263"/>
                  <a:pt x="164" y="190"/>
                  <a:pt x="189" y="116"/>
                </a:cubicBezTo>
                <a:cubicBezTo>
                  <a:pt x="213" y="43"/>
                  <a:pt x="226" y="6"/>
                  <a:pt x="227" y="5"/>
                </a:cubicBezTo>
                <a:cubicBezTo>
                  <a:pt x="228" y="2"/>
                  <a:pt x="233" y="0"/>
                  <a:pt x="240" y="0"/>
                </a:cubicBezTo>
                <a:lnTo>
                  <a:pt x="247" y="0"/>
                </a:lnTo>
                <a:cubicBezTo>
                  <a:pt x="256" y="0"/>
                  <a:pt x="262" y="2"/>
                  <a:pt x="264" y="5"/>
                </a:cubicBezTo>
                <a:cubicBezTo>
                  <a:pt x="265" y="6"/>
                  <a:pt x="291" y="82"/>
                  <a:pt x="341" y="233"/>
                </a:cubicBezTo>
                <a:lnTo>
                  <a:pt x="419" y="465"/>
                </a:lnTo>
                <a:cubicBezTo>
                  <a:pt x="423" y="471"/>
                  <a:pt x="427" y="475"/>
                  <a:pt x="433" y="476"/>
                </a:cubicBezTo>
                <a:cubicBezTo>
                  <a:pt x="438" y="478"/>
                  <a:pt x="451" y="479"/>
                  <a:pt x="469" y="480"/>
                </a:cubicBezTo>
                <a:lnTo>
                  <a:pt x="491" y="480"/>
                </a:lnTo>
                <a:lnTo>
                  <a:pt x="491" y="513"/>
                </a:lnTo>
                <a:lnTo>
                  <a:pt x="484" y="513"/>
                </a:lnTo>
                <a:cubicBezTo>
                  <a:pt x="480" y="511"/>
                  <a:pt x="450" y="510"/>
                  <a:pt x="393" y="510"/>
                </a:cubicBezTo>
                <a:cubicBezTo>
                  <a:pt x="335" y="510"/>
                  <a:pt x="300" y="511"/>
                  <a:pt x="290" y="513"/>
                </a:cubicBezTo>
                <a:lnTo>
                  <a:pt x="283" y="513"/>
                </a:lnTo>
                <a:lnTo>
                  <a:pt x="283" y="480"/>
                </a:lnTo>
                <a:lnTo>
                  <a:pt x="293" y="480"/>
                </a:lnTo>
                <a:cubicBezTo>
                  <a:pt x="326" y="480"/>
                  <a:pt x="343" y="475"/>
                  <a:pt x="343" y="467"/>
                </a:cubicBezTo>
                <a:cubicBezTo>
                  <a:pt x="343" y="466"/>
                  <a:pt x="337" y="448"/>
                  <a:pt x="326" y="414"/>
                </a:cubicBezTo>
                <a:lnTo>
                  <a:pt x="308" y="363"/>
                </a:lnTo>
                <a:lnTo>
                  <a:pt x="141" y="363"/>
                </a:lnTo>
                <a:lnTo>
                  <a:pt x="126" y="405"/>
                </a:lnTo>
                <a:cubicBezTo>
                  <a:pt x="117" y="433"/>
                  <a:pt x="112" y="449"/>
                  <a:pt x="112" y="452"/>
                </a:cubicBezTo>
                <a:cubicBezTo>
                  <a:pt x="112" y="458"/>
                  <a:pt x="117" y="464"/>
                  <a:pt x="126" y="470"/>
                </a:cubicBezTo>
                <a:cubicBezTo>
                  <a:pt x="136" y="477"/>
                  <a:pt x="148" y="480"/>
                  <a:pt x="162" y="480"/>
                </a:cubicBezTo>
                <a:lnTo>
                  <a:pt x="166" y="480"/>
                </a:lnTo>
                <a:lnTo>
                  <a:pt x="166" y="513"/>
                </a:lnTo>
                <a:lnTo>
                  <a:pt x="159" y="513"/>
                </a:lnTo>
                <a:moveTo>
                  <a:pt x="298" y="330"/>
                </a:moveTo>
                <a:lnTo>
                  <a:pt x="225" y="113"/>
                </a:lnTo>
                <a:lnTo>
                  <a:pt x="151" y="330"/>
                </a:lnTo>
                <a:cubicBezTo>
                  <a:pt x="151" y="330"/>
                  <a:pt x="177" y="330"/>
                  <a:pt x="225" y="330"/>
                </a:cubicBezTo>
                <a:lnTo>
                  <a:pt x="298" y="3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5" name=""/>
          <p:cNvSpPr/>
          <p:nvPr/>
        </p:nvSpPr>
        <p:spPr>
          <a:xfrm>
            <a:off x="6906960" y="3483000"/>
            <a:ext cx="160920" cy="176400"/>
          </a:xfrm>
          <a:custGeom>
            <a:avLst/>
            <a:gdLst/>
            <a:ahLst/>
            <a:rect l="0" t="0" r="r" b="b"/>
            <a:pathLst>
              <a:path w="447" h="490">
                <a:moveTo>
                  <a:pt x="74" y="44"/>
                </a:moveTo>
                <a:cubicBezTo>
                  <a:pt x="71" y="41"/>
                  <a:pt x="68" y="38"/>
                  <a:pt x="66" y="37"/>
                </a:cubicBezTo>
                <a:cubicBezTo>
                  <a:pt x="64" y="36"/>
                  <a:pt x="60" y="36"/>
                  <a:pt x="55" y="35"/>
                </a:cubicBezTo>
                <a:cubicBezTo>
                  <a:pt x="49" y="35"/>
                  <a:pt x="39" y="34"/>
                  <a:pt x="24" y="33"/>
                </a:cubicBezTo>
                <a:lnTo>
                  <a:pt x="0" y="33"/>
                </a:lnTo>
                <a:lnTo>
                  <a:pt x="0" y="0"/>
                </a:lnTo>
                <a:lnTo>
                  <a:pt x="144" y="0"/>
                </a:lnTo>
                <a:lnTo>
                  <a:pt x="171" y="0"/>
                </a:lnTo>
                <a:lnTo>
                  <a:pt x="229" y="0"/>
                </a:lnTo>
                <a:cubicBezTo>
                  <a:pt x="265" y="0"/>
                  <a:pt x="292" y="1"/>
                  <a:pt x="309" y="4"/>
                </a:cubicBezTo>
                <a:cubicBezTo>
                  <a:pt x="327" y="6"/>
                  <a:pt x="344" y="13"/>
                  <a:pt x="361" y="23"/>
                </a:cubicBezTo>
                <a:cubicBezTo>
                  <a:pt x="381" y="35"/>
                  <a:pt x="398" y="49"/>
                  <a:pt x="410" y="67"/>
                </a:cubicBezTo>
                <a:cubicBezTo>
                  <a:pt x="421" y="84"/>
                  <a:pt x="427" y="103"/>
                  <a:pt x="427" y="123"/>
                </a:cubicBezTo>
                <a:cubicBezTo>
                  <a:pt x="427" y="147"/>
                  <a:pt x="418" y="169"/>
                  <a:pt x="398" y="189"/>
                </a:cubicBezTo>
                <a:cubicBezTo>
                  <a:pt x="379" y="209"/>
                  <a:pt x="353" y="223"/>
                  <a:pt x="322" y="231"/>
                </a:cubicBezTo>
                <a:lnTo>
                  <a:pt x="314" y="233"/>
                </a:lnTo>
                <a:cubicBezTo>
                  <a:pt x="349" y="238"/>
                  <a:pt x="380" y="251"/>
                  <a:pt x="407" y="273"/>
                </a:cubicBezTo>
                <a:cubicBezTo>
                  <a:pt x="433" y="295"/>
                  <a:pt x="447" y="322"/>
                  <a:pt x="447" y="356"/>
                </a:cubicBezTo>
                <a:cubicBezTo>
                  <a:pt x="447" y="388"/>
                  <a:pt x="435" y="417"/>
                  <a:pt x="410" y="442"/>
                </a:cubicBezTo>
                <a:cubicBezTo>
                  <a:pt x="386" y="466"/>
                  <a:pt x="355" y="482"/>
                  <a:pt x="317" y="487"/>
                </a:cubicBezTo>
                <a:cubicBezTo>
                  <a:pt x="310" y="488"/>
                  <a:pt x="256" y="489"/>
                  <a:pt x="153" y="490"/>
                </a:cubicBezTo>
                <a:lnTo>
                  <a:pt x="0" y="490"/>
                </a:lnTo>
                <a:lnTo>
                  <a:pt x="0" y="457"/>
                </a:lnTo>
                <a:lnTo>
                  <a:pt x="24" y="457"/>
                </a:lnTo>
                <a:cubicBezTo>
                  <a:pt x="44" y="456"/>
                  <a:pt x="56" y="455"/>
                  <a:pt x="60" y="455"/>
                </a:cubicBezTo>
                <a:cubicBezTo>
                  <a:pt x="65" y="454"/>
                  <a:pt x="69" y="451"/>
                  <a:pt x="74" y="446"/>
                </a:cubicBezTo>
                <a:lnTo>
                  <a:pt x="74" y="44"/>
                </a:lnTo>
                <a:moveTo>
                  <a:pt x="347" y="122"/>
                </a:moveTo>
                <a:cubicBezTo>
                  <a:pt x="347" y="99"/>
                  <a:pt x="340" y="80"/>
                  <a:pt x="328" y="64"/>
                </a:cubicBezTo>
                <a:cubicBezTo>
                  <a:pt x="316" y="48"/>
                  <a:pt x="299" y="38"/>
                  <a:pt x="279" y="34"/>
                </a:cubicBezTo>
                <a:cubicBezTo>
                  <a:pt x="278" y="34"/>
                  <a:pt x="275" y="34"/>
                  <a:pt x="269" y="34"/>
                </a:cubicBezTo>
                <a:cubicBezTo>
                  <a:pt x="264" y="34"/>
                  <a:pt x="256" y="34"/>
                  <a:pt x="247" y="34"/>
                </a:cubicBezTo>
                <a:cubicBezTo>
                  <a:pt x="237" y="34"/>
                  <a:pt x="228" y="34"/>
                  <a:pt x="219" y="33"/>
                </a:cubicBezTo>
                <a:cubicBezTo>
                  <a:pt x="187" y="33"/>
                  <a:pt x="167" y="33"/>
                  <a:pt x="160" y="34"/>
                </a:cubicBezTo>
                <a:cubicBezTo>
                  <a:pt x="153" y="34"/>
                  <a:pt x="148" y="36"/>
                  <a:pt x="146" y="40"/>
                </a:cubicBezTo>
                <a:cubicBezTo>
                  <a:pt x="145" y="41"/>
                  <a:pt x="144" y="72"/>
                  <a:pt x="144" y="132"/>
                </a:cubicBezTo>
                <a:lnTo>
                  <a:pt x="144" y="221"/>
                </a:lnTo>
                <a:lnTo>
                  <a:pt x="204" y="221"/>
                </a:lnTo>
                <a:lnTo>
                  <a:pt x="264" y="220"/>
                </a:lnTo>
                <a:lnTo>
                  <a:pt x="272" y="219"/>
                </a:lnTo>
                <a:cubicBezTo>
                  <a:pt x="273" y="219"/>
                  <a:pt x="276" y="218"/>
                  <a:pt x="279" y="217"/>
                </a:cubicBezTo>
                <a:cubicBezTo>
                  <a:pt x="283" y="216"/>
                  <a:pt x="289" y="213"/>
                  <a:pt x="297" y="208"/>
                </a:cubicBezTo>
                <a:cubicBezTo>
                  <a:pt x="306" y="202"/>
                  <a:pt x="314" y="197"/>
                  <a:pt x="320" y="190"/>
                </a:cubicBezTo>
                <a:cubicBezTo>
                  <a:pt x="327" y="184"/>
                  <a:pt x="333" y="175"/>
                  <a:pt x="338" y="163"/>
                </a:cubicBezTo>
                <a:cubicBezTo>
                  <a:pt x="343" y="150"/>
                  <a:pt x="346" y="137"/>
                  <a:pt x="347" y="122"/>
                </a:cubicBezTo>
                <a:moveTo>
                  <a:pt x="365" y="355"/>
                </a:moveTo>
                <a:cubicBezTo>
                  <a:pt x="365" y="331"/>
                  <a:pt x="359" y="307"/>
                  <a:pt x="345" y="287"/>
                </a:cubicBezTo>
                <a:cubicBezTo>
                  <a:pt x="332" y="266"/>
                  <a:pt x="313" y="254"/>
                  <a:pt x="289" y="248"/>
                </a:cubicBezTo>
                <a:lnTo>
                  <a:pt x="217" y="248"/>
                </a:lnTo>
                <a:lnTo>
                  <a:pt x="144" y="248"/>
                </a:lnTo>
                <a:lnTo>
                  <a:pt x="144" y="347"/>
                </a:lnTo>
                <a:lnTo>
                  <a:pt x="144" y="407"/>
                </a:lnTo>
                <a:cubicBezTo>
                  <a:pt x="144" y="435"/>
                  <a:pt x="145" y="450"/>
                  <a:pt x="148" y="452"/>
                </a:cubicBezTo>
                <a:cubicBezTo>
                  <a:pt x="150" y="455"/>
                  <a:pt x="175" y="456"/>
                  <a:pt x="220" y="456"/>
                </a:cubicBezTo>
                <a:lnTo>
                  <a:pt x="255" y="456"/>
                </a:lnTo>
                <a:cubicBezTo>
                  <a:pt x="275" y="456"/>
                  <a:pt x="289" y="455"/>
                  <a:pt x="298" y="452"/>
                </a:cubicBezTo>
                <a:cubicBezTo>
                  <a:pt x="319" y="445"/>
                  <a:pt x="335" y="433"/>
                  <a:pt x="347" y="415"/>
                </a:cubicBezTo>
                <a:cubicBezTo>
                  <a:pt x="359" y="398"/>
                  <a:pt x="365" y="378"/>
                  <a:pt x="365" y="3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6" name=""/>
          <p:cNvSpPr/>
          <p:nvPr/>
        </p:nvSpPr>
        <p:spPr>
          <a:xfrm>
            <a:off x="7096680" y="3477600"/>
            <a:ext cx="157320" cy="187200"/>
          </a:xfrm>
          <a:custGeom>
            <a:avLst/>
            <a:gdLst/>
            <a:ahLst/>
            <a:rect l="0" t="0" r="r" b="b"/>
            <a:pathLst>
              <a:path w="437" h="520">
                <a:moveTo>
                  <a:pt x="0" y="259"/>
                </a:moveTo>
                <a:cubicBezTo>
                  <a:pt x="0" y="218"/>
                  <a:pt x="7" y="180"/>
                  <a:pt x="23" y="146"/>
                </a:cubicBezTo>
                <a:cubicBezTo>
                  <a:pt x="39" y="112"/>
                  <a:pt x="59" y="84"/>
                  <a:pt x="84" y="64"/>
                </a:cubicBezTo>
                <a:cubicBezTo>
                  <a:pt x="109" y="43"/>
                  <a:pt x="136" y="28"/>
                  <a:pt x="163" y="17"/>
                </a:cubicBezTo>
                <a:cubicBezTo>
                  <a:pt x="190" y="6"/>
                  <a:pt x="216" y="0"/>
                  <a:pt x="240" y="0"/>
                </a:cubicBezTo>
                <a:cubicBezTo>
                  <a:pt x="241" y="0"/>
                  <a:pt x="244" y="0"/>
                  <a:pt x="246" y="0"/>
                </a:cubicBezTo>
                <a:cubicBezTo>
                  <a:pt x="249" y="0"/>
                  <a:pt x="251" y="0"/>
                  <a:pt x="252" y="0"/>
                </a:cubicBezTo>
                <a:cubicBezTo>
                  <a:pt x="296" y="0"/>
                  <a:pt x="334" y="16"/>
                  <a:pt x="367" y="49"/>
                </a:cubicBezTo>
                <a:lnTo>
                  <a:pt x="377" y="57"/>
                </a:lnTo>
                <a:lnTo>
                  <a:pt x="398" y="30"/>
                </a:lnTo>
                <a:cubicBezTo>
                  <a:pt x="411" y="12"/>
                  <a:pt x="418" y="2"/>
                  <a:pt x="420" y="0"/>
                </a:cubicBezTo>
                <a:cubicBezTo>
                  <a:pt x="421" y="0"/>
                  <a:pt x="422" y="0"/>
                  <a:pt x="423" y="0"/>
                </a:cubicBezTo>
                <a:cubicBezTo>
                  <a:pt x="425" y="0"/>
                  <a:pt x="426" y="0"/>
                  <a:pt x="427" y="0"/>
                </a:cubicBezTo>
                <a:lnTo>
                  <a:pt x="430" y="0"/>
                </a:lnTo>
                <a:cubicBezTo>
                  <a:pt x="432" y="0"/>
                  <a:pt x="434" y="1"/>
                  <a:pt x="437" y="4"/>
                </a:cubicBezTo>
                <a:lnTo>
                  <a:pt x="437" y="204"/>
                </a:lnTo>
                <a:lnTo>
                  <a:pt x="432" y="208"/>
                </a:lnTo>
                <a:lnTo>
                  <a:pt x="408" y="208"/>
                </a:lnTo>
                <a:cubicBezTo>
                  <a:pt x="405" y="205"/>
                  <a:pt x="404" y="201"/>
                  <a:pt x="403" y="196"/>
                </a:cubicBezTo>
                <a:cubicBezTo>
                  <a:pt x="399" y="157"/>
                  <a:pt x="387" y="123"/>
                  <a:pt x="369" y="95"/>
                </a:cubicBezTo>
                <a:cubicBezTo>
                  <a:pt x="350" y="66"/>
                  <a:pt x="328" y="47"/>
                  <a:pt x="301" y="38"/>
                </a:cubicBezTo>
                <a:cubicBezTo>
                  <a:pt x="292" y="35"/>
                  <a:pt x="280" y="33"/>
                  <a:pt x="265" y="33"/>
                </a:cubicBezTo>
                <a:cubicBezTo>
                  <a:pt x="216" y="33"/>
                  <a:pt x="174" y="50"/>
                  <a:pt x="141" y="83"/>
                </a:cubicBezTo>
                <a:cubicBezTo>
                  <a:pt x="102" y="121"/>
                  <a:pt x="83" y="179"/>
                  <a:pt x="83" y="259"/>
                </a:cubicBezTo>
                <a:cubicBezTo>
                  <a:pt x="83" y="317"/>
                  <a:pt x="92" y="362"/>
                  <a:pt x="110" y="396"/>
                </a:cubicBezTo>
                <a:cubicBezTo>
                  <a:pt x="120" y="415"/>
                  <a:pt x="134" y="431"/>
                  <a:pt x="149" y="444"/>
                </a:cubicBezTo>
                <a:cubicBezTo>
                  <a:pt x="163" y="456"/>
                  <a:pt x="179" y="467"/>
                  <a:pt x="195" y="472"/>
                </a:cubicBezTo>
                <a:cubicBezTo>
                  <a:pt x="211" y="478"/>
                  <a:pt x="225" y="482"/>
                  <a:pt x="235" y="484"/>
                </a:cubicBezTo>
                <a:cubicBezTo>
                  <a:pt x="246" y="486"/>
                  <a:pt x="256" y="487"/>
                  <a:pt x="267" y="487"/>
                </a:cubicBezTo>
                <a:cubicBezTo>
                  <a:pt x="309" y="487"/>
                  <a:pt x="343" y="471"/>
                  <a:pt x="369" y="437"/>
                </a:cubicBezTo>
                <a:cubicBezTo>
                  <a:pt x="394" y="404"/>
                  <a:pt x="408" y="368"/>
                  <a:pt x="408" y="329"/>
                </a:cubicBezTo>
                <a:cubicBezTo>
                  <a:pt x="408" y="326"/>
                  <a:pt x="410" y="323"/>
                  <a:pt x="412" y="320"/>
                </a:cubicBezTo>
                <a:lnTo>
                  <a:pt x="432" y="320"/>
                </a:lnTo>
                <a:lnTo>
                  <a:pt x="437" y="324"/>
                </a:lnTo>
                <a:lnTo>
                  <a:pt x="437" y="335"/>
                </a:lnTo>
                <a:cubicBezTo>
                  <a:pt x="434" y="384"/>
                  <a:pt x="416" y="427"/>
                  <a:pt x="382" y="465"/>
                </a:cubicBezTo>
                <a:cubicBezTo>
                  <a:pt x="348" y="501"/>
                  <a:pt x="304" y="520"/>
                  <a:pt x="249" y="520"/>
                </a:cubicBezTo>
                <a:cubicBezTo>
                  <a:pt x="181" y="520"/>
                  <a:pt x="122" y="495"/>
                  <a:pt x="73" y="444"/>
                </a:cubicBezTo>
                <a:cubicBezTo>
                  <a:pt x="24" y="395"/>
                  <a:pt x="0" y="333"/>
                  <a:pt x="0" y="2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7" name=""/>
          <p:cNvSpPr/>
          <p:nvPr/>
        </p:nvSpPr>
        <p:spPr>
          <a:xfrm>
            <a:off x="7274880" y="3483000"/>
            <a:ext cx="175680" cy="176400"/>
          </a:xfrm>
          <a:custGeom>
            <a:avLst/>
            <a:gdLst/>
            <a:ahLst/>
            <a:rect l="0" t="0" r="r" b="b"/>
            <a:pathLst>
              <a:path w="488" h="490">
                <a:moveTo>
                  <a:pt x="74" y="44"/>
                </a:moveTo>
                <a:cubicBezTo>
                  <a:pt x="70" y="41"/>
                  <a:pt x="68" y="38"/>
                  <a:pt x="66" y="37"/>
                </a:cubicBezTo>
                <a:cubicBezTo>
                  <a:pt x="64" y="36"/>
                  <a:pt x="60" y="36"/>
                  <a:pt x="54" y="35"/>
                </a:cubicBezTo>
                <a:cubicBezTo>
                  <a:pt x="49" y="35"/>
                  <a:pt x="38" y="34"/>
                  <a:pt x="24" y="33"/>
                </a:cubicBezTo>
                <a:lnTo>
                  <a:pt x="0" y="33"/>
                </a:lnTo>
                <a:lnTo>
                  <a:pt x="0" y="0"/>
                </a:lnTo>
                <a:lnTo>
                  <a:pt x="144" y="0"/>
                </a:lnTo>
                <a:cubicBezTo>
                  <a:pt x="225" y="1"/>
                  <a:pt x="271" y="1"/>
                  <a:pt x="280" y="1"/>
                </a:cubicBezTo>
                <a:cubicBezTo>
                  <a:pt x="290" y="1"/>
                  <a:pt x="300" y="2"/>
                  <a:pt x="310" y="5"/>
                </a:cubicBezTo>
                <a:cubicBezTo>
                  <a:pt x="331" y="10"/>
                  <a:pt x="351" y="18"/>
                  <a:pt x="371" y="30"/>
                </a:cubicBezTo>
                <a:cubicBezTo>
                  <a:pt x="391" y="43"/>
                  <a:pt x="410" y="59"/>
                  <a:pt x="428" y="79"/>
                </a:cubicBezTo>
                <a:cubicBezTo>
                  <a:pt x="446" y="99"/>
                  <a:pt x="461" y="123"/>
                  <a:pt x="471" y="153"/>
                </a:cubicBezTo>
                <a:cubicBezTo>
                  <a:pt x="481" y="182"/>
                  <a:pt x="487" y="214"/>
                  <a:pt x="488" y="248"/>
                </a:cubicBezTo>
                <a:cubicBezTo>
                  <a:pt x="488" y="308"/>
                  <a:pt x="470" y="362"/>
                  <a:pt x="434" y="407"/>
                </a:cubicBezTo>
                <a:cubicBezTo>
                  <a:pt x="399" y="451"/>
                  <a:pt x="353" y="478"/>
                  <a:pt x="297" y="487"/>
                </a:cubicBezTo>
                <a:cubicBezTo>
                  <a:pt x="291" y="488"/>
                  <a:pt x="240" y="489"/>
                  <a:pt x="144" y="490"/>
                </a:cubicBezTo>
                <a:lnTo>
                  <a:pt x="0" y="490"/>
                </a:lnTo>
                <a:lnTo>
                  <a:pt x="0" y="457"/>
                </a:lnTo>
                <a:lnTo>
                  <a:pt x="24" y="457"/>
                </a:lnTo>
                <a:cubicBezTo>
                  <a:pt x="44" y="456"/>
                  <a:pt x="56" y="455"/>
                  <a:pt x="60" y="455"/>
                </a:cubicBezTo>
                <a:cubicBezTo>
                  <a:pt x="64" y="454"/>
                  <a:pt x="69" y="451"/>
                  <a:pt x="74" y="446"/>
                </a:cubicBezTo>
                <a:lnTo>
                  <a:pt x="74" y="44"/>
                </a:lnTo>
                <a:moveTo>
                  <a:pt x="405" y="247"/>
                </a:moveTo>
                <a:cubicBezTo>
                  <a:pt x="405" y="199"/>
                  <a:pt x="399" y="160"/>
                  <a:pt x="389" y="130"/>
                </a:cubicBezTo>
                <a:cubicBezTo>
                  <a:pt x="378" y="101"/>
                  <a:pt x="360" y="77"/>
                  <a:pt x="333" y="58"/>
                </a:cubicBezTo>
                <a:cubicBezTo>
                  <a:pt x="307" y="41"/>
                  <a:pt x="275" y="33"/>
                  <a:pt x="235" y="33"/>
                </a:cubicBezTo>
                <a:lnTo>
                  <a:pt x="211" y="33"/>
                </a:lnTo>
                <a:lnTo>
                  <a:pt x="191" y="33"/>
                </a:lnTo>
                <a:cubicBezTo>
                  <a:pt x="164" y="33"/>
                  <a:pt x="150" y="35"/>
                  <a:pt x="148" y="40"/>
                </a:cubicBezTo>
                <a:cubicBezTo>
                  <a:pt x="147" y="41"/>
                  <a:pt x="146" y="109"/>
                  <a:pt x="146" y="243"/>
                </a:cubicBezTo>
                <a:cubicBezTo>
                  <a:pt x="146" y="378"/>
                  <a:pt x="146" y="446"/>
                  <a:pt x="147" y="447"/>
                </a:cubicBezTo>
                <a:cubicBezTo>
                  <a:pt x="147" y="452"/>
                  <a:pt x="151" y="455"/>
                  <a:pt x="158" y="455"/>
                </a:cubicBezTo>
                <a:cubicBezTo>
                  <a:pt x="165" y="456"/>
                  <a:pt x="187" y="456"/>
                  <a:pt x="223" y="457"/>
                </a:cubicBezTo>
                <a:lnTo>
                  <a:pt x="231" y="457"/>
                </a:lnTo>
                <a:cubicBezTo>
                  <a:pt x="281" y="457"/>
                  <a:pt x="321" y="445"/>
                  <a:pt x="349" y="422"/>
                </a:cubicBezTo>
                <a:cubicBezTo>
                  <a:pt x="371" y="404"/>
                  <a:pt x="386" y="381"/>
                  <a:pt x="393" y="353"/>
                </a:cubicBezTo>
                <a:cubicBezTo>
                  <a:pt x="401" y="324"/>
                  <a:pt x="405" y="289"/>
                  <a:pt x="405" y="24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8" name=""/>
          <p:cNvSpPr/>
          <p:nvPr/>
        </p:nvSpPr>
        <p:spPr>
          <a:xfrm>
            <a:off x="5332320" y="3410280"/>
            <a:ext cx="2158200" cy="15840"/>
          </a:xfrm>
          <a:custGeom>
            <a:avLst/>
            <a:gdLst/>
            <a:ahLst/>
            <a:rect l="0" t="0" r="r" b="b"/>
            <a:pathLst>
              <a:path w="5995" h="44">
                <a:moveTo>
                  <a:pt x="0" y="44"/>
                </a:moveTo>
                <a:lnTo>
                  <a:pt x="0" y="0"/>
                </a:lnTo>
                <a:lnTo>
                  <a:pt x="5995" y="0"/>
                </a:lnTo>
                <a:lnTo>
                  <a:pt x="5995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9" name=""/>
          <p:cNvSpPr/>
          <p:nvPr/>
        </p:nvSpPr>
        <p:spPr>
          <a:xfrm>
            <a:off x="1000080" y="4019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4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4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0" name=""/>
          <p:cNvSpPr/>
          <p:nvPr/>
        </p:nvSpPr>
        <p:spPr>
          <a:xfrm>
            <a:off x="1240560" y="3962160"/>
            <a:ext cx="190800" cy="184680"/>
          </a:xfrm>
          <a:custGeom>
            <a:avLst/>
            <a:gdLst/>
            <a:ahLst/>
            <a:rect l="0" t="0" r="r" b="b"/>
            <a:pathLst>
              <a:path w="530" h="513">
                <a:moveTo>
                  <a:pt x="3" y="513"/>
                </a:moveTo>
                <a:cubicBezTo>
                  <a:pt x="1" y="511"/>
                  <a:pt x="0" y="509"/>
                  <a:pt x="0" y="508"/>
                </a:cubicBezTo>
                <a:cubicBezTo>
                  <a:pt x="0" y="507"/>
                  <a:pt x="40" y="423"/>
                  <a:pt x="120" y="257"/>
                </a:cubicBezTo>
                <a:cubicBezTo>
                  <a:pt x="201" y="91"/>
                  <a:pt x="242" y="7"/>
                  <a:pt x="244" y="5"/>
                </a:cubicBezTo>
                <a:cubicBezTo>
                  <a:pt x="246" y="2"/>
                  <a:pt x="252" y="0"/>
                  <a:pt x="264" y="0"/>
                </a:cubicBezTo>
                <a:cubicBezTo>
                  <a:pt x="275" y="0"/>
                  <a:pt x="282" y="2"/>
                  <a:pt x="284" y="5"/>
                </a:cubicBezTo>
                <a:cubicBezTo>
                  <a:pt x="286" y="7"/>
                  <a:pt x="327" y="91"/>
                  <a:pt x="407" y="257"/>
                </a:cubicBezTo>
                <a:cubicBezTo>
                  <a:pt x="488" y="423"/>
                  <a:pt x="529" y="507"/>
                  <a:pt x="530" y="508"/>
                </a:cubicBezTo>
                <a:cubicBezTo>
                  <a:pt x="530" y="509"/>
                  <a:pt x="528" y="511"/>
                  <a:pt x="526" y="513"/>
                </a:cubicBezTo>
                <a:lnTo>
                  <a:pt x="3" y="513"/>
                </a:lnTo>
                <a:moveTo>
                  <a:pt x="329" y="266"/>
                </a:moveTo>
                <a:lnTo>
                  <a:pt x="241" y="86"/>
                </a:lnTo>
                <a:lnTo>
                  <a:pt x="65" y="446"/>
                </a:lnTo>
                <a:lnTo>
                  <a:pt x="240" y="447"/>
                </a:lnTo>
                <a:lnTo>
                  <a:pt x="417" y="447"/>
                </a:lnTo>
                <a:cubicBezTo>
                  <a:pt x="417" y="446"/>
                  <a:pt x="388" y="386"/>
                  <a:pt x="329" y="2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1" name=""/>
          <p:cNvSpPr/>
          <p:nvPr/>
        </p:nvSpPr>
        <p:spPr>
          <a:xfrm>
            <a:off x="1457640" y="4103640"/>
            <a:ext cx="69840" cy="83880"/>
          </a:xfrm>
          <a:custGeom>
            <a:avLst/>
            <a:gdLst/>
            <a:ahLst/>
            <a:rect l="0" t="0" r="r" b="b"/>
            <a:pathLst>
              <a:path w="194" h="233">
                <a:moveTo>
                  <a:pt x="171" y="73"/>
                </a:moveTo>
                <a:cubicBezTo>
                  <a:pt x="171" y="73"/>
                  <a:pt x="167" y="73"/>
                  <a:pt x="160" y="73"/>
                </a:cubicBezTo>
                <a:cubicBezTo>
                  <a:pt x="153" y="73"/>
                  <a:pt x="147" y="71"/>
                  <a:pt x="142" y="66"/>
                </a:cubicBezTo>
                <a:cubicBezTo>
                  <a:pt x="137" y="60"/>
                  <a:pt x="134" y="54"/>
                  <a:pt x="134" y="46"/>
                </a:cubicBezTo>
                <a:cubicBezTo>
                  <a:pt x="134" y="39"/>
                  <a:pt x="136" y="31"/>
                  <a:pt x="141" y="26"/>
                </a:cubicBezTo>
                <a:cubicBezTo>
                  <a:pt x="143" y="24"/>
                  <a:pt x="144" y="23"/>
                  <a:pt x="144" y="23"/>
                </a:cubicBezTo>
                <a:cubicBezTo>
                  <a:pt x="144" y="23"/>
                  <a:pt x="142" y="22"/>
                  <a:pt x="139" y="22"/>
                </a:cubicBezTo>
                <a:cubicBezTo>
                  <a:pt x="130" y="21"/>
                  <a:pt x="122" y="20"/>
                  <a:pt x="114" y="20"/>
                </a:cubicBezTo>
                <a:cubicBezTo>
                  <a:pt x="98" y="20"/>
                  <a:pt x="84" y="25"/>
                  <a:pt x="73" y="37"/>
                </a:cubicBezTo>
                <a:cubicBezTo>
                  <a:pt x="57" y="53"/>
                  <a:pt x="49" y="80"/>
                  <a:pt x="49" y="117"/>
                </a:cubicBezTo>
                <a:cubicBezTo>
                  <a:pt x="49" y="144"/>
                  <a:pt x="54" y="166"/>
                  <a:pt x="65" y="182"/>
                </a:cubicBezTo>
                <a:cubicBezTo>
                  <a:pt x="78" y="202"/>
                  <a:pt x="98" y="213"/>
                  <a:pt x="121" y="213"/>
                </a:cubicBezTo>
                <a:cubicBezTo>
                  <a:pt x="135" y="213"/>
                  <a:pt x="146" y="208"/>
                  <a:pt x="155" y="199"/>
                </a:cubicBezTo>
                <a:cubicBezTo>
                  <a:pt x="163" y="191"/>
                  <a:pt x="169" y="180"/>
                  <a:pt x="173" y="168"/>
                </a:cubicBezTo>
                <a:cubicBezTo>
                  <a:pt x="173" y="165"/>
                  <a:pt x="174" y="164"/>
                  <a:pt x="175" y="163"/>
                </a:cubicBezTo>
                <a:cubicBezTo>
                  <a:pt x="176" y="162"/>
                  <a:pt x="179" y="162"/>
                  <a:pt x="183" y="162"/>
                </a:cubicBezTo>
                <a:lnTo>
                  <a:pt x="191" y="162"/>
                </a:lnTo>
                <a:cubicBezTo>
                  <a:pt x="193" y="164"/>
                  <a:pt x="194" y="166"/>
                  <a:pt x="194" y="167"/>
                </a:cubicBezTo>
                <a:cubicBezTo>
                  <a:pt x="194" y="168"/>
                  <a:pt x="193" y="171"/>
                  <a:pt x="192" y="175"/>
                </a:cubicBezTo>
                <a:cubicBezTo>
                  <a:pt x="190" y="179"/>
                  <a:pt x="187" y="184"/>
                  <a:pt x="183" y="191"/>
                </a:cubicBezTo>
                <a:cubicBezTo>
                  <a:pt x="179" y="198"/>
                  <a:pt x="175" y="205"/>
                  <a:pt x="169" y="211"/>
                </a:cubicBezTo>
                <a:cubicBezTo>
                  <a:pt x="163" y="216"/>
                  <a:pt x="155" y="222"/>
                  <a:pt x="145" y="226"/>
                </a:cubicBezTo>
                <a:cubicBezTo>
                  <a:pt x="134" y="231"/>
                  <a:pt x="122" y="233"/>
                  <a:pt x="110" y="233"/>
                </a:cubicBezTo>
                <a:cubicBezTo>
                  <a:pt x="81" y="233"/>
                  <a:pt x="54" y="222"/>
                  <a:pt x="33" y="200"/>
                </a:cubicBezTo>
                <a:cubicBezTo>
                  <a:pt x="11" y="179"/>
                  <a:pt x="0" y="152"/>
                  <a:pt x="0" y="119"/>
                </a:cubicBezTo>
                <a:cubicBezTo>
                  <a:pt x="0" y="84"/>
                  <a:pt x="11" y="56"/>
                  <a:pt x="33" y="33"/>
                </a:cubicBezTo>
                <a:cubicBezTo>
                  <a:pt x="55" y="11"/>
                  <a:pt x="81" y="0"/>
                  <a:pt x="110" y="0"/>
                </a:cubicBezTo>
                <a:cubicBezTo>
                  <a:pt x="139" y="0"/>
                  <a:pt x="159" y="4"/>
                  <a:pt x="171" y="13"/>
                </a:cubicBezTo>
                <a:cubicBezTo>
                  <a:pt x="182" y="23"/>
                  <a:pt x="188" y="33"/>
                  <a:pt x="188" y="47"/>
                </a:cubicBezTo>
                <a:cubicBezTo>
                  <a:pt x="188" y="55"/>
                  <a:pt x="185" y="61"/>
                  <a:pt x="179" y="66"/>
                </a:cubicBezTo>
                <a:lnTo>
                  <a:pt x="171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2" name=""/>
          <p:cNvSpPr/>
          <p:nvPr/>
        </p:nvSpPr>
        <p:spPr>
          <a:xfrm>
            <a:off x="1536840" y="4058640"/>
            <a:ext cx="43560" cy="126720"/>
          </a:xfrm>
          <a:custGeom>
            <a:avLst/>
            <a:gdLst/>
            <a:ahLst/>
            <a:rect l="0" t="0" r="r" b="b"/>
            <a:pathLst>
              <a:path w="121" h="352">
                <a:moveTo>
                  <a:pt x="8" y="329"/>
                </a:moveTo>
                <a:lnTo>
                  <a:pt x="15" y="329"/>
                </a:lnTo>
                <a:cubicBezTo>
                  <a:pt x="29" y="329"/>
                  <a:pt x="37" y="327"/>
                  <a:pt x="39" y="322"/>
                </a:cubicBezTo>
                <a:lnTo>
                  <a:pt x="39" y="318"/>
                </a:lnTo>
                <a:cubicBezTo>
                  <a:pt x="39" y="315"/>
                  <a:pt x="39" y="311"/>
                  <a:pt x="39" y="306"/>
                </a:cubicBezTo>
                <a:cubicBezTo>
                  <a:pt x="39" y="302"/>
                  <a:pt x="39" y="296"/>
                  <a:pt x="39" y="290"/>
                </a:cubicBezTo>
                <a:cubicBezTo>
                  <a:pt x="39" y="283"/>
                  <a:pt x="39" y="276"/>
                  <a:pt x="40" y="268"/>
                </a:cubicBezTo>
                <a:cubicBezTo>
                  <a:pt x="40" y="260"/>
                  <a:pt x="40" y="251"/>
                  <a:pt x="40" y="243"/>
                </a:cubicBezTo>
                <a:cubicBezTo>
                  <a:pt x="39" y="234"/>
                  <a:pt x="39" y="225"/>
                  <a:pt x="40" y="215"/>
                </a:cubicBezTo>
                <a:cubicBezTo>
                  <a:pt x="40" y="205"/>
                  <a:pt x="40" y="195"/>
                  <a:pt x="40" y="186"/>
                </a:cubicBezTo>
                <a:cubicBezTo>
                  <a:pt x="40" y="174"/>
                  <a:pt x="40" y="160"/>
                  <a:pt x="40" y="147"/>
                </a:cubicBezTo>
                <a:cubicBezTo>
                  <a:pt x="40" y="133"/>
                  <a:pt x="40" y="120"/>
                  <a:pt x="40" y="109"/>
                </a:cubicBezTo>
                <a:cubicBezTo>
                  <a:pt x="40" y="96"/>
                  <a:pt x="40" y="86"/>
                  <a:pt x="40" y="77"/>
                </a:cubicBezTo>
                <a:cubicBezTo>
                  <a:pt x="40" y="69"/>
                  <a:pt x="40" y="61"/>
                  <a:pt x="39" y="55"/>
                </a:cubicBezTo>
                <a:cubicBezTo>
                  <a:pt x="39" y="49"/>
                  <a:pt x="39" y="46"/>
                  <a:pt x="39" y="46"/>
                </a:cubicBezTo>
                <a:cubicBezTo>
                  <a:pt x="38" y="40"/>
                  <a:pt x="36" y="36"/>
                  <a:pt x="32" y="34"/>
                </a:cubicBezTo>
                <a:cubicBezTo>
                  <a:pt x="28" y="32"/>
                  <a:pt x="21" y="30"/>
                  <a:pt x="9" y="29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10"/>
                  <a:pt x="1" y="6"/>
                  <a:pt x="1" y="6"/>
                </a:cubicBezTo>
                <a:lnTo>
                  <a:pt x="6" y="6"/>
                </a:lnTo>
                <a:cubicBezTo>
                  <a:pt x="10" y="5"/>
                  <a:pt x="15" y="5"/>
                  <a:pt x="21" y="5"/>
                </a:cubicBezTo>
                <a:cubicBezTo>
                  <a:pt x="27" y="4"/>
                  <a:pt x="34" y="4"/>
                  <a:pt x="40" y="4"/>
                </a:cubicBezTo>
                <a:cubicBezTo>
                  <a:pt x="45" y="3"/>
                  <a:pt x="52" y="3"/>
                  <a:pt x="58" y="3"/>
                </a:cubicBezTo>
                <a:cubicBezTo>
                  <a:pt x="65" y="2"/>
                  <a:pt x="70" y="2"/>
                  <a:pt x="74" y="1"/>
                </a:cubicBezTo>
                <a:cubicBezTo>
                  <a:pt x="78" y="0"/>
                  <a:pt x="80" y="0"/>
                  <a:pt x="80" y="0"/>
                </a:cubicBezTo>
                <a:lnTo>
                  <a:pt x="82" y="0"/>
                </a:lnTo>
                <a:lnTo>
                  <a:pt x="82" y="161"/>
                </a:lnTo>
                <a:cubicBezTo>
                  <a:pt x="82" y="268"/>
                  <a:pt x="82" y="321"/>
                  <a:pt x="82" y="322"/>
                </a:cubicBezTo>
                <a:cubicBezTo>
                  <a:pt x="84" y="325"/>
                  <a:pt x="86" y="326"/>
                  <a:pt x="88" y="327"/>
                </a:cubicBezTo>
                <a:cubicBezTo>
                  <a:pt x="95" y="329"/>
                  <a:pt x="104" y="329"/>
                  <a:pt x="113" y="329"/>
                </a:cubicBezTo>
                <a:lnTo>
                  <a:pt x="121" y="329"/>
                </a:lnTo>
                <a:lnTo>
                  <a:pt x="121" y="352"/>
                </a:lnTo>
                <a:lnTo>
                  <a:pt x="117" y="352"/>
                </a:lnTo>
                <a:lnTo>
                  <a:pt x="105" y="352"/>
                </a:lnTo>
                <a:cubicBezTo>
                  <a:pt x="98" y="351"/>
                  <a:pt x="89" y="351"/>
                  <a:pt x="81" y="351"/>
                </a:cubicBezTo>
                <a:cubicBezTo>
                  <a:pt x="71" y="351"/>
                  <a:pt x="65" y="351"/>
                  <a:pt x="60" y="351"/>
                </a:cubicBezTo>
                <a:cubicBezTo>
                  <a:pt x="56" y="350"/>
                  <a:pt x="50" y="350"/>
                  <a:pt x="41" y="351"/>
                </a:cubicBezTo>
                <a:cubicBezTo>
                  <a:pt x="33" y="351"/>
                  <a:pt x="24" y="351"/>
                  <a:pt x="16" y="352"/>
                </a:cubicBezTo>
                <a:lnTo>
                  <a:pt x="4" y="352"/>
                </a:lnTo>
                <a:lnTo>
                  <a:pt x="0" y="352"/>
                </a:lnTo>
                <a:lnTo>
                  <a:pt x="0" y="329"/>
                </a:lnTo>
                <a:lnTo>
                  <a:pt x="8" y="32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3" name=""/>
          <p:cNvSpPr/>
          <p:nvPr/>
        </p:nvSpPr>
        <p:spPr>
          <a:xfrm>
            <a:off x="1587600" y="4063320"/>
            <a:ext cx="42120" cy="122040"/>
          </a:xfrm>
          <a:custGeom>
            <a:avLst/>
            <a:gdLst/>
            <a:ahLst/>
            <a:rect l="0" t="0" r="r" b="b"/>
            <a:pathLst>
              <a:path w="117" h="339">
                <a:moveTo>
                  <a:pt x="23" y="30"/>
                </a:moveTo>
                <a:cubicBezTo>
                  <a:pt x="23" y="21"/>
                  <a:pt x="26" y="14"/>
                  <a:pt x="32" y="8"/>
                </a:cubicBezTo>
                <a:cubicBezTo>
                  <a:pt x="38" y="3"/>
                  <a:pt x="45" y="0"/>
                  <a:pt x="54" y="0"/>
                </a:cubicBezTo>
                <a:cubicBezTo>
                  <a:pt x="62" y="1"/>
                  <a:pt x="68" y="4"/>
                  <a:pt x="74" y="9"/>
                </a:cubicBezTo>
                <a:cubicBezTo>
                  <a:pt x="80" y="14"/>
                  <a:pt x="83" y="21"/>
                  <a:pt x="83" y="30"/>
                </a:cubicBezTo>
                <a:cubicBezTo>
                  <a:pt x="83" y="42"/>
                  <a:pt x="80" y="49"/>
                  <a:pt x="74" y="54"/>
                </a:cubicBezTo>
                <a:cubicBezTo>
                  <a:pt x="68" y="59"/>
                  <a:pt x="61" y="62"/>
                  <a:pt x="53" y="62"/>
                </a:cubicBezTo>
                <a:cubicBezTo>
                  <a:pt x="44" y="62"/>
                  <a:pt x="37" y="59"/>
                  <a:pt x="32" y="54"/>
                </a:cubicBezTo>
                <a:cubicBezTo>
                  <a:pt x="26" y="49"/>
                  <a:pt x="23" y="42"/>
                  <a:pt x="23" y="30"/>
                </a:cubicBezTo>
                <a:moveTo>
                  <a:pt x="113" y="339"/>
                </a:moveTo>
                <a:cubicBezTo>
                  <a:pt x="107" y="338"/>
                  <a:pt x="90" y="338"/>
                  <a:pt x="60" y="338"/>
                </a:cubicBezTo>
                <a:cubicBezTo>
                  <a:pt x="56" y="338"/>
                  <a:pt x="50" y="338"/>
                  <a:pt x="41" y="338"/>
                </a:cubicBezTo>
                <a:cubicBezTo>
                  <a:pt x="33" y="338"/>
                  <a:pt x="24" y="338"/>
                  <a:pt x="15" y="339"/>
                </a:cubicBezTo>
                <a:lnTo>
                  <a:pt x="4" y="339"/>
                </a:lnTo>
                <a:lnTo>
                  <a:pt x="0" y="339"/>
                </a:lnTo>
                <a:lnTo>
                  <a:pt x="0" y="316"/>
                </a:lnTo>
                <a:lnTo>
                  <a:pt x="8" y="316"/>
                </a:lnTo>
                <a:cubicBezTo>
                  <a:pt x="17" y="316"/>
                  <a:pt x="27" y="316"/>
                  <a:pt x="34" y="314"/>
                </a:cubicBezTo>
                <a:cubicBezTo>
                  <a:pt x="37" y="313"/>
                  <a:pt x="39" y="311"/>
                  <a:pt x="39" y="309"/>
                </a:cubicBezTo>
                <a:cubicBezTo>
                  <a:pt x="40" y="307"/>
                  <a:pt x="40" y="299"/>
                  <a:pt x="40" y="288"/>
                </a:cubicBezTo>
                <a:lnTo>
                  <a:pt x="40" y="236"/>
                </a:lnTo>
                <a:lnTo>
                  <a:pt x="40" y="191"/>
                </a:lnTo>
                <a:cubicBezTo>
                  <a:pt x="40" y="174"/>
                  <a:pt x="40" y="163"/>
                  <a:pt x="39" y="158"/>
                </a:cubicBezTo>
                <a:cubicBezTo>
                  <a:pt x="39" y="153"/>
                  <a:pt x="36" y="150"/>
                  <a:pt x="32" y="148"/>
                </a:cubicBezTo>
                <a:cubicBezTo>
                  <a:pt x="27" y="146"/>
                  <a:pt x="20" y="145"/>
                  <a:pt x="7" y="145"/>
                </a:cubicBezTo>
                <a:lnTo>
                  <a:pt x="2" y="145"/>
                </a:lnTo>
                <a:lnTo>
                  <a:pt x="2" y="133"/>
                </a:lnTo>
                <a:cubicBezTo>
                  <a:pt x="2" y="125"/>
                  <a:pt x="2" y="121"/>
                  <a:pt x="3" y="121"/>
                </a:cubicBezTo>
                <a:lnTo>
                  <a:pt x="8" y="121"/>
                </a:lnTo>
                <a:cubicBezTo>
                  <a:pt x="11" y="121"/>
                  <a:pt x="16" y="120"/>
                  <a:pt x="23" y="120"/>
                </a:cubicBezTo>
                <a:cubicBezTo>
                  <a:pt x="29" y="120"/>
                  <a:pt x="35" y="119"/>
                  <a:pt x="41" y="119"/>
                </a:cubicBezTo>
                <a:cubicBezTo>
                  <a:pt x="47" y="119"/>
                  <a:pt x="53" y="118"/>
                  <a:pt x="59" y="118"/>
                </a:cubicBezTo>
                <a:cubicBezTo>
                  <a:pt x="66" y="118"/>
                  <a:pt x="71" y="117"/>
                  <a:pt x="74" y="116"/>
                </a:cubicBezTo>
                <a:cubicBezTo>
                  <a:pt x="77" y="116"/>
                  <a:pt x="79" y="116"/>
                  <a:pt x="80" y="116"/>
                </a:cubicBezTo>
                <a:lnTo>
                  <a:pt x="81" y="116"/>
                </a:lnTo>
                <a:lnTo>
                  <a:pt x="81" y="308"/>
                </a:lnTo>
                <a:cubicBezTo>
                  <a:pt x="83" y="311"/>
                  <a:pt x="85" y="313"/>
                  <a:pt x="87" y="314"/>
                </a:cubicBezTo>
                <a:cubicBezTo>
                  <a:pt x="90" y="315"/>
                  <a:pt x="96" y="315"/>
                  <a:pt x="105" y="316"/>
                </a:cubicBezTo>
                <a:lnTo>
                  <a:pt x="117" y="316"/>
                </a:lnTo>
                <a:lnTo>
                  <a:pt x="117" y="339"/>
                </a:lnTo>
                <a:lnTo>
                  <a:pt x="113" y="33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4" name=""/>
          <p:cNvSpPr/>
          <p:nvPr/>
        </p:nvSpPr>
        <p:spPr>
          <a:xfrm>
            <a:off x="1638000" y="4104720"/>
            <a:ext cx="94320" cy="80640"/>
          </a:xfrm>
          <a:custGeom>
            <a:avLst/>
            <a:gdLst/>
            <a:ahLst/>
            <a:rect l="0" t="0" r="r" b="b"/>
            <a:pathLst>
              <a:path w="262" h="224">
                <a:moveTo>
                  <a:pt x="8" y="201"/>
                </a:moveTo>
                <a:lnTo>
                  <a:pt x="15" y="201"/>
                </a:lnTo>
                <a:cubicBezTo>
                  <a:pt x="29" y="201"/>
                  <a:pt x="37" y="199"/>
                  <a:pt x="40" y="194"/>
                </a:cubicBezTo>
                <a:lnTo>
                  <a:pt x="40" y="190"/>
                </a:lnTo>
                <a:cubicBezTo>
                  <a:pt x="40" y="187"/>
                  <a:pt x="40" y="183"/>
                  <a:pt x="40" y="178"/>
                </a:cubicBezTo>
                <a:cubicBezTo>
                  <a:pt x="40" y="174"/>
                  <a:pt x="40" y="168"/>
                  <a:pt x="40" y="163"/>
                </a:cubicBezTo>
                <a:cubicBezTo>
                  <a:pt x="40" y="157"/>
                  <a:pt x="40" y="150"/>
                  <a:pt x="40" y="143"/>
                </a:cubicBezTo>
                <a:cubicBezTo>
                  <a:pt x="41" y="135"/>
                  <a:pt x="41" y="128"/>
                  <a:pt x="40" y="122"/>
                </a:cubicBezTo>
                <a:cubicBezTo>
                  <a:pt x="40" y="111"/>
                  <a:pt x="40" y="100"/>
                  <a:pt x="40" y="88"/>
                </a:cubicBezTo>
                <a:cubicBezTo>
                  <a:pt x="40" y="76"/>
                  <a:pt x="40" y="66"/>
                  <a:pt x="40" y="57"/>
                </a:cubicBezTo>
                <a:lnTo>
                  <a:pt x="40" y="46"/>
                </a:lnTo>
                <a:cubicBezTo>
                  <a:pt x="39" y="39"/>
                  <a:pt x="36" y="35"/>
                  <a:pt x="33" y="33"/>
                </a:cubicBezTo>
                <a:cubicBezTo>
                  <a:pt x="29" y="31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0" y="5"/>
                  <a:pt x="1" y="5"/>
                </a:cubicBezTo>
                <a:lnTo>
                  <a:pt x="6" y="5"/>
                </a:lnTo>
                <a:cubicBezTo>
                  <a:pt x="9" y="5"/>
                  <a:pt x="14" y="4"/>
                  <a:pt x="21" y="4"/>
                </a:cubicBezTo>
                <a:cubicBezTo>
                  <a:pt x="27" y="4"/>
                  <a:pt x="33" y="3"/>
                  <a:pt x="40" y="3"/>
                </a:cubicBezTo>
                <a:cubicBezTo>
                  <a:pt x="45" y="3"/>
                  <a:pt x="52" y="2"/>
                  <a:pt x="58" y="2"/>
                </a:cubicBezTo>
                <a:cubicBezTo>
                  <a:pt x="64" y="2"/>
                  <a:pt x="69" y="1"/>
                  <a:pt x="73" y="0"/>
                </a:cubicBezTo>
                <a:cubicBezTo>
                  <a:pt x="76" y="0"/>
                  <a:pt x="78" y="0"/>
                  <a:pt x="78" y="0"/>
                </a:cubicBezTo>
                <a:lnTo>
                  <a:pt x="80" y="0"/>
                </a:lnTo>
                <a:lnTo>
                  <a:pt x="80" y="20"/>
                </a:lnTo>
                <a:cubicBezTo>
                  <a:pt x="80" y="33"/>
                  <a:pt x="80" y="39"/>
                  <a:pt x="80" y="39"/>
                </a:cubicBezTo>
                <a:cubicBezTo>
                  <a:pt x="81" y="39"/>
                  <a:pt x="81" y="38"/>
                  <a:pt x="83" y="37"/>
                </a:cubicBezTo>
                <a:cubicBezTo>
                  <a:pt x="84" y="35"/>
                  <a:pt x="86" y="33"/>
                  <a:pt x="89" y="29"/>
                </a:cubicBezTo>
                <a:cubicBezTo>
                  <a:pt x="91" y="26"/>
                  <a:pt x="95" y="23"/>
                  <a:pt x="98" y="20"/>
                </a:cubicBezTo>
                <a:cubicBezTo>
                  <a:pt x="102" y="17"/>
                  <a:pt x="107" y="14"/>
                  <a:pt x="113" y="10"/>
                </a:cubicBezTo>
                <a:cubicBezTo>
                  <a:pt x="119" y="7"/>
                  <a:pt x="126" y="4"/>
                  <a:pt x="132" y="2"/>
                </a:cubicBezTo>
                <a:cubicBezTo>
                  <a:pt x="139" y="1"/>
                  <a:pt x="148" y="0"/>
                  <a:pt x="158" y="0"/>
                </a:cubicBezTo>
                <a:cubicBezTo>
                  <a:pt x="196" y="1"/>
                  <a:pt x="218" y="20"/>
                  <a:pt x="222" y="57"/>
                </a:cubicBezTo>
                <a:cubicBezTo>
                  <a:pt x="223" y="59"/>
                  <a:pt x="223" y="84"/>
                  <a:pt x="223" y="128"/>
                </a:cubicBezTo>
                <a:lnTo>
                  <a:pt x="223" y="172"/>
                </a:lnTo>
                <a:cubicBezTo>
                  <a:pt x="223" y="184"/>
                  <a:pt x="223" y="192"/>
                  <a:pt x="224" y="194"/>
                </a:cubicBezTo>
                <a:cubicBezTo>
                  <a:pt x="224" y="197"/>
                  <a:pt x="226" y="198"/>
                  <a:pt x="229" y="199"/>
                </a:cubicBezTo>
                <a:cubicBezTo>
                  <a:pt x="236" y="201"/>
                  <a:pt x="245" y="201"/>
                  <a:pt x="254" y="201"/>
                </a:cubicBezTo>
                <a:lnTo>
                  <a:pt x="262" y="201"/>
                </a:lnTo>
                <a:lnTo>
                  <a:pt x="262" y="224"/>
                </a:lnTo>
                <a:lnTo>
                  <a:pt x="258" y="224"/>
                </a:lnTo>
                <a:lnTo>
                  <a:pt x="246" y="224"/>
                </a:lnTo>
                <a:cubicBezTo>
                  <a:pt x="238" y="223"/>
                  <a:pt x="230" y="223"/>
                  <a:pt x="221" y="223"/>
                </a:cubicBezTo>
                <a:cubicBezTo>
                  <a:pt x="212" y="223"/>
                  <a:pt x="205" y="223"/>
                  <a:pt x="201" y="223"/>
                </a:cubicBezTo>
                <a:cubicBezTo>
                  <a:pt x="167" y="223"/>
                  <a:pt x="148" y="223"/>
                  <a:pt x="145" y="224"/>
                </a:cubicBezTo>
                <a:lnTo>
                  <a:pt x="141" y="224"/>
                </a:lnTo>
                <a:lnTo>
                  <a:pt x="141" y="201"/>
                </a:lnTo>
                <a:lnTo>
                  <a:pt x="149" y="201"/>
                </a:lnTo>
                <a:cubicBezTo>
                  <a:pt x="169" y="201"/>
                  <a:pt x="180" y="198"/>
                  <a:pt x="180" y="193"/>
                </a:cubicBezTo>
                <a:cubicBezTo>
                  <a:pt x="180" y="192"/>
                  <a:pt x="180" y="169"/>
                  <a:pt x="180" y="123"/>
                </a:cubicBezTo>
                <a:cubicBezTo>
                  <a:pt x="180" y="77"/>
                  <a:pt x="180" y="53"/>
                  <a:pt x="179" y="50"/>
                </a:cubicBezTo>
                <a:cubicBezTo>
                  <a:pt x="177" y="40"/>
                  <a:pt x="174" y="33"/>
                  <a:pt x="169" y="29"/>
                </a:cubicBezTo>
                <a:cubicBezTo>
                  <a:pt x="164" y="24"/>
                  <a:pt x="160" y="21"/>
                  <a:pt x="157" y="20"/>
                </a:cubicBezTo>
                <a:cubicBezTo>
                  <a:pt x="154" y="19"/>
                  <a:pt x="149" y="19"/>
                  <a:pt x="144" y="19"/>
                </a:cubicBezTo>
                <a:cubicBezTo>
                  <a:pt x="129" y="19"/>
                  <a:pt x="115" y="25"/>
                  <a:pt x="104" y="36"/>
                </a:cubicBezTo>
                <a:cubicBezTo>
                  <a:pt x="95" y="45"/>
                  <a:pt x="89" y="55"/>
                  <a:pt x="87" y="64"/>
                </a:cubicBezTo>
                <a:cubicBezTo>
                  <a:pt x="84" y="73"/>
                  <a:pt x="83" y="88"/>
                  <a:pt x="83" y="107"/>
                </a:cubicBezTo>
                <a:lnTo>
                  <a:pt x="83" y="139"/>
                </a:lnTo>
                <a:lnTo>
                  <a:pt x="83" y="170"/>
                </a:lnTo>
                <a:cubicBezTo>
                  <a:pt x="83" y="180"/>
                  <a:pt x="83" y="187"/>
                  <a:pt x="83" y="190"/>
                </a:cubicBezTo>
                <a:cubicBezTo>
                  <a:pt x="84" y="193"/>
                  <a:pt x="84" y="195"/>
                  <a:pt x="85" y="196"/>
                </a:cubicBezTo>
                <a:cubicBezTo>
                  <a:pt x="85" y="197"/>
                  <a:pt x="87" y="198"/>
                  <a:pt x="89" y="199"/>
                </a:cubicBezTo>
                <a:cubicBezTo>
                  <a:pt x="96" y="201"/>
                  <a:pt x="105" y="201"/>
                  <a:pt x="114" y="201"/>
                </a:cubicBezTo>
                <a:lnTo>
                  <a:pt x="122" y="201"/>
                </a:lnTo>
                <a:lnTo>
                  <a:pt x="122" y="224"/>
                </a:lnTo>
                <a:lnTo>
                  <a:pt x="118" y="224"/>
                </a:lnTo>
                <a:lnTo>
                  <a:pt x="106" y="224"/>
                </a:lnTo>
                <a:cubicBezTo>
                  <a:pt x="98" y="223"/>
                  <a:pt x="90" y="223"/>
                  <a:pt x="81" y="223"/>
                </a:cubicBezTo>
                <a:cubicBezTo>
                  <a:pt x="72" y="223"/>
                  <a:pt x="65" y="223"/>
                  <a:pt x="61" y="223"/>
                </a:cubicBezTo>
                <a:cubicBezTo>
                  <a:pt x="27" y="223"/>
                  <a:pt x="7" y="223"/>
                  <a:pt x="4" y="224"/>
                </a:cubicBezTo>
                <a:lnTo>
                  <a:pt x="0" y="224"/>
                </a:lnTo>
                <a:lnTo>
                  <a:pt x="0" y="201"/>
                </a:lnTo>
                <a:lnTo>
                  <a:pt x="8" y="2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714240" y="2709720"/>
            <a:ext cx="50641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Pathway 2: When L is unknown — L* reverse calculation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66" name=""/>
          <p:cNvSpPr/>
          <p:nvPr/>
        </p:nvSpPr>
        <p:spPr>
          <a:xfrm>
            <a:off x="1000080" y="4371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4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4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7" name=""/>
          <p:cNvSpPr/>
          <p:nvPr/>
        </p:nvSpPr>
        <p:spPr>
          <a:xfrm>
            <a:off x="1236600" y="4316760"/>
            <a:ext cx="158760" cy="176760"/>
          </a:xfrm>
          <a:custGeom>
            <a:avLst/>
            <a:gdLst/>
            <a:ahLst/>
            <a:rect l="0" t="0" r="r" b="b"/>
            <a:pathLst>
              <a:path w="441" h="491">
                <a:moveTo>
                  <a:pt x="141" y="33"/>
                </a:moveTo>
                <a:cubicBezTo>
                  <a:pt x="124" y="33"/>
                  <a:pt x="116" y="32"/>
                  <a:pt x="115" y="30"/>
                </a:cubicBezTo>
                <a:cubicBezTo>
                  <a:pt x="114" y="29"/>
                  <a:pt x="114" y="28"/>
                  <a:pt x="114" y="25"/>
                </a:cubicBezTo>
                <a:cubicBezTo>
                  <a:pt x="114" y="13"/>
                  <a:pt x="117" y="5"/>
                  <a:pt x="122" y="1"/>
                </a:cubicBezTo>
                <a:cubicBezTo>
                  <a:pt x="123" y="1"/>
                  <a:pt x="127" y="0"/>
                  <a:pt x="133" y="0"/>
                </a:cubicBezTo>
                <a:cubicBezTo>
                  <a:pt x="158" y="2"/>
                  <a:pt x="189" y="3"/>
                  <a:pt x="223" y="3"/>
                </a:cubicBezTo>
                <a:cubicBezTo>
                  <a:pt x="291" y="3"/>
                  <a:pt x="330" y="2"/>
                  <a:pt x="340" y="0"/>
                </a:cubicBezTo>
                <a:lnTo>
                  <a:pt x="349" y="0"/>
                </a:lnTo>
                <a:cubicBezTo>
                  <a:pt x="352" y="3"/>
                  <a:pt x="353" y="5"/>
                  <a:pt x="353" y="7"/>
                </a:cubicBezTo>
                <a:cubicBezTo>
                  <a:pt x="353" y="8"/>
                  <a:pt x="353" y="13"/>
                  <a:pt x="352" y="20"/>
                </a:cubicBezTo>
                <a:cubicBezTo>
                  <a:pt x="349" y="27"/>
                  <a:pt x="347" y="31"/>
                  <a:pt x="345" y="33"/>
                </a:cubicBezTo>
                <a:lnTo>
                  <a:pt x="318" y="33"/>
                </a:lnTo>
                <a:cubicBezTo>
                  <a:pt x="284" y="34"/>
                  <a:pt x="265" y="36"/>
                  <a:pt x="259" y="40"/>
                </a:cubicBezTo>
                <a:cubicBezTo>
                  <a:pt x="256" y="42"/>
                  <a:pt x="253" y="48"/>
                  <a:pt x="249" y="60"/>
                </a:cubicBezTo>
                <a:cubicBezTo>
                  <a:pt x="246" y="71"/>
                  <a:pt x="230" y="134"/>
                  <a:pt x="201" y="248"/>
                </a:cubicBezTo>
                <a:cubicBezTo>
                  <a:pt x="194" y="279"/>
                  <a:pt x="186" y="312"/>
                  <a:pt x="177" y="347"/>
                </a:cubicBezTo>
                <a:cubicBezTo>
                  <a:pt x="168" y="382"/>
                  <a:pt x="162" y="408"/>
                  <a:pt x="158" y="426"/>
                </a:cubicBezTo>
                <a:lnTo>
                  <a:pt x="151" y="451"/>
                </a:lnTo>
                <a:cubicBezTo>
                  <a:pt x="151" y="453"/>
                  <a:pt x="153" y="454"/>
                  <a:pt x="158" y="454"/>
                </a:cubicBezTo>
                <a:cubicBezTo>
                  <a:pt x="162" y="454"/>
                  <a:pt x="176" y="455"/>
                  <a:pt x="200" y="456"/>
                </a:cubicBezTo>
                <a:lnTo>
                  <a:pt x="212" y="456"/>
                </a:lnTo>
                <a:cubicBezTo>
                  <a:pt x="227" y="456"/>
                  <a:pt x="239" y="455"/>
                  <a:pt x="248" y="455"/>
                </a:cubicBezTo>
                <a:cubicBezTo>
                  <a:pt x="258" y="454"/>
                  <a:pt x="269" y="453"/>
                  <a:pt x="284" y="450"/>
                </a:cubicBezTo>
                <a:cubicBezTo>
                  <a:pt x="299" y="447"/>
                  <a:pt x="311" y="443"/>
                  <a:pt x="320" y="437"/>
                </a:cubicBezTo>
                <a:cubicBezTo>
                  <a:pt x="330" y="431"/>
                  <a:pt x="340" y="423"/>
                  <a:pt x="352" y="413"/>
                </a:cubicBezTo>
                <a:cubicBezTo>
                  <a:pt x="363" y="402"/>
                  <a:pt x="373" y="389"/>
                  <a:pt x="382" y="373"/>
                </a:cubicBezTo>
                <a:cubicBezTo>
                  <a:pt x="389" y="359"/>
                  <a:pt x="396" y="343"/>
                  <a:pt x="403" y="326"/>
                </a:cubicBezTo>
                <a:cubicBezTo>
                  <a:pt x="410" y="308"/>
                  <a:pt x="414" y="298"/>
                  <a:pt x="415" y="296"/>
                </a:cubicBezTo>
                <a:cubicBezTo>
                  <a:pt x="418" y="294"/>
                  <a:pt x="422" y="293"/>
                  <a:pt x="427" y="293"/>
                </a:cubicBezTo>
                <a:lnTo>
                  <a:pt x="437" y="293"/>
                </a:lnTo>
                <a:cubicBezTo>
                  <a:pt x="440" y="298"/>
                  <a:pt x="441" y="300"/>
                  <a:pt x="441" y="301"/>
                </a:cubicBezTo>
                <a:cubicBezTo>
                  <a:pt x="441" y="302"/>
                  <a:pt x="436" y="316"/>
                  <a:pt x="427" y="343"/>
                </a:cubicBezTo>
                <a:cubicBezTo>
                  <a:pt x="417" y="371"/>
                  <a:pt x="407" y="399"/>
                  <a:pt x="395" y="429"/>
                </a:cubicBezTo>
                <a:cubicBezTo>
                  <a:pt x="384" y="459"/>
                  <a:pt x="378" y="477"/>
                  <a:pt x="377" y="483"/>
                </a:cubicBezTo>
                <a:cubicBezTo>
                  <a:pt x="376" y="485"/>
                  <a:pt x="375" y="487"/>
                  <a:pt x="374" y="487"/>
                </a:cubicBezTo>
                <a:cubicBezTo>
                  <a:pt x="373" y="488"/>
                  <a:pt x="369" y="489"/>
                  <a:pt x="362" y="490"/>
                </a:cubicBezTo>
                <a:cubicBezTo>
                  <a:pt x="356" y="491"/>
                  <a:pt x="345" y="491"/>
                  <a:pt x="332" y="490"/>
                </a:cubicBezTo>
                <a:cubicBezTo>
                  <a:pt x="326" y="490"/>
                  <a:pt x="308" y="490"/>
                  <a:pt x="276" y="490"/>
                </a:cubicBezTo>
                <a:cubicBezTo>
                  <a:pt x="245" y="490"/>
                  <a:pt x="216" y="490"/>
                  <a:pt x="188" y="490"/>
                </a:cubicBezTo>
                <a:lnTo>
                  <a:pt x="61" y="490"/>
                </a:lnTo>
                <a:cubicBezTo>
                  <a:pt x="21" y="490"/>
                  <a:pt x="0" y="487"/>
                  <a:pt x="0" y="482"/>
                </a:cubicBezTo>
                <a:cubicBezTo>
                  <a:pt x="0" y="478"/>
                  <a:pt x="1" y="475"/>
                  <a:pt x="2" y="471"/>
                </a:cubicBezTo>
                <a:cubicBezTo>
                  <a:pt x="4" y="462"/>
                  <a:pt x="7" y="457"/>
                  <a:pt x="9" y="456"/>
                </a:cubicBezTo>
                <a:cubicBezTo>
                  <a:pt x="11" y="456"/>
                  <a:pt x="15" y="456"/>
                  <a:pt x="20" y="456"/>
                </a:cubicBezTo>
                <a:lnTo>
                  <a:pt x="24" y="456"/>
                </a:lnTo>
                <a:cubicBezTo>
                  <a:pt x="37" y="456"/>
                  <a:pt x="51" y="455"/>
                  <a:pt x="67" y="454"/>
                </a:cubicBezTo>
                <a:cubicBezTo>
                  <a:pt x="74" y="452"/>
                  <a:pt x="78" y="449"/>
                  <a:pt x="81" y="445"/>
                </a:cubicBezTo>
                <a:cubicBezTo>
                  <a:pt x="82" y="443"/>
                  <a:pt x="99" y="377"/>
                  <a:pt x="132" y="246"/>
                </a:cubicBezTo>
                <a:cubicBezTo>
                  <a:pt x="165" y="116"/>
                  <a:pt x="181" y="47"/>
                  <a:pt x="181" y="40"/>
                </a:cubicBezTo>
                <a:cubicBezTo>
                  <a:pt x="181" y="36"/>
                  <a:pt x="168" y="34"/>
                  <a:pt x="141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8" name=""/>
          <p:cNvSpPr/>
          <p:nvPr/>
        </p:nvSpPr>
        <p:spPr>
          <a:xfrm>
            <a:off x="1423800" y="4314600"/>
            <a:ext cx="68040" cy="78480"/>
          </a:xfrm>
          <a:custGeom>
            <a:avLst/>
            <a:gdLst/>
            <a:ahLst/>
            <a:rect l="0" t="0" r="r" b="b"/>
            <a:pathLst>
              <a:path w="189" h="218">
                <a:moveTo>
                  <a:pt x="85" y="92"/>
                </a:moveTo>
                <a:cubicBezTo>
                  <a:pt x="80" y="45"/>
                  <a:pt x="78" y="20"/>
                  <a:pt x="78" y="15"/>
                </a:cubicBezTo>
                <a:cubicBezTo>
                  <a:pt x="78" y="9"/>
                  <a:pt x="82" y="4"/>
                  <a:pt x="90" y="1"/>
                </a:cubicBezTo>
                <a:cubicBezTo>
                  <a:pt x="90" y="1"/>
                  <a:pt x="91" y="1"/>
                  <a:pt x="93" y="1"/>
                </a:cubicBezTo>
                <a:cubicBezTo>
                  <a:pt x="94" y="1"/>
                  <a:pt x="95" y="1"/>
                  <a:pt x="96" y="0"/>
                </a:cubicBezTo>
                <a:cubicBezTo>
                  <a:pt x="100" y="1"/>
                  <a:pt x="103" y="2"/>
                  <a:pt x="107" y="5"/>
                </a:cubicBezTo>
                <a:cubicBezTo>
                  <a:pt x="110" y="7"/>
                  <a:pt x="112" y="11"/>
                  <a:pt x="112" y="15"/>
                </a:cubicBezTo>
                <a:cubicBezTo>
                  <a:pt x="112" y="21"/>
                  <a:pt x="111" y="34"/>
                  <a:pt x="109" y="55"/>
                </a:cubicBezTo>
                <a:cubicBezTo>
                  <a:pt x="107" y="77"/>
                  <a:pt x="106" y="89"/>
                  <a:pt x="105" y="92"/>
                </a:cubicBezTo>
                <a:lnTo>
                  <a:pt x="135" y="70"/>
                </a:lnTo>
                <a:cubicBezTo>
                  <a:pt x="153" y="56"/>
                  <a:pt x="164" y="48"/>
                  <a:pt x="165" y="47"/>
                </a:cubicBezTo>
                <a:cubicBezTo>
                  <a:pt x="167" y="46"/>
                  <a:pt x="169" y="46"/>
                  <a:pt x="170" y="46"/>
                </a:cubicBezTo>
                <a:cubicBezTo>
                  <a:pt x="175" y="46"/>
                  <a:pt x="179" y="47"/>
                  <a:pt x="183" y="51"/>
                </a:cubicBezTo>
                <a:cubicBezTo>
                  <a:pt x="186" y="54"/>
                  <a:pt x="188" y="60"/>
                  <a:pt x="189" y="65"/>
                </a:cubicBezTo>
                <a:cubicBezTo>
                  <a:pt x="189" y="70"/>
                  <a:pt x="187" y="74"/>
                  <a:pt x="184" y="77"/>
                </a:cubicBezTo>
                <a:cubicBezTo>
                  <a:pt x="182" y="78"/>
                  <a:pt x="170" y="84"/>
                  <a:pt x="149" y="94"/>
                </a:cubicBezTo>
                <a:cubicBezTo>
                  <a:pt x="128" y="104"/>
                  <a:pt x="117" y="109"/>
                  <a:pt x="115" y="110"/>
                </a:cubicBezTo>
                <a:lnTo>
                  <a:pt x="148" y="125"/>
                </a:lnTo>
                <a:lnTo>
                  <a:pt x="184" y="143"/>
                </a:lnTo>
                <a:cubicBezTo>
                  <a:pt x="187" y="146"/>
                  <a:pt x="188" y="150"/>
                  <a:pt x="188" y="155"/>
                </a:cubicBezTo>
                <a:cubicBezTo>
                  <a:pt x="188" y="160"/>
                  <a:pt x="187" y="164"/>
                  <a:pt x="184" y="167"/>
                </a:cubicBezTo>
                <a:cubicBezTo>
                  <a:pt x="181" y="171"/>
                  <a:pt x="177" y="173"/>
                  <a:pt x="172" y="173"/>
                </a:cubicBezTo>
                <a:cubicBezTo>
                  <a:pt x="169" y="173"/>
                  <a:pt x="166" y="172"/>
                  <a:pt x="162" y="170"/>
                </a:cubicBezTo>
                <a:cubicBezTo>
                  <a:pt x="159" y="168"/>
                  <a:pt x="150" y="161"/>
                  <a:pt x="135" y="150"/>
                </a:cubicBezTo>
                <a:lnTo>
                  <a:pt x="105" y="129"/>
                </a:lnTo>
                <a:cubicBezTo>
                  <a:pt x="110" y="174"/>
                  <a:pt x="112" y="199"/>
                  <a:pt x="112" y="204"/>
                </a:cubicBezTo>
                <a:cubicBezTo>
                  <a:pt x="112" y="208"/>
                  <a:pt x="111" y="211"/>
                  <a:pt x="108" y="214"/>
                </a:cubicBezTo>
                <a:cubicBezTo>
                  <a:pt x="106" y="217"/>
                  <a:pt x="102" y="218"/>
                  <a:pt x="95" y="218"/>
                </a:cubicBezTo>
                <a:cubicBezTo>
                  <a:pt x="89" y="218"/>
                  <a:pt x="84" y="217"/>
                  <a:pt x="82" y="214"/>
                </a:cubicBezTo>
                <a:cubicBezTo>
                  <a:pt x="80" y="211"/>
                  <a:pt x="78" y="208"/>
                  <a:pt x="78" y="204"/>
                </a:cubicBezTo>
                <a:cubicBezTo>
                  <a:pt x="78" y="199"/>
                  <a:pt x="79" y="185"/>
                  <a:pt x="81" y="164"/>
                </a:cubicBezTo>
                <a:cubicBezTo>
                  <a:pt x="83" y="143"/>
                  <a:pt x="84" y="131"/>
                  <a:pt x="85" y="129"/>
                </a:cubicBezTo>
                <a:lnTo>
                  <a:pt x="54" y="150"/>
                </a:lnTo>
                <a:cubicBezTo>
                  <a:pt x="35" y="164"/>
                  <a:pt x="25" y="171"/>
                  <a:pt x="23" y="172"/>
                </a:cubicBezTo>
                <a:cubicBezTo>
                  <a:pt x="22" y="173"/>
                  <a:pt x="20" y="173"/>
                  <a:pt x="18" y="173"/>
                </a:cubicBezTo>
                <a:cubicBezTo>
                  <a:pt x="14" y="173"/>
                  <a:pt x="10" y="172"/>
                  <a:pt x="6" y="168"/>
                </a:cubicBezTo>
                <a:cubicBezTo>
                  <a:pt x="3" y="165"/>
                  <a:pt x="1" y="161"/>
                  <a:pt x="0" y="155"/>
                </a:cubicBezTo>
                <a:cubicBezTo>
                  <a:pt x="0" y="153"/>
                  <a:pt x="0" y="152"/>
                  <a:pt x="0" y="151"/>
                </a:cubicBezTo>
                <a:cubicBezTo>
                  <a:pt x="0" y="150"/>
                  <a:pt x="1" y="149"/>
                  <a:pt x="2" y="148"/>
                </a:cubicBezTo>
                <a:cubicBezTo>
                  <a:pt x="3" y="147"/>
                  <a:pt x="4" y="146"/>
                  <a:pt x="4" y="145"/>
                </a:cubicBezTo>
                <a:cubicBezTo>
                  <a:pt x="5" y="144"/>
                  <a:pt x="6" y="142"/>
                  <a:pt x="9" y="141"/>
                </a:cubicBezTo>
                <a:cubicBezTo>
                  <a:pt x="11" y="140"/>
                  <a:pt x="13" y="139"/>
                  <a:pt x="15" y="138"/>
                </a:cubicBezTo>
                <a:cubicBezTo>
                  <a:pt x="17" y="137"/>
                  <a:pt x="21" y="135"/>
                  <a:pt x="25" y="133"/>
                </a:cubicBezTo>
                <a:cubicBezTo>
                  <a:pt x="29" y="131"/>
                  <a:pt x="34" y="129"/>
                  <a:pt x="38" y="127"/>
                </a:cubicBezTo>
                <a:cubicBezTo>
                  <a:pt x="42" y="126"/>
                  <a:pt x="47" y="123"/>
                  <a:pt x="54" y="120"/>
                </a:cubicBezTo>
                <a:cubicBezTo>
                  <a:pt x="61" y="117"/>
                  <a:pt x="68" y="113"/>
                  <a:pt x="75" y="110"/>
                </a:cubicBezTo>
                <a:lnTo>
                  <a:pt x="5" y="77"/>
                </a:lnTo>
                <a:cubicBezTo>
                  <a:pt x="2" y="74"/>
                  <a:pt x="1" y="70"/>
                  <a:pt x="1" y="65"/>
                </a:cubicBezTo>
                <a:cubicBezTo>
                  <a:pt x="1" y="60"/>
                  <a:pt x="2" y="55"/>
                  <a:pt x="5" y="52"/>
                </a:cubicBezTo>
                <a:cubicBezTo>
                  <a:pt x="8" y="48"/>
                  <a:pt x="12" y="46"/>
                  <a:pt x="17" y="46"/>
                </a:cubicBezTo>
                <a:cubicBezTo>
                  <a:pt x="20" y="46"/>
                  <a:pt x="23" y="47"/>
                  <a:pt x="27" y="49"/>
                </a:cubicBezTo>
                <a:cubicBezTo>
                  <a:pt x="30" y="51"/>
                  <a:pt x="39" y="58"/>
                  <a:pt x="54" y="70"/>
                </a:cubicBezTo>
                <a:lnTo>
                  <a:pt x="85" y="9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1747800" y="3933720"/>
            <a:ext cx="46270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clinically important difference (e.g., NI margin)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70" name=""/>
          <p:cNvSpPr/>
          <p:nvPr/>
        </p:nvSpPr>
        <p:spPr>
          <a:xfrm>
            <a:off x="1000080" y="4714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2" y="216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4" y="205"/>
                </a:cubicBezTo>
                <a:cubicBezTo>
                  <a:pt x="23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4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1516320" y="4286160"/>
            <a:ext cx="80553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above plausible range: distributional difference unlikely to be clinically concerning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228680" y="4595760"/>
            <a:ext cx="41364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Primary calibration tool at the planning stage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73" name=""/>
          <p:cNvSpPr/>
          <p:nvPr/>
        </p:nvSpPr>
        <p:spPr>
          <a:xfrm>
            <a:off x="6656400" y="4667040"/>
            <a:ext cx="158760" cy="176400"/>
          </a:xfrm>
          <a:custGeom>
            <a:avLst/>
            <a:gdLst/>
            <a:ahLst/>
            <a:rect l="0" t="0" r="r" b="b"/>
            <a:pathLst>
              <a:path w="441" h="490">
                <a:moveTo>
                  <a:pt x="140" y="33"/>
                </a:moveTo>
                <a:cubicBezTo>
                  <a:pt x="124" y="33"/>
                  <a:pt x="116" y="32"/>
                  <a:pt x="115" y="30"/>
                </a:cubicBezTo>
                <a:cubicBezTo>
                  <a:pt x="114" y="29"/>
                  <a:pt x="114" y="27"/>
                  <a:pt x="114" y="24"/>
                </a:cubicBezTo>
                <a:cubicBezTo>
                  <a:pt x="114" y="13"/>
                  <a:pt x="117" y="5"/>
                  <a:pt x="122" y="1"/>
                </a:cubicBezTo>
                <a:cubicBezTo>
                  <a:pt x="123" y="0"/>
                  <a:pt x="126" y="0"/>
                  <a:pt x="133" y="0"/>
                </a:cubicBezTo>
                <a:cubicBezTo>
                  <a:pt x="158" y="2"/>
                  <a:pt x="190" y="2"/>
                  <a:pt x="224" y="2"/>
                </a:cubicBezTo>
                <a:cubicBezTo>
                  <a:pt x="292" y="2"/>
                  <a:pt x="330" y="2"/>
                  <a:pt x="340" y="0"/>
                </a:cubicBezTo>
                <a:lnTo>
                  <a:pt x="349" y="0"/>
                </a:lnTo>
                <a:cubicBezTo>
                  <a:pt x="352" y="3"/>
                  <a:pt x="353" y="5"/>
                  <a:pt x="353" y="7"/>
                </a:cubicBezTo>
                <a:cubicBezTo>
                  <a:pt x="353" y="8"/>
                  <a:pt x="353" y="12"/>
                  <a:pt x="352" y="19"/>
                </a:cubicBezTo>
                <a:cubicBezTo>
                  <a:pt x="349" y="27"/>
                  <a:pt x="347" y="31"/>
                  <a:pt x="345" y="33"/>
                </a:cubicBezTo>
                <a:lnTo>
                  <a:pt x="318" y="33"/>
                </a:lnTo>
                <a:cubicBezTo>
                  <a:pt x="285" y="33"/>
                  <a:pt x="266" y="36"/>
                  <a:pt x="260" y="39"/>
                </a:cubicBezTo>
                <a:cubicBezTo>
                  <a:pt x="257" y="41"/>
                  <a:pt x="253" y="48"/>
                  <a:pt x="250" y="59"/>
                </a:cubicBezTo>
                <a:cubicBezTo>
                  <a:pt x="247" y="71"/>
                  <a:pt x="231" y="134"/>
                  <a:pt x="202" y="248"/>
                </a:cubicBezTo>
                <a:cubicBezTo>
                  <a:pt x="195" y="279"/>
                  <a:pt x="187" y="312"/>
                  <a:pt x="178" y="347"/>
                </a:cubicBezTo>
                <a:cubicBezTo>
                  <a:pt x="169" y="382"/>
                  <a:pt x="162" y="408"/>
                  <a:pt x="158" y="425"/>
                </a:cubicBezTo>
                <a:lnTo>
                  <a:pt x="151" y="451"/>
                </a:lnTo>
                <a:cubicBezTo>
                  <a:pt x="151" y="453"/>
                  <a:pt x="153" y="454"/>
                  <a:pt x="158" y="454"/>
                </a:cubicBezTo>
                <a:cubicBezTo>
                  <a:pt x="162" y="454"/>
                  <a:pt x="177" y="454"/>
                  <a:pt x="201" y="455"/>
                </a:cubicBezTo>
                <a:lnTo>
                  <a:pt x="213" y="455"/>
                </a:lnTo>
                <a:cubicBezTo>
                  <a:pt x="228" y="455"/>
                  <a:pt x="240" y="455"/>
                  <a:pt x="249" y="455"/>
                </a:cubicBezTo>
                <a:cubicBezTo>
                  <a:pt x="258" y="454"/>
                  <a:pt x="270" y="453"/>
                  <a:pt x="284" y="450"/>
                </a:cubicBezTo>
                <a:cubicBezTo>
                  <a:pt x="299" y="447"/>
                  <a:pt x="311" y="443"/>
                  <a:pt x="320" y="437"/>
                </a:cubicBezTo>
                <a:cubicBezTo>
                  <a:pt x="330" y="431"/>
                  <a:pt x="340" y="423"/>
                  <a:pt x="352" y="413"/>
                </a:cubicBezTo>
                <a:cubicBezTo>
                  <a:pt x="363" y="402"/>
                  <a:pt x="373" y="389"/>
                  <a:pt x="382" y="373"/>
                </a:cubicBezTo>
                <a:cubicBezTo>
                  <a:pt x="389" y="359"/>
                  <a:pt x="396" y="343"/>
                  <a:pt x="403" y="325"/>
                </a:cubicBezTo>
                <a:cubicBezTo>
                  <a:pt x="410" y="308"/>
                  <a:pt x="414" y="298"/>
                  <a:pt x="415" y="295"/>
                </a:cubicBezTo>
                <a:cubicBezTo>
                  <a:pt x="418" y="294"/>
                  <a:pt x="422" y="293"/>
                  <a:pt x="427" y="293"/>
                </a:cubicBezTo>
                <a:lnTo>
                  <a:pt x="437" y="293"/>
                </a:lnTo>
                <a:cubicBezTo>
                  <a:pt x="440" y="297"/>
                  <a:pt x="441" y="300"/>
                  <a:pt x="441" y="301"/>
                </a:cubicBezTo>
                <a:cubicBezTo>
                  <a:pt x="441" y="302"/>
                  <a:pt x="436" y="316"/>
                  <a:pt x="427" y="343"/>
                </a:cubicBezTo>
                <a:cubicBezTo>
                  <a:pt x="417" y="370"/>
                  <a:pt x="407" y="399"/>
                  <a:pt x="395" y="429"/>
                </a:cubicBezTo>
                <a:cubicBezTo>
                  <a:pt x="384" y="459"/>
                  <a:pt x="378" y="477"/>
                  <a:pt x="377" y="482"/>
                </a:cubicBezTo>
                <a:cubicBezTo>
                  <a:pt x="376" y="485"/>
                  <a:pt x="375" y="487"/>
                  <a:pt x="374" y="487"/>
                </a:cubicBezTo>
                <a:cubicBezTo>
                  <a:pt x="373" y="488"/>
                  <a:pt x="369" y="488"/>
                  <a:pt x="362" y="489"/>
                </a:cubicBezTo>
                <a:cubicBezTo>
                  <a:pt x="356" y="490"/>
                  <a:pt x="345" y="491"/>
                  <a:pt x="332" y="490"/>
                </a:cubicBezTo>
                <a:cubicBezTo>
                  <a:pt x="326" y="490"/>
                  <a:pt x="308" y="490"/>
                  <a:pt x="277" y="490"/>
                </a:cubicBezTo>
                <a:cubicBezTo>
                  <a:pt x="246" y="490"/>
                  <a:pt x="217" y="490"/>
                  <a:pt x="189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1"/>
                </a:cubicBezTo>
                <a:cubicBezTo>
                  <a:pt x="0" y="478"/>
                  <a:pt x="1" y="475"/>
                  <a:pt x="2" y="471"/>
                </a:cubicBezTo>
                <a:cubicBezTo>
                  <a:pt x="4" y="462"/>
                  <a:pt x="7" y="457"/>
                  <a:pt x="9" y="456"/>
                </a:cubicBezTo>
                <a:cubicBezTo>
                  <a:pt x="11" y="456"/>
                  <a:pt x="14" y="455"/>
                  <a:pt x="20" y="455"/>
                </a:cubicBezTo>
                <a:lnTo>
                  <a:pt x="24" y="455"/>
                </a:lnTo>
                <a:cubicBezTo>
                  <a:pt x="37" y="455"/>
                  <a:pt x="51" y="455"/>
                  <a:pt x="67" y="453"/>
                </a:cubicBezTo>
                <a:cubicBezTo>
                  <a:pt x="74" y="452"/>
                  <a:pt x="78" y="449"/>
                  <a:pt x="80" y="445"/>
                </a:cubicBezTo>
                <a:cubicBezTo>
                  <a:pt x="82" y="443"/>
                  <a:pt x="99" y="377"/>
                  <a:pt x="132" y="246"/>
                </a:cubicBezTo>
                <a:cubicBezTo>
                  <a:pt x="165" y="115"/>
                  <a:pt x="182" y="47"/>
                  <a:pt x="182" y="39"/>
                </a:cubicBezTo>
                <a:cubicBezTo>
                  <a:pt x="182" y="36"/>
                  <a:pt x="169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5888160" y="4629240"/>
            <a:ext cx="758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, where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6821640" y="4629240"/>
            <a:ext cx="22582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is typically unavailable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76" name=""/>
          <p:cNvSpPr/>
          <p:nvPr/>
        </p:nvSpPr>
        <p:spPr>
          <a:xfrm>
            <a:off x="857160" y="5848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571320" y="5214960"/>
            <a:ext cx="32886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Estimation-Centered Design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78" name=""/>
          <p:cNvSpPr/>
          <p:nvPr/>
        </p:nvSpPr>
        <p:spPr>
          <a:xfrm>
            <a:off x="857160" y="6190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3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60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1085760" y="5762520"/>
            <a:ext cx="21340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No fixed nABCD cutoff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80" name=""/>
          <p:cNvSpPr/>
          <p:nvPr/>
        </p:nvSpPr>
        <p:spPr>
          <a:xfrm>
            <a:off x="6113520" y="6136200"/>
            <a:ext cx="158760" cy="176400"/>
          </a:xfrm>
          <a:custGeom>
            <a:avLst/>
            <a:gdLst/>
            <a:ahLst/>
            <a:rect l="0" t="0" r="r" b="b"/>
            <a:pathLst>
              <a:path w="441" h="490">
                <a:moveTo>
                  <a:pt x="140" y="33"/>
                </a:moveTo>
                <a:cubicBezTo>
                  <a:pt x="124" y="33"/>
                  <a:pt x="115" y="32"/>
                  <a:pt x="115" y="30"/>
                </a:cubicBezTo>
                <a:cubicBezTo>
                  <a:pt x="114" y="29"/>
                  <a:pt x="114" y="27"/>
                  <a:pt x="114" y="24"/>
                </a:cubicBezTo>
                <a:cubicBezTo>
                  <a:pt x="114" y="13"/>
                  <a:pt x="116" y="5"/>
                  <a:pt x="122" y="1"/>
                </a:cubicBezTo>
                <a:cubicBezTo>
                  <a:pt x="123" y="0"/>
                  <a:pt x="126" y="0"/>
                  <a:pt x="132" y="0"/>
                </a:cubicBezTo>
                <a:cubicBezTo>
                  <a:pt x="158" y="1"/>
                  <a:pt x="188" y="2"/>
                  <a:pt x="223" y="2"/>
                </a:cubicBezTo>
                <a:cubicBezTo>
                  <a:pt x="290" y="2"/>
                  <a:pt x="329" y="1"/>
                  <a:pt x="339" y="0"/>
                </a:cubicBezTo>
                <a:lnTo>
                  <a:pt x="347" y="0"/>
                </a:lnTo>
                <a:cubicBezTo>
                  <a:pt x="350" y="3"/>
                  <a:pt x="352" y="5"/>
                  <a:pt x="352" y="6"/>
                </a:cubicBezTo>
                <a:cubicBezTo>
                  <a:pt x="352" y="8"/>
                  <a:pt x="351" y="12"/>
                  <a:pt x="350" y="19"/>
                </a:cubicBezTo>
                <a:cubicBezTo>
                  <a:pt x="348" y="26"/>
                  <a:pt x="346" y="31"/>
                  <a:pt x="344" y="33"/>
                </a:cubicBezTo>
                <a:lnTo>
                  <a:pt x="317" y="33"/>
                </a:lnTo>
                <a:cubicBezTo>
                  <a:pt x="284" y="33"/>
                  <a:pt x="265" y="35"/>
                  <a:pt x="259" y="39"/>
                </a:cubicBezTo>
                <a:cubicBezTo>
                  <a:pt x="256" y="41"/>
                  <a:pt x="252" y="48"/>
                  <a:pt x="249" y="59"/>
                </a:cubicBezTo>
                <a:cubicBezTo>
                  <a:pt x="246" y="71"/>
                  <a:pt x="230" y="134"/>
                  <a:pt x="201" y="248"/>
                </a:cubicBezTo>
                <a:cubicBezTo>
                  <a:pt x="193" y="279"/>
                  <a:pt x="185" y="312"/>
                  <a:pt x="177" y="348"/>
                </a:cubicBezTo>
                <a:cubicBezTo>
                  <a:pt x="168" y="382"/>
                  <a:pt x="162" y="409"/>
                  <a:pt x="157" y="426"/>
                </a:cubicBezTo>
                <a:lnTo>
                  <a:pt x="151" y="452"/>
                </a:lnTo>
                <a:cubicBezTo>
                  <a:pt x="151" y="454"/>
                  <a:pt x="153" y="455"/>
                  <a:pt x="157" y="455"/>
                </a:cubicBezTo>
                <a:cubicBezTo>
                  <a:pt x="162" y="455"/>
                  <a:pt x="176" y="455"/>
                  <a:pt x="200" y="456"/>
                </a:cubicBezTo>
                <a:lnTo>
                  <a:pt x="212" y="456"/>
                </a:lnTo>
                <a:cubicBezTo>
                  <a:pt x="227" y="456"/>
                  <a:pt x="239" y="456"/>
                  <a:pt x="248" y="455"/>
                </a:cubicBezTo>
                <a:cubicBezTo>
                  <a:pt x="257" y="455"/>
                  <a:pt x="269" y="453"/>
                  <a:pt x="283" y="450"/>
                </a:cubicBezTo>
                <a:cubicBezTo>
                  <a:pt x="297" y="448"/>
                  <a:pt x="309" y="443"/>
                  <a:pt x="319" y="438"/>
                </a:cubicBezTo>
                <a:cubicBezTo>
                  <a:pt x="328" y="432"/>
                  <a:pt x="339" y="424"/>
                  <a:pt x="350" y="413"/>
                </a:cubicBezTo>
                <a:cubicBezTo>
                  <a:pt x="363" y="403"/>
                  <a:pt x="373" y="390"/>
                  <a:pt x="381" y="374"/>
                </a:cubicBezTo>
                <a:cubicBezTo>
                  <a:pt x="389" y="360"/>
                  <a:pt x="396" y="344"/>
                  <a:pt x="403" y="326"/>
                </a:cubicBezTo>
                <a:cubicBezTo>
                  <a:pt x="409" y="308"/>
                  <a:pt x="414" y="298"/>
                  <a:pt x="415" y="295"/>
                </a:cubicBezTo>
                <a:cubicBezTo>
                  <a:pt x="417" y="294"/>
                  <a:pt x="421" y="293"/>
                  <a:pt x="427" y="293"/>
                </a:cubicBezTo>
                <a:lnTo>
                  <a:pt x="436" y="293"/>
                </a:lnTo>
                <a:cubicBezTo>
                  <a:pt x="439" y="297"/>
                  <a:pt x="441" y="300"/>
                  <a:pt x="441" y="301"/>
                </a:cubicBezTo>
                <a:cubicBezTo>
                  <a:pt x="441" y="302"/>
                  <a:pt x="436" y="317"/>
                  <a:pt x="426" y="344"/>
                </a:cubicBezTo>
                <a:cubicBezTo>
                  <a:pt x="417" y="371"/>
                  <a:pt x="406" y="400"/>
                  <a:pt x="395" y="430"/>
                </a:cubicBezTo>
                <a:cubicBezTo>
                  <a:pt x="384" y="460"/>
                  <a:pt x="377" y="477"/>
                  <a:pt x="376" y="483"/>
                </a:cubicBezTo>
                <a:cubicBezTo>
                  <a:pt x="375" y="485"/>
                  <a:pt x="374" y="486"/>
                  <a:pt x="374" y="487"/>
                </a:cubicBezTo>
                <a:cubicBezTo>
                  <a:pt x="373" y="487"/>
                  <a:pt x="369" y="488"/>
                  <a:pt x="362" y="489"/>
                </a:cubicBezTo>
                <a:cubicBezTo>
                  <a:pt x="354" y="490"/>
                  <a:pt x="344" y="490"/>
                  <a:pt x="330" y="490"/>
                </a:cubicBezTo>
                <a:cubicBezTo>
                  <a:pt x="325" y="490"/>
                  <a:pt x="307" y="490"/>
                  <a:pt x="276" y="490"/>
                </a:cubicBezTo>
                <a:cubicBezTo>
                  <a:pt x="245" y="490"/>
                  <a:pt x="216" y="490"/>
                  <a:pt x="187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9"/>
                  <a:pt x="1" y="475"/>
                  <a:pt x="2" y="472"/>
                </a:cubicBezTo>
                <a:cubicBezTo>
                  <a:pt x="4" y="463"/>
                  <a:pt x="6" y="458"/>
                  <a:pt x="9" y="457"/>
                </a:cubicBezTo>
                <a:cubicBezTo>
                  <a:pt x="11" y="456"/>
                  <a:pt x="14" y="456"/>
                  <a:pt x="19" y="456"/>
                </a:cubicBezTo>
                <a:lnTo>
                  <a:pt x="24" y="456"/>
                </a:lnTo>
                <a:cubicBezTo>
                  <a:pt x="37" y="456"/>
                  <a:pt x="51" y="455"/>
                  <a:pt x="67" y="454"/>
                </a:cubicBezTo>
                <a:cubicBezTo>
                  <a:pt x="73" y="453"/>
                  <a:pt x="78" y="450"/>
                  <a:pt x="80" y="445"/>
                </a:cubicBezTo>
                <a:cubicBezTo>
                  <a:pt x="82" y="444"/>
                  <a:pt x="99" y="377"/>
                  <a:pt x="132" y="246"/>
                </a:cubicBezTo>
                <a:cubicBezTo>
                  <a:pt x="165" y="115"/>
                  <a:pt x="181" y="46"/>
                  <a:pt x="181" y="39"/>
                </a:cubicBezTo>
                <a:cubicBezTo>
                  <a:pt x="181" y="36"/>
                  <a:pt x="167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81" name=""/>
          <p:cNvSpPr/>
          <p:nvPr/>
        </p:nvSpPr>
        <p:spPr>
          <a:xfrm>
            <a:off x="6300720" y="6134040"/>
            <a:ext cx="67680" cy="78480"/>
          </a:xfrm>
          <a:custGeom>
            <a:avLst/>
            <a:gdLst/>
            <a:ahLst/>
            <a:rect l="0" t="0" r="r" b="b"/>
            <a:pathLst>
              <a:path w="188" h="218">
                <a:moveTo>
                  <a:pt x="83" y="90"/>
                </a:moveTo>
                <a:cubicBezTo>
                  <a:pt x="79" y="45"/>
                  <a:pt x="77" y="20"/>
                  <a:pt x="77" y="14"/>
                </a:cubicBezTo>
                <a:cubicBezTo>
                  <a:pt x="77" y="8"/>
                  <a:pt x="81" y="4"/>
                  <a:pt x="89" y="0"/>
                </a:cubicBezTo>
                <a:cubicBezTo>
                  <a:pt x="89" y="0"/>
                  <a:pt x="90" y="0"/>
                  <a:pt x="91" y="0"/>
                </a:cubicBezTo>
                <a:cubicBezTo>
                  <a:pt x="93" y="0"/>
                  <a:pt x="94" y="0"/>
                  <a:pt x="94" y="0"/>
                </a:cubicBezTo>
                <a:cubicBezTo>
                  <a:pt x="98" y="0"/>
                  <a:pt x="102" y="2"/>
                  <a:pt x="106" y="4"/>
                </a:cubicBezTo>
                <a:cubicBezTo>
                  <a:pt x="109" y="7"/>
                  <a:pt x="111" y="10"/>
                  <a:pt x="111" y="14"/>
                </a:cubicBezTo>
                <a:cubicBezTo>
                  <a:pt x="111" y="20"/>
                  <a:pt x="110" y="34"/>
                  <a:pt x="108" y="55"/>
                </a:cubicBezTo>
                <a:cubicBezTo>
                  <a:pt x="106" y="76"/>
                  <a:pt x="104" y="88"/>
                  <a:pt x="104" y="90"/>
                </a:cubicBezTo>
                <a:lnTo>
                  <a:pt x="133" y="69"/>
                </a:lnTo>
                <a:cubicBezTo>
                  <a:pt x="152" y="55"/>
                  <a:pt x="162" y="48"/>
                  <a:pt x="164" y="47"/>
                </a:cubicBezTo>
                <a:cubicBezTo>
                  <a:pt x="166" y="46"/>
                  <a:pt x="167" y="45"/>
                  <a:pt x="169" y="45"/>
                </a:cubicBezTo>
                <a:cubicBezTo>
                  <a:pt x="175" y="45"/>
                  <a:pt x="179" y="47"/>
                  <a:pt x="182" y="50"/>
                </a:cubicBezTo>
                <a:cubicBezTo>
                  <a:pt x="186" y="54"/>
                  <a:pt x="188" y="58"/>
                  <a:pt x="188" y="64"/>
                </a:cubicBezTo>
                <a:cubicBezTo>
                  <a:pt x="188" y="68"/>
                  <a:pt x="187" y="72"/>
                  <a:pt x="183" y="76"/>
                </a:cubicBezTo>
                <a:cubicBezTo>
                  <a:pt x="182" y="77"/>
                  <a:pt x="169" y="82"/>
                  <a:pt x="148" y="92"/>
                </a:cubicBezTo>
                <a:cubicBezTo>
                  <a:pt x="127" y="102"/>
                  <a:pt x="115" y="108"/>
                  <a:pt x="114" y="108"/>
                </a:cubicBezTo>
                <a:lnTo>
                  <a:pt x="147" y="124"/>
                </a:lnTo>
                <a:lnTo>
                  <a:pt x="183" y="142"/>
                </a:lnTo>
                <a:cubicBezTo>
                  <a:pt x="186" y="145"/>
                  <a:pt x="188" y="149"/>
                  <a:pt x="188" y="153"/>
                </a:cubicBezTo>
                <a:cubicBezTo>
                  <a:pt x="188" y="158"/>
                  <a:pt x="186" y="163"/>
                  <a:pt x="183" y="166"/>
                </a:cubicBezTo>
                <a:cubicBezTo>
                  <a:pt x="180" y="169"/>
                  <a:pt x="176" y="171"/>
                  <a:pt x="171" y="172"/>
                </a:cubicBezTo>
                <a:cubicBezTo>
                  <a:pt x="167" y="172"/>
                  <a:pt x="164" y="170"/>
                  <a:pt x="161" y="168"/>
                </a:cubicBezTo>
                <a:cubicBezTo>
                  <a:pt x="158" y="166"/>
                  <a:pt x="148" y="160"/>
                  <a:pt x="133" y="148"/>
                </a:cubicBezTo>
                <a:lnTo>
                  <a:pt x="104" y="127"/>
                </a:lnTo>
                <a:cubicBezTo>
                  <a:pt x="108" y="172"/>
                  <a:pt x="111" y="197"/>
                  <a:pt x="111" y="203"/>
                </a:cubicBezTo>
                <a:cubicBezTo>
                  <a:pt x="111" y="206"/>
                  <a:pt x="109" y="209"/>
                  <a:pt x="107" y="212"/>
                </a:cubicBezTo>
                <a:cubicBezTo>
                  <a:pt x="105" y="216"/>
                  <a:pt x="100" y="218"/>
                  <a:pt x="94" y="218"/>
                </a:cubicBezTo>
                <a:cubicBezTo>
                  <a:pt x="87" y="218"/>
                  <a:pt x="83" y="216"/>
                  <a:pt x="81" y="212"/>
                </a:cubicBezTo>
                <a:cubicBezTo>
                  <a:pt x="78" y="209"/>
                  <a:pt x="77" y="206"/>
                  <a:pt x="77" y="203"/>
                </a:cubicBezTo>
                <a:cubicBezTo>
                  <a:pt x="77" y="197"/>
                  <a:pt x="78" y="184"/>
                  <a:pt x="80" y="162"/>
                </a:cubicBezTo>
                <a:cubicBezTo>
                  <a:pt x="82" y="141"/>
                  <a:pt x="83" y="129"/>
                  <a:pt x="83" y="127"/>
                </a:cubicBezTo>
                <a:lnTo>
                  <a:pt x="54" y="148"/>
                </a:lnTo>
                <a:cubicBezTo>
                  <a:pt x="35" y="162"/>
                  <a:pt x="25" y="169"/>
                  <a:pt x="23" y="170"/>
                </a:cubicBezTo>
                <a:cubicBezTo>
                  <a:pt x="22" y="172"/>
                  <a:pt x="20" y="172"/>
                  <a:pt x="18" y="172"/>
                </a:cubicBezTo>
                <a:cubicBezTo>
                  <a:pt x="14" y="172"/>
                  <a:pt x="10" y="170"/>
                  <a:pt x="6" y="167"/>
                </a:cubicBezTo>
                <a:cubicBezTo>
                  <a:pt x="2" y="164"/>
                  <a:pt x="0" y="159"/>
                  <a:pt x="0" y="153"/>
                </a:cubicBezTo>
                <a:cubicBezTo>
                  <a:pt x="0" y="152"/>
                  <a:pt x="0" y="150"/>
                  <a:pt x="0" y="149"/>
                </a:cubicBezTo>
                <a:cubicBezTo>
                  <a:pt x="0" y="148"/>
                  <a:pt x="0" y="147"/>
                  <a:pt x="1" y="146"/>
                </a:cubicBezTo>
                <a:cubicBezTo>
                  <a:pt x="2" y="145"/>
                  <a:pt x="3" y="144"/>
                  <a:pt x="4" y="143"/>
                </a:cubicBezTo>
                <a:cubicBezTo>
                  <a:pt x="5" y="142"/>
                  <a:pt x="6" y="141"/>
                  <a:pt x="8" y="140"/>
                </a:cubicBezTo>
                <a:cubicBezTo>
                  <a:pt x="11" y="138"/>
                  <a:pt x="13" y="137"/>
                  <a:pt x="15" y="136"/>
                </a:cubicBezTo>
                <a:cubicBezTo>
                  <a:pt x="17" y="135"/>
                  <a:pt x="20" y="134"/>
                  <a:pt x="25" y="132"/>
                </a:cubicBezTo>
                <a:cubicBezTo>
                  <a:pt x="29" y="130"/>
                  <a:pt x="33" y="128"/>
                  <a:pt x="37" y="126"/>
                </a:cubicBezTo>
                <a:cubicBezTo>
                  <a:pt x="41" y="124"/>
                  <a:pt x="47" y="122"/>
                  <a:pt x="53" y="118"/>
                </a:cubicBezTo>
                <a:cubicBezTo>
                  <a:pt x="60" y="115"/>
                  <a:pt x="67" y="112"/>
                  <a:pt x="74" y="108"/>
                </a:cubicBezTo>
                <a:lnTo>
                  <a:pt x="5" y="76"/>
                </a:lnTo>
                <a:cubicBezTo>
                  <a:pt x="2" y="72"/>
                  <a:pt x="0" y="69"/>
                  <a:pt x="0" y="64"/>
                </a:cubicBezTo>
                <a:cubicBezTo>
                  <a:pt x="0" y="59"/>
                  <a:pt x="2" y="55"/>
                  <a:pt x="5" y="51"/>
                </a:cubicBezTo>
                <a:cubicBezTo>
                  <a:pt x="8" y="48"/>
                  <a:pt x="12" y="46"/>
                  <a:pt x="17" y="46"/>
                </a:cubicBezTo>
                <a:cubicBezTo>
                  <a:pt x="20" y="46"/>
                  <a:pt x="23" y="47"/>
                  <a:pt x="26" y="49"/>
                </a:cubicBezTo>
                <a:cubicBezTo>
                  <a:pt x="30" y="51"/>
                  <a:pt x="39" y="57"/>
                  <a:pt x="54" y="69"/>
                </a:cubicBezTo>
                <a:lnTo>
                  <a:pt x="83" y="9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1085760" y="6105600"/>
            <a:ext cx="5047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Quantitative inputs (point estimate + bootstrap CI +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6393600" y="6105600"/>
            <a:ext cx="27140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 support sponsor judgment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84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571320" y="151920"/>
            <a:ext cx="633492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Clinical Calibration: Two Pathways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92" name=""/>
          <p:cNvSpPr/>
          <p:nvPr/>
        </p:nvSpPr>
        <p:spPr>
          <a:xfrm>
            <a:off x="571320" y="3962160"/>
            <a:ext cx="3705480" cy="38520"/>
          </a:xfrm>
          <a:custGeom>
            <a:avLst/>
            <a:gdLst/>
            <a:ahLst/>
            <a:rect l="0" t="0" r="r" b="b"/>
            <a:pathLst>
              <a:path w="10293" h="107">
                <a:moveTo>
                  <a:pt x="0" y="0"/>
                </a:moveTo>
                <a:lnTo>
                  <a:pt x="10293" y="0"/>
                </a:lnTo>
                <a:lnTo>
                  <a:pt x="1029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571320" y="2833560"/>
            <a:ext cx="3303000" cy="101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Simulation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97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98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99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00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01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02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03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04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05" name=""/>
          <p:cNvSpPr/>
          <p:nvPr/>
        </p:nvSpPr>
        <p:spPr>
          <a:xfrm>
            <a:off x="580680" y="1476360"/>
            <a:ext cx="591120" cy="514440"/>
          </a:xfrm>
          <a:custGeom>
            <a:avLst/>
            <a:gdLst/>
            <a:ahLst/>
            <a:rect l="0" t="0" r="r" b="b"/>
            <a:pathLst>
              <a:path w="1642" h="1429">
                <a:moveTo>
                  <a:pt x="0" y="0"/>
                </a:moveTo>
                <a:lnTo>
                  <a:pt x="1642" y="0"/>
                </a:lnTo>
                <a:lnTo>
                  <a:pt x="1642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6" name=""/>
          <p:cNvSpPr/>
          <p:nvPr/>
        </p:nvSpPr>
        <p:spPr>
          <a:xfrm>
            <a:off x="1171440" y="1476360"/>
            <a:ext cx="2495880" cy="514440"/>
          </a:xfrm>
          <a:custGeom>
            <a:avLst/>
            <a:gdLst/>
            <a:ahLst/>
            <a:rect l="0" t="0" r="r" b="b"/>
            <a:pathLst>
              <a:path w="6933" h="1429">
                <a:moveTo>
                  <a:pt x="0" y="0"/>
                </a:moveTo>
                <a:lnTo>
                  <a:pt x="6933" y="0"/>
                </a:lnTo>
                <a:lnTo>
                  <a:pt x="6933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7" name=""/>
          <p:cNvSpPr/>
          <p:nvPr/>
        </p:nvSpPr>
        <p:spPr>
          <a:xfrm>
            <a:off x="3666960" y="1476360"/>
            <a:ext cx="1991160" cy="514440"/>
          </a:xfrm>
          <a:custGeom>
            <a:avLst/>
            <a:gdLst/>
            <a:ahLst/>
            <a:rect l="0" t="0" r="r" b="b"/>
            <a:pathLst>
              <a:path w="5531" h="1429">
                <a:moveTo>
                  <a:pt x="0" y="0"/>
                </a:moveTo>
                <a:lnTo>
                  <a:pt x="5531" y="0"/>
                </a:lnTo>
                <a:lnTo>
                  <a:pt x="5531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8" name=""/>
          <p:cNvSpPr/>
          <p:nvPr/>
        </p:nvSpPr>
        <p:spPr>
          <a:xfrm>
            <a:off x="5657760" y="1476360"/>
            <a:ext cx="1981440" cy="514440"/>
          </a:xfrm>
          <a:custGeom>
            <a:avLst/>
            <a:gdLst/>
            <a:ahLst/>
            <a:rect l="0" t="0" r="r" b="b"/>
            <a:pathLst>
              <a:path w="5504" h="1429">
                <a:moveTo>
                  <a:pt x="0" y="0"/>
                </a:moveTo>
                <a:lnTo>
                  <a:pt x="5504" y="0"/>
                </a:lnTo>
                <a:lnTo>
                  <a:pt x="5504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9" name=""/>
          <p:cNvSpPr/>
          <p:nvPr/>
        </p:nvSpPr>
        <p:spPr>
          <a:xfrm>
            <a:off x="7638840" y="1476360"/>
            <a:ext cx="1743480" cy="514440"/>
          </a:xfrm>
          <a:custGeom>
            <a:avLst/>
            <a:gdLst/>
            <a:ahLst/>
            <a:rect l="0" t="0" r="r" b="b"/>
            <a:pathLst>
              <a:path w="4843" h="1429">
                <a:moveTo>
                  <a:pt x="0" y="0"/>
                </a:moveTo>
                <a:lnTo>
                  <a:pt x="4843" y="0"/>
                </a:lnTo>
                <a:lnTo>
                  <a:pt x="4843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0" name=""/>
          <p:cNvSpPr/>
          <p:nvPr/>
        </p:nvSpPr>
        <p:spPr>
          <a:xfrm>
            <a:off x="580680" y="1476360"/>
            <a:ext cx="591120" cy="514440"/>
          </a:xfrm>
          <a:custGeom>
            <a:avLst/>
            <a:gdLst/>
            <a:ahLst/>
            <a:rect l="0" t="0" r="r" b="b"/>
            <a:pathLst>
              <a:path w="1642" h="1429">
                <a:moveTo>
                  <a:pt x="0" y="0"/>
                </a:moveTo>
                <a:lnTo>
                  <a:pt x="1642" y="0"/>
                </a:lnTo>
                <a:lnTo>
                  <a:pt x="1642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11" name=""/>
          <p:cNvSpPr/>
          <p:nvPr/>
        </p:nvSpPr>
        <p:spPr>
          <a:xfrm>
            <a:off x="1171440" y="1476360"/>
            <a:ext cx="2495880" cy="514440"/>
          </a:xfrm>
          <a:custGeom>
            <a:avLst/>
            <a:gdLst/>
            <a:ahLst/>
            <a:rect l="0" t="0" r="r" b="b"/>
            <a:pathLst>
              <a:path w="6933" h="1429">
                <a:moveTo>
                  <a:pt x="0" y="0"/>
                </a:moveTo>
                <a:lnTo>
                  <a:pt x="6933" y="0"/>
                </a:lnTo>
                <a:lnTo>
                  <a:pt x="6933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12" name=""/>
          <p:cNvSpPr/>
          <p:nvPr/>
        </p:nvSpPr>
        <p:spPr>
          <a:xfrm>
            <a:off x="3666960" y="1476360"/>
            <a:ext cx="1991160" cy="514440"/>
          </a:xfrm>
          <a:custGeom>
            <a:avLst/>
            <a:gdLst/>
            <a:ahLst/>
            <a:rect l="0" t="0" r="r" b="b"/>
            <a:pathLst>
              <a:path w="5531" h="1429">
                <a:moveTo>
                  <a:pt x="0" y="0"/>
                </a:moveTo>
                <a:lnTo>
                  <a:pt x="5531" y="0"/>
                </a:lnTo>
                <a:lnTo>
                  <a:pt x="5531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13" name=""/>
          <p:cNvSpPr/>
          <p:nvPr/>
        </p:nvSpPr>
        <p:spPr>
          <a:xfrm>
            <a:off x="5657760" y="1476360"/>
            <a:ext cx="1981440" cy="514440"/>
          </a:xfrm>
          <a:custGeom>
            <a:avLst/>
            <a:gdLst/>
            <a:ahLst/>
            <a:rect l="0" t="0" r="r" b="b"/>
            <a:pathLst>
              <a:path w="5504" h="1429">
                <a:moveTo>
                  <a:pt x="0" y="0"/>
                </a:moveTo>
                <a:lnTo>
                  <a:pt x="5504" y="0"/>
                </a:lnTo>
                <a:lnTo>
                  <a:pt x="5504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14" name=""/>
          <p:cNvSpPr/>
          <p:nvPr/>
        </p:nvSpPr>
        <p:spPr>
          <a:xfrm>
            <a:off x="7638840" y="1476360"/>
            <a:ext cx="1743480" cy="514440"/>
          </a:xfrm>
          <a:custGeom>
            <a:avLst/>
            <a:gdLst/>
            <a:ahLst/>
            <a:rect l="0" t="0" r="r" b="b"/>
            <a:pathLst>
              <a:path w="4843" h="1429">
                <a:moveTo>
                  <a:pt x="0" y="0"/>
                </a:moveTo>
                <a:lnTo>
                  <a:pt x="4843" y="0"/>
                </a:lnTo>
                <a:lnTo>
                  <a:pt x="4843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15" name=""/>
          <p:cNvSpPr/>
          <p:nvPr/>
        </p:nvSpPr>
        <p:spPr>
          <a:xfrm>
            <a:off x="580680" y="1990440"/>
            <a:ext cx="591120" cy="505440"/>
          </a:xfrm>
          <a:custGeom>
            <a:avLst/>
            <a:gdLst/>
            <a:ahLst/>
            <a:rect l="0" t="0" r="r" b="b"/>
            <a:pathLst>
              <a:path w="1642" h="1404">
                <a:moveTo>
                  <a:pt x="0" y="0"/>
                </a:moveTo>
                <a:lnTo>
                  <a:pt x="1642" y="0"/>
                </a:lnTo>
                <a:lnTo>
                  <a:pt x="1642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6" name=""/>
          <p:cNvSpPr/>
          <p:nvPr/>
        </p:nvSpPr>
        <p:spPr>
          <a:xfrm>
            <a:off x="1171440" y="1990440"/>
            <a:ext cx="2495880" cy="505440"/>
          </a:xfrm>
          <a:custGeom>
            <a:avLst/>
            <a:gdLst/>
            <a:ahLst/>
            <a:rect l="0" t="0" r="r" b="b"/>
            <a:pathLst>
              <a:path w="6933" h="1404">
                <a:moveTo>
                  <a:pt x="0" y="0"/>
                </a:moveTo>
                <a:lnTo>
                  <a:pt x="6933" y="0"/>
                </a:lnTo>
                <a:lnTo>
                  <a:pt x="6933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7" name=""/>
          <p:cNvSpPr/>
          <p:nvPr/>
        </p:nvSpPr>
        <p:spPr>
          <a:xfrm>
            <a:off x="3666960" y="1990440"/>
            <a:ext cx="1991160" cy="505440"/>
          </a:xfrm>
          <a:custGeom>
            <a:avLst/>
            <a:gdLst/>
            <a:ahLst/>
            <a:rect l="0" t="0" r="r" b="b"/>
            <a:pathLst>
              <a:path w="5531" h="1404">
                <a:moveTo>
                  <a:pt x="0" y="0"/>
                </a:moveTo>
                <a:lnTo>
                  <a:pt x="5531" y="0"/>
                </a:lnTo>
                <a:lnTo>
                  <a:pt x="5531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8" name=""/>
          <p:cNvSpPr/>
          <p:nvPr/>
        </p:nvSpPr>
        <p:spPr>
          <a:xfrm>
            <a:off x="5657760" y="1990440"/>
            <a:ext cx="1981440" cy="505440"/>
          </a:xfrm>
          <a:custGeom>
            <a:avLst/>
            <a:gdLst/>
            <a:ahLst/>
            <a:rect l="0" t="0" r="r" b="b"/>
            <a:pathLst>
              <a:path w="5504" h="1404">
                <a:moveTo>
                  <a:pt x="0" y="0"/>
                </a:moveTo>
                <a:lnTo>
                  <a:pt x="5504" y="0"/>
                </a:lnTo>
                <a:lnTo>
                  <a:pt x="550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9" name=""/>
          <p:cNvSpPr/>
          <p:nvPr/>
        </p:nvSpPr>
        <p:spPr>
          <a:xfrm>
            <a:off x="7638840" y="1990440"/>
            <a:ext cx="1743480" cy="505440"/>
          </a:xfrm>
          <a:custGeom>
            <a:avLst/>
            <a:gdLst/>
            <a:ahLst/>
            <a:rect l="0" t="0" r="r" b="b"/>
            <a:pathLst>
              <a:path w="4843" h="1404">
                <a:moveTo>
                  <a:pt x="0" y="0"/>
                </a:moveTo>
                <a:lnTo>
                  <a:pt x="4843" y="0"/>
                </a:lnTo>
                <a:lnTo>
                  <a:pt x="4843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0" name=""/>
          <p:cNvSpPr/>
          <p:nvPr/>
        </p:nvSpPr>
        <p:spPr>
          <a:xfrm>
            <a:off x="580680" y="249552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1" name=""/>
          <p:cNvSpPr/>
          <p:nvPr/>
        </p:nvSpPr>
        <p:spPr>
          <a:xfrm>
            <a:off x="1171440" y="249552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2" name=""/>
          <p:cNvSpPr/>
          <p:nvPr/>
        </p:nvSpPr>
        <p:spPr>
          <a:xfrm>
            <a:off x="3666960" y="2495520"/>
            <a:ext cx="1991160" cy="505080"/>
          </a:xfrm>
          <a:custGeom>
            <a:avLst/>
            <a:gdLst/>
            <a:ahLst/>
            <a:rect l="0" t="0" r="r" b="b"/>
            <a:pathLst>
              <a:path w="5531" h="1403">
                <a:moveTo>
                  <a:pt x="0" y="0"/>
                </a:moveTo>
                <a:lnTo>
                  <a:pt x="5531" y="0"/>
                </a:lnTo>
                <a:lnTo>
                  <a:pt x="5531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3" name=""/>
          <p:cNvSpPr/>
          <p:nvPr/>
        </p:nvSpPr>
        <p:spPr>
          <a:xfrm>
            <a:off x="5657760" y="249552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4" name=""/>
          <p:cNvSpPr/>
          <p:nvPr/>
        </p:nvSpPr>
        <p:spPr>
          <a:xfrm>
            <a:off x="7638840" y="2495520"/>
            <a:ext cx="1743480" cy="505080"/>
          </a:xfrm>
          <a:custGeom>
            <a:avLst/>
            <a:gdLst/>
            <a:ahLst/>
            <a:rect l="0" t="0" r="r" b="b"/>
            <a:pathLst>
              <a:path w="4843" h="1403">
                <a:moveTo>
                  <a:pt x="0" y="0"/>
                </a:moveTo>
                <a:lnTo>
                  <a:pt x="4843" y="0"/>
                </a:lnTo>
                <a:lnTo>
                  <a:pt x="484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5" name=""/>
          <p:cNvSpPr/>
          <p:nvPr/>
        </p:nvSpPr>
        <p:spPr>
          <a:xfrm>
            <a:off x="580680" y="249552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6" name=""/>
          <p:cNvSpPr/>
          <p:nvPr/>
        </p:nvSpPr>
        <p:spPr>
          <a:xfrm>
            <a:off x="1171440" y="249552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7" name=""/>
          <p:cNvSpPr/>
          <p:nvPr/>
        </p:nvSpPr>
        <p:spPr>
          <a:xfrm>
            <a:off x="3666960" y="2495520"/>
            <a:ext cx="1991160" cy="505080"/>
          </a:xfrm>
          <a:custGeom>
            <a:avLst/>
            <a:gdLst/>
            <a:ahLst/>
            <a:rect l="0" t="0" r="r" b="b"/>
            <a:pathLst>
              <a:path w="5531" h="1403">
                <a:moveTo>
                  <a:pt x="0" y="0"/>
                </a:moveTo>
                <a:lnTo>
                  <a:pt x="5531" y="0"/>
                </a:lnTo>
                <a:lnTo>
                  <a:pt x="5531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8" name=""/>
          <p:cNvSpPr/>
          <p:nvPr/>
        </p:nvSpPr>
        <p:spPr>
          <a:xfrm>
            <a:off x="5657760" y="249552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9" name=""/>
          <p:cNvSpPr/>
          <p:nvPr/>
        </p:nvSpPr>
        <p:spPr>
          <a:xfrm>
            <a:off x="7638840" y="2495520"/>
            <a:ext cx="1743480" cy="505080"/>
          </a:xfrm>
          <a:custGeom>
            <a:avLst/>
            <a:gdLst/>
            <a:ahLst/>
            <a:rect l="0" t="0" r="r" b="b"/>
            <a:pathLst>
              <a:path w="4843" h="1403">
                <a:moveTo>
                  <a:pt x="0" y="0"/>
                </a:moveTo>
                <a:lnTo>
                  <a:pt x="4843" y="0"/>
                </a:lnTo>
                <a:lnTo>
                  <a:pt x="484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0" name=""/>
          <p:cNvSpPr/>
          <p:nvPr/>
        </p:nvSpPr>
        <p:spPr>
          <a:xfrm>
            <a:off x="580680" y="300024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1" name=""/>
          <p:cNvSpPr/>
          <p:nvPr/>
        </p:nvSpPr>
        <p:spPr>
          <a:xfrm>
            <a:off x="1171440" y="300024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2" name=""/>
          <p:cNvSpPr/>
          <p:nvPr/>
        </p:nvSpPr>
        <p:spPr>
          <a:xfrm>
            <a:off x="3666960" y="3000240"/>
            <a:ext cx="1991160" cy="505080"/>
          </a:xfrm>
          <a:custGeom>
            <a:avLst/>
            <a:gdLst/>
            <a:ahLst/>
            <a:rect l="0" t="0" r="r" b="b"/>
            <a:pathLst>
              <a:path w="5531" h="1403">
                <a:moveTo>
                  <a:pt x="0" y="0"/>
                </a:moveTo>
                <a:lnTo>
                  <a:pt x="5531" y="0"/>
                </a:lnTo>
                <a:lnTo>
                  <a:pt x="5531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3" name=""/>
          <p:cNvSpPr/>
          <p:nvPr/>
        </p:nvSpPr>
        <p:spPr>
          <a:xfrm>
            <a:off x="5657760" y="300024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4" name=""/>
          <p:cNvSpPr/>
          <p:nvPr/>
        </p:nvSpPr>
        <p:spPr>
          <a:xfrm>
            <a:off x="7638840" y="3000240"/>
            <a:ext cx="1743480" cy="505080"/>
          </a:xfrm>
          <a:custGeom>
            <a:avLst/>
            <a:gdLst/>
            <a:ahLst/>
            <a:rect l="0" t="0" r="r" b="b"/>
            <a:pathLst>
              <a:path w="4843" h="1403">
                <a:moveTo>
                  <a:pt x="0" y="0"/>
                </a:moveTo>
                <a:lnTo>
                  <a:pt x="4843" y="0"/>
                </a:lnTo>
                <a:lnTo>
                  <a:pt x="484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5" name=""/>
          <p:cNvSpPr/>
          <p:nvPr/>
        </p:nvSpPr>
        <p:spPr>
          <a:xfrm>
            <a:off x="580680" y="350496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6" name=""/>
          <p:cNvSpPr/>
          <p:nvPr/>
        </p:nvSpPr>
        <p:spPr>
          <a:xfrm>
            <a:off x="1171440" y="350496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7" name=""/>
          <p:cNvSpPr/>
          <p:nvPr/>
        </p:nvSpPr>
        <p:spPr>
          <a:xfrm>
            <a:off x="3666960" y="3504960"/>
            <a:ext cx="1991160" cy="505080"/>
          </a:xfrm>
          <a:custGeom>
            <a:avLst/>
            <a:gdLst/>
            <a:ahLst/>
            <a:rect l="0" t="0" r="r" b="b"/>
            <a:pathLst>
              <a:path w="5531" h="1403">
                <a:moveTo>
                  <a:pt x="0" y="0"/>
                </a:moveTo>
                <a:lnTo>
                  <a:pt x="5531" y="0"/>
                </a:lnTo>
                <a:lnTo>
                  <a:pt x="5531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8" name=""/>
          <p:cNvSpPr/>
          <p:nvPr/>
        </p:nvSpPr>
        <p:spPr>
          <a:xfrm>
            <a:off x="5657760" y="350496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9" name=""/>
          <p:cNvSpPr/>
          <p:nvPr/>
        </p:nvSpPr>
        <p:spPr>
          <a:xfrm>
            <a:off x="7638840" y="3504960"/>
            <a:ext cx="1743480" cy="505080"/>
          </a:xfrm>
          <a:custGeom>
            <a:avLst/>
            <a:gdLst/>
            <a:ahLst/>
            <a:rect l="0" t="0" r="r" b="b"/>
            <a:pathLst>
              <a:path w="4843" h="1403">
                <a:moveTo>
                  <a:pt x="0" y="0"/>
                </a:moveTo>
                <a:lnTo>
                  <a:pt x="4843" y="0"/>
                </a:lnTo>
                <a:lnTo>
                  <a:pt x="484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0" name=""/>
          <p:cNvSpPr/>
          <p:nvPr/>
        </p:nvSpPr>
        <p:spPr>
          <a:xfrm>
            <a:off x="580680" y="350496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1" name=""/>
          <p:cNvSpPr/>
          <p:nvPr/>
        </p:nvSpPr>
        <p:spPr>
          <a:xfrm>
            <a:off x="1171440" y="350496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2" name=""/>
          <p:cNvSpPr/>
          <p:nvPr/>
        </p:nvSpPr>
        <p:spPr>
          <a:xfrm>
            <a:off x="3666960" y="3504960"/>
            <a:ext cx="1991160" cy="505080"/>
          </a:xfrm>
          <a:custGeom>
            <a:avLst/>
            <a:gdLst/>
            <a:ahLst/>
            <a:rect l="0" t="0" r="r" b="b"/>
            <a:pathLst>
              <a:path w="5531" h="1403">
                <a:moveTo>
                  <a:pt x="0" y="0"/>
                </a:moveTo>
                <a:lnTo>
                  <a:pt x="5531" y="0"/>
                </a:lnTo>
                <a:lnTo>
                  <a:pt x="5531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3" name=""/>
          <p:cNvSpPr/>
          <p:nvPr/>
        </p:nvSpPr>
        <p:spPr>
          <a:xfrm>
            <a:off x="5657760" y="350496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4" name=""/>
          <p:cNvSpPr/>
          <p:nvPr/>
        </p:nvSpPr>
        <p:spPr>
          <a:xfrm>
            <a:off x="7638840" y="3504960"/>
            <a:ext cx="1743480" cy="505080"/>
          </a:xfrm>
          <a:custGeom>
            <a:avLst/>
            <a:gdLst/>
            <a:ahLst/>
            <a:rect l="0" t="0" r="r" b="b"/>
            <a:pathLst>
              <a:path w="4843" h="1403">
                <a:moveTo>
                  <a:pt x="0" y="0"/>
                </a:moveTo>
                <a:lnTo>
                  <a:pt x="4843" y="0"/>
                </a:lnTo>
                <a:lnTo>
                  <a:pt x="484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5" name=""/>
          <p:cNvSpPr/>
          <p:nvPr/>
        </p:nvSpPr>
        <p:spPr>
          <a:xfrm>
            <a:off x="580680" y="4009680"/>
            <a:ext cx="591120" cy="505440"/>
          </a:xfrm>
          <a:custGeom>
            <a:avLst/>
            <a:gdLst/>
            <a:ahLst/>
            <a:rect l="0" t="0" r="r" b="b"/>
            <a:pathLst>
              <a:path w="1642" h="1404">
                <a:moveTo>
                  <a:pt x="0" y="0"/>
                </a:moveTo>
                <a:lnTo>
                  <a:pt x="1642" y="0"/>
                </a:lnTo>
                <a:lnTo>
                  <a:pt x="1642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6" name=""/>
          <p:cNvSpPr/>
          <p:nvPr/>
        </p:nvSpPr>
        <p:spPr>
          <a:xfrm>
            <a:off x="1171440" y="4009680"/>
            <a:ext cx="2495880" cy="505440"/>
          </a:xfrm>
          <a:custGeom>
            <a:avLst/>
            <a:gdLst/>
            <a:ahLst/>
            <a:rect l="0" t="0" r="r" b="b"/>
            <a:pathLst>
              <a:path w="6933" h="1404">
                <a:moveTo>
                  <a:pt x="0" y="0"/>
                </a:moveTo>
                <a:lnTo>
                  <a:pt x="6933" y="0"/>
                </a:lnTo>
                <a:lnTo>
                  <a:pt x="6933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7" name=""/>
          <p:cNvSpPr/>
          <p:nvPr/>
        </p:nvSpPr>
        <p:spPr>
          <a:xfrm>
            <a:off x="3666960" y="4009680"/>
            <a:ext cx="1991160" cy="505440"/>
          </a:xfrm>
          <a:custGeom>
            <a:avLst/>
            <a:gdLst/>
            <a:ahLst/>
            <a:rect l="0" t="0" r="r" b="b"/>
            <a:pathLst>
              <a:path w="5531" h="1404">
                <a:moveTo>
                  <a:pt x="0" y="0"/>
                </a:moveTo>
                <a:lnTo>
                  <a:pt x="5531" y="0"/>
                </a:lnTo>
                <a:lnTo>
                  <a:pt x="5531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8" name=""/>
          <p:cNvSpPr/>
          <p:nvPr/>
        </p:nvSpPr>
        <p:spPr>
          <a:xfrm>
            <a:off x="5657760" y="4009680"/>
            <a:ext cx="1981440" cy="505440"/>
          </a:xfrm>
          <a:custGeom>
            <a:avLst/>
            <a:gdLst/>
            <a:ahLst/>
            <a:rect l="0" t="0" r="r" b="b"/>
            <a:pathLst>
              <a:path w="5504" h="1404">
                <a:moveTo>
                  <a:pt x="0" y="0"/>
                </a:moveTo>
                <a:lnTo>
                  <a:pt x="5504" y="0"/>
                </a:lnTo>
                <a:lnTo>
                  <a:pt x="550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9" name=""/>
          <p:cNvSpPr/>
          <p:nvPr/>
        </p:nvSpPr>
        <p:spPr>
          <a:xfrm>
            <a:off x="7638840" y="4009680"/>
            <a:ext cx="1743480" cy="505440"/>
          </a:xfrm>
          <a:custGeom>
            <a:avLst/>
            <a:gdLst/>
            <a:ahLst/>
            <a:rect l="0" t="0" r="r" b="b"/>
            <a:pathLst>
              <a:path w="4843" h="1404">
                <a:moveTo>
                  <a:pt x="0" y="0"/>
                </a:moveTo>
                <a:lnTo>
                  <a:pt x="4843" y="0"/>
                </a:lnTo>
                <a:lnTo>
                  <a:pt x="4843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0" name=""/>
          <p:cNvSpPr/>
          <p:nvPr/>
        </p:nvSpPr>
        <p:spPr>
          <a:xfrm>
            <a:off x="580680" y="451476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1" name=""/>
          <p:cNvSpPr/>
          <p:nvPr/>
        </p:nvSpPr>
        <p:spPr>
          <a:xfrm>
            <a:off x="1171440" y="451476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2" name=""/>
          <p:cNvSpPr/>
          <p:nvPr/>
        </p:nvSpPr>
        <p:spPr>
          <a:xfrm>
            <a:off x="3666960" y="4514760"/>
            <a:ext cx="1991160" cy="505080"/>
          </a:xfrm>
          <a:custGeom>
            <a:avLst/>
            <a:gdLst/>
            <a:ahLst/>
            <a:rect l="0" t="0" r="r" b="b"/>
            <a:pathLst>
              <a:path w="5531" h="1403">
                <a:moveTo>
                  <a:pt x="0" y="0"/>
                </a:moveTo>
                <a:lnTo>
                  <a:pt x="5531" y="0"/>
                </a:lnTo>
                <a:lnTo>
                  <a:pt x="5531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3" name=""/>
          <p:cNvSpPr/>
          <p:nvPr/>
        </p:nvSpPr>
        <p:spPr>
          <a:xfrm>
            <a:off x="5657760" y="451476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4" name=""/>
          <p:cNvSpPr/>
          <p:nvPr/>
        </p:nvSpPr>
        <p:spPr>
          <a:xfrm>
            <a:off x="7638840" y="4514760"/>
            <a:ext cx="1743480" cy="505080"/>
          </a:xfrm>
          <a:custGeom>
            <a:avLst/>
            <a:gdLst/>
            <a:ahLst/>
            <a:rect l="0" t="0" r="r" b="b"/>
            <a:pathLst>
              <a:path w="4843" h="1403">
                <a:moveTo>
                  <a:pt x="0" y="0"/>
                </a:moveTo>
                <a:lnTo>
                  <a:pt x="4843" y="0"/>
                </a:lnTo>
                <a:lnTo>
                  <a:pt x="484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5" name=""/>
          <p:cNvSpPr/>
          <p:nvPr/>
        </p:nvSpPr>
        <p:spPr>
          <a:xfrm>
            <a:off x="580680" y="451476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6" name=""/>
          <p:cNvSpPr/>
          <p:nvPr/>
        </p:nvSpPr>
        <p:spPr>
          <a:xfrm>
            <a:off x="1171440" y="451476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7" name=""/>
          <p:cNvSpPr/>
          <p:nvPr/>
        </p:nvSpPr>
        <p:spPr>
          <a:xfrm>
            <a:off x="3666960" y="4514760"/>
            <a:ext cx="1991160" cy="505080"/>
          </a:xfrm>
          <a:custGeom>
            <a:avLst/>
            <a:gdLst/>
            <a:ahLst/>
            <a:rect l="0" t="0" r="r" b="b"/>
            <a:pathLst>
              <a:path w="5531" h="1403">
                <a:moveTo>
                  <a:pt x="0" y="0"/>
                </a:moveTo>
                <a:lnTo>
                  <a:pt x="5531" y="0"/>
                </a:lnTo>
                <a:lnTo>
                  <a:pt x="5531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8" name=""/>
          <p:cNvSpPr/>
          <p:nvPr/>
        </p:nvSpPr>
        <p:spPr>
          <a:xfrm>
            <a:off x="5657760" y="451476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9" name=""/>
          <p:cNvSpPr/>
          <p:nvPr/>
        </p:nvSpPr>
        <p:spPr>
          <a:xfrm>
            <a:off x="7638840" y="4514760"/>
            <a:ext cx="1743480" cy="505080"/>
          </a:xfrm>
          <a:custGeom>
            <a:avLst/>
            <a:gdLst/>
            <a:ahLst/>
            <a:rect l="0" t="0" r="r" b="b"/>
            <a:pathLst>
              <a:path w="4843" h="1403">
                <a:moveTo>
                  <a:pt x="0" y="0"/>
                </a:moveTo>
                <a:lnTo>
                  <a:pt x="4843" y="0"/>
                </a:lnTo>
                <a:lnTo>
                  <a:pt x="484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0" name=""/>
          <p:cNvSpPr/>
          <p:nvPr/>
        </p:nvSpPr>
        <p:spPr>
          <a:xfrm>
            <a:off x="580680" y="501948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1" name=""/>
          <p:cNvSpPr/>
          <p:nvPr/>
        </p:nvSpPr>
        <p:spPr>
          <a:xfrm>
            <a:off x="1171440" y="501948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2" name=""/>
          <p:cNvSpPr/>
          <p:nvPr/>
        </p:nvSpPr>
        <p:spPr>
          <a:xfrm>
            <a:off x="3666960" y="5019480"/>
            <a:ext cx="1991160" cy="505080"/>
          </a:xfrm>
          <a:custGeom>
            <a:avLst/>
            <a:gdLst/>
            <a:ahLst/>
            <a:rect l="0" t="0" r="r" b="b"/>
            <a:pathLst>
              <a:path w="5531" h="1403">
                <a:moveTo>
                  <a:pt x="0" y="0"/>
                </a:moveTo>
                <a:lnTo>
                  <a:pt x="5531" y="0"/>
                </a:lnTo>
                <a:lnTo>
                  <a:pt x="5531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3" name=""/>
          <p:cNvSpPr/>
          <p:nvPr/>
        </p:nvSpPr>
        <p:spPr>
          <a:xfrm>
            <a:off x="5657760" y="501948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4" name=""/>
          <p:cNvSpPr/>
          <p:nvPr/>
        </p:nvSpPr>
        <p:spPr>
          <a:xfrm>
            <a:off x="7638840" y="5019480"/>
            <a:ext cx="1743480" cy="505080"/>
          </a:xfrm>
          <a:custGeom>
            <a:avLst/>
            <a:gdLst/>
            <a:ahLst/>
            <a:rect l="0" t="0" r="r" b="b"/>
            <a:pathLst>
              <a:path w="4843" h="1403">
                <a:moveTo>
                  <a:pt x="0" y="0"/>
                </a:moveTo>
                <a:lnTo>
                  <a:pt x="4843" y="0"/>
                </a:lnTo>
                <a:lnTo>
                  <a:pt x="484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5" name=""/>
          <p:cNvSpPr/>
          <p:nvPr/>
        </p:nvSpPr>
        <p:spPr>
          <a:xfrm>
            <a:off x="571320" y="14666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6" name=""/>
          <p:cNvSpPr/>
          <p:nvPr/>
        </p:nvSpPr>
        <p:spPr>
          <a:xfrm>
            <a:off x="571320" y="146664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7" name=""/>
          <p:cNvSpPr/>
          <p:nvPr/>
        </p:nvSpPr>
        <p:spPr>
          <a:xfrm>
            <a:off x="1171440" y="14666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8" name=""/>
          <p:cNvSpPr/>
          <p:nvPr/>
        </p:nvSpPr>
        <p:spPr>
          <a:xfrm>
            <a:off x="1180800" y="146664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9" name=""/>
          <p:cNvSpPr/>
          <p:nvPr/>
        </p:nvSpPr>
        <p:spPr>
          <a:xfrm>
            <a:off x="3666960" y="14666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0" name=""/>
          <p:cNvSpPr/>
          <p:nvPr/>
        </p:nvSpPr>
        <p:spPr>
          <a:xfrm>
            <a:off x="3676320" y="1466640"/>
            <a:ext cx="1981800" cy="10080"/>
          </a:xfrm>
          <a:custGeom>
            <a:avLst/>
            <a:gdLst/>
            <a:ahLst/>
            <a:rect l="0" t="0" r="r" b="b"/>
            <a:pathLst>
              <a:path w="5505" h="28">
                <a:moveTo>
                  <a:pt x="0" y="0"/>
                </a:moveTo>
                <a:lnTo>
                  <a:pt x="5505" y="0"/>
                </a:lnTo>
                <a:lnTo>
                  <a:pt x="5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1" name=""/>
          <p:cNvSpPr/>
          <p:nvPr/>
        </p:nvSpPr>
        <p:spPr>
          <a:xfrm>
            <a:off x="5648040" y="14666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2" name=""/>
          <p:cNvSpPr/>
          <p:nvPr/>
        </p:nvSpPr>
        <p:spPr>
          <a:xfrm>
            <a:off x="5657760" y="146664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3" name=""/>
          <p:cNvSpPr/>
          <p:nvPr/>
        </p:nvSpPr>
        <p:spPr>
          <a:xfrm>
            <a:off x="7629480" y="14666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4" name=""/>
          <p:cNvSpPr/>
          <p:nvPr/>
        </p:nvSpPr>
        <p:spPr>
          <a:xfrm>
            <a:off x="7638840" y="1466640"/>
            <a:ext cx="1752840" cy="10080"/>
          </a:xfrm>
          <a:custGeom>
            <a:avLst/>
            <a:gdLst/>
            <a:ahLst/>
            <a:rect l="0" t="0" r="r" b="b"/>
            <a:pathLst>
              <a:path w="4869" h="28">
                <a:moveTo>
                  <a:pt x="0" y="0"/>
                </a:moveTo>
                <a:lnTo>
                  <a:pt x="4869" y="0"/>
                </a:lnTo>
                <a:lnTo>
                  <a:pt x="48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5" name=""/>
          <p:cNvSpPr/>
          <p:nvPr/>
        </p:nvSpPr>
        <p:spPr>
          <a:xfrm>
            <a:off x="9381960" y="14666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6" name=""/>
          <p:cNvSpPr/>
          <p:nvPr/>
        </p:nvSpPr>
        <p:spPr>
          <a:xfrm>
            <a:off x="571320" y="199044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7" name=""/>
          <p:cNvSpPr/>
          <p:nvPr/>
        </p:nvSpPr>
        <p:spPr>
          <a:xfrm>
            <a:off x="1180800" y="199044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8" name=""/>
          <p:cNvSpPr/>
          <p:nvPr/>
        </p:nvSpPr>
        <p:spPr>
          <a:xfrm>
            <a:off x="3676320" y="1990440"/>
            <a:ext cx="1981800" cy="10080"/>
          </a:xfrm>
          <a:custGeom>
            <a:avLst/>
            <a:gdLst/>
            <a:ahLst/>
            <a:rect l="0" t="0" r="r" b="b"/>
            <a:pathLst>
              <a:path w="5505" h="28">
                <a:moveTo>
                  <a:pt x="0" y="0"/>
                </a:moveTo>
                <a:lnTo>
                  <a:pt x="5505" y="0"/>
                </a:lnTo>
                <a:lnTo>
                  <a:pt x="5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9" name=""/>
          <p:cNvSpPr/>
          <p:nvPr/>
        </p:nvSpPr>
        <p:spPr>
          <a:xfrm>
            <a:off x="5657760" y="199044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0" name=""/>
          <p:cNvSpPr/>
          <p:nvPr/>
        </p:nvSpPr>
        <p:spPr>
          <a:xfrm>
            <a:off x="7638840" y="1990440"/>
            <a:ext cx="1752840" cy="10080"/>
          </a:xfrm>
          <a:custGeom>
            <a:avLst/>
            <a:gdLst/>
            <a:ahLst/>
            <a:rect l="0" t="0" r="r" b="b"/>
            <a:pathLst>
              <a:path w="4869" h="28">
                <a:moveTo>
                  <a:pt x="0" y="0"/>
                </a:moveTo>
                <a:lnTo>
                  <a:pt x="4869" y="0"/>
                </a:lnTo>
                <a:lnTo>
                  <a:pt x="48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1" name=""/>
          <p:cNvSpPr/>
          <p:nvPr/>
        </p:nvSpPr>
        <p:spPr>
          <a:xfrm>
            <a:off x="571320" y="20001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2" name=""/>
          <p:cNvSpPr/>
          <p:nvPr/>
        </p:nvSpPr>
        <p:spPr>
          <a:xfrm>
            <a:off x="1171440" y="20001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3" name=""/>
          <p:cNvSpPr/>
          <p:nvPr/>
        </p:nvSpPr>
        <p:spPr>
          <a:xfrm>
            <a:off x="3666960" y="20001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4" name=""/>
          <p:cNvSpPr/>
          <p:nvPr/>
        </p:nvSpPr>
        <p:spPr>
          <a:xfrm>
            <a:off x="5648040" y="200016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5" name=""/>
          <p:cNvSpPr/>
          <p:nvPr/>
        </p:nvSpPr>
        <p:spPr>
          <a:xfrm>
            <a:off x="7629480" y="20001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6" name=""/>
          <p:cNvSpPr/>
          <p:nvPr/>
        </p:nvSpPr>
        <p:spPr>
          <a:xfrm>
            <a:off x="9381960" y="20001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7" name=""/>
          <p:cNvSpPr/>
          <p:nvPr/>
        </p:nvSpPr>
        <p:spPr>
          <a:xfrm>
            <a:off x="571320" y="250488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8" name=""/>
          <p:cNvSpPr/>
          <p:nvPr/>
        </p:nvSpPr>
        <p:spPr>
          <a:xfrm>
            <a:off x="571320" y="249552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9" name=""/>
          <p:cNvSpPr/>
          <p:nvPr/>
        </p:nvSpPr>
        <p:spPr>
          <a:xfrm>
            <a:off x="1171440" y="250488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0" name=""/>
          <p:cNvSpPr/>
          <p:nvPr/>
        </p:nvSpPr>
        <p:spPr>
          <a:xfrm>
            <a:off x="1180800" y="249552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1" name=""/>
          <p:cNvSpPr/>
          <p:nvPr/>
        </p:nvSpPr>
        <p:spPr>
          <a:xfrm>
            <a:off x="3666960" y="250488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2" name=""/>
          <p:cNvSpPr/>
          <p:nvPr/>
        </p:nvSpPr>
        <p:spPr>
          <a:xfrm>
            <a:off x="3676320" y="2495520"/>
            <a:ext cx="1981800" cy="9720"/>
          </a:xfrm>
          <a:custGeom>
            <a:avLst/>
            <a:gdLst/>
            <a:ahLst/>
            <a:rect l="0" t="0" r="r" b="b"/>
            <a:pathLst>
              <a:path w="5505" h="27">
                <a:moveTo>
                  <a:pt x="0" y="0"/>
                </a:moveTo>
                <a:lnTo>
                  <a:pt x="5505" y="0"/>
                </a:lnTo>
                <a:lnTo>
                  <a:pt x="5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3" name=""/>
          <p:cNvSpPr/>
          <p:nvPr/>
        </p:nvSpPr>
        <p:spPr>
          <a:xfrm>
            <a:off x="5648040" y="250488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4" name=""/>
          <p:cNvSpPr/>
          <p:nvPr/>
        </p:nvSpPr>
        <p:spPr>
          <a:xfrm>
            <a:off x="5657760" y="249552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5" name=""/>
          <p:cNvSpPr/>
          <p:nvPr/>
        </p:nvSpPr>
        <p:spPr>
          <a:xfrm>
            <a:off x="7629480" y="250488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6" name=""/>
          <p:cNvSpPr/>
          <p:nvPr/>
        </p:nvSpPr>
        <p:spPr>
          <a:xfrm>
            <a:off x="7638840" y="249552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7" name=""/>
          <p:cNvSpPr/>
          <p:nvPr/>
        </p:nvSpPr>
        <p:spPr>
          <a:xfrm>
            <a:off x="9381960" y="250488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8" name=""/>
          <p:cNvSpPr/>
          <p:nvPr/>
        </p:nvSpPr>
        <p:spPr>
          <a:xfrm>
            <a:off x="571320" y="300960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9" name=""/>
          <p:cNvSpPr/>
          <p:nvPr/>
        </p:nvSpPr>
        <p:spPr>
          <a:xfrm>
            <a:off x="571320" y="300024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0" name=""/>
          <p:cNvSpPr/>
          <p:nvPr/>
        </p:nvSpPr>
        <p:spPr>
          <a:xfrm>
            <a:off x="1171440" y="300960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1" name=""/>
          <p:cNvSpPr/>
          <p:nvPr/>
        </p:nvSpPr>
        <p:spPr>
          <a:xfrm>
            <a:off x="1180800" y="300024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2" name=""/>
          <p:cNvSpPr/>
          <p:nvPr/>
        </p:nvSpPr>
        <p:spPr>
          <a:xfrm>
            <a:off x="3666960" y="300960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3" name=""/>
          <p:cNvSpPr/>
          <p:nvPr/>
        </p:nvSpPr>
        <p:spPr>
          <a:xfrm>
            <a:off x="3676320" y="3000240"/>
            <a:ext cx="1981800" cy="9720"/>
          </a:xfrm>
          <a:custGeom>
            <a:avLst/>
            <a:gdLst/>
            <a:ahLst/>
            <a:rect l="0" t="0" r="r" b="b"/>
            <a:pathLst>
              <a:path w="5505" h="27">
                <a:moveTo>
                  <a:pt x="0" y="0"/>
                </a:moveTo>
                <a:lnTo>
                  <a:pt x="5505" y="0"/>
                </a:lnTo>
                <a:lnTo>
                  <a:pt x="5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4" name=""/>
          <p:cNvSpPr/>
          <p:nvPr/>
        </p:nvSpPr>
        <p:spPr>
          <a:xfrm>
            <a:off x="5648040" y="3009600"/>
            <a:ext cx="10080" cy="505440"/>
          </a:xfrm>
          <a:custGeom>
            <a:avLst/>
            <a:gdLst/>
            <a:ahLst/>
            <a:rect l="0" t="0" r="r" b="b"/>
            <a:pathLst>
              <a:path w="28" h="1404">
                <a:moveTo>
                  <a:pt x="0" y="0"/>
                </a:moveTo>
                <a:lnTo>
                  <a:pt x="28" y="0"/>
                </a:lnTo>
                <a:lnTo>
                  <a:pt x="28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5" name=""/>
          <p:cNvSpPr/>
          <p:nvPr/>
        </p:nvSpPr>
        <p:spPr>
          <a:xfrm>
            <a:off x="5657760" y="300024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6" name=""/>
          <p:cNvSpPr/>
          <p:nvPr/>
        </p:nvSpPr>
        <p:spPr>
          <a:xfrm>
            <a:off x="7629480" y="300960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7" name=""/>
          <p:cNvSpPr/>
          <p:nvPr/>
        </p:nvSpPr>
        <p:spPr>
          <a:xfrm>
            <a:off x="7638840" y="300024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8" name=""/>
          <p:cNvSpPr/>
          <p:nvPr/>
        </p:nvSpPr>
        <p:spPr>
          <a:xfrm>
            <a:off x="9381960" y="300960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9" name=""/>
          <p:cNvSpPr/>
          <p:nvPr/>
        </p:nvSpPr>
        <p:spPr>
          <a:xfrm>
            <a:off x="571320" y="351468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0" name=""/>
          <p:cNvSpPr/>
          <p:nvPr/>
        </p:nvSpPr>
        <p:spPr>
          <a:xfrm>
            <a:off x="571320" y="3504960"/>
            <a:ext cx="609840" cy="10440"/>
          </a:xfrm>
          <a:custGeom>
            <a:avLst/>
            <a:gdLst/>
            <a:ahLst/>
            <a:rect l="0" t="0" r="r" b="b"/>
            <a:pathLst>
              <a:path w="1694" h="29">
                <a:moveTo>
                  <a:pt x="0" y="0"/>
                </a:moveTo>
                <a:lnTo>
                  <a:pt x="1694" y="0"/>
                </a:lnTo>
                <a:lnTo>
                  <a:pt x="169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1" name=""/>
          <p:cNvSpPr/>
          <p:nvPr/>
        </p:nvSpPr>
        <p:spPr>
          <a:xfrm>
            <a:off x="1171440" y="351468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2" name=""/>
          <p:cNvSpPr/>
          <p:nvPr/>
        </p:nvSpPr>
        <p:spPr>
          <a:xfrm>
            <a:off x="1180800" y="3504960"/>
            <a:ext cx="2495880" cy="10440"/>
          </a:xfrm>
          <a:custGeom>
            <a:avLst/>
            <a:gdLst/>
            <a:ahLst/>
            <a:rect l="0" t="0" r="r" b="b"/>
            <a:pathLst>
              <a:path w="6933" h="29">
                <a:moveTo>
                  <a:pt x="0" y="0"/>
                </a:moveTo>
                <a:lnTo>
                  <a:pt x="6933" y="0"/>
                </a:lnTo>
                <a:lnTo>
                  <a:pt x="693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3" name=""/>
          <p:cNvSpPr/>
          <p:nvPr/>
        </p:nvSpPr>
        <p:spPr>
          <a:xfrm>
            <a:off x="3666960" y="351468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4" name=""/>
          <p:cNvSpPr/>
          <p:nvPr/>
        </p:nvSpPr>
        <p:spPr>
          <a:xfrm>
            <a:off x="3676320" y="3504960"/>
            <a:ext cx="1981800" cy="10440"/>
          </a:xfrm>
          <a:custGeom>
            <a:avLst/>
            <a:gdLst/>
            <a:ahLst/>
            <a:rect l="0" t="0" r="r" b="b"/>
            <a:pathLst>
              <a:path w="5505" h="29">
                <a:moveTo>
                  <a:pt x="0" y="0"/>
                </a:moveTo>
                <a:lnTo>
                  <a:pt x="5505" y="0"/>
                </a:lnTo>
                <a:lnTo>
                  <a:pt x="550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5" name=""/>
          <p:cNvSpPr/>
          <p:nvPr/>
        </p:nvSpPr>
        <p:spPr>
          <a:xfrm>
            <a:off x="5648040" y="351468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6" name=""/>
          <p:cNvSpPr/>
          <p:nvPr/>
        </p:nvSpPr>
        <p:spPr>
          <a:xfrm>
            <a:off x="5657760" y="3504960"/>
            <a:ext cx="1981440" cy="10440"/>
          </a:xfrm>
          <a:custGeom>
            <a:avLst/>
            <a:gdLst/>
            <a:ahLst/>
            <a:rect l="0" t="0" r="r" b="b"/>
            <a:pathLst>
              <a:path w="5504" h="29">
                <a:moveTo>
                  <a:pt x="0" y="0"/>
                </a:moveTo>
                <a:lnTo>
                  <a:pt x="5504" y="0"/>
                </a:lnTo>
                <a:lnTo>
                  <a:pt x="550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7" name=""/>
          <p:cNvSpPr/>
          <p:nvPr/>
        </p:nvSpPr>
        <p:spPr>
          <a:xfrm>
            <a:off x="7629480" y="351468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8" name=""/>
          <p:cNvSpPr/>
          <p:nvPr/>
        </p:nvSpPr>
        <p:spPr>
          <a:xfrm>
            <a:off x="7638840" y="3504960"/>
            <a:ext cx="1752840" cy="10440"/>
          </a:xfrm>
          <a:custGeom>
            <a:avLst/>
            <a:gdLst/>
            <a:ahLst/>
            <a:rect l="0" t="0" r="r" b="b"/>
            <a:pathLst>
              <a:path w="4869" h="29">
                <a:moveTo>
                  <a:pt x="0" y="0"/>
                </a:moveTo>
                <a:lnTo>
                  <a:pt x="4869" y="0"/>
                </a:lnTo>
                <a:lnTo>
                  <a:pt x="486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9" name=""/>
          <p:cNvSpPr/>
          <p:nvPr/>
        </p:nvSpPr>
        <p:spPr>
          <a:xfrm>
            <a:off x="9381960" y="351468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0" name=""/>
          <p:cNvSpPr/>
          <p:nvPr/>
        </p:nvSpPr>
        <p:spPr>
          <a:xfrm>
            <a:off x="571320" y="40194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1" name=""/>
          <p:cNvSpPr/>
          <p:nvPr/>
        </p:nvSpPr>
        <p:spPr>
          <a:xfrm>
            <a:off x="571320" y="400968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2" name=""/>
          <p:cNvSpPr/>
          <p:nvPr/>
        </p:nvSpPr>
        <p:spPr>
          <a:xfrm>
            <a:off x="1171440" y="40194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3" name=""/>
          <p:cNvSpPr/>
          <p:nvPr/>
        </p:nvSpPr>
        <p:spPr>
          <a:xfrm>
            <a:off x="1180800" y="400968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4" name=""/>
          <p:cNvSpPr/>
          <p:nvPr/>
        </p:nvSpPr>
        <p:spPr>
          <a:xfrm>
            <a:off x="3666960" y="40194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5" name=""/>
          <p:cNvSpPr/>
          <p:nvPr/>
        </p:nvSpPr>
        <p:spPr>
          <a:xfrm>
            <a:off x="3676320" y="4009680"/>
            <a:ext cx="1981800" cy="10080"/>
          </a:xfrm>
          <a:custGeom>
            <a:avLst/>
            <a:gdLst/>
            <a:ahLst/>
            <a:rect l="0" t="0" r="r" b="b"/>
            <a:pathLst>
              <a:path w="5505" h="28">
                <a:moveTo>
                  <a:pt x="0" y="0"/>
                </a:moveTo>
                <a:lnTo>
                  <a:pt x="5505" y="0"/>
                </a:lnTo>
                <a:lnTo>
                  <a:pt x="5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6" name=""/>
          <p:cNvSpPr/>
          <p:nvPr/>
        </p:nvSpPr>
        <p:spPr>
          <a:xfrm>
            <a:off x="5648040" y="40194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7" name=""/>
          <p:cNvSpPr/>
          <p:nvPr/>
        </p:nvSpPr>
        <p:spPr>
          <a:xfrm>
            <a:off x="5657760" y="400968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8" name=""/>
          <p:cNvSpPr/>
          <p:nvPr/>
        </p:nvSpPr>
        <p:spPr>
          <a:xfrm>
            <a:off x="7629480" y="40194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9" name=""/>
          <p:cNvSpPr/>
          <p:nvPr/>
        </p:nvSpPr>
        <p:spPr>
          <a:xfrm>
            <a:off x="7638840" y="4009680"/>
            <a:ext cx="1752840" cy="10080"/>
          </a:xfrm>
          <a:custGeom>
            <a:avLst/>
            <a:gdLst/>
            <a:ahLst/>
            <a:rect l="0" t="0" r="r" b="b"/>
            <a:pathLst>
              <a:path w="4869" h="28">
                <a:moveTo>
                  <a:pt x="0" y="0"/>
                </a:moveTo>
                <a:lnTo>
                  <a:pt x="4869" y="0"/>
                </a:lnTo>
                <a:lnTo>
                  <a:pt x="48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0" name=""/>
          <p:cNvSpPr/>
          <p:nvPr/>
        </p:nvSpPr>
        <p:spPr>
          <a:xfrm>
            <a:off x="9381960" y="40194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1" name=""/>
          <p:cNvSpPr/>
          <p:nvPr/>
        </p:nvSpPr>
        <p:spPr>
          <a:xfrm>
            <a:off x="571320" y="452412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2" name=""/>
          <p:cNvSpPr/>
          <p:nvPr/>
        </p:nvSpPr>
        <p:spPr>
          <a:xfrm>
            <a:off x="571320" y="451476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3" name=""/>
          <p:cNvSpPr/>
          <p:nvPr/>
        </p:nvSpPr>
        <p:spPr>
          <a:xfrm>
            <a:off x="1171440" y="452412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4" name=""/>
          <p:cNvSpPr/>
          <p:nvPr/>
        </p:nvSpPr>
        <p:spPr>
          <a:xfrm>
            <a:off x="1180800" y="451476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5" name=""/>
          <p:cNvSpPr/>
          <p:nvPr/>
        </p:nvSpPr>
        <p:spPr>
          <a:xfrm>
            <a:off x="3666960" y="452412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6" name=""/>
          <p:cNvSpPr/>
          <p:nvPr/>
        </p:nvSpPr>
        <p:spPr>
          <a:xfrm>
            <a:off x="3676320" y="4514760"/>
            <a:ext cx="1981800" cy="9720"/>
          </a:xfrm>
          <a:custGeom>
            <a:avLst/>
            <a:gdLst/>
            <a:ahLst/>
            <a:rect l="0" t="0" r="r" b="b"/>
            <a:pathLst>
              <a:path w="5505" h="27">
                <a:moveTo>
                  <a:pt x="0" y="0"/>
                </a:moveTo>
                <a:lnTo>
                  <a:pt x="5505" y="0"/>
                </a:lnTo>
                <a:lnTo>
                  <a:pt x="5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7" name=""/>
          <p:cNvSpPr/>
          <p:nvPr/>
        </p:nvSpPr>
        <p:spPr>
          <a:xfrm>
            <a:off x="5648040" y="452412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8" name=""/>
          <p:cNvSpPr/>
          <p:nvPr/>
        </p:nvSpPr>
        <p:spPr>
          <a:xfrm>
            <a:off x="5657760" y="451476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9" name=""/>
          <p:cNvSpPr/>
          <p:nvPr/>
        </p:nvSpPr>
        <p:spPr>
          <a:xfrm>
            <a:off x="7629480" y="452412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0" name=""/>
          <p:cNvSpPr/>
          <p:nvPr/>
        </p:nvSpPr>
        <p:spPr>
          <a:xfrm>
            <a:off x="7638840" y="451476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1" name=""/>
          <p:cNvSpPr/>
          <p:nvPr/>
        </p:nvSpPr>
        <p:spPr>
          <a:xfrm>
            <a:off x="9381960" y="452412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2" name=""/>
          <p:cNvSpPr/>
          <p:nvPr/>
        </p:nvSpPr>
        <p:spPr>
          <a:xfrm>
            <a:off x="571320" y="502884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3" name=""/>
          <p:cNvSpPr/>
          <p:nvPr/>
        </p:nvSpPr>
        <p:spPr>
          <a:xfrm>
            <a:off x="571320" y="501948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4" name=""/>
          <p:cNvSpPr/>
          <p:nvPr/>
        </p:nvSpPr>
        <p:spPr>
          <a:xfrm>
            <a:off x="1171440" y="502884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5" name=""/>
          <p:cNvSpPr/>
          <p:nvPr/>
        </p:nvSpPr>
        <p:spPr>
          <a:xfrm>
            <a:off x="1180800" y="501948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6" name=""/>
          <p:cNvSpPr/>
          <p:nvPr/>
        </p:nvSpPr>
        <p:spPr>
          <a:xfrm>
            <a:off x="3666960" y="502884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7" name=""/>
          <p:cNvSpPr/>
          <p:nvPr/>
        </p:nvSpPr>
        <p:spPr>
          <a:xfrm>
            <a:off x="3676320" y="5019480"/>
            <a:ext cx="1981800" cy="9720"/>
          </a:xfrm>
          <a:custGeom>
            <a:avLst/>
            <a:gdLst/>
            <a:ahLst/>
            <a:rect l="0" t="0" r="r" b="b"/>
            <a:pathLst>
              <a:path w="5505" h="27">
                <a:moveTo>
                  <a:pt x="0" y="0"/>
                </a:moveTo>
                <a:lnTo>
                  <a:pt x="5505" y="0"/>
                </a:lnTo>
                <a:lnTo>
                  <a:pt x="5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8" name=""/>
          <p:cNvSpPr/>
          <p:nvPr/>
        </p:nvSpPr>
        <p:spPr>
          <a:xfrm>
            <a:off x="5648040" y="5028840"/>
            <a:ext cx="10080" cy="505440"/>
          </a:xfrm>
          <a:custGeom>
            <a:avLst/>
            <a:gdLst/>
            <a:ahLst/>
            <a:rect l="0" t="0" r="r" b="b"/>
            <a:pathLst>
              <a:path w="28" h="1404">
                <a:moveTo>
                  <a:pt x="0" y="0"/>
                </a:moveTo>
                <a:lnTo>
                  <a:pt x="28" y="0"/>
                </a:lnTo>
                <a:lnTo>
                  <a:pt x="28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9" name=""/>
          <p:cNvSpPr/>
          <p:nvPr/>
        </p:nvSpPr>
        <p:spPr>
          <a:xfrm>
            <a:off x="5657760" y="501948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0" name=""/>
          <p:cNvSpPr/>
          <p:nvPr/>
        </p:nvSpPr>
        <p:spPr>
          <a:xfrm>
            <a:off x="7629480" y="502884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1" name=""/>
          <p:cNvSpPr/>
          <p:nvPr/>
        </p:nvSpPr>
        <p:spPr>
          <a:xfrm>
            <a:off x="7638840" y="501948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2" name=""/>
          <p:cNvSpPr/>
          <p:nvPr/>
        </p:nvSpPr>
        <p:spPr>
          <a:xfrm>
            <a:off x="9381960" y="502884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3" name=""/>
          <p:cNvSpPr/>
          <p:nvPr/>
        </p:nvSpPr>
        <p:spPr>
          <a:xfrm>
            <a:off x="571320" y="552420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4" name=""/>
          <p:cNvSpPr/>
          <p:nvPr/>
        </p:nvSpPr>
        <p:spPr>
          <a:xfrm>
            <a:off x="1180800" y="552420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5" name=""/>
          <p:cNvSpPr/>
          <p:nvPr/>
        </p:nvSpPr>
        <p:spPr>
          <a:xfrm>
            <a:off x="3676320" y="5524200"/>
            <a:ext cx="1981800" cy="10080"/>
          </a:xfrm>
          <a:custGeom>
            <a:avLst/>
            <a:gdLst/>
            <a:ahLst/>
            <a:rect l="0" t="0" r="r" b="b"/>
            <a:pathLst>
              <a:path w="5505" h="28">
                <a:moveTo>
                  <a:pt x="0" y="0"/>
                </a:moveTo>
                <a:lnTo>
                  <a:pt x="5505" y="0"/>
                </a:lnTo>
                <a:lnTo>
                  <a:pt x="5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6" name=""/>
          <p:cNvSpPr/>
          <p:nvPr/>
        </p:nvSpPr>
        <p:spPr>
          <a:xfrm>
            <a:off x="5657760" y="552420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7" name=""/>
          <p:cNvSpPr/>
          <p:nvPr/>
        </p:nvSpPr>
        <p:spPr>
          <a:xfrm>
            <a:off x="7638840" y="5524200"/>
            <a:ext cx="1752840" cy="10080"/>
          </a:xfrm>
          <a:custGeom>
            <a:avLst/>
            <a:gdLst/>
            <a:ahLst/>
            <a:rect l="0" t="0" r="r" b="b"/>
            <a:pathLst>
              <a:path w="4869" h="28">
                <a:moveTo>
                  <a:pt x="0" y="0"/>
                </a:moveTo>
                <a:lnTo>
                  <a:pt x="4869" y="0"/>
                </a:lnTo>
                <a:lnTo>
                  <a:pt x="48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733320" y="1550880"/>
            <a:ext cx="24732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ID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1333080" y="1550880"/>
            <a:ext cx="12538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Description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3827880" y="1550880"/>
            <a:ext cx="14716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Distribution 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5810760" y="1550880"/>
            <a:ext cx="14716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Distribution 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7793280" y="1550880"/>
            <a:ext cx="131796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True nABCD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733320" y="210492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64" name=""/>
          <p:cNvSpPr/>
          <p:nvPr/>
        </p:nvSpPr>
        <p:spPr>
          <a:xfrm>
            <a:off x="3838680" y="213120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1" y="39"/>
                </a:moveTo>
                <a:cubicBezTo>
                  <a:pt x="170" y="39"/>
                  <a:pt x="167" y="39"/>
                  <a:pt x="165" y="39"/>
                </a:cubicBezTo>
                <a:cubicBezTo>
                  <a:pt x="151" y="39"/>
                  <a:pt x="142" y="39"/>
                  <a:pt x="139" y="38"/>
                </a:cubicBezTo>
                <a:cubicBezTo>
                  <a:pt x="136" y="38"/>
                  <a:pt x="135" y="35"/>
                  <a:pt x="135" y="29"/>
                </a:cubicBezTo>
                <a:cubicBezTo>
                  <a:pt x="135" y="14"/>
                  <a:pt x="138" y="5"/>
                  <a:pt x="144" y="1"/>
                </a:cubicBezTo>
                <a:cubicBezTo>
                  <a:pt x="145" y="1"/>
                  <a:pt x="173" y="0"/>
                  <a:pt x="226" y="0"/>
                </a:cubicBezTo>
                <a:cubicBezTo>
                  <a:pt x="270" y="0"/>
                  <a:pt x="294" y="0"/>
                  <a:pt x="301" y="0"/>
                </a:cubicBezTo>
                <a:cubicBezTo>
                  <a:pt x="307" y="0"/>
                  <a:pt x="311" y="2"/>
                  <a:pt x="312" y="5"/>
                </a:cubicBezTo>
                <a:cubicBezTo>
                  <a:pt x="431" y="286"/>
                  <a:pt x="492" y="429"/>
                  <a:pt x="494" y="436"/>
                </a:cubicBezTo>
                <a:lnTo>
                  <a:pt x="540" y="256"/>
                </a:lnTo>
                <a:cubicBezTo>
                  <a:pt x="570" y="138"/>
                  <a:pt x="585" y="73"/>
                  <a:pt x="585" y="65"/>
                </a:cubicBezTo>
                <a:cubicBezTo>
                  <a:pt x="585" y="50"/>
                  <a:pt x="567" y="41"/>
                  <a:pt x="530" y="39"/>
                </a:cubicBezTo>
                <a:cubicBezTo>
                  <a:pt x="517" y="39"/>
                  <a:pt x="510" y="36"/>
                  <a:pt x="510" y="30"/>
                </a:cubicBezTo>
                <a:cubicBezTo>
                  <a:pt x="510" y="29"/>
                  <a:pt x="511" y="25"/>
                  <a:pt x="512" y="20"/>
                </a:cubicBezTo>
                <a:cubicBezTo>
                  <a:pt x="514" y="11"/>
                  <a:pt x="516" y="5"/>
                  <a:pt x="517" y="4"/>
                </a:cubicBezTo>
                <a:cubicBezTo>
                  <a:pt x="518" y="2"/>
                  <a:pt x="521" y="1"/>
                  <a:pt x="525" y="0"/>
                </a:cubicBezTo>
                <a:cubicBezTo>
                  <a:pt x="527" y="0"/>
                  <a:pt x="536" y="1"/>
                  <a:pt x="552" y="1"/>
                </a:cubicBezTo>
                <a:cubicBezTo>
                  <a:pt x="568" y="2"/>
                  <a:pt x="592" y="2"/>
                  <a:pt x="623" y="3"/>
                </a:cubicBezTo>
                <a:cubicBezTo>
                  <a:pt x="651" y="3"/>
                  <a:pt x="672" y="3"/>
                  <a:pt x="687" y="2"/>
                </a:cubicBezTo>
                <a:cubicBezTo>
                  <a:pt x="701" y="1"/>
                  <a:pt x="710" y="1"/>
                  <a:pt x="712" y="1"/>
                </a:cubicBezTo>
                <a:cubicBezTo>
                  <a:pt x="721" y="1"/>
                  <a:pt x="725" y="4"/>
                  <a:pt x="725" y="10"/>
                </a:cubicBezTo>
                <a:cubicBezTo>
                  <a:pt x="725" y="22"/>
                  <a:pt x="722" y="30"/>
                  <a:pt x="718" y="35"/>
                </a:cubicBezTo>
                <a:cubicBezTo>
                  <a:pt x="717" y="38"/>
                  <a:pt x="711" y="39"/>
                  <a:pt x="699" y="39"/>
                </a:cubicBezTo>
                <a:cubicBezTo>
                  <a:pt x="659" y="41"/>
                  <a:pt x="634" y="53"/>
                  <a:pt x="624" y="73"/>
                </a:cubicBezTo>
                <a:lnTo>
                  <a:pt x="497" y="572"/>
                </a:lnTo>
                <a:cubicBezTo>
                  <a:pt x="496" y="576"/>
                  <a:pt x="490" y="578"/>
                  <a:pt x="480" y="578"/>
                </a:cubicBezTo>
                <a:cubicBezTo>
                  <a:pt x="472" y="578"/>
                  <a:pt x="467" y="578"/>
                  <a:pt x="465" y="576"/>
                </a:cubicBezTo>
                <a:cubicBezTo>
                  <a:pt x="464" y="575"/>
                  <a:pt x="427" y="489"/>
                  <a:pt x="356" y="321"/>
                </a:cubicBezTo>
                <a:lnTo>
                  <a:pt x="249" y="67"/>
                </a:lnTo>
                <a:lnTo>
                  <a:pt x="194" y="288"/>
                </a:lnTo>
                <a:cubicBezTo>
                  <a:pt x="158" y="432"/>
                  <a:pt x="139" y="506"/>
                  <a:pt x="139" y="511"/>
                </a:cubicBezTo>
                <a:cubicBezTo>
                  <a:pt x="142" y="530"/>
                  <a:pt x="162" y="539"/>
                  <a:pt x="200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8"/>
                  <a:pt x="213" y="553"/>
                  <a:pt x="212" y="562"/>
                </a:cubicBezTo>
                <a:cubicBezTo>
                  <a:pt x="210" y="569"/>
                  <a:pt x="207" y="575"/>
                  <a:pt x="203" y="578"/>
                </a:cubicBezTo>
                <a:lnTo>
                  <a:pt x="192" y="578"/>
                </a:lnTo>
                <a:cubicBezTo>
                  <a:pt x="175" y="577"/>
                  <a:pt x="145" y="576"/>
                  <a:pt x="101" y="576"/>
                </a:cubicBezTo>
                <a:cubicBezTo>
                  <a:pt x="85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7"/>
                  <a:pt x="13" y="577"/>
                </a:cubicBezTo>
                <a:cubicBezTo>
                  <a:pt x="4" y="577"/>
                  <a:pt x="0" y="575"/>
                  <a:pt x="0" y="570"/>
                </a:cubicBezTo>
                <a:cubicBezTo>
                  <a:pt x="0" y="567"/>
                  <a:pt x="1" y="563"/>
                  <a:pt x="2" y="556"/>
                </a:cubicBezTo>
                <a:cubicBezTo>
                  <a:pt x="4" y="549"/>
                  <a:pt x="6" y="546"/>
                  <a:pt x="7" y="544"/>
                </a:cubicBezTo>
                <a:cubicBezTo>
                  <a:pt x="8" y="541"/>
                  <a:pt x="14" y="539"/>
                  <a:pt x="26" y="539"/>
                </a:cubicBezTo>
                <a:cubicBezTo>
                  <a:pt x="64" y="538"/>
                  <a:pt x="89" y="527"/>
                  <a:pt x="100" y="506"/>
                </a:cubicBezTo>
                <a:cubicBezTo>
                  <a:pt x="103" y="503"/>
                  <a:pt x="123" y="425"/>
                  <a:pt x="160" y="272"/>
                </a:cubicBezTo>
                <a:lnTo>
                  <a:pt x="218" y="42"/>
                </a:lnTo>
                <a:cubicBezTo>
                  <a:pt x="217" y="41"/>
                  <a:pt x="201" y="40"/>
                  <a:pt x="171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5" name=""/>
          <p:cNvSpPr/>
          <p:nvPr/>
        </p:nvSpPr>
        <p:spPr>
          <a:xfrm>
            <a:off x="4127760" y="211104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0" y="422"/>
                </a:moveTo>
                <a:cubicBezTo>
                  <a:pt x="0" y="383"/>
                  <a:pt x="3" y="346"/>
                  <a:pt x="9" y="311"/>
                </a:cubicBezTo>
                <a:cubicBezTo>
                  <a:pt x="14" y="276"/>
                  <a:pt x="21" y="246"/>
                  <a:pt x="28" y="221"/>
                </a:cubicBezTo>
                <a:cubicBezTo>
                  <a:pt x="35" y="196"/>
                  <a:pt x="46" y="171"/>
                  <a:pt x="59" y="147"/>
                </a:cubicBezTo>
                <a:cubicBezTo>
                  <a:pt x="73" y="122"/>
                  <a:pt x="83" y="104"/>
                  <a:pt x="91" y="90"/>
                </a:cubicBezTo>
                <a:cubicBezTo>
                  <a:pt x="100" y="77"/>
                  <a:pt x="112" y="62"/>
                  <a:pt x="128" y="46"/>
                </a:cubicBezTo>
                <a:cubicBezTo>
                  <a:pt x="144" y="30"/>
                  <a:pt x="153" y="21"/>
                  <a:pt x="156" y="17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2"/>
                  <a:pt x="203" y="7"/>
                </a:cubicBezTo>
                <a:cubicBezTo>
                  <a:pt x="203" y="9"/>
                  <a:pt x="198" y="15"/>
                  <a:pt x="189" y="25"/>
                </a:cubicBezTo>
                <a:cubicBezTo>
                  <a:pt x="179" y="35"/>
                  <a:pt x="168" y="50"/>
                  <a:pt x="154" y="70"/>
                </a:cubicBezTo>
                <a:cubicBezTo>
                  <a:pt x="141" y="90"/>
                  <a:pt x="127" y="114"/>
                  <a:pt x="113" y="142"/>
                </a:cubicBezTo>
                <a:cubicBezTo>
                  <a:pt x="99" y="171"/>
                  <a:pt x="86" y="210"/>
                  <a:pt x="76" y="259"/>
                </a:cubicBezTo>
                <a:cubicBezTo>
                  <a:pt x="67" y="308"/>
                  <a:pt x="62" y="362"/>
                  <a:pt x="62" y="422"/>
                </a:cubicBezTo>
                <a:cubicBezTo>
                  <a:pt x="62" y="483"/>
                  <a:pt x="67" y="537"/>
                  <a:pt x="76" y="585"/>
                </a:cubicBezTo>
                <a:cubicBezTo>
                  <a:pt x="86" y="634"/>
                  <a:pt x="98" y="673"/>
                  <a:pt x="112" y="703"/>
                </a:cubicBezTo>
                <a:cubicBezTo>
                  <a:pt x="125" y="732"/>
                  <a:pt x="139" y="757"/>
                  <a:pt x="153" y="775"/>
                </a:cubicBezTo>
                <a:cubicBezTo>
                  <a:pt x="167" y="794"/>
                  <a:pt x="179" y="809"/>
                  <a:pt x="189" y="820"/>
                </a:cubicBezTo>
                <a:cubicBezTo>
                  <a:pt x="198" y="831"/>
                  <a:pt x="203" y="837"/>
                  <a:pt x="203" y="838"/>
                </a:cubicBezTo>
                <a:cubicBezTo>
                  <a:pt x="203" y="843"/>
                  <a:pt x="199" y="845"/>
                  <a:pt x="190" y="845"/>
                </a:cubicBezTo>
                <a:lnTo>
                  <a:pt x="188" y="845"/>
                </a:lnTo>
                <a:lnTo>
                  <a:pt x="177" y="845"/>
                </a:lnTo>
                <a:lnTo>
                  <a:pt x="153" y="825"/>
                </a:lnTo>
                <a:cubicBezTo>
                  <a:pt x="100" y="777"/>
                  <a:pt x="61" y="718"/>
                  <a:pt x="36" y="646"/>
                </a:cubicBezTo>
                <a:cubicBezTo>
                  <a:pt x="12" y="574"/>
                  <a:pt x="0" y="500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6" name=""/>
          <p:cNvSpPr/>
          <p:nvPr/>
        </p:nvSpPr>
        <p:spPr>
          <a:xfrm>
            <a:off x="4232880" y="213660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1"/>
                </a:moveTo>
                <a:cubicBezTo>
                  <a:pt x="96" y="444"/>
                  <a:pt x="91" y="455"/>
                  <a:pt x="82" y="464"/>
                </a:cubicBezTo>
                <a:cubicBezTo>
                  <a:pt x="73" y="473"/>
                  <a:pt x="62" y="478"/>
                  <a:pt x="49" y="478"/>
                </a:cubicBezTo>
                <a:lnTo>
                  <a:pt x="43" y="478"/>
                </a:lnTo>
                <a:cubicBezTo>
                  <a:pt x="69" y="522"/>
                  <a:pt x="104" y="545"/>
                  <a:pt x="147" y="545"/>
                </a:cubicBezTo>
                <a:cubicBezTo>
                  <a:pt x="186" y="545"/>
                  <a:pt x="216" y="528"/>
                  <a:pt x="234" y="494"/>
                </a:cubicBezTo>
                <a:cubicBezTo>
                  <a:pt x="244" y="475"/>
                  <a:pt x="250" y="439"/>
                  <a:pt x="250" y="386"/>
                </a:cubicBezTo>
                <a:cubicBezTo>
                  <a:pt x="250" y="328"/>
                  <a:pt x="242" y="289"/>
                  <a:pt x="227" y="268"/>
                </a:cubicBezTo>
                <a:cubicBezTo>
                  <a:pt x="212" y="250"/>
                  <a:pt x="195" y="241"/>
                  <a:pt x="177" y="241"/>
                </a:cubicBezTo>
                <a:lnTo>
                  <a:pt x="172" y="241"/>
                </a:lnTo>
                <a:cubicBezTo>
                  <a:pt x="128" y="241"/>
                  <a:pt x="95" y="260"/>
                  <a:pt x="72" y="298"/>
                </a:cubicBezTo>
                <a:cubicBezTo>
                  <a:pt x="70" y="302"/>
                  <a:pt x="68" y="304"/>
                  <a:pt x="66" y="305"/>
                </a:cubicBezTo>
                <a:cubicBezTo>
                  <a:pt x="65" y="305"/>
                  <a:pt x="60" y="306"/>
                  <a:pt x="54" y="306"/>
                </a:cubicBezTo>
                <a:cubicBezTo>
                  <a:pt x="44" y="306"/>
                  <a:pt x="39" y="305"/>
                  <a:pt x="38" y="301"/>
                </a:cubicBezTo>
                <a:cubicBezTo>
                  <a:pt x="36" y="299"/>
                  <a:pt x="36" y="250"/>
                  <a:pt x="36" y="153"/>
                </a:cubicBezTo>
                <a:lnTo>
                  <a:pt x="36" y="44"/>
                </a:lnTo>
                <a:cubicBezTo>
                  <a:pt x="36" y="15"/>
                  <a:pt x="37" y="1"/>
                  <a:pt x="40" y="1"/>
                </a:cubicBezTo>
                <a:cubicBezTo>
                  <a:pt x="41" y="0"/>
                  <a:pt x="42" y="0"/>
                  <a:pt x="43" y="0"/>
                </a:cubicBezTo>
                <a:cubicBezTo>
                  <a:pt x="44" y="0"/>
                  <a:pt x="50" y="2"/>
                  <a:pt x="61" y="6"/>
                </a:cubicBezTo>
                <a:cubicBezTo>
                  <a:pt x="72" y="11"/>
                  <a:pt x="88" y="15"/>
                  <a:pt x="108" y="20"/>
                </a:cubicBezTo>
                <a:cubicBezTo>
                  <a:pt x="127" y="24"/>
                  <a:pt x="148" y="27"/>
                  <a:pt x="171" y="27"/>
                </a:cubicBezTo>
                <a:cubicBezTo>
                  <a:pt x="212" y="27"/>
                  <a:pt x="250" y="19"/>
                  <a:pt x="287" y="3"/>
                </a:cubicBezTo>
                <a:cubicBezTo>
                  <a:pt x="291" y="1"/>
                  <a:pt x="295" y="0"/>
                  <a:pt x="298" y="0"/>
                </a:cubicBezTo>
                <a:cubicBezTo>
                  <a:pt x="302" y="0"/>
                  <a:pt x="305" y="5"/>
                  <a:pt x="305" y="15"/>
                </a:cubicBezTo>
                <a:lnTo>
                  <a:pt x="305" y="26"/>
                </a:lnTo>
                <a:cubicBezTo>
                  <a:pt x="258" y="80"/>
                  <a:pt x="200" y="108"/>
                  <a:pt x="130" y="108"/>
                </a:cubicBezTo>
                <a:cubicBezTo>
                  <a:pt x="113" y="108"/>
                  <a:pt x="97" y="106"/>
                  <a:pt x="83" y="103"/>
                </a:cubicBezTo>
                <a:lnTo>
                  <a:pt x="75" y="101"/>
                </a:lnTo>
                <a:lnTo>
                  <a:pt x="75" y="247"/>
                </a:lnTo>
                <a:cubicBezTo>
                  <a:pt x="85" y="239"/>
                  <a:pt x="94" y="233"/>
                  <a:pt x="100" y="229"/>
                </a:cubicBezTo>
                <a:cubicBezTo>
                  <a:pt x="106" y="224"/>
                  <a:pt x="116" y="220"/>
                  <a:pt x="130" y="215"/>
                </a:cubicBezTo>
                <a:cubicBezTo>
                  <a:pt x="145" y="211"/>
                  <a:pt x="159" y="208"/>
                  <a:pt x="174" y="208"/>
                </a:cubicBezTo>
                <a:cubicBezTo>
                  <a:pt x="220" y="208"/>
                  <a:pt x="259" y="227"/>
                  <a:pt x="290" y="263"/>
                </a:cubicBezTo>
                <a:cubicBezTo>
                  <a:pt x="322" y="300"/>
                  <a:pt x="338" y="343"/>
                  <a:pt x="338" y="393"/>
                </a:cubicBezTo>
                <a:cubicBezTo>
                  <a:pt x="338" y="445"/>
                  <a:pt x="320" y="489"/>
                  <a:pt x="283" y="526"/>
                </a:cubicBezTo>
                <a:cubicBezTo>
                  <a:pt x="247" y="563"/>
                  <a:pt x="203" y="581"/>
                  <a:pt x="151" y="582"/>
                </a:cubicBezTo>
                <a:cubicBezTo>
                  <a:pt x="105" y="582"/>
                  <a:pt x="69" y="567"/>
                  <a:pt x="41" y="536"/>
                </a:cubicBezTo>
                <a:cubicBezTo>
                  <a:pt x="13" y="506"/>
                  <a:pt x="0" y="471"/>
                  <a:pt x="0" y="433"/>
                </a:cubicBezTo>
                <a:cubicBezTo>
                  <a:pt x="0" y="420"/>
                  <a:pt x="3" y="409"/>
                  <a:pt x="9" y="401"/>
                </a:cubicBezTo>
                <a:cubicBezTo>
                  <a:pt x="15" y="393"/>
                  <a:pt x="22" y="388"/>
                  <a:pt x="28" y="386"/>
                </a:cubicBezTo>
                <a:cubicBezTo>
                  <a:pt x="35" y="384"/>
                  <a:pt x="41" y="382"/>
                  <a:pt x="48" y="382"/>
                </a:cubicBezTo>
                <a:cubicBezTo>
                  <a:pt x="62" y="382"/>
                  <a:pt x="73" y="387"/>
                  <a:pt x="82" y="397"/>
                </a:cubicBezTo>
                <a:cubicBezTo>
                  <a:pt x="91" y="406"/>
                  <a:pt x="96" y="418"/>
                  <a:pt x="96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7" name=""/>
          <p:cNvSpPr/>
          <p:nvPr/>
        </p:nvSpPr>
        <p:spPr>
          <a:xfrm>
            <a:off x="4381560" y="21366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80" y="22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2"/>
                  <a:pt x="222" y="576"/>
                </a:cubicBezTo>
                <a:cubicBezTo>
                  <a:pt x="207" y="579"/>
                  <a:pt x="193" y="581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19"/>
                  <a:pt x="48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5" y="93"/>
                  <a:pt x="90" y="119"/>
                </a:cubicBezTo>
                <a:cubicBezTo>
                  <a:pt x="86" y="145"/>
                  <a:pt x="83" y="200"/>
                  <a:pt x="83" y="282"/>
                </a:cubicBezTo>
                <a:cubicBezTo>
                  <a:pt x="83" y="371"/>
                  <a:pt x="86" y="429"/>
                  <a:pt x="90" y="458"/>
                </a:cubicBezTo>
                <a:cubicBezTo>
                  <a:pt x="95" y="486"/>
                  <a:pt x="105" y="508"/>
                  <a:pt x="121" y="524"/>
                </a:cubicBezTo>
                <a:cubicBezTo>
                  <a:pt x="136" y="541"/>
                  <a:pt x="156" y="550"/>
                  <a:pt x="179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3" y="366"/>
                  <a:pt x="273" y="282"/>
                </a:cubicBezTo>
                <a:cubicBezTo>
                  <a:pt x="273" y="200"/>
                  <a:pt x="271" y="145"/>
                  <a:pt x="267" y="120"/>
                </a:cubicBezTo>
                <a:cubicBezTo>
                  <a:pt x="262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8" name=""/>
          <p:cNvSpPr/>
          <p:nvPr/>
        </p:nvSpPr>
        <p:spPr>
          <a:xfrm>
            <a:off x="4545360" y="230220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3"/>
                </a:moveTo>
                <a:cubicBezTo>
                  <a:pt x="0" y="73"/>
                  <a:pt x="0" y="66"/>
                  <a:pt x="0" y="52"/>
                </a:cubicBezTo>
                <a:cubicBezTo>
                  <a:pt x="0" y="37"/>
                  <a:pt x="4" y="25"/>
                  <a:pt x="13" y="15"/>
                </a:cubicBezTo>
                <a:cubicBezTo>
                  <a:pt x="22" y="5"/>
                  <a:pt x="34" y="0"/>
                  <a:pt x="50" y="0"/>
                </a:cubicBezTo>
                <a:cubicBezTo>
                  <a:pt x="65" y="0"/>
                  <a:pt x="80" y="7"/>
                  <a:pt x="93" y="21"/>
                </a:cubicBezTo>
                <a:cubicBezTo>
                  <a:pt x="105" y="35"/>
                  <a:pt x="112" y="60"/>
                  <a:pt x="112" y="95"/>
                </a:cubicBezTo>
                <a:cubicBezTo>
                  <a:pt x="112" y="115"/>
                  <a:pt x="110" y="135"/>
                  <a:pt x="105" y="154"/>
                </a:cubicBezTo>
                <a:cubicBezTo>
                  <a:pt x="100" y="172"/>
                  <a:pt x="94" y="188"/>
                  <a:pt x="87" y="202"/>
                </a:cubicBezTo>
                <a:cubicBezTo>
                  <a:pt x="79" y="216"/>
                  <a:pt x="72" y="227"/>
                  <a:pt x="64" y="237"/>
                </a:cubicBezTo>
                <a:cubicBezTo>
                  <a:pt x="56" y="246"/>
                  <a:pt x="49" y="254"/>
                  <a:pt x="44" y="259"/>
                </a:cubicBezTo>
                <a:cubicBezTo>
                  <a:pt x="38" y="265"/>
                  <a:pt x="34" y="268"/>
                  <a:pt x="33" y="267"/>
                </a:cubicBezTo>
                <a:cubicBezTo>
                  <a:pt x="31" y="267"/>
                  <a:pt x="27" y="265"/>
                  <a:pt x="22" y="259"/>
                </a:cubicBezTo>
                <a:cubicBezTo>
                  <a:pt x="17" y="254"/>
                  <a:pt x="14" y="251"/>
                  <a:pt x="14" y="248"/>
                </a:cubicBezTo>
                <a:cubicBezTo>
                  <a:pt x="14" y="246"/>
                  <a:pt x="17" y="242"/>
                  <a:pt x="23" y="235"/>
                </a:cubicBezTo>
                <a:cubicBezTo>
                  <a:pt x="30" y="228"/>
                  <a:pt x="37" y="220"/>
                  <a:pt x="45" y="210"/>
                </a:cubicBezTo>
                <a:cubicBezTo>
                  <a:pt x="52" y="199"/>
                  <a:pt x="60" y="185"/>
                  <a:pt x="67" y="167"/>
                </a:cubicBezTo>
                <a:cubicBezTo>
                  <a:pt x="73" y="149"/>
                  <a:pt x="78" y="129"/>
                  <a:pt x="80" y="105"/>
                </a:cubicBezTo>
                <a:lnTo>
                  <a:pt x="80" y="95"/>
                </a:lnTo>
                <a:lnTo>
                  <a:pt x="79" y="95"/>
                </a:lnTo>
                <a:cubicBezTo>
                  <a:pt x="78" y="96"/>
                  <a:pt x="77" y="97"/>
                  <a:pt x="75" y="97"/>
                </a:cubicBezTo>
                <a:cubicBezTo>
                  <a:pt x="73" y="98"/>
                  <a:pt x="72" y="99"/>
                  <a:pt x="70" y="100"/>
                </a:cubicBezTo>
                <a:cubicBezTo>
                  <a:pt x="68" y="101"/>
                  <a:pt x="66" y="101"/>
                  <a:pt x="62" y="101"/>
                </a:cubicBezTo>
                <a:cubicBezTo>
                  <a:pt x="59" y="101"/>
                  <a:pt x="56" y="102"/>
                  <a:pt x="52" y="102"/>
                </a:cubicBezTo>
                <a:cubicBezTo>
                  <a:pt x="37" y="102"/>
                  <a:pt x="25" y="97"/>
                  <a:pt x="15" y="88"/>
                </a:cubicBez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9" name=""/>
          <p:cNvSpPr/>
          <p:nvPr/>
        </p:nvSpPr>
        <p:spPr>
          <a:xfrm>
            <a:off x="4682160" y="2136600"/>
            <a:ext cx="104760" cy="202680"/>
          </a:xfrm>
          <a:custGeom>
            <a:avLst/>
            <a:gdLst/>
            <a:ahLst/>
            <a:rect l="0" t="0" r="r" b="b"/>
            <a:pathLst>
              <a:path w="291" h="563">
                <a:moveTo>
                  <a:pt x="109" y="74"/>
                </a:moveTo>
                <a:lnTo>
                  <a:pt x="98" y="78"/>
                </a:lnTo>
                <a:cubicBezTo>
                  <a:pt x="91" y="81"/>
                  <a:pt x="79" y="84"/>
                  <a:pt x="65" y="87"/>
                </a:cubicBezTo>
                <a:cubicBezTo>
                  <a:pt x="50" y="89"/>
                  <a:pt x="34" y="91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2" y="53"/>
                  <a:pt x="67" y="48"/>
                  <a:pt x="89" y="41"/>
                </a:cubicBezTo>
                <a:cubicBezTo>
                  <a:pt x="112" y="34"/>
                  <a:pt x="127" y="27"/>
                  <a:pt x="136" y="21"/>
                </a:cubicBezTo>
                <a:cubicBezTo>
                  <a:pt x="146" y="15"/>
                  <a:pt x="153" y="8"/>
                  <a:pt x="160" y="2"/>
                </a:cubicBezTo>
                <a:cubicBezTo>
                  <a:pt x="161" y="0"/>
                  <a:pt x="165" y="0"/>
                  <a:pt x="170" y="0"/>
                </a:cubicBezTo>
                <a:cubicBezTo>
                  <a:pt x="175" y="0"/>
                  <a:pt x="180" y="1"/>
                  <a:pt x="185" y="5"/>
                </a:cubicBezTo>
                <a:lnTo>
                  <a:pt x="185" y="257"/>
                </a:lnTo>
                <a:lnTo>
                  <a:pt x="185" y="511"/>
                </a:lnTo>
                <a:cubicBezTo>
                  <a:pt x="189" y="515"/>
                  <a:pt x="194" y="517"/>
                  <a:pt x="197" y="518"/>
                </a:cubicBezTo>
                <a:cubicBezTo>
                  <a:pt x="199" y="519"/>
                  <a:pt x="206" y="521"/>
                  <a:pt x="217" y="522"/>
                </a:cubicBezTo>
                <a:cubicBezTo>
                  <a:pt x="228" y="523"/>
                  <a:pt x="245" y="523"/>
                  <a:pt x="269" y="523"/>
                </a:cubicBezTo>
                <a:lnTo>
                  <a:pt x="291" y="523"/>
                </a:lnTo>
                <a:lnTo>
                  <a:pt x="291" y="563"/>
                </a:lnTo>
                <a:lnTo>
                  <a:pt x="282" y="563"/>
                </a:lnTo>
                <a:cubicBezTo>
                  <a:pt x="270" y="561"/>
                  <a:pt x="225" y="561"/>
                  <a:pt x="147" y="561"/>
                </a:cubicBezTo>
                <a:cubicBezTo>
                  <a:pt x="70" y="561"/>
                  <a:pt x="26" y="561"/>
                  <a:pt x="14" y="563"/>
                </a:cubicBezTo>
                <a:lnTo>
                  <a:pt x="4" y="563"/>
                </a:lnTo>
                <a:lnTo>
                  <a:pt x="4" y="523"/>
                </a:lnTo>
                <a:lnTo>
                  <a:pt x="26" y="523"/>
                </a:lnTo>
                <a:cubicBezTo>
                  <a:pt x="38" y="523"/>
                  <a:pt x="49" y="523"/>
                  <a:pt x="58" y="523"/>
                </a:cubicBezTo>
                <a:cubicBezTo>
                  <a:pt x="67" y="523"/>
                  <a:pt x="74" y="523"/>
                  <a:pt x="79" y="522"/>
                </a:cubicBezTo>
                <a:cubicBezTo>
                  <a:pt x="84" y="522"/>
                  <a:pt x="89" y="521"/>
                  <a:pt x="93" y="520"/>
                </a:cubicBezTo>
                <a:cubicBezTo>
                  <a:pt x="97" y="519"/>
                  <a:pt x="99" y="518"/>
                  <a:pt x="99" y="518"/>
                </a:cubicBezTo>
                <a:cubicBezTo>
                  <a:pt x="100" y="518"/>
                  <a:pt x="102" y="517"/>
                  <a:pt x="104" y="514"/>
                </a:cubicBezTo>
                <a:cubicBezTo>
                  <a:pt x="107" y="511"/>
                  <a:pt x="109" y="510"/>
                  <a:pt x="109" y="511"/>
                </a:cubicBezTo>
                <a:lnTo>
                  <a:pt x="109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0" name=""/>
          <p:cNvSpPr/>
          <p:nvPr/>
        </p:nvSpPr>
        <p:spPr>
          <a:xfrm>
            <a:off x="4820760" y="21366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2"/>
                  <a:pt x="123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3" y="564"/>
                  <a:pt x="236" y="572"/>
                  <a:pt x="221" y="576"/>
                </a:cubicBezTo>
                <a:cubicBezTo>
                  <a:pt x="206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19"/>
                  <a:pt x="48" y="68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200"/>
                  <a:pt x="83" y="282"/>
                </a:cubicBezTo>
                <a:cubicBezTo>
                  <a:pt x="83" y="371"/>
                  <a:pt x="85" y="429"/>
                  <a:pt x="89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1" y="550"/>
                  <a:pt x="220" y="541"/>
                  <a:pt x="235" y="524"/>
                </a:cubicBezTo>
                <a:cubicBezTo>
                  <a:pt x="252" y="507"/>
                  <a:pt x="262" y="484"/>
                  <a:pt x="266" y="453"/>
                </a:cubicBezTo>
                <a:cubicBezTo>
                  <a:pt x="270" y="423"/>
                  <a:pt x="272" y="366"/>
                  <a:pt x="273" y="282"/>
                </a:cubicBezTo>
                <a:cubicBezTo>
                  <a:pt x="273" y="200"/>
                  <a:pt x="270" y="145"/>
                  <a:pt x="266" y="120"/>
                </a:cubicBezTo>
                <a:cubicBezTo>
                  <a:pt x="261" y="94"/>
                  <a:pt x="252" y="73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1" name=""/>
          <p:cNvSpPr/>
          <p:nvPr/>
        </p:nvSpPr>
        <p:spPr>
          <a:xfrm>
            <a:off x="4981680" y="2076120"/>
            <a:ext cx="86040" cy="143640"/>
          </a:xfrm>
          <a:custGeom>
            <a:avLst/>
            <a:gdLst/>
            <a:ahLst/>
            <a:rect l="0" t="0" r="r" b="b"/>
            <a:pathLst>
              <a:path w="239" h="399">
                <a:moveTo>
                  <a:pt x="35" y="142"/>
                </a:moveTo>
                <a:cubicBezTo>
                  <a:pt x="24" y="142"/>
                  <a:pt x="16" y="138"/>
                  <a:pt x="9" y="131"/>
                </a:cubicBezTo>
                <a:cubicBezTo>
                  <a:pt x="3" y="124"/>
                  <a:pt x="0" y="115"/>
                  <a:pt x="0" y="105"/>
                </a:cubicBezTo>
                <a:cubicBezTo>
                  <a:pt x="0" y="77"/>
                  <a:pt x="10" y="52"/>
                  <a:pt x="32" y="32"/>
                </a:cubicBezTo>
                <a:cubicBezTo>
                  <a:pt x="53" y="11"/>
                  <a:pt x="79" y="0"/>
                  <a:pt x="111" y="0"/>
                </a:cubicBezTo>
                <a:cubicBezTo>
                  <a:pt x="148" y="0"/>
                  <a:pt x="178" y="12"/>
                  <a:pt x="202" y="34"/>
                </a:cubicBezTo>
                <a:cubicBezTo>
                  <a:pt x="226" y="56"/>
                  <a:pt x="239" y="85"/>
                  <a:pt x="239" y="120"/>
                </a:cubicBezTo>
                <a:cubicBezTo>
                  <a:pt x="239" y="138"/>
                  <a:pt x="235" y="154"/>
                  <a:pt x="227" y="169"/>
                </a:cubicBezTo>
                <a:cubicBezTo>
                  <a:pt x="219" y="185"/>
                  <a:pt x="210" y="199"/>
                  <a:pt x="199" y="210"/>
                </a:cubicBezTo>
                <a:cubicBezTo>
                  <a:pt x="187" y="222"/>
                  <a:pt x="172" y="236"/>
                  <a:pt x="151" y="254"/>
                </a:cubicBezTo>
                <a:cubicBezTo>
                  <a:pt x="136" y="267"/>
                  <a:pt x="117" y="285"/>
                  <a:pt x="91" y="309"/>
                </a:cubicBezTo>
                <a:lnTo>
                  <a:pt x="55" y="343"/>
                </a:lnTo>
                <a:lnTo>
                  <a:pt x="101" y="343"/>
                </a:lnTo>
                <a:cubicBezTo>
                  <a:pt x="164" y="343"/>
                  <a:pt x="197" y="342"/>
                  <a:pt x="201" y="340"/>
                </a:cubicBezTo>
                <a:cubicBezTo>
                  <a:pt x="204" y="339"/>
                  <a:pt x="209" y="322"/>
                  <a:pt x="215" y="287"/>
                </a:cubicBezTo>
                <a:lnTo>
                  <a:pt x="215" y="285"/>
                </a:lnTo>
                <a:lnTo>
                  <a:pt x="239" y="285"/>
                </a:lnTo>
                <a:lnTo>
                  <a:pt x="239" y="287"/>
                </a:lnTo>
                <a:cubicBezTo>
                  <a:pt x="239" y="288"/>
                  <a:pt x="236" y="306"/>
                  <a:pt x="231" y="341"/>
                </a:cubicBezTo>
                <a:cubicBezTo>
                  <a:pt x="227" y="376"/>
                  <a:pt x="224" y="396"/>
                  <a:pt x="222" y="397"/>
                </a:cubicBezTo>
                <a:lnTo>
                  <a:pt x="222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1"/>
                  <a:pt x="21" y="350"/>
                </a:cubicBezTo>
                <a:cubicBezTo>
                  <a:pt x="33" y="337"/>
                  <a:pt x="43" y="326"/>
                  <a:pt x="51" y="316"/>
                </a:cubicBezTo>
                <a:cubicBezTo>
                  <a:pt x="55" y="312"/>
                  <a:pt x="62" y="305"/>
                  <a:pt x="72" y="294"/>
                </a:cubicBezTo>
                <a:cubicBezTo>
                  <a:pt x="82" y="284"/>
                  <a:pt x="89" y="276"/>
                  <a:pt x="93" y="272"/>
                </a:cubicBezTo>
                <a:cubicBezTo>
                  <a:pt x="96" y="268"/>
                  <a:pt x="102" y="262"/>
                  <a:pt x="110" y="252"/>
                </a:cubicBezTo>
                <a:cubicBezTo>
                  <a:pt x="118" y="243"/>
                  <a:pt x="124" y="237"/>
                  <a:pt x="127" y="232"/>
                </a:cubicBezTo>
                <a:cubicBezTo>
                  <a:pt x="130" y="228"/>
                  <a:pt x="135" y="222"/>
                  <a:pt x="141" y="214"/>
                </a:cubicBezTo>
                <a:cubicBezTo>
                  <a:pt x="147" y="207"/>
                  <a:pt x="151" y="200"/>
                  <a:pt x="153" y="195"/>
                </a:cubicBezTo>
                <a:cubicBezTo>
                  <a:pt x="156" y="190"/>
                  <a:pt x="159" y="184"/>
                  <a:pt x="162" y="178"/>
                </a:cubicBezTo>
                <a:cubicBezTo>
                  <a:pt x="166" y="171"/>
                  <a:pt x="168" y="165"/>
                  <a:pt x="170" y="159"/>
                </a:cubicBezTo>
                <a:cubicBezTo>
                  <a:pt x="172" y="152"/>
                  <a:pt x="173" y="146"/>
                  <a:pt x="174" y="141"/>
                </a:cubicBezTo>
                <a:cubicBezTo>
                  <a:pt x="175" y="135"/>
                  <a:pt x="176" y="129"/>
                  <a:pt x="176" y="121"/>
                </a:cubicBezTo>
                <a:cubicBezTo>
                  <a:pt x="176" y="96"/>
                  <a:pt x="169" y="74"/>
                  <a:pt x="156" y="56"/>
                </a:cubicBezTo>
                <a:cubicBezTo>
                  <a:pt x="142" y="38"/>
                  <a:pt x="123" y="29"/>
                  <a:pt x="98" y="29"/>
                </a:cubicBezTo>
                <a:cubicBezTo>
                  <a:pt x="84" y="29"/>
                  <a:pt x="72" y="32"/>
                  <a:pt x="62" y="39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5"/>
                  <a:pt x="35" y="69"/>
                  <a:pt x="35" y="70"/>
                </a:cubicBezTo>
                <a:cubicBezTo>
                  <a:pt x="35" y="70"/>
                  <a:pt x="36" y="70"/>
                  <a:pt x="38" y="70"/>
                </a:cubicBezTo>
                <a:cubicBezTo>
                  <a:pt x="45" y="70"/>
                  <a:pt x="53" y="73"/>
                  <a:pt x="60" y="79"/>
                </a:cubicBezTo>
                <a:cubicBezTo>
                  <a:pt x="68" y="84"/>
                  <a:pt x="72" y="93"/>
                  <a:pt x="72" y="106"/>
                </a:cubicBezTo>
                <a:cubicBezTo>
                  <a:pt x="72" y="116"/>
                  <a:pt x="68" y="124"/>
                  <a:pt x="62" y="131"/>
                </a:cubicBezTo>
                <a:cubicBezTo>
                  <a:pt x="56" y="138"/>
                  <a:pt x="47" y="142"/>
                  <a:pt x="35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2" name=""/>
          <p:cNvSpPr/>
          <p:nvPr/>
        </p:nvSpPr>
        <p:spPr>
          <a:xfrm>
            <a:off x="5110200" y="211104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6" y="0"/>
                </a:cubicBezTo>
                <a:lnTo>
                  <a:pt x="27" y="0"/>
                </a:lnTo>
                <a:lnTo>
                  <a:pt x="50" y="20"/>
                </a:lnTo>
                <a:cubicBezTo>
                  <a:pt x="103" y="68"/>
                  <a:pt x="142" y="128"/>
                  <a:pt x="166" y="199"/>
                </a:cubicBezTo>
                <a:cubicBezTo>
                  <a:pt x="191" y="271"/>
                  <a:pt x="203" y="345"/>
                  <a:pt x="203" y="422"/>
                </a:cubicBezTo>
                <a:cubicBezTo>
                  <a:pt x="203" y="460"/>
                  <a:pt x="200" y="498"/>
                  <a:pt x="195" y="534"/>
                </a:cubicBezTo>
                <a:cubicBezTo>
                  <a:pt x="189" y="569"/>
                  <a:pt x="183" y="599"/>
                  <a:pt x="174" y="624"/>
                </a:cubicBezTo>
                <a:cubicBezTo>
                  <a:pt x="167" y="649"/>
                  <a:pt x="157" y="674"/>
                  <a:pt x="143" y="698"/>
                </a:cubicBezTo>
                <a:cubicBezTo>
                  <a:pt x="130" y="723"/>
                  <a:pt x="119" y="742"/>
                  <a:pt x="111" y="755"/>
                </a:cubicBezTo>
                <a:cubicBezTo>
                  <a:pt x="103" y="768"/>
                  <a:pt x="92" y="782"/>
                  <a:pt x="76" y="798"/>
                </a:cubicBezTo>
                <a:cubicBezTo>
                  <a:pt x="61" y="814"/>
                  <a:pt x="52" y="823"/>
                  <a:pt x="49" y="826"/>
                </a:cubicBezTo>
                <a:cubicBezTo>
                  <a:pt x="47" y="829"/>
                  <a:pt x="40" y="834"/>
                  <a:pt x="30" y="842"/>
                </a:cubicBezTo>
                <a:cubicBezTo>
                  <a:pt x="28" y="844"/>
                  <a:pt x="27" y="845"/>
                  <a:pt x="27" y="845"/>
                </a:cubicBezTo>
                <a:lnTo>
                  <a:pt x="16" y="845"/>
                </a:lnTo>
                <a:cubicBezTo>
                  <a:pt x="12" y="845"/>
                  <a:pt x="9" y="845"/>
                  <a:pt x="7" y="845"/>
                </a:cubicBezTo>
                <a:cubicBezTo>
                  <a:pt x="5" y="845"/>
                  <a:pt x="4" y="844"/>
                  <a:pt x="3" y="843"/>
                </a:cubicBezTo>
                <a:cubicBezTo>
                  <a:pt x="2" y="841"/>
                  <a:pt x="1" y="839"/>
                  <a:pt x="0" y="835"/>
                </a:cubicBezTo>
                <a:cubicBezTo>
                  <a:pt x="1" y="835"/>
                  <a:pt x="4" y="831"/>
                  <a:pt x="10" y="824"/>
                </a:cubicBezTo>
                <a:cubicBezTo>
                  <a:pt x="97" y="734"/>
                  <a:pt x="141" y="600"/>
                  <a:pt x="141" y="422"/>
                </a:cubicBezTo>
                <a:cubicBezTo>
                  <a:pt x="141" y="245"/>
                  <a:pt x="97" y="111"/>
                  <a:pt x="10" y="21"/>
                </a:cubicBezTo>
                <a:cubicBezTo>
                  <a:pt x="4" y="14"/>
                  <a:pt x="1" y="10"/>
                  <a:pt x="0" y="10"/>
                </a:cubicBez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3" name=""/>
          <p:cNvSpPr/>
          <p:nvPr/>
        </p:nvSpPr>
        <p:spPr>
          <a:xfrm>
            <a:off x="5819760" y="213120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3" y="39"/>
                </a:moveTo>
                <a:cubicBezTo>
                  <a:pt x="171" y="39"/>
                  <a:pt x="169" y="39"/>
                  <a:pt x="166" y="39"/>
                </a:cubicBezTo>
                <a:cubicBezTo>
                  <a:pt x="152" y="39"/>
                  <a:pt x="143" y="39"/>
                  <a:pt x="141" y="38"/>
                </a:cubicBezTo>
                <a:cubicBezTo>
                  <a:pt x="138" y="38"/>
                  <a:pt x="136" y="35"/>
                  <a:pt x="136" y="29"/>
                </a:cubicBezTo>
                <a:cubicBezTo>
                  <a:pt x="136" y="14"/>
                  <a:pt x="139" y="5"/>
                  <a:pt x="146" y="1"/>
                </a:cubicBezTo>
                <a:cubicBezTo>
                  <a:pt x="147" y="1"/>
                  <a:pt x="174" y="0"/>
                  <a:pt x="228" y="0"/>
                </a:cubicBezTo>
                <a:cubicBezTo>
                  <a:pt x="271" y="0"/>
                  <a:pt x="296" y="0"/>
                  <a:pt x="302" y="0"/>
                </a:cubicBezTo>
                <a:cubicBezTo>
                  <a:pt x="308" y="0"/>
                  <a:pt x="312" y="2"/>
                  <a:pt x="314" y="5"/>
                </a:cubicBezTo>
                <a:cubicBezTo>
                  <a:pt x="433" y="286"/>
                  <a:pt x="493" y="429"/>
                  <a:pt x="495" y="436"/>
                </a:cubicBezTo>
                <a:lnTo>
                  <a:pt x="541" y="256"/>
                </a:lnTo>
                <a:cubicBezTo>
                  <a:pt x="571" y="138"/>
                  <a:pt x="586" y="73"/>
                  <a:pt x="586" y="65"/>
                </a:cubicBezTo>
                <a:cubicBezTo>
                  <a:pt x="586" y="50"/>
                  <a:pt x="568" y="41"/>
                  <a:pt x="532" y="39"/>
                </a:cubicBezTo>
                <a:cubicBezTo>
                  <a:pt x="518" y="39"/>
                  <a:pt x="511" y="36"/>
                  <a:pt x="511" y="30"/>
                </a:cubicBezTo>
                <a:cubicBezTo>
                  <a:pt x="511" y="29"/>
                  <a:pt x="512" y="25"/>
                  <a:pt x="513" y="20"/>
                </a:cubicBezTo>
                <a:cubicBezTo>
                  <a:pt x="515" y="11"/>
                  <a:pt x="517" y="5"/>
                  <a:pt x="518" y="4"/>
                </a:cubicBezTo>
                <a:cubicBezTo>
                  <a:pt x="519" y="2"/>
                  <a:pt x="522" y="1"/>
                  <a:pt x="527" y="0"/>
                </a:cubicBezTo>
                <a:cubicBezTo>
                  <a:pt x="528" y="0"/>
                  <a:pt x="537" y="1"/>
                  <a:pt x="553" y="1"/>
                </a:cubicBezTo>
                <a:cubicBezTo>
                  <a:pt x="569" y="2"/>
                  <a:pt x="592" y="2"/>
                  <a:pt x="623" y="3"/>
                </a:cubicBezTo>
                <a:cubicBezTo>
                  <a:pt x="651" y="3"/>
                  <a:pt x="672" y="3"/>
                  <a:pt x="687" y="2"/>
                </a:cubicBezTo>
                <a:cubicBezTo>
                  <a:pt x="702" y="1"/>
                  <a:pt x="710" y="1"/>
                  <a:pt x="712" y="1"/>
                </a:cubicBezTo>
                <a:cubicBezTo>
                  <a:pt x="721" y="1"/>
                  <a:pt x="725" y="4"/>
                  <a:pt x="725" y="10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8"/>
                  <a:pt x="711" y="39"/>
                  <a:pt x="700" y="39"/>
                </a:cubicBezTo>
                <a:cubicBezTo>
                  <a:pt x="660" y="41"/>
                  <a:pt x="635" y="53"/>
                  <a:pt x="625" y="73"/>
                </a:cubicBezTo>
                <a:lnTo>
                  <a:pt x="499" y="572"/>
                </a:lnTo>
                <a:cubicBezTo>
                  <a:pt x="498" y="576"/>
                  <a:pt x="492" y="578"/>
                  <a:pt x="481" y="578"/>
                </a:cubicBezTo>
                <a:cubicBezTo>
                  <a:pt x="473" y="578"/>
                  <a:pt x="468" y="578"/>
                  <a:pt x="467" y="576"/>
                </a:cubicBezTo>
                <a:cubicBezTo>
                  <a:pt x="465" y="575"/>
                  <a:pt x="429" y="489"/>
                  <a:pt x="358" y="321"/>
                </a:cubicBezTo>
                <a:lnTo>
                  <a:pt x="250" y="67"/>
                </a:lnTo>
                <a:lnTo>
                  <a:pt x="195" y="288"/>
                </a:lnTo>
                <a:cubicBezTo>
                  <a:pt x="159" y="432"/>
                  <a:pt x="141" y="506"/>
                  <a:pt x="141" y="511"/>
                </a:cubicBezTo>
                <a:cubicBezTo>
                  <a:pt x="143" y="530"/>
                  <a:pt x="164" y="539"/>
                  <a:pt x="201" y="539"/>
                </a:cubicBezTo>
                <a:lnTo>
                  <a:pt x="210" y="539"/>
                </a:lnTo>
                <a:cubicBezTo>
                  <a:pt x="213" y="542"/>
                  <a:pt x="215" y="544"/>
                  <a:pt x="215" y="546"/>
                </a:cubicBezTo>
                <a:cubicBezTo>
                  <a:pt x="215" y="548"/>
                  <a:pt x="214" y="553"/>
                  <a:pt x="213" y="562"/>
                </a:cubicBezTo>
                <a:cubicBezTo>
                  <a:pt x="211" y="569"/>
                  <a:pt x="208" y="575"/>
                  <a:pt x="205" y="578"/>
                </a:cubicBezTo>
                <a:lnTo>
                  <a:pt x="194" y="578"/>
                </a:lnTo>
                <a:cubicBezTo>
                  <a:pt x="176" y="577"/>
                  <a:pt x="146" y="576"/>
                  <a:pt x="103" y="576"/>
                </a:cubicBezTo>
                <a:cubicBezTo>
                  <a:pt x="86" y="576"/>
                  <a:pt x="71" y="576"/>
                  <a:pt x="59" y="576"/>
                </a:cubicBezTo>
                <a:cubicBezTo>
                  <a:pt x="46" y="576"/>
                  <a:pt x="35" y="576"/>
                  <a:pt x="27" y="576"/>
                </a:cubicBezTo>
                <a:cubicBezTo>
                  <a:pt x="19" y="576"/>
                  <a:pt x="15" y="577"/>
                  <a:pt x="13" y="577"/>
                </a:cubicBezTo>
                <a:cubicBezTo>
                  <a:pt x="4" y="577"/>
                  <a:pt x="0" y="575"/>
                  <a:pt x="0" y="570"/>
                </a:cubicBezTo>
                <a:cubicBezTo>
                  <a:pt x="0" y="567"/>
                  <a:pt x="1" y="563"/>
                  <a:pt x="3" y="556"/>
                </a:cubicBezTo>
                <a:cubicBezTo>
                  <a:pt x="4" y="549"/>
                  <a:pt x="6" y="546"/>
                  <a:pt x="7" y="544"/>
                </a:cubicBezTo>
                <a:cubicBezTo>
                  <a:pt x="8" y="541"/>
                  <a:pt x="15" y="539"/>
                  <a:pt x="26" y="539"/>
                </a:cubicBezTo>
                <a:cubicBezTo>
                  <a:pt x="65" y="538"/>
                  <a:pt x="89" y="527"/>
                  <a:pt x="101" y="506"/>
                </a:cubicBezTo>
                <a:cubicBezTo>
                  <a:pt x="104" y="503"/>
                  <a:pt x="124" y="425"/>
                  <a:pt x="162" y="272"/>
                </a:cubicBezTo>
                <a:lnTo>
                  <a:pt x="219" y="42"/>
                </a:lnTo>
                <a:cubicBezTo>
                  <a:pt x="218" y="41"/>
                  <a:pt x="203" y="40"/>
                  <a:pt x="173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4" name=""/>
          <p:cNvSpPr/>
          <p:nvPr/>
        </p:nvSpPr>
        <p:spPr>
          <a:xfrm>
            <a:off x="6108840" y="211104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0" y="422"/>
                </a:moveTo>
                <a:cubicBezTo>
                  <a:pt x="0" y="383"/>
                  <a:pt x="3" y="346"/>
                  <a:pt x="9" y="311"/>
                </a:cubicBezTo>
                <a:cubicBezTo>
                  <a:pt x="15" y="276"/>
                  <a:pt x="22" y="246"/>
                  <a:pt x="29" y="221"/>
                </a:cubicBezTo>
                <a:cubicBezTo>
                  <a:pt x="37" y="196"/>
                  <a:pt x="47" y="171"/>
                  <a:pt x="61" y="147"/>
                </a:cubicBezTo>
                <a:cubicBezTo>
                  <a:pt x="74" y="122"/>
                  <a:pt x="85" y="104"/>
                  <a:pt x="93" y="90"/>
                </a:cubicBezTo>
                <a:cubicBezTo>
                  <a:pt x="101" y="77"/>
                  <a:pt x="112" y="62"/>
                  <a:pt x="128" y="46"/>
                </a:cubicBezTo>
                <a:cubicBezTo>
                  <a:pt x="144" y="30"/>
                  <a:pt x="153" y="21"/>
                  <a:pt x="156" y="17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2" y="0"/>
                </a:lnTo>
                <a:cubicBezTo>
                  <a:pt x="199" y="0"/>
                  <a:pt x="203" y="2"/>
                  <a:pt x="203" y="7"/>
                </a:cubicBezTo>
                <a:cubicBezTo>
                  <a:pt x="203" y="9"/>
                  <a:pt x="199" y="15"/>
                  <a:pt x="189" y="25"/>
                </a:cubicBezTo>
                <a:cubicBezTo>
                  <a:pt x="179" y="35"/>
                  <a:pt x="168" y="50"/>
                  <a:pt x="154" y="70"/>
                </a:cubicBezTo>
                <a:cubicBezTo>
                  <a:pt x="141" y="90"/>
                  <a:pt x="127" y="114"/>
                  <a:pt x="113" y="142"/>
                </a:cubicBezTo>
                <a:cubicBezTo>
                  <a:pt x="99" y="171"/>
                  <a:pt x="87" y="210"/>
                  <a:pt x="77" y="259"/>
                </a:cubicBezTo>
                <a:cubicBezTo>
                  <a:pt x="68" y="308"/>
                  <a:pt x="63" y="362"/>
                  <a:pt x="63" y="422"/>
                </a:cubicBezTo>
                <a:cubicBezTo>
                  <a:pt x="63" y="483"/>
                  <a:pt x="68" y="537"/>
                  <a:pt x="77" y="585"/>
                </a:cubicBezTo>
                <a:cubicBezTo>
                  <a:pt x="87" y="634"/>
                  <a:pt x="99" y="673"/>
                  <a:pt x="112" y="703"/>
                </a:cubicBezTo>
                <a:cubicBezTo>
                  <a:pt x="126" y="732"/>
                  <a:pt x="139" y="757"/>
                  <a:pt x="154" y="775"/>
                </a:cubicBezTo>
                <a:cubicBezTo>
                  <a:pt x="168" y="794"/>
                  <a:pt x="179" y="809"/>
                  <a:pt x="189" y="820"/>
                </a:cubicBezTo>
                <a:cubicBezTo>
                  <a:pt x="199" y="831"/>
                  <a:pt x="203" y="837"/>
                  <a:pt x="203" y="838"/>
                </a:cubicBezTo>
                <a:cubicBezTo>
                  <a:pt x="203" y="843"/>
                  <a:pt x="199" y="845"/>
                  <a:pt x="191" y="845"/>
                </a:cubicBezTo>
                <a:lnTo>
                  <a:pt x="188" y="845"/>
                </a:lnTo>
                <a:lnTo>
                  <a:pt x="177" y="845"/>
                </a:lnTo>
                <a:lnTo>
                  <a:pt x="154" y="825"/>
                </a:lnTo>
                <a:cubicBezTo>
                  <a:pt x="101" y="777"/>
                  <a:pt x="62" y="718"/>
                  <a:pt x="38" y="646"/>
                </a:cubicBezTo>
                <a:cubicBezTo>
                  <a:pt x="13" y="574"/>
                  <a:pt x="0" y="500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5" name=""/>
          <p:cNvSpPr/>
          <p:nvPr/>
        </p:nvSpPr>
        <p:spPr>
          <a:xfrm>
            <a:off x="6213960" y="213660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1"/>
                </a:moveTo>
                <a:cubicBezTo>
                  <a:pt x="97" y="444"/>
                  <a:pt x="92" y="455"/>
                  <a:pt x="83" y="464"/>
                </a:cubicBezTo>
                <a:cubicBezTo>
                  <a:pt x="74" y="473"/>
                  <a:pt x="63" y="478"/>
                  <a:pt x="50" y="478"/>
                </a:cubicBezTo>
                <a:lnTo>
                  <a:pt x="44" y="478"/>
                </a:lnTo>
                <a:cubicBezTo>
                  <a:pt x="70" y="522"/>
                  <a:pt x="105" y="545"/>
                  <a:pt x="148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5"/>
                  <a:pt x="250" y="439"/>
                  <a:pt x="250" y="386"/>
                </a:cubicBezTo>
                <a:cubicBezTo>
                  <a:pt x="250" y="328"/>
                  <a:pt x="242" y="289"/>
                  <a:pt x="227" y="268"/>
                </a:cubicBezTo>
                <a:cubicBezTo>
                  <a:pt x="213" y="250"/>
                  <a:pt x="196" y="241"/>
                  <a:pt x="178" y="241"/>
                </a:cubicBezTo>
                <a:lnTo>
                  <a:pt x="173" y="241"/>
                </a:lnTo>
                <a:cubicBezTo>
                  <a:pt x="129" y="241"/>
                  <a:pt x="96" y="260"/>
                  <a:pt x="73" y="298"/>
                </a:cubicBezTo>
                <a:cubicBezTo>
                  <a:pt x="70" y="302"/>
                  <a:pt x="68" y="304"/>
                  <a:pt x="67" y="305"/>
                </a:cubicBezTo>
                <a:cubicBezTo>
                  <a:pt x="65" y="305"/>
                  <a:pt x="61" y="306"/>
                  <a:pt x="54" y="306"/>
                </a:cubicBezTo>
                <a:cubicBezTo>
                  <a:pt x="44" y="306"/>
                  <a:pt x="39" y="305"/>
                  <a:pt x="38" y="301"/>
                </a:cubicBezTo>
                <a:cubicBezTo>
                  <a:pt x="37" y="299"/>
                  <a:pt x="36" y="250"/>
                  <a:pt x="36" y="153"/>
                </a:cubicBezTo>
                <a:lnTo>
                  <a:pt x="36" y="44"/>
                </a:lnTo>
                <a:cubicBezTo>
                  <a:pt x="36" y="15"/>
                  <a:pt x="38" y="1"/>
                  <a:pt x="40" y="1"/>
                </a:cubicBezTo>
                <a:cubicBezTo>
                  <a:pt x="42" y="0"/>
                  <a:pt x="43" y="0"/>
                  <a:pt x="44" y="0"/>
                </a:cubicBezTo>
                <a:cubicBezTo>
                  <a:pt x="44" y="0"/>
                  <a:pt x="50" y="2"/>
                  <a:pt x="62" y="6"/>
                </a:cubicBezTo>
                <a:cubicBezTo>
                  <a:pt x="73" y="11"/>
                  <a:pt x="88" y="15"/>
                  <a:pt x="109" y="20"/>
                </a:cubicBezTo>
                <a:cubicBezTo>
                  <a:pt x="129" y="24"/>
                  <a:pt x="150" y="27"/>
                  <a:pt x="172" y="27"/>
                </a:cubicBezTo>
                <a:cubicBezTo>
                  <a:pt x="212" y="27"/>
                  <a:pt x="251" y="19"/>
                  <a:pt x="287" y="3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0"/>
                  <a:pt x="201" y="108"/>
                  <a:pt x="132" y="108"/>
                </a:cubicBezTo>
                <a:cubicBezTo>
                  <a:pt x="114" y="108"/>
                  <a:pt x="99" y="106"/>
                  <a:pt x="83" y="103"/>
                </a:cubicBezTo>
                <a:lnTo>
                  <a:pt x="75" y="101"/>
                </a:lnTo>
                <a:lnTo>
                  <a:pt x="75" y="247"/>
                </a:lnTo>
                <a:cubicBezTo>
                  <a:pt x="86" y="239"/>
                  <a:pt x="94" y="233"/>
                  <a:pt x="101" y="229"/>
                </a:cubicBezTo>
                <a:cubicBezTo>
                  <a:pt x="108" y="224"/>
                  <a:pt x="118" y="220"/>
                  <a:pt x="132" y="215"/>
                </a:cubicBezTo>
                <a:cubicBezTo>
                  <a:pt x="146" y="211"/>
                  <a:pt x="160" y="208"/>
                  <a:pt x="175" y="208"/>
                </a:cubicBezTo>
                <a:cubicBezTo>
                  <a:pt x="220" y="208"/>
                  <a:pt x="259" y="227"/>
                  <a:pt x="291" y="263"/>
                </a:cubicBezTo>
                <a:cubicBezTo>
                  <a:pt x="322" y="300"/>
                  <a:pt x="338" y="343"/>
                  <a:pt x="338" y="393"/>
                </a:cubicBezTo>
                <a:cubicBezTo>
                  <a:pt x="338" y="445"/>
                  <a:pt x="320" y="489"/>
                  <a:pt x="284" y="526"/>
                </a:cubicBezTo>
                <a:cubicBezTo>
                  <a:pt x="248" y="563"/>
                  <a:pt x="204" y="581"/>
                  <a:pt x="152" y="582"/>
                </a:cubicBezTo>
                <a:cubicBezTo>
                  <a:pt x="106" y="582"/>
                  <a:pt x="69" y="567"/>
                  <a:pt x="41" y="536"/>
                </a:cubicBezTo>
                <a:cubicBezTo>
                  <a:pt x="14" y="506"/>
                  <a:pt x="0" y="471"/>
                  <a:pt x="0" y="433"/>
                </a:cubicBezTo>
                <a:cubicBezTo>
                  <a:pt x="0" y="420"/>
                  <a:pt x="3" y="409"/>
                  <a:pt x="9" y="401"/>
                </a:cubicBezTo>
                <a:cubicBezTo>
                  <a:pt x="15" y="393"/>
                  <a:pt x="22" y="388"/>
                  <a:pt x="29" y="386"/>
                </a:cubicBezTo>
                <a:cubicBezTo>
                  <a:pt x="35" y="384"/>
                  <a:pt x="42" y="382"/>
                  <a:pt x="48" y="382"/>
                </a:cubicBezTo>
                <a:cubicBezTo>
                  <a:pt x="62" y="382"/>
                  <a:pt x="74" y="387"/>
                  <a:pt x="83" y="397"/>
                </a:cubicBezTo>
                <a:cubicBezTo>
                  <a:pt x="92" y="406"/>
                  <a:pt x="97" y="418"/>
                  <a:pt x="97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6" name=""/>
          <p:cNvSpPr/>
          <p:nvPr/>
        </p:nvSpPr>
        <p:spPr>
          <a:xfrm>
            <a:off x="6362640" y="21366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80" y="22"/>
                  <a:pt x="123" y="0"/>
                  <a:pt x="177" y="0"/>
                </a:cubicBezTo>
                <a:cubicBezTo>
                  <a:pt x="204" y="0"/>
                  <a:pt x="231" y="7"/>
                  <a:pt x="259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3" y="564"/>
                  <a:pt x="236" y="572"/>
                  <a:pt x="221" y="576"/>
                </a:cubicBezTo>
                <a:cubicBezTo>
                  <a:pt x="207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20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19"/>
                  <a:pt x="48" y="68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200"/>
                  <a:pt x="83" y="282"/>
                </a:cubicBezTo>
                <a:cubicBezTo>
                  <a:pt x="83" y="371"/>
                  <a:pt x="85" y="429"/>
                  <a:pt x="89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2" y="507"/>
                  <a:pt x="263" y="484"/>
                  <a:pt x="267" y="453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1" y="145"/>
                  <a:pt x="267" y="120"/>
                </a:cubicBezTo>
                <a:cubicBezTo>
                  <a:pt x="262" y="94"/>
                  <a:pt x="252" y="73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7" name=""/>
          <p:cNvSpPr/>
          <p:nvPr/>
        </p:nvSpPr>
        <p:spPr>
          <a:xfrm>
            <a:off x="6526440" y="230220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3"/>
                </a:moveTo>
                <a:cubicBezTo>
                  <a:pt x="0" y="73"/>
                  <a:pt x="0" y="66"/>
                  <a:pt x="0" y="52"/>
                </a:cubicBezTo>
                <a:cubicBezTo>
                  <a:pt x="0" y="37"/>
                  <a:pt x="5" y="25"/>
                  <a:pt x="14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5"/>
                  <a:pt x="112" y="60"/>
                  <a:pt x="113" y="95"/>
                </a:cubicBezTo>
                <a:cubicBezTo>
                  <a:pt x="113" y="115"/>
                  <a:pt x="110" y="135"/>
                  <a:pt x="105" y="154"/>
                </a:cubicBezTo>
                <a:cubicBezTo>
                  <a:pt x="100" y="172"/>
                  <a:pt x="94" y="188"/>
                  <a:pt x="87" y="202"/>
                </a:cubicBezTo>
                <a:cubicBezTo>
                  <a:pt x="81" y="216"/>
                  <a:pt x="73" y="227"/>
                  <a:pt x="65" y="237"/>
                </a:cubicBezTo>
                <a:cubicBezTo>
                  <a:pt x="57" y="246"/>
                  <a:pt x="51" y="254"/>
                  <a:pt x="45" y="259"/>
                </a:cubicBezTo>
                <a:cubicBezTo>
                  <a:pt x="39" y="265"/>
                  <a:pt x="36" y="268"/>
                  <a:pt x="34" y="267"/>
                </a:cubicBezTo>
                <a:cubicBezTo>
                  <a:pt x="32" y="267"/>
                  <a:pt x="28" y="265"/>
                  <a:pt x="23" y="259"/>
                </a:cubicBezTo>
                <a:cubicBezTo>
                  <a:pt x="17" y="254"/>
                  <a:pt x="15" y="251"/>
                  <a:pt x="15" y="248"/>
                </a:cubicBezTo>
                <a:cubicBezTo>
                  <a:pt x="15" y="246"/>
                  <a:pt x="18" y="242"/>
                  <a:pt x="25" y="235"/>
                </a:cubicBezTo>
                <a:cubicBezTo>
                  <a:pt x="31" y="228"/>
                  <a:pt x="38" y="220"/>
                  <a:pt x="46" y="210"/>
                </a:cubicBezTo>
                <a:cubicBezTo>
                  <a:pt x="54" y="199"/>
                  <a:pt x="61" y="185"/>
                  <a:pt x="68" y="167"/>
                </a:cubicBezTo>
                <a:cubicBezTo>
                  <a:pt x="75" y="149"/>
                  <a:pt x="79" y="129"/>
                  <a:pt x="81" y="105"/>
                </a:cubicBezTo>
                <a:lnTo>
                  <a:pt x="81" y="95"/>
                </a:lnTo>
                <a:cubicBezTo>
                  <a:pt x="79" y="96"/>
                  <a:pt x="78" y="97"/>
                  <a:pt x="76" y="97"/>
                </a:cubicBezTo>
                <a:cubicBezTo>
                  <a:pt x="75" y="98"/>
                  <a:pt x="73" y="99"/>
                  <a:pt x="71" y="100"/>
                </a:cubicBezTo>
                <a:cubicBezTo>
                  <a:pt x="70" y="101"/>
                  <a:pt x="67" y="101"/>
                  <a:pt x="64" y="101"/>
                </a:cubicBezTo>
                <a:cubicBezTo>
                  <a:pt x="60" y="101"/>
                  <a:pt x="57" y="102"/>
                  <a:pt x="54" y="102"/>
                </a:cubicBezTo>
                <a:cubicBezTo>
                  <a:pt x="38" y="102"/>
                  <a:pt x="26" y="97"/>
                  <a:pt x="15" y="88"/>
                </a:cubicBez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8" name=""/>
          <p:cNvSpPr/>
          <p:nvPr/>
        </p:nvSpPr>
        <p:spPr>
          <a:xfrm>
            <a:off x="6663240" y="2136600"/>
            <a:ext cx="105120" cy="202680"/>
          </a:xfrm>
          <a:custGeom>
            <a:avLst/>
            <a:gdLst/>
            <a:ahLst/>
            <a:rect l="0" t="0" r="r" b="b"/>
            <a:pathLst>
              <a:path w="292" h="563">
                <a:moveTo>
                  <a:pt x="110" y="74"/>
                </a:moveTo>
                <a:lnTo>
                  <a:pt x="99" y="78"/>
                </a:lnTo>
                <a:cubicBezTo>
                  <a:pt x="91" y="81"/>
                  <a:pt x="80" y="84"/>
                  <a:pt x="65" y="87"/>
                </a:cubicBezTo>
                <a:cubicBezTo>
                  <a:pt x="50" y="89"/>
                  <a:pt x="34" y="91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3" y="53"/>
                  <a:pt x="67" y="48"/>
                  <a:pt x="90" y="41"/>
                </a:cubicBezTo>
                <a:cubicBezTo>
                  <a:pt x="112" y="34"/>
                  <a:pt x="128" y="27"/>
                  <a:pt x="137" y="21"/>
                </a:cubicBezTo>
                <a:cubicBezTo>
                  <a:pt x="146" y="15"/>
                  <a:pt x="154" y="8"/>
                  <a:pt x="160" y="2"/>
                </a:cubicBezTo>
                <a:cubicBezTo>
                  <a:pt x="162" y="0"/>
                  <a:pt x="165" y="0"/>
                  <a:pt x="171" y="0"/>
                </a:cubicBezTo>
                <a:cubicBezTo>
                  <a:pt x="176" y="0"/>
                  <a:pt x="180" y="1"/>
                  <a:pt x="185" y="5"/>
                </a:cubicBezTo>
                <a:lnTo>
                  <a:pt x="185" y="257"/>
                </a:lnTo>
                <a:lnTo>
                  <a:pt x="186" y="511"/>
                </a:lnTo>
                <a:cubicBezTo>
                  <a:pt x="190" y="515"/>
                  <a:pt x="193" y="517"/>
                  <a:pt x="196" y="518"/>
                </a:cubicBezTo>
                <a:cubicBezTo>
                  <a:pt x="200" y="519"/>
                  <a:pt x="207" y="521"/>
                  <a:pt x="217" y="522"/>
                </a:cubicBezTo>
                <a:cubicBezTo>
                  <a:pt x="228" y="523"/>
                  <a:pt x="245" y="523"/>
                  <a:pt x="270" y="523"/>
                </a:cubicBezTo>
                <a:lnTo>
                  <a:pt x="292" y="523"/>
                </a:lnTo>
                <a:lnTo>
                  <a:pt x="292" y="563"/>
                </a:lnTo>
                <a:lnTo>
                  <a:pt x="282" y="563"/>
                </a:lnTo>
                <a:cubicBezTo>
                  <a:pt x="270" y="561"/>
                  <a:pt x="226" y="561"/>
                  <a:pt x="147" y="561"/>
                </a:cubicBezTo>
                <a:cubicBezTo>
                  <a:pt x="70" y="561"/>
                  <a:pt x="26" y="561"/>
                  <a:pt x="14" y="563"/>
                </a:cubicBezTo>
                <a:lnTo>
                  <a:pt x="4" y="563"/>
                </a:lnTo>
                <a:lnTo>
                  <a:pt x="4" y="523"/>
                </a:lnTo>
                <a:lnTo>
                  <a:pt x="26" y="523"/>
                </a:lnTo>
                <a:cubicBezTo>
                  <a:pt x="39" y="523"/>
                  <a:pt x="49" y="523"/>
                  <a:pt x="58" y="523"/>
                </a:cubicBezTo>
                <a:cubicBezTo>
                  <a:pt x="67" y="523"/>
                  <a:pt x="74" y="523"/>
                  <a:pt x="79" y="522"/>
                </a:cubicBezTo>
                <a:cubicBezTo>
                  <a:pt x="84" y="522"/>
                  <a:pt x="89" y="521"/>
                  <a:pt x="93" y="520"/>
                </a:cubicBezTo>
                <a:cubicBezTo>
                  <a:pt x="97" y="519"/>
                  <a:pt x="99" y="518"/>
                  <a:pt x="100" y="518"/>
                </a:cubicBezTo>
                <a:cubicBezTo>
                  <a:pt x="100" y="518"/>
                  <a:pt x="102" y="517"/>
                  <a:pt x="105" y="514"/>
                </a:cubicBezTo>
                <a:cubicBezTo>
                  <a:pt x="108" y="511"/>
                  <a:pt x="109" y="510"/>
                  <a:pt x="110" y="511"/>
                </a:cubicBezTo>
                <a:lnTo>
                  <a:pt x="11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9" name=""/>
          <p:cNvSpPr/>
          <p:nvPr/>
        </p:nvSpPr>
        <p:spPr>
          <a:xfrm>
            <a:off x="6801840" y="21366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8"/>
                </a:moveTo>
                <a:cubicBezTo>
                  <a:pt x="80" y="22"/>
                  <a:pt x="124" y="0"/>
                  <a:pt x="179" y="0"/>
                </a:cubicBezTo>
                <a:cubicBezTo>
                  <a:pt x="206" y="0"/>
                  <a:pt x="233" y="7"/>
                  <a:pt x="260" y="22"/>
                </a:cubicBezTo>
                <a:cubicBezTo>
                  <a:pt x="287" y="36"/>
                  <a:pt x="309" y="62"/>
                  <a:pt x="325" y="99"/>
                </a:cubicBezTo>
                <a:cubicBezTo>
                  <a:pt x="346" y="146"/>
                  <a:pt x="357" y="211"/>
                  <a:pt x="357" y="293"/>
                </a:cubicBezTo>
                <a:cubicBezTo>
                  <a:pt x="357" y="380"/>
                  <a:pt x="345" y="447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2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3"/>
                  <a:pt x="104" y="564"/>
                  <a:pt x="83" y="550"/>
                </a:cubicBezTo>
                <a:cubicBezTo>
                  <a:pt x="63" y="535"/>
                  <a:pt x="48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19"/>
                  <a:pt x="48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9" y="58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5"/>
                  <a:pt x="83" y="200"/>
                  <a:pt x="83" y="282"/>
                </a:cubicBezTo>
                <a:cubicBezTo>
                  <a:pt x="83" y="371"/>
                  <a:pt x="85" y="429"/>
                  <a:pt x="90" y="458"/>
                </a:cubicBezTo>
                <a:cubicBezTo>
                  <a:pt x="94" y="486"/>
                  <a:pt x="105" y="508"/>
                  <a:pt x="121" y="524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2" y="145"/>
                  <a:pt x="267" y="120"/>
                </a:cubicBezTo>
                <a:cubicBezTo>
                  <a:pt x="263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0" name=""/>
          <p:cNvSpPr/>
          <p:nvPr/>
        </p:nvSpPr>
        <p:spPr>
          <a:xfrm>
            <a:off x="6962760" y="2076120"/>
            <a:ext cx="86400" cy="143640"/>
          </a:xfrm>
          <a:custGeom>
            <a:avLst/>
            <a:gdLst/>
            <a:ahLst/>
            <a:rect l="0" t="0" r="r" b="b"/>
            <a:pathLst>
              <a:path w="240" h="399">
                <a:moveTo>
                  <a:pt x="35" y="142"/>
                </a:moveTo>
                <a:cubicBezTo>
                  <a:pt x="25" y="142"/>
                  <a:pt x="16" y="138"/>
                  <a:pt x="10" y="131"/>
                </a:cubicBezTo>
                <a:cubicBezTo>
                  <a:pt x="3" y="124"/>
                  <a:pt x="0" y="115"/>
                  <a:pt x="0" y="105"/>
                </a:cubicBezTo>
                <a:cubicBezTo>
                  <a:pt x="0" y="77"/>
                  <a:pt x="11" y="52"/>
                  <a:pt x="32" y="32"/>
                </a:cubicBezTo>
                <a:cubicBezTo>
                  <a:pt x="53" y="11"/>
                  <a:pt x="80" y="0"/>
                  <a:pt x="112" y="0"/>
                </a:cubicBezTo>
                <a:cubicBezTo>
                  <a:pt x="148" y="0"/>
                  <a:pt x="178" y="12"/>
                  <a:pt x="203" y="34"/>
                </a:cubicBezTo>
                <a:cubicBezTo>
                  <a:pt x="227" y="56"/>
                  <a:pt x="239" y="85"/>
                  <a:pt x="240" y="120"/>
                </a:cubicBezTo>
                <a:cubicBezTo>
                  <a:pt x="240" y="138"/>
                  <a:pt x="236" y="154"/>
                  <a:pt x="228" y="169"/>
                </a:cubicBezTo>
                <a:cubicBezTo>
                  <a:pt x="220" y="185"/>
                  <a:pt x="210" y="199"/>
                  <a:pt x="199" y="210"/>
                </a:cubicBezTo>
                <a:cubicBezTo>
                  <a:pt x="188" y="222"/>
                  <a:pt x="172" y="236"/>
                  <a:pt x="151" y="254"/>
                </a:cubicBezTo>
                <a:cubicBezTo>
                  <a:pt x="137" y="267"/>
                  <a:pt x="117" y="285"/>
                  <a:pt x="91" y="309"/>
                </a:cubicBezTo>
                <a:lnTo>
                  <a:pt x="55" y="343"/>
                </a:lnTo>
                <a:lnTo>
                  <a:pt x="102" y="343"/>
                </a:lnTo>
                <a:cubicBezTo>
                  <a:pt x="164" y="343"/>
                  <a:pt x="197" y="342"/>
                  <a:pt x="201" y="340"/>
                </a:cubicBezTo>
                <a:cubicBezTo>
                  <a:pt x="204" y="339"/>
                  <a:pt x="209" y="322"/>
                  <a:pt x="216" y="287"/>
                </a:cubicBezTo>
                <a:lnTo>
                  <a:pt x="216" y="285"/>
                </a:lnTo>
                <a:lnTo>
                  <a:pt x="240" y="285"/>
                </a:lnTo>
                <a:lnTo>
                  <a:pt x="240" y="287"/>
                </a:lnTo>
                <a:cubicBezTo>
                  <a:pt x="239" y="288"/>
                  <a:pt x="237" y="306"/>
                  <a:pt x="232" y="341"/>
                </a:cubicBezTo>
                <a:cubicBezTo>
                  <a:pt x="227" y="376"/>
                  <a:pt x="224" y="396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1"/>
                  <a:pt x="22" y="350"/>
                </a:cubicBezTo>
                <a:cubicBezTo>
                  <a:pt x="33" y="337"/>
                  <a:pt x="43" y="326"/>
                  <a:pt x="52" y="316"/>
                </a:cubicBezTo>
                <a:cubicBezTo>
                  <a:pt x="55" y="312"/>
                  <a:pt x="63" y="305"/>
                  <a:pt x="73" y="294"/>
                </a:cubicBezTo>
                <a:cubicBezTo>
                  <a:pt x="83" y="284"/>
                  <a:pt x="90" y="276"/>
                  <a:pt x="93" y="272"/>
                </a:cubicBezTo>
                <a:cubicBezTo>
                  <a:pt x="97" y="268"/>
                  <a:pt x="103" y="262"/>
                  <a:pt x="111" y="252"/>
                </a:cubicBezTo>
                <a:cubicBezTo>
                  <a:pt x="119" y="243"/>
                  <a:pt x="124" y="237"/>
                  <a:pt x="127" y="232"/>
                </a:cubicBezTo>
                <a:cubicBezTo>
                  <a:pt x="130" y="228"/>
                  <a:pt x="135" y="222"/>
                  <a:pt x="141" y="214"/>
                </a:cubicBezTo>
                <a:cubicBezTo>
                  <a:pt x="147" y="207"/>
                  <a:pt x="151" y="200"/>
                  <a:pt x="154" y="195"/>
                </a:cubicBezTo>
                <a:cubicBezTo>
                  <a:pt x="156" y="190"/>
                  <a:pt x="159" y="184"/>
                  <a:pt x="162" y="178"/>
                </a:cubicBezTo>
                <a:cubicBezTo>
                  <a:pt x="166" y="171"/>
                  <a:pt x="169" y="165"/>
                  <a:pt x="170" y="159"/>
                </a:cubicBezTo>
                <a:cubicBezTo>
                  <a:pt x="172" y="152"/>
                  <a:pt x="173" y="146"/>
                  <a:pt x="174" y="141"/>
                </a:cubicBezTo>
                <a:cubicBezTo>
                  <a:pt x="176" y="135"/>
                  <a:pt x="176" y="129"/>
                  <a:pt x="176" y="121"/>
                </a:cubicBezTo>
                <a:cubicBezTo>
                  <a:pt x="176" y="96"/>
                  <a:pt x="169" y="74"/>
                  <a:pt x="156" y="56"/>
                </a:cubicBezTo>
                <a:cubicBezTo>
                  <a:pt x="142" y="38"/>
                  <a:pt x="123" y="29"/>
                  <a:pt x="98" y="29"/>
                </a:cubicBezTo>
                <a:cubicBezTo>
                  <a:pt x="85" y="29"/>
                  <a:pt x="73" y="32"/>
                  <a:pt x="63" y="39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5"/>
                  <a:pt x="35" y="69"/>
                  <a:pt x="35" y="70"/>
                </a:cubicBezTo>
                <a:cubicBezTo>
                  <a:pt x="35" y="70"/>
                  <a:pt x="36" y="70"/>
                  <a:pt x="38" y="70"/>
                </a:cubicBezTo>
                <a:cubicBezTo>
                  <a:pt x="46" y="70"/>
                  <a:pt x="53" y="73"/>
                  <a:pt x="62" y="79"/>
                </a:cubicBezTo>
                <a:cubicBezTo>
                  <a:pt x="69" y="84"/>
                  <a:pt x="73" y="93"/>
                  <a:pt x="73" y="106"/>
                </a:cubicBezTo>
                <a:cubicBezTo>
                  <a:pt x="73" y="116"/>
                  <a:pt x="70" y="124"/>
                  <a:pt x="63" y="131"/>
                </a:cubicBezTo>
                <a:cubicBezTo>
                  <a:pt x="57" y="138"/>
                  <a:pt x="47" y="142"/>
                  <a:pt x="35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1" name=""/>
          <p:cNvSpPr/>
          <p:nvPr/>
        </p:nvSpPr>
        <p:spPr>
          <a:xfrm>
            <a:off x="7091640" y="211104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0" y="20"/>
                </a:lnTo>
                <a:cubicBezTo>
                  <a:pt x="103" y="68"/>
                  <a:pt x="142" y="128"/>
                  <a:pt x="166" y="199"/>
                </a:cubicBezTo>
                <a:cubicBezTo>
                  <a:pt x="190" y="271"/>
                  <a:pt x="203" y="345"/>
                  <a:pt x="203" y="422"/>
                </a:cubicBezTo>
                <a:cubicBezTo>
                  <a:pt x="203" y="460"/>
                  <a:pt x="200" y="498"/>
                  <a:pt x="194" y="534"/>
                </a:cubicBezTo>
                <a:cubicBezTo>
                  <a:pt x="188" y="569"/>
                  <a:pt x="182" y="599"/>
                  <a:pt x="175" y="624"/>
                </a:cubicBezTo>
                <a:cubicBezTo>
                  <a:pt x="167" y="649"/>
                  <a:pt x="157" y="674"/>
                  <a:pt x="143" y="698"/>
                </a:cubicBezTo>
                <a:cubicBezTo>
                  <a:pt x="130" y="723"/>
                  <a:pt x="119" y="742"/>
                  <a:pt x="111" y="755"/>
                </a:cubicBezTo>
                <a:cubicBezTo>
                  <a:pt x="103" y="768"/>
                  <a:pt x="91" y="782"/>
                  <a:pt x="76" y="798"/>
                </a:cubicBezTo>
                <a:cubicBezTo>
                  <a:pt x="60" y="814"/>
                  <a:pt x="51" y="823"/>
                  <a:pt x="49" y="826"/>
                </a:cubicBezTo>
                <a:cubicBezTo>
                  <a:pt x="46" y="829"/>
                  <a:pt x="39" y="834"/>
                  <a:pt x="29" y="842"/>
                </a:cubicBezTo>
                <a:cubicBezTo>
                  <a:pt x="28" y="844"/>
                  <a:pt x="26" y="845"/>
                  <a:pt x="26" y="845"/>
                </a:cubicBezTo>
                <a:lnTo>
                  <a:pt x="16" y="845"/>
                </a:lnTo>
                <a:cubicBezTo>
                  <a:pt x="11" y="845"/>
                  <a:pt x="8" y="845"/>
                  <a:pt x="6" y="845"/>
                </a:cubicBezTo>
                <a:cubicBezTo>
                  <a:pt x="5" y="845"/>
                  <a:pt x="3" y="844"/>
                  <a:pt x="2" y="843"/>
                </a:cubicBezTo>
                <a:cubicBezTo>
                  <a:pt x="1" y="841"/>
                  <a:pt x="0" y="839"/>
                  <a:pt x="0" y="835"/>
                </a:cubicBezTo>
                <a:cubicBezTo>
                  <a:pt x="0" y="835"/>
                  <a:pt x="3" y="831"/>
                  <a:pt x="9" y="824"/>
                </a:cubicBezTo>
                <a:cubicBezTo>
                  <a:pt x="96" y="734"/>
                  <a:pt x="141" y="600"/>
                  <a:pt x="141" y="422"/>
                </a:cubicBezTo>
                <a:cubicBezTo>
                  <a:pt x="141" y="245"/>
                  <a:pt x="96" y="111"/>
                  <a:pt x="9" y="21"/>
                </a:cubicBezTo>
                <a:cubicBezTo>
                  <a:pt x="3" y="14"/>
                  <a:pt x="0" y="10"/>
                  <a:pt x="0" y="10"/>
                </a:cubicBezTo>
                <a:cubicBezTo>
                  <a:pt x="0" y="5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1333080" y="2104920"/>
            <a:ext cx="1706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Null (identical)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7793280" y="21049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0.000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733320" y="261000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85" name=""/>
          <p:cNvSpPr/>
          <p:nvPr/>
        </p:nvSpPr>
        <p:spPr>
          <a:xfrm>
            <a:off x="2742840" y="2724120"/>
            <a:ext cx="165240" cy="134640"/>
          </a:xfrm>
          <a:custGeom>
            <a:avLst/>
            <a:gdLst/>
            <a:ahLst/>
            <a:rect l="0" t="0" r="r" b="b"/>
            <a:pathLst>
              <a:path w="459" h="374">
                <a:moveTo>
                  <a:pt x="130" y="374"/>
                </a:moveTo>
                <a:cubicBezTo>
                  <a:pt x="91" y="374"/>
                  <a:pt x="60" y="361"/>
                  <a:pt x="37" y="336"/>
                </a:cubicBezTo>
                <a:cubicBezTo>
                  <a:pt x="13" y="311"/>
                  <a:pt x="1" y="279"/>
                  <a:pt x="0" y="240"/>
                </a:cubicBezTo>
                <a:cubicBezTo>
                  <a:pt x="0" y="184"/>
                  <a:pt x="21" y="132"/>
                  <a:pt x="62" y="83"/>
                </a:cubicBezTo>
                <a:cubicBezTo>
                  <a:pt x="103" y="34"/>
                  <a:pt x="151" y="7"/>
                  <a:pt x="206" y="0"/>
                </a:cubicBezTo>
                <a:cubicBezTo>
                  <a:pt x="206" y="0"/>
                  <a:pt x="246" y="0"/>
                  <a:pt x="324" y="0"/>
                </a:cubicBezTo>
                <a:lnTo>
                  <a:pt x="441" y="0"/>
                </a:lnTo>
                <a:cubicBezTo>
                  <a:pt x="442" y="0"/>
                  <a:pt x="443" y="1"/>
                  <a:pt x="444" y="1"/>
                </a:cubicBezTo>
                <a:cubicBezTo>
                  <a:pt x="445" y="2"/>
                  <a:pt x="446" y="2"/>
                  <a:pt x="447" y="3"/>
                </a:cubicBezTo>
                <a:cubicBezTo>
                  <a:pt x="448" y="4"/>
                  <a:pt x="449" y="4"/>
                  <a:pt x="450" y="5"/>
                </a:cubicBezTo>
                <a:cubicBezTo>
                  <a:pt x="450" y="5"/>
                  <a:pt x="451" y="6"/>
                  <a:pt x="452" y="7"/>
                </a:cubicBezTo>
                <a:cubicBezTo>
                  <a:pt x="453" y="8"/>
                  <a:pt x="454" y="9"/>
                  <a:pt x="454" y="9"/>
                </a:cubicBezTo>
                <a:cubicBezTo>
                  <a:pt x="454" y="9"/>
                  <a:pt x="455" y="10"/>
                  <a:pt x="456" y="12"/>
                </a:cubicBezTo>
                <a:cubicBezTo>
                  <a:pt x="457" y="15"/>
                  <a:pt x="457" y="16"/>
                  <a:pt x="457" y="16"/>
                </a:cubicBezTo>
                <a:cubicBezTo>
                  <a:pt x="456" y="16"/>
                  <a:pt x="456" y="17"/>
                  <a:pt x="457" y="20"/>
                </a:cubicBezTo>
                <a:cubicBezTo>
                  <a:pt x="459" y="23"/>
                  <a:pt x="459" y="24"/>
                  <a:pt x="458" y="25"/>
                </a:cubicBezTo>
                <a:cubicBezTo>
                  <a:pt x="458" y="50"/>
                  <a:pt x="440" y="62"/>
                  <a:pt x="403" y="62"/>
                </a:cubicBezTo>
                <a:cubicBezTo>
                  <a:pt x="399" y="62"/>
                  <a:pt x="395" y="62"/>
                  <a:pt x="389" y="62"/>
                </a:cubicBezTo>
                <a:cubicBezTo>
                  <a:pt x="383" y="62"/>
                  <a:pt x="378" y="62"/>
                  <a:pt x="376" y="61"/>
                </a:cubicBezTo>
                <a:lnTo>
                  <a:pt x="325" y="61"/>
                </a:lnTo>
                <a:lnTo>
                  <a:pt x="330" y="70"/>
                </a:lnTo>
                <a:cubicBezTo>
                  <a:pt x="340" y="92"/>
                  <a:pt x="345" y="116"/>
                  <a:pt x="345" y="142"/>
                </a:cubicBezTo>
                <a:cubicBezTo>
                  <a:pt x="345" y="204"/>
                  <a:pt x="322" y="258"/>
                  <a:pt x="277" y="305"/>
                </a:cubicBezTo>
                <a:cubicBezTo>
                  <a:pt x="232" y="351"/>
                  <a:pt x="183" y="374"/>
                  <a:pt x="130" y="374"/>
                </a:cubicBezTo>
                <a:moveTo>
                  <a:pt x="279" y="130"/>
                </a:moveTo>
                <a:cubicBezTo>
                  <a:pt x="279" y="85"/>
                  <a:pt x="255" y="61"/>
                  <a:pt x="207" y="61"/>
                </a:cubicBezTo>
                <a:cubicBezTo>
                  <a:pt x="137" y="61"/>
                  <a:pt x="92" y="111"/>
                  <a:pt x="71" y="209"/>
                </a:cubicBezTo>
                <a:cubicBezTo>
                  <a:pt x="71" y="211"/>
                  <a:pt x="70" y="213"/>
                  <a:pt x="70" y="214"/>
                </a:cubicBezTo>
                <a:cubicBezTo>
                  <a:pt x="66" y="235"/>
                  <a:pt x="64" y="252"/>
                  <a:pt x="64" y="266"/>
                </a:cubicBezTo>
                <a:cubicBezTo>
                  <a:pt x="64" y="294"/>
                  <a:pt x="71" y="314"/>
                  <a:pt x="85" y="325"/>
                </a:cubicBezTo>
                <a:cubicBezTo>
                  <a:pt x="99" y="336"/>
                  <a:pt x="115" y="342"/>
                  <a:pt x="133" y="343"/>
                </a:cubicBezTo>
                <a:cubicBezTo>
                  <a:pt x="163" y="343"/>
                  <a:pt x="191" y="329"/>
                  <a:pt x="217" y="303"/>
                </a:cubicBezTo>
                <a:cubicBezTo>
                  <a:pt x="233" y="286"/>
                  <a:pt x="246" y="264"/>
                  <a:pt x="256" y="235"/>
                </a:cubicBezTo>
                <a:cubicBezTo>
                  <a:pt x="266" y="207"/>
                  <a:pt x="273" y="185"/>
                  <a:pt x="275" y="168"/>
                </a:cubicBezTo>
                <a:cubicBezTo>
                  <a:pt x="277" y="151"/>
                  <a:pt x="278" y="138"/>
                  <a:pt x="279" y="1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6" name=""/>
          <p:cNvSpPr/>
          <p:nvPr/>
        </p:nvSpPr>
        <p:spPr>
          <a:xfrm>
            <a:off x="3838680" y="2636280"/>
            <a:ext cx="261000" cy="207720"/>
          </a:xfrm>
          <a:custGeom>
            <a:avLst/>
            <a:gdLst/>
            <a:ahLst/>
            <a:rect l="0" t="0" r="r" b="b"/>
            <a:pathLst>
              <a:path w="725" h="577">
                <a:moveTo>
                  <a:pt x="171" y="38"/>
                </a:moveTo>
                <a:cubicBezTo>
                  <a:pt x="170" y="38"/>
                  <a:pt x="167" y="38"/>
                  <a:pt x="165" y="38"/>
                </a:cubicBezTo>
                <a:cubicBezTo>
                  <a:pt x="151" y="38"/>
                  <a:pt x="142" y="38"/>
                  <a:pt x="139" y="38"/>
                </a:cubicBezTo>
                <a:cubicBezTo>
                  <a:pt x="136" y="37"/>
                  <a:pt x="135" y="34"/>
                  <a:pt x="135" y="28"/>
                </a:cubicBezTo>
                <a:cubicBezTo>
                  <a:pt x="135" y="13"/>
                  <a:pt x="138" y="4"/>
                  <a:pt x="144" y="0"/>
                </a:cubicBezTo>
                <a:cubicBezTo>
                  <a:pt x="145" y="0"/>
                  <a:pt x="173" y="0"/>
                  <a:pt x="226" y="0"/>
                </a:cubicBezTo>
                <a:cubicBezTo>
                  <a:pt x="270" y="0"/>
                  <a:pt x="294" y="0"/>
                  <a:pt x="301" y="0"/>
                </a:cubicBezTo>
                <a:cubicBezTo>
                  <a:pt x="307" y="0"/>
                  <a:pt x="311" y="1"/>
                  <a:pt x="312" y="5"/>
                </a:cubicBezTo>
                <a:cubicBezTo>
                  <a:pt x="431" y="284"/>
                  <a:pt x="492" y="427"/>
                  <a:pt x="494" y="435"/>
                </a:cubicBezTo>
                <a:lnTo>
                  <a:pt x="540" y="255"/>
                </a:lnTo>
                <a:cubicBezTo>
                  <a:pt x="570" y="136"/>
                  <a:pt x="585" y="73"/>
                  <a:pt x="585" y="65"/>
                </a:cubicBezTo>
                <a:cubicBezTo>
                  <a:pt x="585" y="49"/>
                  <a:pt x="567" y="41"/>
                  <a:pt x="530" y="38"/>
                </a:cubicBezTo>
                <a:cubicBezTo>
                  <a:pt x="517" y="38"/>
                  <a:pt x="510" y="35"/>
                  <a:pt x="510" y="29"/>
                </a:cubicBezTo>
                <a:cubicBezTo>
                  <a:pt x="510" y="28"/>
                  <a:pt x="511" y="25"/>
                  <a:pt x="512" y="19"/>
                </a:cubicBezTo>
                <a:cubicBezTo>
                  <a:pt x="514" y="10"/>
                  <a:pt x="516" y="5"/>
                  <a:pt x="517" y="3"/>
                </a:cubicBezTo>
                <a:cubicBezTo>
                  <a:pt x="518" y="1"/>
                  <a:pt x="521" y="0"/>
                  <a:pt x="525" y="0"/>
                </a:cubicBezTo>
                <a:cubicBezTo>
                  <a:pt x="527" y="0"/>
                  <a:pt x="536" y="0"/>
                  <a:pt x="552" y="0"/>
                </a:cubicBezTo>
                <a:cubicBezTo>
                  <a:pt x="568" y="1"/>
                  <a:pt x="592" y="2"/>
                  <a:pt x="623" y="2"/>
                </a:cubicBezTo>
                <a:cubicBezTo>
                  <a:pt x="651" y="2"/>
                  <a:pt x="672" y="2"/>
                  <a:pt x="687" y="1"/>
                </a:cubicBezTo>
                <a:cubicBezTo>
                  <a:pt x="701" y="1"/>
                  <a:pt x="710" y="0"/>
                  <a:pt x="712" y="0"/>
                </a:cubicBezTo>
                <a:cubicBezTo>
                  <a:pt x="721" y="0"/>
                  <a:pt x="725" y="3"/>
                  <a:pt x="725" y="9"/>
                </a:cubicBezTo>
                <a:cubicBezTo>
                  <a:pt x="725" y="21"/>
                  <a:pt x="722" y="30"/>
                  <a:pt x="718" y="34"/>
                </a:cubicBezTo>
                <a:cubicBezTo>
                  <a:pt x="717" y="37"/>
                  <a:pt x="711" y="38"/>
                  <a:pt x="699" y="38"/>
                </a:cubicBezTo>
                <a:cubicBezTo>
                  <a:pt x="659" y="41"/>
                  <a:pt x="634" y="52"/>
                  <a:pt x="624" y="72"/>
                </a:cubicBezTo>
                <a:lnTo>
                  <a:pt x="497" y="572"/>
                </a:lnTo>
                <a:cubicBezTo>
                  <a:pt x="496" y="576"/>
                  <a:pt x="490" y="577"/>
                  <a:pt x="480" y="577"/>
                </a:cubicBezTo>
                <a:cubicBezTo>
                  <a:pt x="472" y="577"/>
                  <a:pt x="467" y="577"/>
                  <a:pt x="465" y="576"/>
                </a:cubicBezTo>
                <a:cubicBezTo>
                  <a:pt x="464" y="574"/>
                  <a:pt x="427" y="489"/>
                  <a:pt x="356" y="319"/>
                </a:cubicBezTo>
                <a:lnTo>
                  <a:pt x="249" y="66"/>
                </a:lnTo>
                <a:lnTo>
                  <a:pt x="194" y="286"/>
                </a:lnTo>
                <a:cubicBezTo>
                  <a:pt x="158" y="430"/>
                  <a:pt x="139" y="506"/>
                  <a:pt x="139" y="511"/>
                </a:cubicBezTo>
                <a:cubicBezTo>
                  <a:pt x="142" y="529"/>
                  <a:pt x="162" y="539"/>
                  <a:pt x="200" y="539"/>
                </a:cubicBezTo>
                <a:lnTo>
                  <a:pt x="209" y="539"/>
                </a:lnTo>
                <a:cubicBezTo>
                  <a:pt x="212" y="541"/>
                  <a:pt x="214" y="544"/>
                  <a:pt x="214" y="545"/>
                </a:cubicBezTo>
                <a:cubicBezTo>
                  <a:pt x="214" y="547"/>
                  <a:pt x="213" y="552"/>
                  <a:pt x="212" y="561"/>
                </a:cubicBezTo>
                <a:cubicBezTo>
                  <a:pt x="210" y="569"/>
                  <a:pt x="207" y="574"/>
                  <a:pt x="203" y="577"/>
                </a:cubicBezTo>
                <a:lnTo>
                  <a:pt x="192" y="577"/>
                </a:lnTo>
                <a:cubicBezTo>
                  <a:pt x="175" y="576"/>
                  <a:pt x="145" y="576"/>
                  <a:pt x="101" y="576"/>
                </a:cubicBezTo>
                <a:cubicBezTo>
                  <a:pt x="85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6"/>
                  <a:pt x="13" y="577"/>
                </a:cubicBezTo>
                <a:cubicBezTo>
                  <a:pt x="4" y="577"/>
                  <a:pt x="0" y="574"/>
                  <a:pt x="0" y="569"/>
                </a:cubicBezTo>
                <a:cubicBezTo>
                  <a:pt x="0" y="567"/>
                  <a:pt x="1" y="562"/>
                  <a:pt x="2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0"/>
                  <a:pt x="14" y="539"/>
                  <a:pt x="26" y="539"/>
                </a:cubicBezTo>
                <a:cubicBezTo>
                  <a:pt x="64" y="537"/>
                  <a:pt x="89" y="526"/>
                  <a:pt x="100" y="506"/>
                </a:cubicBezTo>
                <a:cubicBezTo>
                  <a:pt x="103" y="502"/>
                  <a:pt x="123" y="423"/>
                  <a:pt x="160" y="271"/>
                </a:cubicBezTo>
                <a:lnTo>
                  <a:pt x="218" y="41"/>
                </a:lnTo>
                <a:cubicBezTo>
                  <a:pt x="217" y="40"/>
                  <a:pt x="201" y="40"/>
                  <a:pt x="171" y="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7" name=""/>
          <p:cNvSpPr/>
          <p:nvPr/>
        </p:nvSpPr>
        <p:spPr>
          <a:xfrm>
            <a:off x="4127760" y="261576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2"/>
                </a:moveTo>
                <a:cubicBezTo>
                  <a:pt x="0" y="383"/>
                  <a:pt x="3" y="347"/>
                  <a:pt x="9" y="312"/>
                </a:cubicBezTo>
                <a:cubicBezTo>
                  <a:pt x="14" y="277"/>
                  <a:pt x="21" y="247"/>
                  <a:pt x="28" y="221"/>
                </a:cubicBezTo>
                <a:cubicBezTo>
                  <a:pt x="35" y="196"/>
                  <a:pt x="46" y="171"/>
                  <a:pt x="59" y="147"/>
                </a:cubicBezTo>
                <a:cubicBezTo>
                  <a:pt x="73" y="123"/>
                  <a:pt x="83" y="104"/>
                  <a:pt x="91" y="90"/>
                </a:cubicBezTo>
                <a:cubicBezTo>
                  <a:pt x="100" y="77"/>
                  <a:pt x="112" y="62"/>
                  <a:pt x="128" y="46"/>
                </a:cubicBezTo>
                <a:cubicBezTo>
                  <a:pt x="144" y="31"/>
                  <a:pt x="153" y="21"/>
                  <a:pt x="156" y="18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9"/>
                  <a:pt x="198" y="15"/>
                  <a:pt x="189" y="25"/>
                </a:cubicBezTo>
                <a:cubicBezTo>
                  <a:pt x="179" y="35"/>
                  <a:pt x="168" y="50"/>
                  <a:pt x="154" y="70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1"/>
                  <a:pt x="86" y="210"/>
                  <a:pt x="76" y="259"/>
                </a:cubicBezTo>
                <a:cubicBezTo>
                  <a:pt x="67" y="308"/>
                  <a:pt x="62" y="363"/>
                  <a:pt x="62" y="422"/>
                </a:cubicBezTo>
                <a:cubicBezTo>
                  <a:pt x="62" y="482"/>
                  <a:pt x="67" y="536"/>
                  <a:pt x="76" y="584"/>
                </a:cubicBezTo>
                <a:cubicBezTo>
                  <a:pt x="86" y="633"/>
                  <a:pt x="98" y="672"/>
                  <a:pt x="112" y="702"/>
                </a:cubicBezTo>
                <a:cubicBezTo>
                  <a:pt x="125" y="732"/>
                  <a:pt x="139" y="757"/>
                  <a:pt x="153" y="776"/>
                </a:cubicBezTo>
                <a:cubicBezTo>
                  <a:pt x="167" y="794"/>
                  <a:pt x="179" y="809"/>
                  <a:pt x="189" y="820"/>
                </a:cubicBezTo>
                <a:cubicBezTo>
                  <a:pt x="198" y="832"/>
                  <a:pt x="203" y="837"/>
                  <a:pt x="203" y="838"/>
                </a:cubicBezTo>
                <a:cubicBezTo>
                  <a:pt x="203" y="843"/>
                  <a:pt x="199" y="846"/>
                  <a:pt x="190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3" y="825"/>
                </a:lnTo>
                <a:cubicBezTo>
                  <a:pt x="100" y="777"/>
                  <a:pt x="61" y="717"/>
                  <a:pt x="36" y="645"/>
                </a:cubicBezTo>
                <a:cubicBezTo>
                  <a:pt x="12" y="574"/>
                  <a:pt x="0" y="499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8" name=""/>
          <p:cNvSpPr/>
          <p:nvPr/>
        </p:nvSpPr>
        <p:spPr>
          <a:xfrm>
            <a:off x="4232880" y="264132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0"/>
                </a:moveTo>
                <a:cubicBezTo>
                  <a:pt x="96" y="443"/>
                  <a:pt x="91" y="455"/>
                  <a:pt x="82" y="464"/>
                </a:cubicBezTo>
                <a:cubicBezTo>
                  <a:pt x="73" y="473"/>
                  <a:pt x="62" y="477"/>
                  <a:pt x="49" y="477"/>
                </a:cubicBezTo>
                <a:lnTo>
                  <a:pt x="43" y="477"/>
                </a:lnTo>
                <a:cubicBezTo>
                  <a:pt x="69" y="523"/>
                  <a:pt x="104" y="545"/>
                  <a:pt x="147" y="545"/>
                </a:cubicBezTo>
                <a:cubicBezTo>
                  <a:pt x="186" y="545"/>
                  <a:pt x="216" y="528"/>
                  <a:pt x="234" y="493"/>
                </a:cubicBezTo>
                <a:cubicBezTo>
                  <a:pt x="244" y="475"/>
                  <a:pt x="250" y="439"/>
                  <a:pt x="250" y="385"/>
                </a:cubicBezTo>
                <a:cubicBezTo>
                  <a:pt x="250" y="327"/>
                  <a:pt x="242" y="288"/>
                  <a:pt x="227" y="268"/>
                </a:cubicBezTo>
                <a:cubicBezTo>
                  <a:pt x="212" y="249"/>
                  <a:pt x="195" y="240"/>
                  <a:pt x="177" y="240"/>
                </a:cubicBezTo>
                <a:lnTo>
                  <a:pt x="172" y="240"/>
                </a:lnTo>
                <a:cubicBezTo>
                  <a:pt x="128" y="240"/>
                  <a:pt x="95" y="259"/>
                  <a:pt x="72" y="297"/>
                </a:cubicBezTo>
                <a:cubicBezTo>
                  <a:pt x="70" y="301"/>
                  <a:pt x="68" y="303"/>
                  <a:pt x="66" y="304"/>
                </a:cubicBezTo>
                <a:cubicBezTo>
                  <a:pt x="65" y="305"/>
                  <a:pt x="60" y="305"/>
                  <a:pt x="54" y="306"/>
                </a:cubicBezTo>
                <a:cubicBezTo>
                  <a:pt x="44" y="306"/>
                  <a:pt x="39" y="304"/>
                  <a:pt x="38" y="301"/>
                </a:cubicBezTo>
                <a:cubicBezTo>
                  <a:pt x="36" y="298"/>
                  <a:pt x="36" y="249"/>
                  <a:pt x="36" y="153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1"/>
                  <a:pt x="42" y="0"/>
                  <a:pt x="43" y="0"/>
                </a:cubicBezTo>
                <a:cubicBezTo>
                  <a:pt x="44" y="0"/>
                  <a:pt x="50" y="2"/>
                  <a:pt x="61" y="7"/>
                </a:cubicBezTo>
                <a:cubicBezTo>
                  <a:pt x="72" y="11"/>
                  <a:pt x="88" y="16"/>
                  <a:pt x="108" y="20"/>
                </a:cubicBezTo>
                <a:cubicBezTo>
                  <a:pt x="127" y="25"/>
                  <a:pt x="148" y="27"/>
                  <a:pt x="171" y="27"/>
                </a:cubicBezTo>
                <a:cubicBezTo>
                  <a:pt x="212" y="27"/>
                  <a:pt x="250" y="19"/>
                  <a:pt x="287" y="3"/>
                </a:cubicBezTo>
                <a:cubicBezTo>
                  <a:pt x="291" y="1"/>
                  <a:pt x="295" y="0"/>
                  <a:pt x="298" y="0"/>
                </a:cubicBezTo>
                <a:cubicBezTo>
                  <a:pt x="302" y="0"/>
                  <a:pt x="305" y="5"/>
                  <a:pt x="305" y="15"/>
                </a:cubicBezTo>
                <a:lnTo>
                  <a:pt x="305" y="26"/>
                </a:lnTo>
                <a:cubicBezTo>
                  <a:pt x="258" y="81"/>
                  <a:pt x="200" y="108"/>
                  <a:pt x="130" y="108"/>
                </a:cubicBezTo>
                <a:cubicBezTo>
                  <a:pt x="113" y="108"/>
                  <a:pt x="97" y="106"/>
                  <a:pt x="83" y="103"/>
                </a:cubicBezTo>
                <a:lnTo>
                  <a:pt x="75" y="101"/>
                </a:lnTo>
                <a:lnTo>
                  <a:pt x="75" y="247"/>
                </a:lnTo>
                <a:cubicBezTo>
                  <a:pt x="85" y="239"/>
                  <a:pt x="94" y="233"/>
                  <a:pt x="100" y="228"/>
                </a:cubicBezTo>
                <a:cubicBezTo>
                  <a:pt x="106" y="223"/>
                  <a:pt x="116" y="219"/>
                  <a:pt x="130" y="214"/>
                </a:cubicBezTo>
                <a:cubicBezTo>
                  <a:pt x="145" y="210"/>
                  <a:pt x="159" y="208"/>
                  <a:pt x="174" y="208"/>
                </a:cubicBezTo>
                <a:cubicBezTo>
                  <a:pt x="220" y="208"/>
                  <a:pt x="259" y="226"/>
                  <a:pt x="290" y="263"/>
                </a:cubicBezTo>
                <a:cubicBezTo>
                  <a:pt x="322" y="299"/>
                  <a:pt x="338" y="343"/>
                  <a:pt x="338" y="393"/>
                </a:cubicBezTo>
                <a:cubicBezTo>
                  <a:pt x="338" y="445"/>
                  <a:pt x="320" y="489"/>
                  <a:pt x="283" y="526"/>
                </a:cubicBezTo>
                <a:cubicBezTo>
                  <a:pt x="247" y="563"/>
                  <a:pt x="203" y="581"/>
                  <a:pt x="151" y="582"/>
                </a:cubicBezTo>
                <a:cubicBezTo>
                  <a:pt x="105" y="582"/>
                  <a:pt x="69" y="567"/>
                  <a:pt x="41" y="536"/>
                </a:cubicBezTo>
                <a:cubicBezTo>
                  <a:pt x="13" y="505"/>
                  <a:pt x="0" y="471"/>
                  <a:pt x="0" y="432"/>
                </a:cubicBezTo>
                <a:cubicBezTo>
                  <a:pt x="0" y="419"/>
                  <a:pt x="3" y="408"/>
                  <a:pt x="9" y="400"/>
                </a:cubicBezTo>
                <a:cubicBezTo>
                  <a:pt x="15" y="392"/>
                  <a:pt x="22" y="387"/>
                  <a:pt x="28" y="385"/>
                </a:cubicBezTo>
                <a:cubicBezTo>
                  <a:pt x="35" y="383"/>
                  <a:pt x="41" y="382"/>
                  <a:pt x="48" y="382"/>
                </a:cubicBezTo>
                <a:cubicBezTo>
                  <a:pt x="62" y="382"/>
                  <a:pt x="73" y="387"/>
                  <a:pt x="82" y="396"/>
                </a:cubicBezTo>
                <a:cubicBezTo>
                  <a:pt x="91" y="406"/>
                  <a:pt x="96" y="417"/>
                  <a:pt x="96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9" name=""/>
          <p:cNvSpPr/>
          <p:nvPr/>
        </p:nvSpPr>
        <p:spPr>
          <a:xfrm>
            <a:off x="4381560" y="26413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2"/>
                  <a:pt x="325" y="100"/>
                </a:cubicBezTo>
                <a:cubicBezTo>
                  <a:pt x="346" y="146"/>
                  <a:pt x="356" y="211"/>
                  <a:pt x="356" y="292"/>
                </a:cubicBezTo>
                <a:cubicBezTo>
                  <a:pt x="356" y="379"/>
                  <a:pt x="344" y="446"/>
                  <a:pt x="320" y="492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1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5"/>
                  <a:pt x="47" y="516"/>
                  <a:pt x="36" y="492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20"/>
                  <a:pt x="48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5" y="93"/>
                  <a:pt x="90" y="119"/>
                </a:cubicBezTo>
                <a:cubicBezTo>
                  <a:pt x="86" y="145"/>
                  <a:pt x="83" y="199"/>
                  <a:pt x="83" y="281"/>
                </a:cubicBezTo>
                <a:cubicBezTo>
                  <a:pt x="83" y="370"/>
                  <a:pt x="86" y="429"/>
                  <a:pt x="90" y="457"/>
                </a:cubicBezTo>
                <a:cubicBezTo>
                  <a:pt x="95" y="485"/>
                  <a:pt x="105" y="508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3" y="508"/>
                  <a:pt x="263" y="483"/>
                  <a:pt x="267" y="453"/>
                </a:cubicBezTo>
                <a:cubicBezTo>
                  <a:pt x="271" y="422"/>
                  <a:pt x="273" y="365"/>
                  <a:pt x="273" y="281"/>
                </a:cubicBezTo>
                <a:cubicBezTo>
                  <a:pt x="273" y="200"/>
                  <a:pt x="271" y="146"/>
                  <a:pt x="267" y="120"/>
                </a:cubicBezTo>
                <a:cubicBezTo>
                  <a:pt x="262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0" name=""/>
          <p:cNvSpPr/>
          <p:nvPr/>
        </p:nvSpPr>
        <p:spPr>
          <a:xfrm>
            <a:off x="4545360" y="280692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4"/>
                </a:moveTo>
                <a:cubicBezTo>
                  <a:pt x="0" y="74"/>
                  <a:pt x="0" y="67"/>
                  <a:pt x="0" y="53"/>
                </a:cubicBezTo>
                <a:cubicBezTo>
                  <a:pt x="0" y="38"/>
                  <a:pt x="4" y="26"/>
                  <a:pt x="13" y="15"/>
                </a:cubicBezTo>
                <a:cubicBezTo>
                  <a:pt x="22" y="5"/>
                  <a:pt x="34" y="0"/>
                  <a:pt x="50" y="0"/>
                </a:cubicBezTo>
                <a:cubicBezTo>
                  <a:pt x="65" y="0"/>
                  <a:pt x="80" y="7"/>
                  <a:pt x="93" y="21"/>
                </a:cubicBezTo>
                <a:cubicBezTo>
                  <a:pt x="105" y="35"/>
                  <a:pt x="112" y="61"/>
                  <a:pt x="112" y="97"/>
                </a:cubicBezTo>
                <a:cubicBezTo>
                  <a:pt x="112" y="116"/>
                  <a:pt x="110" y="136"/>
                  <a:pt x="105" y="154"/>
                </a:cubicBezTo>
                <a:cubicBezTo>
                  <a:pt x="100" y="173"/>
                  <a:pt x="94" y="189"/>
                  <a:pt x="87" y="202"/>
                </a:cubicBezTo>
                <a:cubicBezTo>
                  <a:pt x="79" y="216"/>
                  <a:pt x="72" y="227"/>
                  <a:pt x="64" y="237"/>
                </a:cubicBezTo>
                <a:cubicBezTo>
                  <a:pt x="56" y="246"/>
                  <a:pt x="49" y="254"/>
                  <a:pt x="44" y="260"/>
                </a:cubicBezTo>
                <a:cubicBezTo>
                  <a:pt x="38" y="265"/>
                  <a:pt x="34" y="268"/>
                  <a:pt x="33" y="267"/>
                </a:cubicBezTo>
                <a:cubicBezTo>
                  <a:pt x="31" y="267"/>
                  <a:pt x="27" y="265"/>
                  <a:pt x="22" y="260"/>
                </a:cubicBezTo>
                <a:cubicBezTo>
                  <a:pt x="17" y="255"/>
                  <a:pt x="14" y="251"/>
                  <a:pt x="14" y="249"/>
                </a:cubicBezTo>
                <a:cubicBezTo>
                  <a:pt x="14" y="246"/>
                  <a:pt x="17" y="242"/>
                  <a:pt x="23" y="235"/>
                </a:cubicBezTo>
                <a:cubicBezTo>
                  <a:pt x="30" y="228"/>
                  <a:pt x="37" y="220"/>
                  <a:pt x="45" y="210"/>
                </a:cubicBezTo>
                <a:cubicBezTo>
                  <a:pt x="52" y="200"/>
                  <a:pt x="60" y="186"/>
                  <a:pt x="67" y="168"/>
                </a:cubicBezTo>
                <a:cubicBezTo>
                  <a:pt x="73" y="150"/>
                  <a:pt x="78" y="129"/>
                  <a:pt x="80" y="106"/>
                </a:cubicBezTo>
                <a:lnTo>
                  <a:pt x="80" y="96"/>
                </a:lnTo>
                <a:lnTo>
                  <a:pt x="79" y="97"/>
                </a:lnTo>
                <a:cubicBezTo>
                  <a:pt x="78" y="97"/>
                  <a:pt x="77" y="98"/>
                  <a:pt x="75" y="98"/>
                </a:cubicBezTo>
                <a:cubicBezTo>
                  <a:pt x="73" y="99"/>
                  <a:pt x="72" y="100"/>
                  <a:pt x="70" y="101"/>
                </a:cubicBezTo>
                <a:cubicBezTo>
                  <a:pt x="68" y="102"/>
                  <a:pt x="66" y="103"/>
                  <a:pt x="62" y="103"/>
                </a:cubicBezTo>
                <a:cubicBezTo>
                  <a:pt x="59" y="103"/>
                  <a:pt x="56" y="103"/>
                  <a:pt x="52" y="103"/>
                </a:cubicBezTo>
                <a:cubicBezTo>
                  <a:pt x="37" y="103"/>
                  <a:pt x="25" y="99"/>
                  <a:pt x="15" y="89"/>
                </a:cubicBezTo>
                <a:lnTo>
                  <a:pt x="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1" name=""/>
          <p:cNvSpPr/>
          <p:nvPr/>
        </p:nvSpPr>
        <p:spPr>
          <a:xfrm>
            <a:off x="4682160" y="2641320"/>
            <a:ext cx="104760" cy="202680"/>
          </a:xfrm>
          <a:custGeom>
            <a:avLst/>
            <a:gdLst/>
            <a:ahLst/>
            <a:rect l="0" t="0" r="r" b="b"/>
            <a:pathLst>
              <a:path w="291" h="563">
                <a:moveTo>
                  <a:pt x="109" y="74"/>
                </a:moveTo>
                <a:lnTo>
                  <a:pt x="98" y="78"/>
                </a:lnTo>
                <a:cubicBezTo>
                  <a:pt x="91" y="81"/>
                  <a:pt x="79" y="84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2" y="53"/>
                  <a:pt x="67" y="49"/>
                  <a:pt x="89" y="41"/>
                </a:cubicBezTo>
                <a:cubicBezTo>
                  <a:pt x="112" y="34"/>
                  <a:pt x="127" y="27"/>
                  <a:pt x="136" y="21"/>
                </a:cubicBezTo>
                <a:cubicBezTo>
                  <a:pt x="146" y="15"/>
                  <a:pt x="153" y="9"/>
                  <a:pt x="160" y="2"/>
                </a:cubicBezTo>
                <a:cubicBezTo>
                  <a:pt x="161" y="1"/>
                  <a:pt x="165" y="0"/>
                  <a:pt x="170" y="0"/>
                </a:cubicBezTo>
                <a:cubicBezTo>
                  <a:pt x="175" y="0"/>
                  <a:pt x="180" y="2"/>
                  <a:pt x="185" y="5"/>
                </a:cubicBezTo>
                <a:lnTo>
                  <a:pt x="185" y="259"/>
                </a:lnTo>
                <a:lnTo>
                  <a:pt x="185" y="512"/>
                </a:lnTo>
                <a:cubicBezTo>
                  <a:pt x="189" y="516"/>
                  <a:pt x="194" y="518"/>
                  <a:pt x="197" y="520"/>
                </a:cubicBezTo>
                <a:cubicBezTo>
                  <a:pt x="199" y="521"/>
                  <a:pt x="206" y="522"/>
                  <a:pt x="217" y="523"/>
                </a:cubicBezTo>
                <a:cubicBezTo>
                  <a:pt x="228" y="524"/>
                  <a:pt x="245" y="525"/>
                  <a:pt x="269" y="525"/>
                </a:cubicBezTo>
                <a:lnTo>
                  <a:pt x="291" y="525"/>
                </a:lnTo>
                <a:lnTo>
                  <a:pt x="291" y="563"/>
                </a:lnTo>
                <a:lnTo>
                  <a:pt x="282" y="563"/>
                </a:lnTo>
                <a:cubicBezTo>
                  <a:pt x="270" y="562"/>
                  <a:pt x="225" y="561"/>
                  <a:pt x="147" y="561"/>
                </a:cubicBezTo>
                <a:cubicBezTo>
                  <a:pt x="70" y="561"/>
                  <a:pt x="26" y="562"/>
                  <a:pt x="14" y="563"/>
                </a:cubicBezTo>
                <a:lnTo>
                  <a:pt x="4" y="563"/>
                </a:lnTo>
                <a:lnTo>
                  <a:pt x="4" y="525"/>
                </a:lnTo>
                <a:lnTo>
                  <a:pt x="26" y="525"/>
                </a:lnTo>
                <a:cubicBezTo>
                  <a:pt x="38" y="525"/>
                  <a:pt x="49" y="525"/>
                  <a:pt x="58" y="525"/>
                </a:cubicBezTo>
                <a:cubicBezTo>
                  <a:pt x="67" y="525"/>
                  <a:pt x="74" y="524"/>
                  <a:pt x="79" y="524"/>
                </a:cubicBezTo>
                <a:cubicBezTo>
                  <a:pt x="84" y="523"/>
                  <a:pt x="89" y="522"/>
                  <a:pt x="93" y="521"/>
                </a:cubicBezTo>
                <a:cubicBezTo>
                  <a:pt x="97" y="520"/>
                  <a:pt x="99" y="520"/>
                  <a:pt x="99" y="520"/>
                </a:cubicBezTo>
                <a:cubicBezTo>
                  <a:pt x="100" y="520"/>
                  <a:pt x="102" y="518"/>
                  <a:pt x="104" y="515"/>
                </a:cubicBezTo>
                <a:cubicBezTo>
                  <a:pt x="107" y="513"/>
                  <a:pt x="109" y="511"/>
                  <a:pt x="109" y="512"/>
                </a:cubicBezTo>
                <a:lnTo>
                  <a:pt x="109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2" name=""/>
          <p:cNvSpPr/>
          <p:nvPr/>
        </p:nvSpPr>
        <p:spPr>
          <a:xfrm>
            <a:off x="4820760" y="26413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3"/>
                  <a:pt x="123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6" y="37"/>
                  <a:pt x="308" y="62"/>
                  <a:pt x="325" y="100"/>
                </a:cubicBezTo>
                <a:cubicBezTo>
                  <a:pt x="346" y="146"/>
                  <a:pt x="356" y="211"/>
                  <a:pt x="356" y="292"/>
                </a:cubicBezTo>
                <a:cubicBezTo>
                  <a:pt x="356" y="379"/>
                  <a:pt x="344" y="446"/>
                  <a:pt x="320" y="492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3" y="564"/>
                  <a:pt x="236" y="573"/>
                  <a:pt x="221" y="576"/>
                </a:cubicBezTo>
                <a:cubicBezTo>
                  <a:pt x="206" y="580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4"/>
                  <a:pt x="102" y="565"/>
                  <a:pt x="83" y="550"/>
                </a:cubicBezTo>
                <a:cubicBezTo>
                  <a:pt x="63" y="535"/>
                  <a:pt x="47" y="516"/>
                  <a:pt x="36" y="492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20"/>
                  <a:pt x="48" y="68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9"/>
                  <a:pt x="89" y="457"/>
                </a:cubicBezTo>
                <a:cubicBezTo>
                  <a:pt x="94" y="485"/>
                  <a:pt x="104" y="508"/>
                  <a:pt x="120" y="525"/>
                </a:cubicBezTo>
                <a:cubicBezTo>
                  <a:pt x="136" y="542"/>
                  <a:pt x="155" y="550"/>
                  <a:pt x="178" y="550"/>
                </a:cubicBezTo>
                <a:cubicBezTo>
                  <a:pt x="201" y="550"/>
                  <a:pt x="220" y="542"/>
                  <a:pt x="235" y="525"/>
                </a:cubicBezTo>
                <a:cubicBezTo>
                  <a:pt x="252" y="508"/>
                  <a:pt x="262" y="483"/>
                  <a:pt x="266" y="453"/>
                </a:cubicBezTo>
                <a:cubicBezTo>
                  <a:pt x="270" y="422"/>
                  <a:pt x="272" y="365"/>
                  <a:pt x="273" y="281"/>
                </a:cubicBezTo>
                <a:cubicBezTo>
                  <a:pt x="273" y="200"/>
                  <a:pt x="270" y="146"/>
                  <a:pt x="266" y="120"/>
                </a:cubicBezTo>
                <a:cubicBezTo>
                  <a:pt x="261" y="94"/>
                  <a:pt x="252" y="73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3" name=""/>
          <p:cNvSpPr/>
          <p:nvPr/>
        </p:nvSpPr>
        <p:spPr>
          <a:xfrm>
            <a:off x="4981680" y="2581200"/>
            <a:ext cx="86040" cy="143280"/>
          </a:xfrm>
          <a:custGeom>
            <a:avLst/>
            <a:gdLst/>
            <a:ahLst/>
            <a:rect l="0" t="0" r="r" b="b"/>
            <a:pathLst>
              <a:path w="239" h="398">
                <a:moveTo>
                  <a:pt x="35" y="141"/>
                </a:moveTo>
                <a:cubicBezTo>
                  <a:pt x="24" y="141"/>
                  <a:pt x="16" y="138"/>
                  <a:pt x="9" y="131"/>
                </a:cubicBezTo>
                <a:cubicBezTo>
                  <a:pt x="3" y="123"/>
                  <a:pt x="0" y="115"/>
                  <a:pt x="0" y="104"/>
                </a:cubicBezTo>
                <a:cubicBezTo>
                  <a:pt x="0" y="76"/>
                  <a:pt x="10" y="51"/>
                  <a:pt x="32" y="31"/>
                </a:cubicBezTo>
                <a:cubicBezTo>
                  <a:pt x="53" y="10"/>
                  <a:pt x="79" y="0"/>
                  <a:pt x="111" y="0"/>
                </a:cubicBezTo>
                <a:cubicBezTo>
                  <a:pt x="148" y="0"/>
                  <a:pt x="178" y="11"/>
                  <a:pt x="202" y="33"/>
                </a:cubicBezTo>
                <a:cubicBezTo>
                  <a:pt x="226" y="55"/>
                  <a:pt x="239" y="84"/>
                  <a:pt x="239" y="120"/>
                </a:cubicBezTo>
                <a:cubicBezTo>
                  <a:pt x="239" y="137"/>
                  <a:pt x="235" y="153"/>
                  <a:pt x="227" y="169"/>
                </a:cubicBezTo>
                <a:cubicBezTo>
                  <a:pt x="219" y="185"/>
                  <a:pt x="210" y="199"/>
                  <a:pt x="199" y="210"/>
                </a:cubicBezTo>
                <a:cubicBezTo>
                  <a:pt x="187" y="222"/>
                  <a:pt x="172" y="237"/>
                  <a:pt x="151" y="255"/>
                </a:cubicBezTo>
                <a:cubicBezTo>
                  <a:pt x="136" y="267"/>
                  <a:pt x="117" y="285"/>
                  <a:pt x="91" y="309"/>
                </a:cubicBezTo>
                <a:lnTo>
                  <a:pt x="55" y="343"/>
                </a:lnTo>
                <a:lnTo>
                  <a:pt x="101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2"/>
                  <a:pt x="215" y="287"/>
                </a:cubicBezTo>
                <a:lnTo>
                  <a:pt x="215" y="286"/>
                </a:lnTo>
                <a:lnTo>
                  <a:pt x="239" y="286"/>
                </a:lnTo>
                <a:lnTo>
                  <a:pt x="239" y="287"/>
                </a:lnTo>
                <a:cubicBezTo>
                  <a:pt x="239" y="289"/>
                  <a:pt x="236" y="307"/>
                  <a:pt x="231" y="342"/>
                </a:cubicBezTo>
                <a:cubicBezTo>
                  <a:pt x="227" y="377"/>
                  <a:pt x="224" y="395"/>
                  <a:pt x="222" y="397"/>
                </a:cubicBezTo>
                <a:lnTo>
                  <a:pt x="222" y="398"/>
                </a:lnTo>
                <a:lnTo>
                  <a:pt x="0" y="398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1"/>
                  <a:pt x="21" y="350"/>
                </a:cubicBezTo>
                <a:cubicBezTo>
                  <a:pt x="33" y="337"/>
                  <a:pt x="43" y="326"/>
                  <a:pt x="51" y="317"/>
                </a:cubicBezTo>
                <a:cubicBezTo>
                  <a:pt x="55" y="313"/>
                  <a:pt x="62" y="305"/>
                  <a:pt x="72" y="295"/>
                </a:cubicBezTo>
                <a:cubicBezTo>
                  <a:pt x="82" y="284"/>
                  <a:pt x="89" y="276"/>
                  <a:pt x="93" y="272"/>
                </a:cubicBezTo>
                <a:cubicBezTo>
                  <a:pt x="96" y="268"/>
                  <a:pt x="102" y="262"/>
                  <a:pt x="110" y="253"/>
                </a:cubicBezTo>
                <a:cubicBezTo>
                  <a:pt x="118" y="244"/>
                  <a:pt x="124" y="237"/>
                  <a:pt x="127" y="232"/>
                </a:cubicBezTo>
                <a:cubicBezTo>
                  <a:pt x="130" y="228"/>
                  <a:pt x="135" y="222"/>
                  <a:pt x="141" y="215"/>
                </a:cubicBezTo>
                <a:cubicBezTo>
                  <a:pt x="147" y="207"/>
                  <a:pt x="151" y="201"/>
                  <a:pt x="153" y="195"/>
                </a:cubicBezTo>
                <a:cubicBezTo>
                  <a:pt x="156" y="190"/>
                  <a:pt x="159" y="184"/>
                  <a:pt x="162" y="178"/>
                </a:cubicBezTo>
                <a:cubicBezTo>
                  <a:pt x="166" y="171"/>
                  <a:pt x="168" y="164"/>
                  <a:pt x="170" y="158"/>
                </a:cubicBezTo>
                <a:cubicBezTo>
                  <a:pt x="172" y="152"/>
                  <a:pt x="173" y="146"/>
                  <a:pt x="174" y="140"/>
                </a:cubicBezTo>
                <a:cubicBezTo>
                  <a:pt x="175" y="134"/>
                  <a:pt x="176" y="128"/>
                  <a:pt x="176" y="120"/>
                </a:cubicBezTo>
                <a:cubicBezTo>
                  <a:pt x="176" y="95"/>
                  <a:pt x="169" y="74"/>
                  <a:pt x="156" y="55"/>
                </a:cubicBezTo>
                <a:cubicBezTo>
                  <a:pt x="142" y="37"/>
                  <a:pt x="123" y="28"/>
                  <a:pt x="98" y="28"/>
                </a:cubicBezTo>
                <a:cubicBezTo>
                  <a:pt x="84" y="28"/>
                  <a:pt x="72" y="31"/>
                  <a:pt x="62" y="38"/>
                </a:cubicBezTo>
                <a:cubicBezTo>
                  <a:pt x="52" y="45"/>
                  <a:pt x="45" y="51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69"/>
                  <a:pt x="36" y="70"/>
                  <a:pt x="38" y="70"/>
                </a:cubicBezTo>
                <a:cubicBezTo>
                  <a:pt x="45" y="70"/>
                  <a:pt x="53" y="72"/>
                  <a:pt x="60" y="78"/>
                </a:cubicBezTo>
                <a:cubicBezTo>
                  <a:pt x="68" y="84"/>
                  <a:pt x="72" y="93"/>
                  <a:pt x="72" y="105"/>
                </a:cubicBezTo>
                <a:cubicBezTo>
                  <a:pt x="72" y="115"/>
                  <a:pt x="68" y="124"/>
                  <a:pt x="62" y="131"/>
                </a:cubicBezTo>
                <a:cubicBezTo>
                  <a:pt x="56" y="137"/>
                  <a:pt x="47" y="141"/>
                  <a:pt x="35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4" name=""/>
          <p:cNvSpPr/>
          <p:nvPr/>
        </p:nvSpPr>
        <p:spPr>
          <a:xfrm>
            <a:off x="5110200" y="261576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6" y="0"/>
                </a:cubicBezTo>
                <a:lnTo>
                  <a:pt x="27" y="0"/>
                </a:lnTo>
                <a:lnTo>
                  <a:pt x="50" y="20"/>
                </a:lnTo>
                <a:cubicBezTo>
                  <a:pt x="103" y="68"/>
                  <a:pt x="142" y="128"/>
                  <a:pt x="166" y="199"/>
                </a:cubicBezTo>
                <a:cubicBezTo>
                  <a:pt x="191" y="271"/>
                  <a:pt x="203" y="345"/>
                  <a:pt x="203" y="422"/>
                </a:cubicBezTo>
                <a:cubicBezTo>
                  <a:pt x="203" y="461"/>
                  <a:pt x="200" y="497"/>
                  <a:pt x="195" y="533"/>
                </a:cubicBezTo>
                <a:cubicBezTo>
                  <a:pt x="189" y="568"/>
                  <a:pt x="183" y="599"/>
                  <a:pt x="174" y="623"/>
                </a:cubicBezTo>
                <a:cubicBezTo>
                  <a:pt x="167" y="648"/>
                  <a:pt x="157" y="673"/>
                  <a:pt x="143" y="698"/>
                </a:cubicBezTo>
                <a:cubicBezTo>
                  <a:pt x="130" y="722"/>
                  <a:pt x="119" y="741"/>
                  <a:pt x="111" y="755"/>
                </a:cubicBezTo>
                <a:cubicBezTo>
                  <a:pt x="103" y="768"/>
                  <a:pt x="92" y="783"/>
                  <a:pt x="76" y="798"/>
                </a:cubicBezTo>
                <a:cubicBezTo>
                  <a:pt x="61" y="814"/>
                  <a:pt x="52" y="823"/>
                  <a:pt x="49" y="826"/>
                </a:cubicBezTo>
                <a:cubicBezTo>
                  <a:pt x="47" y="829"/>
                  <a:pt x="40" y="834"/>
                  <a:pt x="30" y="842"/>
                </a:cubicBezTo>
                <a:cubicBezTo>
                  <a:pt x="28" y="844"/>
                  <a:pt x="27" y="845"/>
                  <a:pt x="27" y="846"/>
                </a:cubicBezTo>
                <a:lnTo>
                  <a:pt x="16" y="846"/>
                </a:lnTo>
                <a:cubicBezTo>
                  <a:pt x="12" y="846"/>
                  <a:pt x="9" y="846"/>
                  <a:pt x="7" y="846"/>
                </a:cubicBezTo>
                <a:cubicBezTo>
                  <a:pt x="5" y="846"/>
                  <a:pt x="4" y="845"/>
                  <a:pt x="3" y="843"/>
                </a:cubicBezTo>
                <a:cubicBezTo>
                  <a:pt x="2" y="841"/>
                  <a:pt x="1" y="839"/>
                  <a:pt x="0" y="835"/>
                </a:cubicBezTo>
                <a:cubicBezTo>
                  <a:pt x="1" y="835"/>
                  <a:pt x="4" y="831"/>
                  <a:pt x="10" y="825"/>
                </a:cubicBezTo>
                <a:cubicBezTo>
                  <a:pt x="97" y="733"/>
                  <a:pt x="141" y="599"/>
                  <a:pt x="141" y="422"/>
                </a:cubicBezTo>
                <a:cubicBezTo>
                  <a:pt x="141" y="246"/>
                  <a:pt x="97" y="112"/>
                  <a:pt x="10" y="21"/>
                </a:cubicBezTo>
                <a:cubicBezTo>
                  <a:pt x="4" y="14"/>
                  <a:pt x="1" y="11"/>
                  <a:pt x="0" y="10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5" name=""/>
          <p:cNvSpPr/>
          <p:nvPr/>
        </p:nvSpPr>
        <p:spPr>
          <a:xfrm>
            <a:off x="5819760" y="2636280"/>
            <a:ext cx="261000" cy="207720"/>
          </a:xfrm>
          <a:custGeom>
            <a:avLst/>
            <a:gdLst/>
            <a:ahLst/>
            <a:rect l="0" t="0" r="r" b="b"/>
            <a:pathLst>
              <a:path w="725" h="577">
                <a:moveTo>
                  <a:pt x="173" y="38"/>
                </a:moveTo>
                <a:cubicBezTo>
                  <a:pt x="171" y="38"/>
                  <a:pt x="169" y="38"/>
                  <a:pt x="166" y="38"/>
                </a:cubicBezTo>
                <a:cubicBezTo>
                  <a:pt x="152" y="38"/>
                  <a:pt x="143" y="38"/>
                  <a:pt x="141" y="38"/>
                </a:cubicBezTo>
                <a:cubicBezTo>
                  <a:pt x="138" y="37"/>
                  <a:pt x="136" y="34"/>
                  <a:pt x="136" y="28"/>
                </a:cubicBezTo>
                <a:cubicBezTo>
                  <a:pt x="136" y="13"/>
                  <a:pt x="139" y="4"/>
                  <a:pt x="146" y="0"/>
                </a:cubicBezTo>
                <a:cubicBezTo>
                  <a:pt x="147" y="0"/>
                  <a:pt x="174" y="0"/>
                  <a:pt x="228" y="0"/>
                </a:cubicBezTo>
                <a:cubicBezTo>
                  <a:pt x="271" y="0"/>
                  <a:pt x="296" y="0"/>
                  <a:pt x="302" y="0"/>
                </a:cubicBezTo>
                <a:cubicBezTo>
                  <a:pt x="308" y="0"/>
                  <a:pt x="312" y="1"/>
                  <a:pt x="314" y="5"/>
                </a:cubicBezTo>
                <a:cubicBezTo>
                  <a:pt x="433" y="284"/>
                  <a:pt x="493" y="427"/>
                  <a:pt x="495" y="435"/>
                </a:cubicBezTo>
                <a:lnTo>
                  <a:pt x="541" y="255"/>
                </a:lnTo>
                <a:cubicBezTo>
                  <a:pt x="571" y="136"/>
                  <a:pt x="586" y="73"/>
                  <a:pt x="586" y="65"/>
                </a:cubicBezTo>
                <a:cubicBezTo>
                  <a:pt x="586" y="49"/>
                  <a:pt x="568" y="41"/>
                  <a:pt x="532" y="38"/>
                </a:cubicBezTo>
                <a:cubicBezTo>
                  <a:pt x="518" y="38"/>
                  <a:pt x="511" y="35"/>
                  <a:pt x="511" y="29"/>
                </a:cubicBezTo>
                <a:cubicBezTo>
                  <a:pt x="511" y="28"/>
                  <a:pt x="512" y="25"/>
                  <a:pt x="513" y="19"/>
                </a:cubicBezTo>
                <a:cubicBezTo>
                  <a:pt x="515" y="10"/>
                  <a:pt x="517" y="5"/>
                  <a:pt x="518" y="3"/>
                </a:cubicBezTo>
                <a:cubicBezTo>
                  <a:pt x="519" y="1"/>
                  <a:pt x="522" y="0"/>
                  <a:pt x="527" y="0"/>
                </a:cubicBezTo>
                <a:cubicBezTo>
                  <a:pt x="528" y="0"/>
                  <a:pt x="537" y="0"/>
                  <a:pt x="553" y="0"/>
                </a:cubicBezTo>
                <a:cubicBezTo>
                  <a:pt x="569" y="1"/>
                  <a:pt x="592" y="2"/>
                  <a:pt x="623" y="2"/>
                </a:cubicBezTo>
                <a:cubicBezTo>
                  <a:pt x="651" y="2"/>
                  <a:pt x="672" y="2"/>
                  <a:pt x="687" y="1"/>
                </a:cubicBezTo>
                <a:cubicBezTo>
                  <a:pt x="702" y="1"/>
                  <a:pt x="710" y="0"/>
                  <a:pt x="712" y="0"/>
                </a:cubicBezTo>
                <a:cubicBezTo>
                  <a:pt x="721" y="0"/>
                  <a:pt x="725" y="3"/>
                  <a:pt x="725" y="9"/>
                </a:cubicBezTo>
                <a:cubicBezTo>
                  <a:pt x="725" y="21"/>
                  <a:pt x="723" y="30"/>
                  <a:pt x="718" y="34"/>
                </a:cubicBezTo>
                <a:cubicBezTo>
                  <a:pt x="717" y="37"/>
                  <a:pt x="711" y="38"/>
                  <a:pt x="700" y="38"/>
                </a:cubicBezTo>
                <a:cubicBezTo>
                  <a:pt x="660" y="41"/>
                  <a:pt x="635" y="52"/>
                  <a:pt x="625" y="72"/>
                </a:cubicBezTo>
                <a:lnTo>
                  <a:pt x="499" y="572"/>
                </a:lnTo>
                <a:cubicBezTo>
                  <a:pt x="498" y="576"/>
                  <a:pt x="492" y="577"/>
                  <a:pt x="481" y="577"/>
                </a:cubicBezTo>
                <a:cubicBezTo>
                  <a:pt x="473" y="577"/>
                  <a:pt x="468" y="577"/>
                  <a:pt x="467" y="576"/>
                </a:cubicBezTo>
                <a:cubicBezTo>
                  <a:pt x="465" y="574"/>
                  <a:pt x="429" y="489"/>
                  <a:pt x="358" y="319"/>
                </a:cubicBezTo>
                <a:lnTo>
                  <a:pt x="250" y="66"/>
                </a:lnTo>
                <a:lnTo>
                  <a:pt x="195" y="286"/>
                </a:lnTo>
                <a:cubicBezTo>
                  <a:pt x="159" y="430"/>
                  <a:pt x="141" y="506"/>
                  <a:pt x="141" y="511"/>
                </a:cubicBezTo>
                <a:cubicBezTo>
                  <a:pt x="143" y="529"/>
                  <a:pt x="164" y="539"/>
                  <a:pt x="201" y="539"/>
                </a:cubicBezTo>
                <a:lnTo>
                  <a:pt x="210" y="539"/>
                </a:lnTo>
                <a:cubicBezTo>
                  <a:pt x="213" y="541"/>
                  <a:pt x="215" y="544"/>
                  <a:pt x="215" y="545"/>
                </a:cubicBezTo>
                <a:cubicBezTo>
                  <a:pt x="215" y="547"/>
                  <a:pt x="214" y="552"/>
                  <a:pt x="213" y="561"/>
                </a:cubicBezTo>
                <a:cubicBezTo>
                  <a:pt x="211" y="569"/>
                  <a:pt x="208" y="574"/>
                  <a:pt x="205" y="577"/>
                </a:cubicBezTo>
                <a:lnTo>
                  <a:pt x="194" y="577"/>
                </a:lnTo>
                <a:cubicBezTo>
                  <a:pt x="176" y="576"/>
                  <a:pt x="146" y="576"/>
                  <a:pt x="103" y="576"/>
                </a:cubicBezTo>
                <a:cubicBezTo>
                  <a:pt x="86" y="576"/>
                  <a:pt x="71" y="576"/>
                  <a:pt x="59" y="576"/>
                </a:cubicBezTo>
                <a:cubicBezTo>
                  <a:pt x="46" y="576"/>
                  <a:pt x="35" y="576"/>
                  <a:pt x="27" y="576"/>
                </a:cubicBezTo>
                <a:cubicBezTo>
                  <a:pt x="19" y="576"/>
                  <a:pt x="15" y="576"/>
                  <a:pt x="13" y="577"/>
                </a:cubicBezTo>
                <a:cubicBezTo>
                  <a:pt x="4" y="577"/>
                  <a:pt x="0" y="574"/>
                  <a:pt x="0" y="569"/>
                </a:cubicBezTo>
                <a:cubicBezTo>
                  <a:pt x="0" y="567"/>
                  <a:pt x="1" y="562"/>
                  <a:pt x="3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0"/>
                  <a:pt x="15" y="539"/>
                  <a:pt x="26" y="539"/>
                </a:cubicBezTo>
                <a:cubicBezTo>
                  <a:pt x="65" y="537"/>
                  <a:pt x="89" y="526"/>
                  <a:pt x="101" y="506"/>
                </a:cubicBezTo>
                <a:cubicBezTo>
                  <a:pt x="104" y="502"/>
                  <a:pt x="124" y="423"/>
                  <a:pt x="162" y="271"/>
                </a:cubicBezTo>
                <a:lnTo>
                  <a:pt x="219" y="41"/>
                </a:lnTo>
                <a:cubicBezTo>
                  <a:pt x="218" y="40"/>
                  <a:pt x="203" y="40"/>
                  <a:pt x="173" y="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6" name=""/>
          <p:cNvSpPr/>
          <p:nvPr/>
        </p:nvSpPr>
        <p:spPr>
          <a:xfrm>
            <a:off x="6108840" y="261576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2"/>
                </a:moveTo>
                <a:cubicBezTo>
                  <a:pt x="0" y="383"/>
                  <a:pt x="3" y="347"/>
                  <a:pt x="9" y="312"/>
                </a:cubicBezTo>
                <a:cubicBezTo>
                  <a:pt x="15" y="277"/>
                  <a:pt x="22" y="247"/>
                  <a:pt x="29" y="221"/>
                </a:cubicBezTo>
                <a:cubicBezTo>
                  <a:pt x="37" y="196"/>
                  <a:pt x="47" y="171"/>
                  <a:pt x="61" y="147"/>
                </a:cubicBezTo>
                <a:cubicBezTo>
                  <a:pt x="74" y="123"/>
                  <a:pt x="85" y="104"/>
                  <a:pt x="93" y="90"/>
                </a:cubicBezTo>
                <a:cubicBezTo>
                  <a:pt x="101" y="77"/>
                  <a:pt x="112" y="62"/>
                  <a:pt x="128" y="46"/>
                </a:cubicBezTo>
                <a:cubicBezTo>
                  <a:pt x="144" y="31"/>
                  <a:pt x="153" y="21"/>
                  <a:pt x="156" y="18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2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9"/>
                  <a:pt x="199" y="15"/>
                  <a:pt x="189" y="25"/>
                </a:cubicBezTo>
                <a:cubicBezTo>
                  <a:pt x="179" y="35"/>
                  <a:pt x="168" y="50"/>
                  <a:pt x="154" y="70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1"/>
                  <a:pt x="87" y="210"/>
                  <a:pt x="77" y="259"/>
                </a:cubicBezTo>
                <a:cubicBezTo>
                  <a:pt x="68" y="308"/>
                  <a:pt x="63" y="363"/>
                  <a:pt x="63" y="422"/>
                </a:cubicBezTo>
                <a:cubicBezTo>
                  <a:pt x="63" y="482"/>
                  <a:pt x="68" y="536"/>
                  <a:pt x="77" y="584"/>
                </a:cubicBezTo>
                <a:cubicBezTo>
                  <a:pt x="87" y="633"/>
                  <a:pt x="99" y="672"/>
                  <a:pt x="112" y="702"/>
                </a:cubicBezTo>
                <a:cubicBezTo>
                  <a:pt x="126" y="732"/>
                  <a:pt x="139" y="757"/>
                  <a:pt x="154" y="776"/>
                </a:cubicBezTo>
                <a:cubicBezTo>
                  <a:pt x="168" y="794"/>
                  <a:pt x="179" y="809"/>
                  <a:pt x="189" y="820"/>
                </a:cubicBezTo>
                <a:cubicBezTo>
                  <a:pt x="199" y="832"/>
                  <a:pt x="203" y="837"/>
                  <a:pt x="203" y="838"/>
                </a:cubicBezTo>
                <a:cubicBezTo>
                  <a:pt x="203" y="843"/>
                  <a:pt x="199" y="846"/>
                  <a:pt x="191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4" y="825"/>
                </a:lnTo>
                <a:cubicBezTo>
                  <a:pt x="101" y="777"/>
                  <a:pt x="62" y="717"/>
                  <a:pt x="38" y="645"/>
                </a:cubicBezTo>
                <a:cubicBezTo>
                  <a:pt x="13" y="574"/>
                  <a:pt x="0" y="499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7" name=""/>
          <p:cNvSpPr/>
          <p:nvPr/>
        </p:nvSpPr>
        <p:spPr>
          <a:xfrm>
            <a:off x="6213960" y="264132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0"/>
                </a:moveTo>
                <a:cubicBezTo>
                  <a:pt x="97" y="443"/>
                  <a:pt x="92" y="455"/>
                  <a:pt x="83" y="464"/>
                </a:cubicBezTo>
                <a:cubicBezTo>
                  <a:pt x="74" y="473"/>
                  <a:pt x="63" y="477"/>
                  <a:pt x="50" y="477"/>
                </a:cubicBezTo>
                <a:lnTo>
                  <a:pt x="44" y="477"/>
                </a:lnTo>
                <a:cubicBezTo>
                  <a:pt x="70" y="523"/>
                  <a:pt x="105" y="545"/>
                  <a:pt x="148" y="545"/>
                </a:cubicBezTo>
                <a:cubicBezTo>
                  <a:pt x="187" y="545"/>
                  <a:pt x="216" y="528"/>
                  <a:pt x="234" y="493"/>
                </a:cubicBezTo>
                <a:cubicBezTo>
                  <a:pt x="245" y="475"/>
                  <a:pt x="250" y="439"/>
                  <a:pt x="250" y="385"/>
                </a:cubicBezTo>
                <a:cubicBezTo>
                  <a:pt x="250" y="327"/>
                  <a:pt x="242" y="288"/>
                  <a:pt x="227" y="268"/>
                </a:cubicBezTo>
                <a:cubicBezTo>
                  <a:pt x="213" y="249"/>
                  <a:pt x="196" y="240"/>
                  <a:pt x="178" y="240"/>
                </a:cubicBezTo>
                <a:lnTo>
                  <a:pt x="173" y="240"/>
                </a:lnTo>
                <a:cubicBezTo>
                  <a:pt x="129" y="240"/>
                  <a:pt x="96" y="259"/>
                  <a:pt x="73" y="297"/>
                </a:cubicBezTo>
                <a:cubicBezTo>
                  <a:pt x="70" y="301"/>
                  <a:pt x="68" y="303"/>
                  <a:pt x="67" y="304"/>
                </a:cubicBezTo>
                <a:cubicBezTo>
                  <a:pt x="65" y="305"/>
                  <a:pt x="61" y="305"/>
                  <a:pt x="54" y="306"/>
                </a:cubicBezTo>
                <a:cubicBezTo>
                  <a:pt x="44" y="306"/>
                  <a:pt x="39" y="304"/>
                  <a:pt x="38" y="301"/>
                </a:cubicBezTo>
                <a:cubicBezTo>
                  <a:pt x="37" y="298"/>
                  <a:pt x="36" y="249"/>
                  <a:pt x="36" y="153"/>
                </a:cubicBezTo>
                <a:lnTo>
                  <a:pt x="36" y="44"/>
                </a:lnTo>
                <a:cubicBezTo>
                  <a:pt x="36" y="16"/>
                  <a:pt x="38" y="2"/>
                  <a:pt x="40" y="2"/>
                </a:cubicBezTo>
                <a:cubicBezTo>
                  <a:pt x="42" y="1"/>
                  <a:pt x="43" y="0"/>
                  <a:pt x="44" y="0"/>
                </a:cubicBezTo>
                <a:cubicBezTo>
                  <a:pt x="44" y="0"/>
                  <a:pt x="50" y="2"/>
                  <a:pt x="62" y="7"/>
                </a:cubicBezTo>
                <a:cubicBezTo>
                  <a:pt x="73" y="11"/>
                  <a:pt x="88" y="16"/>
                  <a:pt x="109" y="20"/>
                </a:cubicBezTo>
                <a:cubicBezTo>
                  <a:pt x="129" y="25"/>
                  <a:pt x="150" y="27"/>
                  <a:pt x="172" y="27"/>
                </a:cubicBezTo>
                <a:cubicBezTo>
                  <a:pt x="212" y="27"/>
                  <a:pt x="251" y="19"/>
                  <a:pt x="287" y="3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1"/>
                  <a:pt x="201" y="108"/>
                  <a:pt x="132" y="108"/>
                </a:cubicBezTo>
                <a:cubicBezTo>
                  <a:pt x="114" y="108"/>
                  <a:pt x="99" y="106"/>
                  <a:pt x="83" y="103"/>
                </a:cubicBezTo>
                <a:lnTo>
                  <a:pt x="75" y="101"/>
                </a:lnTo>
                <a:lnTo>
                  <a:pt x="75" y="247"/>
                </a:lnTo>
                <a:cubicBezTo>
                  <a:pt x="86" y="239"/>
                  <a:pt x="94" y="233"/>
                  <a:pt x="101" y="228"/>
                </a:cubicBezTo>
                <a:cubicBezTo>
                  <a:pt x="108" y="223"/>
                  <a:pt x="118" y="219"/>
                  <a:pt x="132" y="214"/>
                </a:cubicBezTo>
                <a:cubicBezTo>
                  <a:pt x="146" y="210"/>
                  <a:pt x="160" y="208"/>
                  <a:pt x="175" y="208"/>
                </a:cubicBezTo>
                <a:cubicBezTo>
                  <a:pt x="220" y="208"/>
                  <a:pt x="259" y="226"/>
                  <a:pt x="291" y="263"/>
                </a:cubicBezTo>
                <a:cubicBezTo>
                  <a:pt x="322" y="299"/>
                  <a:pt x="338" y="343"/>
                  <a:pt x="338" y="393"/>
                </a:cubicBezTo>
                <a:cubicBezTo>
                  <a:pt x="338" y="445"/>
                  <a:pt x="320" y="489"/>
                  <a:pt x="284" y="526"/>
                </a:cubicBezTo>
                <a:cubicBezTo>
                  <a:pt x="248" y="563"/>
                  <a:pt x="204" y="581"/>
                  <a:pt x="152" y="582"/>
                </a:cubicBezTo>
                <a:cubicBezTo>
                  <a:pt x="106" y="582"/>
                  <a:pt x="69" y="567"/>
                  <a:pt x="41" y="536"/>
                </a:cubicBezTo>
                <a:cubicBezTo>
                  <a:pt x="14" y="505"/>
                  <a:pt x="0" y="471"/>
                  <a:pt x="0" y="432"/>
                </a:cubicBezTo>
                <a:cubicBezTo>
                  <a:pt x="0" y="419"/>
                  <a:pt x="3" y="408"/>
                  <a:pt x="9" y="400"/>
                </a:cubicBezTo>
                <a:cubicBezTo>
                  <a:pt x="15" y="392"/>
                  <a:pt x="22" y="387"/>
                  <a:pt x="29" y="385"/>
                </a:cubicBezTo>
                <a:cubicBezTo>
                  <a:pt x="35" y="383"/>
                  <a:pt x="42" y="382"/>
                  <a:pt x="48" y="382"/>
                </a:cubicBezTo>
                <a:cubicBezTo>
                  <a:pt x="62" y="382"/>
                  <a:pt x="74" y="387"/>
                  <a:pt x="83" y="396"/>
                </a:cubicBezTo>
                <a:cubicBezTo>
                  <a:pt x="92" y="406"/>
                  <a:pt x="97" y="417"/>
                  <a:pt x="97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8" name=""/>
          <p:cNvSpPr/>
          <p:nvPr/>
        </p:nvSpPr>
        <p:spPr>
          <a:xfrm>
            <a:off x="6365880" y="2641320"/>
            <a:ext cx="121680" cy="202680"/>
          </a:xfrm>
          <a:custGeom>
            <a:avLst/>
            <a:gdLst/>
            <a:ahLst/>
            <a:rect l="0" t="0" r="r" b="b"/>
            <a:pathLst>
              <a:path w="338" h="563">
                <a:moveTo>
                  <a:pt x="51" y="200"/>
                </a:moveTo>
                <a:cubicBezTo>
                  <a:pt x="36" y="200"/>
                  <a:pt x="24" y="195"/>
                  <a:pt x="15" y="185"/>
                </a:cubicBezTo>
                <a:cubicBezTo>
                  <a:pt x="5" y="175"/>
                  <a:pt x="0" y="162"/>
                  <a:pt x="0" y="148"/>
                </a:cubicBezTo>
                <a:cubicBezTo>
                  <a:pt x="0" y="108"/>
                  <a:pt x="16" y="73"/>
                  <a:pt x="46" y="44"/>
                </a:cubicBezTo>
                <a:cubicBezTo>
                  <a:pt x="76" y="15"/>
                  <a:pt x="113" y="0"/>
                  <a:pt x="157" y="0"/>
                </a:cubicBezTo>
                <a:cubicBezTo>
                  <a:pt x="209" y="0"/>
                  <a:pt x="251" y="16"/>
                  <a:pt x="286" y="47"/>
                </a:cubicBezTo>
                <a:cubicBezTo>
                  <a:pt x="320" y="79"/>
                  <a:pt x="338" y="120"/>
                  <a:pt x="338" y="170"/>
                </a:cubicBezTo>
                <a:cubicBezTo>
                  <a:pt x="338" y="194"/>
                  <a:pt x="333" y="217"/>
                  <a:pt x="321" y="239"/>
                </a:cubicBezTo>
                <a:cubicBezTo>
                  <a:pt x="310" y="262"/>
                  <a:pt x="297" y="281"/>
                  <a:pt x="281" y="297"/>
                </a:cubicBezTo>
                <a:cubicBezTo>
                  <a:pt x="265" y="314"/>
                  <a:pt x="242" y="335"/>
                  <a:pt x="213" y="360"/>
                </a:cubicBezTo>
                <a:cubicBezTo>
                  <a:pt x="193" y="377"/>
                  <a:pt x="165" y="403"/>
                  <a:pt x="129" y="438"/>
                </a:cubicBezTo>
                <a:lnTo>
                  <a:pt x="79" y="485"/>
                </a:lnTo>
                <a:lnTo>
                  <a:pt x="143" y="486"/>
                </a:lnTo>
                <a:cubicBezTo>
                  <a:pt x="232" y="486"/>
                  <a:pt x="279" y="484"/>
                  <a:pt x="284" y="482"/>
                </a:cubicBezTo>
                <a:cubicBezTo>
                  <a:pt x="288" y="480"/>
                  <a:pt x="295" y="455"/>
                  <a:pt x="304" y="406"/>
                </a:cubicBezTo>
                <a:lnTo>
                  <a:pt x="304" y="404"/>
                </a:lnTo>
                <a:lnTo>
                  <a:pt x="338" y="404"/>
                </a:lnTo>
                <a:lnTo>
                  <a:pt x="338" y="406"/>
                </a:lnTo>
                <a:cubicBezTo>
                  <a:pt x="338" y="408"/>
                  <a:pt x="334" y="434"/>
                  <a:pt x="327" y="483"/>
                </a:cubicBezTo>
                <a:cubicBezTo>
                  <a:pt x="320" y="533"/>
                  <a:pt x="316" y="559"/>
                  <a:pt x="315" y="561"/>
                </a:cubicBezTo>
                <a:lnTo>
                  <a:pt x="315" y="563"/>
                </a:lnTo>
                <a:lnTo>
                  <a:pt x="0" y="563"/>
                </a:lnTo>
                <a:lnTo>
                  <a:pt x="0" y="547"/>
                </a:lnTo>
                <a:lnTo>
                  <a:pt x="0" y="537"/>
                </a:lnTo>
                <a:cubicBezTo>
                  <a:pt x="0" y="533"/>
                  <a:pt x="2" y="529"/>
                  <a:pt x="5" y="525"/>
                </a:cubicBezTo>
                <a:cubicBezTo>
                  <a:pt x="9" y="520"/>
                  <a:pt x="18" y="510"/>
                  <a:pt x="32" y="495"/>
                </a:cubicBezTo>
                <a:cubicBezTo>
                  <a:pt x="48" y="477"/>
                  <a:pt x="62" y="461"/>
                  <a:pt x="74" y="448"/>
                </a:cubicBezTo>
                <a:cubicBezTo>
                  <a:pt x="79" y="442"/>
                  <a:pt x="88" y="432"/>
                  <a:pt x="103" y="417"/>
                </a:cubicBezTo>
                <a:cubicBezTo>
                  <a:pt x="117" y="401"/>
                  <a:pt x="126" y="391"/>
                  <a:pt x="131" y="385"/>
                </a:cubicBezTo>
                <a:cubicBezTo>
                  <a:pt x="136" y="380"/>
                  <a:pt x="145" y="370"/>
                  <a:pt x="156" y="357"/>
                </a:cubicBezTo>
                <a:cubicBezTo>
                  <a:pt x="167" y="344"/>
                  <a:pt x="175" y="335"/>
                  <a:pt x="179" y="329"/>
                </a:cubicBezTo>
                <a:cubicBezTo>
                  <a:pt x="184" y="322"/>
                  <a:pt x="190" y="314"/>
                  <a:pt x="199" y="303"/>
                </a:cubicBezTo>
                <a:cubicBezTo>
                  <a:pt x="207" y="293"/>
                  <a:pt x="213" y="284"/>
                  <a:pt x="217" y="276"/>
                </a:cubicBezTo>
                <a:cubicBezTo>
                  <a:pt x="220" y="269"/>
                  <a:pt x="224" y="261"/>
                  <a:pt x="229" y="252"/>
                </a:cubicBezTo>
                <a:cubicBezTo>
                  <a:pt x="234" y="242"/>
                  <a:pt x="238" y="233"/>
                  <a:pt x="240" y="224"/>
                </a:cubicBezTo>
                <a:cubicBezTo>
                  <a:pt x="242" y="215"/>
                  <a:pt x="244" y="206"/>
                  <a:pt x="246" y="198"/>
                </a:cubicBezTo>
                <a:cubicBezTo>
                  <a:pt x="248" y="191"/>
                  <a:pt x="249" y="181"/>
                  <a:pt x="249" y="171"/>
                </a:cubicBezTo>
                <a:cubicBezTo>
                  <a:pt x="249" y="135"/>
                  <a:pt x="239" y="104"/>
                  <a:pt x="220" y="78"/>
                </a:cubicBezTo>
                <a:cubicBezTo>
                  <a:pt x="201" y="53"/>
                  <a:pt x="174" y="40"/>
                  <a:pt x="138" y="40"/>
                </a:cubicBezTo>
                <a:cubicBezTo>
                  <a:pt x="119" y="40"/>
                  <a:pt x="103" y="44"/>
                  <a:pt x="89" y="54"/>
                </a:cubicBezTo>
                <a:cubicBezTo>
                  <a:pt x="75" y="64"/>
                  <a:pt x="65" y="73"/>
                  <a:pt x="59" y="82"/>
                </a:cubicBezTo>
                <a:cubicBezTo>
                  <a:pt x="54" y="91"/>
                  <a:pt x="51" y="96"/>
                  <a:pt x="51" y="98"/>
                </a:cubicBezTo>
                <a:cubicBezTo>
                  <a:pt x="51" y="98"/>
                  <a:pt x="52" y="99"/>
                  <a:pt x="55" y="99"/>
                </a:cubicBezTo>
                <a:cubicBezTo>
                  <a:pt x="65" y="99"/>
                  <a:pt x="76" y="103"/>
                  <a:pt x="87" y="111"/>
                </a:cubicBezTo>
                <a:cubicBezTo>
                  <a:pt x="97" y="118"/>
                  <a:pt x="103" y="131"/>
                  <a:pt x="103" y="149"/>
                </a:cubicBezTo>
                <a:cubicBezTo>
                  <a:pt x="103" y="164"/>
                  <a:pt x="98" y="175"/>
                  <a:pt x="89" y="185"/>
                </a:cubicBezTo>
                <a:cubicBezTo>
                  <a:pt x="80" y="194"/>
                  <a:pt x="67" y="200"/>
                  <a:pt x="51" y="2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9" name=""/>
          <p:cNvSpPr/>
          <p:nvPr/>
        </p:nvSpPr>
        <p:spPr>
          <a:xfrm>
            <a:off x="6526440" y="280692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4"/>
                </a:moveTo>
                <a:cubicBezTo>
                  <a:pt x="0" y="74"/>
                  <a:pt x="0" y="67"/>
                  <a:pt x="0" y="53"/>
                </a:cubicBezTo>
                <a:cubicBezTo>
                  <a:pt x="0" y="38"/>
                  <a:pt x="5" y="26"/>
                  <a:pt x="14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5"/>
                  <a:pt x="112" y="61"/>
                  <a:pt x="113" y="97"/>
                </a:cubicBezTo>
                <a:cubicBezTo>
                  <a:pt x="113" y="116"/>
                  <a:pt x="110" y="136"/>
                  <a:pt x="105" y="154"/>
                </a:cubicBezTo>
                <a:cubicBezTo>
                  <a:pt x="100" y="173"/>
                  <a:pt x="94" y="189"/>
                  <a:pt x="87" y="202"/>
                </a:cubicBezTo>
                <a:cubicBezTo>
                  <a:pt x="81" y="216"/>
                  <a:pt x="73" y="227"/>
                  <a:pt x="65" y="237"/>
                </a:cubicBezTo>
                <a:cubicBezTo>
                  <a:pt x="57" y="246"/>
                  <a:pt x="51" y="254"/>
                  <a:pt x="45" y="260"/>
                </a:cubicBezTo>
                <a:cubicBezTo>
                  <a:pt x="39" y="265"/>
                  <a:pt x="36" y="268"/>
                  <a:pt x="34" y="267"/>
                </a:cubicBezTo>
                <a:cubicBezTo>
                  <a:pt x="32" y="267"/>
                  <a:pt x="28" y="265"/>
                  <a:pt x="23" y="260"/>
                </a:cubicBezTo>
                <a:cubicBezTo>
                  <a:pt x="17" y="255"/>
                  <a:pt x="15" y="251"/>
                  <a:pt x="15" y="249"/>
                </a:cubicBezTo>
                <a:cubicBezTo>
                  <a:pt x="15" y="246"/>
                  <a:pt x="18" y="242"/>
                  <a:pt x="25" y="235"/>
                </a:cubicBezTo>
                <a:cubicBezTo>
                  <a:pt x="31" y="228"/>
                  <a:pt x="38" y="220"/>
                  <a:pt x="46" y="210"/>
                </a:cubicBezTo>
                <a:cubicBezTo>
                  <a:pt x="54" y="200"/>
                  <a:pt x="61" y="186"/>
                  <a:pt x="68" y="168"/>
                </a:cubicBezTo>
                <a:cubicBezTo>
                  <a:pt x="75" y="150"/>
                  <a:pt x="79" y="129"/>
                  <a:pt x="81" y="106"/>
                </a:cubicBezTo>
                <a:lnTo>
                  <a:pt x="81" y="96"/>
                </a:lnTo>
                <a:lnTo>
                  <a:pt x="81" y="97"/>
                </a:lnTo>
                <a:cubicBezTo>
                  <a:pt x="79" y="97"/>
                  <a:pt x="78" y="98"/>
                  <a:pt x="76" y="98"/>
                </a:cubicBezTo>
                <a:cubicBezTo>
                  <a:pt x="75" y="99"/>
                  <a:pt x="73" y="100"/>
                  <a:pt x="71" y="101"/>
                </a:cubicBezTo>
                <a:cubicBezTo>
                  <a:pt x="70" y="102"/>
                  <a:pt x="67" y="103"/>
                  <a:pt x="64" y="103"/>
                </a:cubicBezTo>
                <a:cubicBezTo>
                  <a:pt x="60" y="103"/>
                  <a:pt x="57" y="103"/>
                  <a:pt x="54" y="103"/>
                </a:cubicBezTo>
                <a:cubicBezTo>
                  <a:pt x="38" y="103"/>
                  <a:pt x="26" y="99"/>
                  <a:pt x="15" y="89"/>
                </a:cubicBezTo>
                <a:lnTo>
                  <a:pt x="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0" name=""/>
          <p:cNvSpPr/>
          <p:nvPr/>
        </p:nvSpPr>
        <p:spPr>
          <a:xfrm>
            <a:off x="6663240" y="2641320"/>
            <a:ext cx="105120" cy="202680"/>
          </a:xfrm>
          <a:custGeom>
            <a:avLst/>
            <a:gdLst/>
            <a:ahLst/>
            <a:rect l="0" t="0" r="r" b="b"/>
            <a:pathLst>
              <a:path w="292" h="563">
                <a:moveTo>
                  <a:pt x="110" y="74"/>
                </a:moveTo>
                <a:lnTo>
                  <a:pt x="99" y="78"/>
                </a:lnTo>
                <a:cubicBezTo>
                  <a:pt x="91" y="81"/>
                  <a:pt x="80" y="84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3" y="53"/>
                  <a:pt x="67" y="49"/>
                  <a:pt x="90" y="41"/>
                </a:cubicBezTo>
                <a:cubicBezTo>
                  <a:pt x="112" y="34"/>
                  <a:pt x="128" y="27"/>
                  <a:pt x="137" y="21"/>
                </a:cubicBezTo>
                <a:cubicBezTo>
                  <a:pt x="146" y="15"/>
                  <a:pt x="154" y="9"/>
                  <a:pt x="160" y="2"/>
                </a:cubicBezTo>
                <a:cubicBezTo>
                  <a:pt x="162" y="1"/>
                  <a:pt x="165" y="0"/>
                  <a:pt x="171" y="0"/>
                </a:cubicBezTo>
                <a:cubicBezTo>
                  <a:pt x="176" y="0"/>
                  <a:pt x="180" y="2"/>
                  <a:pt x="185" y="5"/>
                </a:cubicBezTo>
                <a:lnTo>
                  <a:pt x="185" y="259"/>
                </a:lnTo>
                <a:lnTo>
                  <a:pt x="186" y="512"/>
                </a:lnTo>
                <a:cubicBezTo>
                  <a:pt x="190" y="516"/>
                  <a:pt x="193" y="518"/>
                  <a:pt x="196" y="520"/>
                </a:cubicBezTo>
                <a:cubicBezTo>
                  <a:pt x="200" y="521"/>
                  <a:pt x="207" y="522"/>
                  <a:pt x="217" y="523"/>
                </a:cubicBezTo>
                <a:cubicBezTo>
                  <a:pt x="228" y="524"/>
                  <a:pt x="245" y="525"/>
                  <a:pt x="270" y="525"/>
                </a:cubicBezTo>
                <a:lnTo>
                  <a:pt x="292" y="525"/>
                </a:lnTo>
                <a:lnTo>
                  <a:pt x="292" y="563"/>
                </a:lnTo>
                <a:lnTo>
                  <a:pt x="282" y="563"/>
                </a:lnTo>
                <a:cubicBezTo>
                  <a:pt x="270" y="562"/>
                  <a:pt x="226" y="561"/>
                  <a:pt x="147" y="561"/>
                </a:cubicBezTo>
                <a:cubicBezTo>
                  <a:pt x="70" y="561"/>
                  <a:pt x="26" y="562"/>
                  <a:pt x="14" y="563"/>
                </a:cubicBezTo>
                <a:lnTo>
                  <a:pt x="4" y="563"/>
                </a:lnTo>
                <a:lnTo>
                  <a:pt x="4" y="525"/>
                </a:lnTo>
                <a:lnTo>
                  <a:pt x="26" y="525"/>
                </a:lnTo>
                <a:cubicBezTo>
                  <a:pt x="39" y="525"/>
                  <a:pt x="49" y="525"/>
                  <a:pt x="58" y="525"/>
                </a:cubicBezTo>
                <a:cubicBezTo>
                  <a:pt x="67" y="525"/>
                  <a:pt x="74" y="524"/>
                  <a:pt x="79" y="524"/>
                </a:cubicBezTo>
                <a:cubicBezTo>
                  <a:pt x="84" y="523"/>
                  <a:pt x="89" y="522"/>
                  <a:pt x="93" y="521"/>
                </a:cubicBezTo>
                <a:cubicBezTo>
                  <a:pt x="97" y="520"/>
                  <a:pt x="99" y="520"/>
                  <a:pt x="100" y="520"/>
                </a:cubicBezTo>
                <a:cubicBezTo>
                  <a:pt x="100" y="520"/>
                  <a:pt x="102" y="518"/>
                  <a:pt x="105" y="515"/>
                </a:cubicBezTo>
                <a:cubicBezTo>
                  <a:pt x="108" y="513"/>
                  <a:pt x="109" y="511"/>
                  <a:pt x="110" y="512"/>
                </a:cubicBezTo>
                <a:lnTo>
                  <a:pt x="11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1" name=""/>
          <p:cNvSpPr/>
          <p:nvPr/>
        </p:nvSpPr>
        <p:spPr>
          <a:xfrm>
            <a:off x="6801840" y="264132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8"/>
                </a:moveTo>
                <a:cubicBezTo>
                  <a:pt x="80" y="23"/>
                  <a:pt x="124" y="0"/>
                  <a:pt x="179" y="0"/>
                </a:cubicBezTo>
                <a:cubicBezTo>
                  <a:pt x="206" y="0"/>
                  <a:pt x="233" y="7"/>
                  <a:pt x="260" y="22"/>
                </a:cubicBezTo>
                <a:cubicBezTo>
                  <a:pt x="287" y="37"/>
                  <a:pt x="309" y="62"/>
                  <a:pt x="325" y="100"/>
                </a:cubicBezTo>
                <a:cubicBezTo>
                  <a:pt x="346" y="146"/>
                  <a:pt x="357" y="211"/>
                  <a:pt x="357" y="292"/>
                </a:cubicBezTo>
                <a:cubicBezTo>
                  <a:pt x="357" y="379"/>
                  <a:pt x="345" y="446"/>
                  <a:pt x="320" y="492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80"/>
                  <a:pt x="193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4"/>
                  <a:pt x="104" y="565"/>
                  <a:pt x="83" y="550"/>
                </a:cubicBezTo>
                <a:cubicBezTo>
                  <a:pt x="63" y="535"/>
                  <a:pt x="48" y="516"/>
                  <a:pt x="36" y="492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20"/>
                  <a:pt x="48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9" y="58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9"/>
                  <a:pt x="90" y="457"/>
                </a:cubicBezTo>
                <a:cubicBezTo>
                  <a:pt x="94" y="485"/>
                  <a:pt x="105" y="508"/>
                  <a:pt x="121" y="525"/>
                </a:cubicBezTo>
                <a:cubicBezTo>
                  <a:pt x="137" y="542"/>
                  <a:pt x="156" y="550"/>
                  <a:pt x="179" y="550"/>
                </a:cubicBezTo>
                <a:cubicBezTo>
                  <a:pt x="202" y="550"/>
                  <a:pt x="221" y="542"/>
                  <a:pt x="237" y="525"/>
                </a:cubicBezTo>
                <a:cubicBezTo>
                  <a:pt x="253" y="508"/>
                  <a:pt x="263" y="483"/>
                  <a:pt x="267" y="453"/>
                </a:cubicBezTo>
                <a:cubicBezTo>
                  <a:pt x="271" y="422"/>
                  <a:pt x="273" y="365"/>
                  <a:pt x="274" y="281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2" name=""/>
          <p:cNvSpPr/>
          <p:nvPr/>
        </p:nvSpPr>
        <p:spPr>
          <a:xfrm>
            <a:off x="6962760" y="2581200"/>
            <a:ext cx="86400" cy="143280"/>
          </a:xfrm>
          <a:custGeom>
            <a:avLst/>
            <a:gdLst/>
            <a:ahLst/>
            <a:rect l="0" t="0" r="r" b="b"/>
            <a:pathLst>
              <a:path w="240" h="398">
                <a:moveTo>
                  <a:pt x="35" y="141"/>
                </a:moveTo>
                <a:cubicBezTo>
                  <a:pt x="25" y="141"/>
                  <a:pt x="16" y="138"/>
                  <a:pt x="10" y="131"/>
                </a:cubicBezTo>
                <a:cubicBezTo>
                  <a:pt x="3" y="123"/>
                  <a:pt x="0" y="115"/>
                  <a:pt x="0" y="104"/>
                </a:cubicBezTo>
                <a:cubicBezTo>
                  <a:pt x="0" y="76"/>
                  <a:pt x="11" y="51"/>
                  <a:pt x="32" y="31"/>
                </a:cubicBezTo>
                <a:cubicBezTo>
                  <a:pt x="53" y="10"/>
                  <a:pt x="80" y="0"/>
                  <a:pt x="112" y="0"/>
                </a:cubicBezTo>
                <a:cubicBezTo>
                  <a:pt x="148" y="0"/>
                  <a:pt x="178" y="11"/>
                  <a:pt x="203" y="33"/>
                </a:cubicBezTo>
                <a:cubicBezTo>
                  <a:pt x="227" y="55"/>
                  <a:pt x="239" y="84"/>
                  <a:pt x="240" y="120"/>
                </a:cubicBezTo>
                <a:cubicBezTo>
                  <a:pt x="240" y="137"/>
                  <a:pt x="236" y="153"/>
                  <a:pt x="228" y="169"/>
                </a:cubicBezTo>
                <a:cubicBezTo>
                  <a:pt x="220" y="185"/>
                  <a:pt x="210" y="199"/>
                  <a:pt x="199" y="210"/>
                </a:cubicBezTo>
                <a:cubicBezTo>
                  <a:pt x="188" y="222"/>
                  <a:pt x="172" y="237"/>
                  <a:pt x="151" y="255"/>
                </a:cubicBezTo>
                <a:cubicBezTo>
                  <a:pt x="137" y="267"/>
                  <a:pt x="117" y="285"/>
                  <a:pt x="91" y="309"/>
                </a:cubicBezTo>
                <a:lnTo>
                  <a:pt x="55" y="343"/>
                </a:lnTo>
                <a:lnTo>
                  <a:pt x="102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2"/>
                  <a:pt x="216" y="287"/>
                </a:cubicBezTo>
                <a:lnTo>
                  <a:pt x="216" y="286"/>
                </a:lnTo>
                <a:lnTo>
                  <a:pt x="240" y="286"/>
                </a:lnTo>
                <a:lnTo>
                  <a:pt x="240" y="287"/>
                </a:lnTo>
                <a:cubicBezTo>
                  <a:pt x="239" y="289"/>
                  <a:pt x="237" y="307"/>
                  <a:pt x="232" y="342"/>
                </a:cubicBezTo>
                <a:cubicBezTo>
                  <a:pt x="227" y="377"/>
                  <a:pt x="224" y="395"/>
                  <a:pt x="223" y="397"/>
                </a:cubicBezTo>
                <a:lnTo>
                  <a:pt x="223" y="398"/>
                </a:lnTo>
                <a:lnTo>
                  <a:pt x="0" y="398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1"/>
                  <a:pt x="22" y="350"/>
                </a:cubicBezTo>
                <a:cubicBezTo>
                  <a:pt x="33" y="337"/>
                  <a:pt x="43" y="326"/>
                  <a:pt x="52" y="317"/>
                </a:cubicBezTo>
                <a:cubicBezTo>
                  <a:pt x="55" y="313"/>
                  <a:pt x="63" y="305"/>
                  <a:pt x="73" y="295"/>
                </a:cubicBezTo>
                <a:cubicBezTo>
                  <a:pt x="83" y="284"/>
                  <a:pt x="90" y="276"/>
                  <a:pt x="93" y="272"/>
                </a:cubicBezTo>
                <a:cubicBezTo>
                  <a:pt x="97" y="268"/>
                  <a:pt x="103" y="262"/>
                  <a:pt x="111" y="253"/>
                </a:cubicBezTo>
                <a:cubicBezTo>
                  <a:pt x="119" y="244"/>
                  <a:pt x="124" y="237"/>
                  <a:pt x="127" y="232"/>
                </a:cubicBezTo>
                <a:cubicBezTo>
                  <a:pt x="130" y="228"/>
                  <a:pt x="135" y="222"/>
                  <a:pt x="141" y="215"/>
                </a:cubicBezTo>
                <a:cubicBezTo>
                  <a:pt x="147" y="207"/>
                  <a:pt x="151" y="201"/>
                  <a:pt x="154" y="195"/>
                </a:cubicBezTo>
                <a:cubicBezTo>
                  <a:pt x="156" y="190"/>
                  <a:pt x="159" y="184"/>
                  <a:pt x="162" y="178"/>
                </a:cubicBezTo>
                <a:cubicBezTo>
                  <a:pt x="166" y="171"/>
                  <a:pt x="169" y="164"/>
                  <a:pt x="170" y="158"/>
                </a:cubicBezTo>
                <a:cubicBezTo>
                  <a:pt x="172" y="152"/>
                  <a:pt x="173" y="146"/>
                  <a:pt x="174" y="140"/>
                </a:cubicBezTo>
                <a:cubicBezTo>
                  <a:pt x="176" y="134"/>
                  <a:pt x="176" y="128"/>
                  <a:pt x="176" y="120"/>
                </a:cubicBezTo>
                <a:cubicBezTo>
                  <a:pt x="176" y="95"/>
                  <a:pt x="169" y="74"/>
                  <a:pt x="156" y="55"/>
                </a:cubicBezTo>
                <a:cubicBezTo>
                  <a:pt x="142" y="37"/>
                  <a:pt x="123" y="28"/>
                  <a:pt x="98" y="28"/>
                </a:cubicBezTo>
                <a:cubicBezTo>
                  <a:pt x="85" y="28"/>
                  <a:pt x="73" y="31"/>
                  <a:pt x="63" y="38"/>
                </a:cubicBezTo>
                <a:cubicBezTo>
                  <a:pt x="52" y="45"/>
                  <a:pt x="45" y="51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69"/>
                  <a:pt x="36" y="70"/>
                  <a:pt x="38" y="70"/>
                </a:cubicBezTo>
                <a:cubicBezTo>
                  <a:pt x="46" y="70"/>
                  <a:pt x="53" y="72"/>
                  <a:pt x="62" y="78"/>
                </a:cubicBezTo>
                <a:cubicBezTo>
                  <a:pt x="69" y="84"/>
                  <a:pt x="73" y="93"/>
                  <a:pt x="73" y="105"/>
                </a:cubicBezTo>
                <a:cubicBezTo>
                  <a:pt x="73" y="115"/>
                  <a:pt x="70" y="124"/>
                  <a:pt x="63" y="131"/>
                </a:cubicBezTo>
                <a:cubicBezTo>
                  <a:pt x="57" y="137"/>
                  <a:pt x="47" y="141"/>
                  <a:pt x="35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3" name=""/>
          <p:cNvSpPr/>
          <p:nvPr/>
        </p:nvSpPr>
        <p:spPr>
          <a:xfrm>
            <a:off x="7091640" y="261576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0" y="20"/>
                </a:lnTo>
                <a:cubicBezTo>
                  <a:pt x="103" y="68"/>
                  <a:pt x="142" y="128"/>
                  <a:pt x="166" y="199"/>
                </a:cubicBezTo>
                <a:cubicBezTo>
                  <a:pt x="190" y="271"/>
                  <a:pt x="203" y="345"/>
                  <a:pt x="203" y="422"/>
                </a:cubicBezTo>
                <a:cubicBezTo>
                  <a:pt x="203" y="461"/>
                  <a:pt x="200" y="497"/>
                  <a:pt x="194" y="533"/>
                </a:cubicBezTo>
                <a:cubicBezTo>
                  <a:pt x="188" y="568"/>
                  <a:pt x="182" y="599"/>
                  <a:pt x="175" y="623"/>
                </a:cubicBezTo>
                <a:cubicBezTo>
                  <a:pt x="167" y="648"/>
                  <a:pt x="157" y="673"/>
                  <a:pt x="143" y="698"/>
                </a:cubicBezTo>
                <a:cubicBezTo>
                  <a:pt x="130" y="722"/>
                  <a:pt x="119" y="741"/>
                  <a:pt x="111" y="755"/>
                </a:cubicBezTo>
                <a:cubicBezTo>
                  <a:pt x="103" y="768"/>
                  <a:pt x="91" y="783"/>
                  <a:pt x="76" y="798"/>
                </a:cubicBezTo>
                <a:cubicBezTo>
                  <a:pt x="60" y="814"/>
                  <a:pt x="51" y="823"/>
                  <a:pt x="49" y="826"/>
                </a:cubicBezTo>
                <a:cubicBezTo>
                  <a:pt x="46" y="829"/>
                  <a:pt x="39" y="834"/>
                  <a:pt x="29" y="842"/>
                </a:cubicBezTo>
                <a:cubicBezTo>
                  <a:pt x="28" y="844"/>
                  <a:pt x="26" y="845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6" y="846"/>
                </a:cubicBezTo>
                <a:cubicBezTo>
                  <a:pt x="5" y="846"/>
                  <a:pt x="3" y="845"/>
                  <a:pt x="2" y="843"/>
                </a:cubicBezTo>
                <a:cubicBezTo>
                  <a:pt x="1" y="841"/>
                  <a:pt x="0" y="839"/>
                  <a:pt x="0" y="835"/>
                </a:cubicBezTo>
                <a:cubicBezTo>
                  <a:pt x="0" y="835"/>
                  <a:pt x="3" y="831"/>
                  <a:pt x="9" y="825"/>
                </a:cubicBezTo>
                <a:cubicBezTo>
                  <a:pt x="96" y="733"/>
                  <a:pt x="141" y="599"/>
                  <a:pt x="141" y="422"/>
                </a:cubicBezTo>
                <a:cubicBezTo>
                  <a:pt x="141" y="246"/>
                  <a:pt x="96" y="112"/>
                  <a:pt x="9" y="21"/>
                </a:cubicBezTo>
                <a:cubicBezTo>
                  <a:pt x="3" y="14"/>
                  <a:pt x="0" y="11"/>
                  <a:pt x="0" y="10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1333080" y="2610000"/>
            <a:ext cx="141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Location 0.2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7793280" y="261000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0.146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733320" y="311472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S3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07" name=""/>
          <p:cNvSpPr/>
          <p:nvPr/>
        </p:nvSpPr>
        <p:spPr>
          <a:xfrm>
            <a:off x="2742840" y="3228840"/>
            <a:ext cx="165240" cy="134640"/>
          </a:xfrm>
          <a:custGeom>
            <a:avLst/>
            <a:gdLst/>
            <a:ahLst/>
            <a:rect l="0" t="0" r="r" b="b"/>
            <a:pathLst>
              <a:path w="459" h="374">
                <a:moveTo>
                  <a:pt x="130" y="374"/>
                </a:moveTo>
                <a:cubicBezTo>
                  <a:pt x="91" y="374"/>
                  <a:pt x="60" y="362"/>
                  <a:pt x="37" y="336"/>
                </a:cubicBezTo>
                <a:cubicBezTo>
                  <a:pt x="13" y="311"/>
                  <a:pt x="1" y="279"/>
                  <a:pt x="0" y="241"/>
                </a:cubicBezTo>
                <a:cubicBezTo>
                  <a:pt x="0" y="184"/>
                  <a:pt x="21" y="131"/>
                  <a:pt x="62" y="83"/>
                </a:cubicBezTo>
                <a:cubicBezTo>
                  <a:pt x="103" y="34"/>
                  <a:pt x="151" y="7"/>
                  <a:pt x="206" y="1"/>
                </a:cubicBezTo>
                <a:cubicBezTo>
                  <a:pt x="206" y="0"/>
                  <a:pt x="246" y="0"/>
                  <a:pt x="324" y="0"/>
                </a:cubicBezTo>
                <a:lnTo>
                  <a:pt x="441" y="0"/>
                </a:lnTo>
                <a:cubicBezTo>
                  <a:pt x="442" y="0"/>
                  <a:pt x="443" y="1"/>
                  <a:pt x="444" y="2"/>
                </a:cubicBezTo>
                <a:cubicBezTo>
                  <a:pt x="445" y="2"/>
                  <a:pt x="446" y="3"/>
                  <a:pt x="447" y="3"/>
                </a:cubicBezTo>
                <a:cubicBezTo>
                  <a:pt x="448" y="4"/>
                  <a:pt x="449" y="4"/>
                  <a:pt x="450" y="5"/>
                </a:cubicBezTo>
                <a:cubicBezTo>
                  <a:pt x="450" y="6"/>
                  <a:pt x="451" y="6"/>
                  <a:pt x="452" y="7"/>
                </a:cubicBezTo>
                <a:cubicBezTo>
                  <a:pt x="453" y="9"/>
                  <a:pt x="454" y="9"/>
                  <a:pt x="454" y="9"/>
                </a:cubicBezTo>
                <a:cubicBezTo>
                  <a:pt x="454" y="9"/>
                  <a:pt x="455" y="10"/>
                  <a:pt x="456" y="13"/>
                </a:cubicBezTo>
                <a:cubicBezTo>
                  <a:pt x="457" y="15"/>
                  <a:pt x="457" y="16"/>
                  <a:pt x="457" y="16"/>
                </a:cubicBezTo>
                <a:cubicBezTo>
                  <a:pt x="456" y="16"/>
                  <a:pt x="456" y="17"/>
                  <a:pt x="457" y="20"/>
                </a:cubicBezTo>
                <a:cubicBezTo>
                  <a:pt x="459" y="23"/>
                  <a:pt x="459" y="25"/>
                  <a:pt x="458" y="25"/>
                </a:cubicBezTo>
                <a:cubicBezTo>
                  <a:pt x="458" y="50"/>
                  <a:pt x="440" y="62"/>
                  <a:pt x="403" y="62"/>
                </a:cubicBezTo>
                <a:cubicBezTo>
                  <a:pt x="399" y="62"/>
                  <a:pt x="395" y="62"/>
                  <a:pt x="389" y="62"/>
                </a:cubicBezTo>
                <a:cubicBezTo>
                  <a:pt x="383" y="62"/>
                  <a:pt x="378" y="62"/>
                  <a:pt x="376" y="62"/>
                </a:cubicBezTo>
                <a:lnTo>
                  <a:pt x="325" y="62"/>
                </a:lnTo>
                <a:lnTo>
                  <a:pt x="330" y="70"/>
                </a:lnTo>
                <a:cubicBezTo>
                  <a:pt x="340" y="91"/>
                  <a:pt x="345" y="115"/>
                  <a:pt x="345" y="142"/>
                </a:cubicBezTo>
                <a:cubicBezTo>
                  <a:pt x="345" y="205"/>
                  <a:pt x="322" y="259"/>
                  <a:pt x="277" y="305"/>
                </a:cubicBezTo>
                <a:cubicBezTo>
                  <a:pt x="232" y="351"/>
                  <a:pt x="183" y="374"/>
                  <a:pt x="130" y="374"/>
                </a:cubicBezTo>
                <a:moveTo>
                  <a:pt x="279" y="129"/>
                </a:moveTo>
                <a:cubicBezTo>
                  <a:pt x="279" y="84"/>
                  <a:pt x="255" y="62"/>
                  <a:pt x="207" y="62"/>
                </a:cubicBezTo>
                <a:cubicBezTo>
                  <a:pt x="137" y="62"/>
                  <a:pt x="92" y="111"/>
                  <a:pt x="71" y="209"/>
                </a:cubicBezTo>
                <a:cubicBezTo>
                  <a:pt x="71" y="212"/>
                  <a:pt x="70" y="213"/>
                  <a:pt x="70" y="215"/>
                </a:cubicBezTo>
                <a:cubicBezTo>
                  <a:pt x="66" y="235"/>
                  <a:pt x="64" y="253"/>
                  <a:pt x="64" y="266"/>
                </a:cubicBezTo>
                <a:cubicBezTo>
                  <a:pt x="64" y="294"/>
                  <a:pt x="71" y="314"/>
                  <a:pt x="85" y="325"/>
                </a:cubicBezTo>
                <a:cubicBezTo>
                  <a:pt x="99" y="336"/>
                  <a:pt x="115" y="342"/>
                  <a:pt x="133" y="343"/>
                </a:cubicBezTo>
                <a:cubicBezTo>
                  <a:pt x="163" y="343"/>
                  <a:pt x="191" y="330"/>
                  <a:pt x="217" y="303"/>
                </a:cubicBezTo>
                <a:cubicBezTo>
                  <a:pt x="233" y="286"/>
                  <a:pt x="246" y="264"/>
                  <a:pt x="256" y="236"/>
                </a:cubicBezTo>
                <a:cubicBezTo>
                  <a:pt x="266" y="208"/>
                  <a:pt x="273" y="185"/>
                  <a:pt x="275" y="167"/>
                </a:cubicBezTo>
                <a:cubicBezTo>
                  <a:pt x="277" y="150"/>
                  <a:pt x="278" y="138"/>
                  <a:pt x="279" y="1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8" name=""/>
          <p:cNvSpPr/>
          <p:nvPr/>
        </p:nvSpPr>
        <p:spPr>
          <a:xfrm>
            <a:off x="3838680" y="314100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1" y="39"/>
                </a:moveTo>
                <a:cubicBezTo>
                  <a:pt x="170" y="39"/>
                  <a:pt x="167" y="39"/>
                  <a:pt x="165" y="39"/>
                </a:cubicBezTo>
                <a:cubicBezTo>
                  <a:pt x="151" y="39"/>
                  <a:pt x="142" y="38"/>
                  <a:pt x="139" y="38"/>
                </a:cubicBezTo>
                <a:cubicBezTo>
                  <a:pt x="136" y="37"/>
                  <a:pt x="135" y="34"/>
                  <a:pt x="135" y="29"/>
                </a:cubicBezTo>
                <a:cubicBezTo>
                  <a:pt x="135" y="13"/>
                  <a:pt x="138" y="4"/>
                  <a:pt x="144" y="1"/>
                </a:cubicBezTo>
                <a:cubicBezTo>
                  <a:pt x="145" y="0"/>
                  <a:pt x="173" y="0"/>
                  <a:pt x="226" y="0"/>
                </a:cubicBezTo>
                <a:cubicBezTo>
                  <a:pt x="270" y="0"/>
                  <a:pt x="294" y="0"/>
                  <a:pt x="301" y="0"/>
                </a:cubicBezTo>
                <a:cubicBezTo>
                  <a:pt x="307" y="0"/>
                  <a:pt x="311" y="2"/>
                  <a:pt x="312" y="5"/>
                </a:cubicBezTo>
                <a:cubicBezTo>
                  <a:pt x="431" y="285"/>
                  <a:pt x="492" y="429"/>
                  <a:pt x="494" y="436"/>
                </a:cubicBezTo>
                <a:lnTo>
                  <a:pt x="540" y="256"/>
                </a:lnTo>
                <a:cubicBezTo>
                  <a:pt x="570" y="136"/>
                  <a:pt x="585" y="73"/>
                  <a:pt x="585" y="65"/>
                </a:cubicBezTo>
                <a:cubicBezTo>
                  <a:pt x="585" y="50"/>
                  <a:pt x="567" y="41"/>
                  <a:pt x="530" y="39"/>
                </a:cubicBezTo>
                <a:cubicBezTo>
                  <a:pt x="517" y="39"/>
                  <a:pt x="510" y="36"/>
                  <a:pt x="510" y="29"/>
                </a:cubicBezTo>
                <a:cubicBezTo>
                  <a:pt x="510" y="28"/>
                  <a:pt x="511" y="25"/>
                  <a:pt x="512" y="19"/>
                </a:cubicBezTo>
                <a:cubicBezTo>
                  <a:pt x="514" y="10"/>
                  <a:pt x="516" y="5"/>
                  <a:pt x="517" y="3"/>
                </a:cubicBezTo>
                <a:cubicBezTo>
                  <a:pt x="518" y="2"/>
                  <a:pt x="521" y="0"/>
                  <a:pt x="525" y="0"/>
                </a:cubicBezTo>
                <a:cubicBezTo>
                  <a:pt x="527" y="0"/>
                  <a:pt x="536" y="0"/>
                  <a:pt x="552" y="1"/>
                </a:cubicBezTo>
                <a:cubicBezTo>
                  <a:pt x="568" y="1"/>
                  <a:pt x="592" y="2"/>
                  <a:pt x="623" y="2"/>
                </a:cubicBezTo>
                <a:cubicBezTo>
                  <a:pt x="651" y="2"/>
                  <a:pt x="672" y="2"/>
                  <a:pt x="687" y="2"/>
                </a:cubicBezTo>
                <a:cubicBezTo>
                  <a:pt x="701" y="1"/>
                  <a:pt x="710" y="1"/>
                  <a:pt x="712" y="1"/>
                </a:cubicBezTo>
                <a:cubicBezTo>
                  <a:pt x="721" y="1"/>
                  <a:pt x="725" y="4"/>
                  <a:pt x="725" y="9"/>
                </a:cubicBezTo>
                <a:cubicBezTo>
                  <a:pt x="725" y="22"/>
                  <a:pt x="722" y="30"/>
                  <a:pt x="718" y="35"/>
                </a:cubicBezTo>
                <a:cubicBezTo>
                  <a:pt x="717" y="37"/>
                  <a:pt x="711" y="39"/>
                  <a:pt x="699" y="39"/>
                </a:cubicBezTo>
                <a:cubicBezTo>
                  <a:pt x="659" y="41"/>
                  <a:pt x="634" y="52"/>
                  <a:pt x="624" y="73"/>
                </a:cubicBezTo>
                <a:lnTo>
                  <a:pt x="497" y="572"/>
                </a:lnTo>
                <a:cubicBezTo>
                  <a:pt x="496" y="576"/>
                  <a:pt x="490" y="578"/>
                  <a:pt x="480" y="578"/>
                </a:cubicBezTo>
                <a:cubicBezTo>
                  <a:pt x="472" y="578"/>
                  <a:pt x="467" y="577"/>
                  <a:pt x="465" y="576"/>
                </a:cubicBezTo>
                <a:cubicBezTo>
                  <a:pt x="464" y="574"/>
                  <a:pt x="427" y="489"/>
                  <a:pt x="356" y="320"/>
                </a:cubicBezTo>
                <a:lnTo>
                  <a:pt x="249" y="67"/>
                </a:lnTo>
                <a:lnTo>
                  <a:pt x="194" y="287"/>
                </a:lnTo>
                <a:cubicBezTo>
                  <a:pt x="158" y="431"/>
                  <a:pt x="139" y="506"/>
                  <a:pt x="139" y="511"/>
                </a:cubicBezTo>
                <a:cubicBezTo>
                  <a:pt x="142" y="530"/>
                  <a:pt x="162" y="539"/>
                  <a:pt x="200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7"/>
                  <a:pt x="213" y="553"/>
                  <a:pt x="212" y="562"/>
                </a:cubicBezTo>
                <a:cubicBezTo>
                  <a:pt x="210" y="569"/>
                  <a:pt x="207" y="574"/>
                  <a:pt x="203" y="578"/>
                </a:cubicBezTo>
                <a:lnTo>
                  <a:pt x="192" y="578"/>
                </a:lnTo>
                <a:cubicBezTo>
                  <a:pt x="175" y="577"/>
                  <a:pt x="145" y="576"/>
                  <a:pt x="101" y="576"/>
                </a:cubicBezTo>
                <a:cubicBezTo>
                  <a:pt x="85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6"/>
                  <a:pt x="13" y="577"/>
                </a:cubicBezTo>
                <a:cubicBezTo>
                  <a:pt x="4" y="577"/>
                  <a:pt x="0" y="574"/>
                  <a:pt x="0" y="569"/>
                </a:cubicBezTo>
                <a:cubicBezTo>
                  <a:pt x="0" y="567"/>
                  <a:pt x="1" y="563"/>
                  <a:pt x="2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1"/>
                  <a:pt x="14" y="539"/>
                  <a:pt x="26" y="539"/>
                </a:cubicBezTo>
                <a:cubicBezTo>
                  <a:pt x="64" y="537"/>
                  <a:pt x="89" y="526"/>
                  <a:pt x="100" y="506"/>
                </a:cubicBezTo>
                <a:cubicBezTo>
                  <a:pt x="103" y="503"/>
                  <a:pt x="123" y="425"/>
                  <a:pt x="160" y="272"/>
                </a:cubicBezTo>
                <a:lnTo>
                  <a:pt x="218" y="41"/>
                </a:lnTo>
                <a:cubicBezTo>
                  <a:pt x="217" y="41"/>
                  <a:pt x="201" y="40"/>
                  <a:pt x="171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9" name=""/>
          <p:cNvSpPr/>
          <p:nvPr/>
        </p:nvSpPr>
        <p:spPr>
          <a:xfrm>
            <a:off x="4127760" y="312048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4"/>
                </a:moveTo>
                <a:cubicBezTo>
                  <a:pt x="0" y="385"/>
                  <a:pt x="3" y="348"/>
                  <a:pt x="9" y="313"/>
                </a:cubicBezTo>
                <a:cubicBezTo>
                  <a:pt x="14" y="278"/>
                  <a:pt x="21" y="248"/>
                  <a:pt x="28" y="223"/>
                </a:cubicBezTo>
                <a:cubicBezTo>
                  <a:pt x="35" y="197"/>
                  <a:pt x="46" y="171"/>
                  <a:pt x="59" y="147"/>
                </a:cubicBezTo>
                <a:cubicBezTo>
                  <a:pt x="73" y="123"/>
                  <a:pt x="83" y="104"/>
                  <a:pt x="91" y="91"/>
                </a:cubicBezTo>
                <a:cubicBezTo>
                  <a:pt x="100" y="77"/>
                  <a:pt x="112" y="63"/>
                  <a:pt x="128" y="47"/>
                </a:cubicBezTo>
                <a:cubicBezTo>
                  <a:pt x="144" y="31"/>
                  <a:pt x="153" y="21"/>
                  <a:pt x="156" y="18"/>
                </a:cubicBezTo>
                <a:cubicBezTo>
                  <a:pt x="159" y="15"/>
                  <a:pt x="166" y="9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10"/>
                  <a:pt x="198" y="15"/>
                  <a:pt x="189" y="26"/>
                </a:cubicBezTo>
                <a:cubicBezTo>
                  <a:pt x="179" y="36"/>
                  <a:pt x="168" y="51"/>
                  <a:pt x="154" y="70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2"/>
                  <a:pt x="86" y="212"/>
                  <a:pt x="76" y="261"/>
                </a:cubicBezTo>
                <a:cubicBezTo>
                  <a:pt x="67" y="310"/>
                  <a:pt x="62" y="364"/>
                  <a:pt x="62" y="424"/>
                </a:cubicBezTo>
                <a:cubicBezTo>
                  <a:pt x="62" y="483"/>
                  <a:pt x="67" y="537"/>
                  <a:pt x="76" y="586"/>
                </a:cubicBezTo>
                <a:cubicBezTo>
                  <a:pt x="86" y="634"/>
                  <a:pt x="98" y="673"/>
                  <a:pt x="112" y="703"/>
                </a:cubicBezTo>
                <a:cubicBezTo>
                  <a:pt x="125" y="733"/>
                  <a:pt x="139" y="757"/>
                  <a:pt x="153" y="776"/>
                </a:cubicBezTo>
                <a:cubicBezTo>
                  <a:pt x="167" y="794"/>
                  <a:pt x="179" y="809"/>
                  <a:pt x="189" y="821"/>
                </a:cubicBezTo>
                <a:cubicBezTo>
                  <a:pt x="198" y="832"/>
                  <a:pt x="203" y="838"/>
                  <a:pt x="203" y="838"/>
                </a:cubicBezTo>
                <a:cubicBezTo>
                  <a:pt x="203" y="843"/>
                  <a:pt x="199" y="846"/>
                  <a:pt x="190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3" y="826"/>
                </a:lnTo>
                <a:cubicBezTo>
                  <a:pt x="100" y="778"/>
                  <a:pt x="61" y="718"/>
                  <a:pt x="36" y="647"/>
                </a:cubicBezTo>
                <a:cubicBezTo>
                  <a:pt x="12" y="575"/>
                  <a:pt x="0" y="501"/>
                  <a:pt x="0" y="4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0" name=""/>
          <p:cNvSpPr/>
          <p:nvPr/>
        </p:nvSpPr>
        <p:spPr>
          <a:xfrm>
            <a:off x="4232880" y="314604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1"/>
                </a:moveTo>
                <a:cubicBezTo>
                  <a:pt x="96" y="445"/>
                  <a:pt x="91" y="456"/>
                  <a:pt x="82" y="465"/>
                </a:cubicBezTo>
                <a:cubicBezTo>
                  <a:pt x="73" y="474"/>
                  <a:pt x="62" y="478"/>
                  <a:pt x="49" y="478"/>
                </a:cubicBezTo>
                <a:lnTo>
                  <a:pt x="43" y="478"/>
                </a:lnTo>
                <a:cubicBezTo>
                  <a:pt x="69" y="523"/>
                  <a:pt x="104" y="545"/>
                  <a:pt x="147" y="545"/>
                </a:cubicBezTo>
                <a:cubicBezTo>
                  <a:pt x="186" y="545"/>
                  <a:pt x="216" y="528"/>
                  <a:pt x="234" y="495"/>
                </a:cubicBezTo>
                <a:cubicBezTo>
                  <a:pt x="244" y="476"/>
                  <a:pt x="250" y="440"/>
                  <a:pt x="250" y="386"/>
                </a:cubicBezTo>
                <a:cubicBezTo>
                  <a:pt x="250" y="328"/>
                  <a:pt x="242" y="289"/>
                  <a:pt x="227" y="269"/>
                </a:cubicBezTo>
                <a:cubicBezTo>
                  <a:pt x="212" y="249"/>
                  <a:pt x="195" y="240"/>
                  <a:pt x="177" y="240"/>
                </a:cubicBezTo>
                <a:lnTo>
                  <a:pt x="172" y="240"/>
                </a:lnTo>
                <a:cubicBezTo>
                  <a:pt x="128" y="240"/>
                  <a:pt x="95" y="259"/>
                  <a:pt x="72" y="299"/>
                </a:cubicBezTo>
                <a:cubicBezTo>
                  <a:pt x="70" y="302"/>
                  <a:pt x="68" y="305"/>
                  <a:pt x="66" y="305"/>
                </a:cubicBezTo>
                <a:cubicBezTo>
                  <a:pt x="65" y="306"/>
                  <a:pt x="60" y="306"/>
                  <a:pt x="54" y="307"/>
                </a:cubicBezTo>
                <a:cubicBezTo>
                  <a:pt x="44" y="307"/>
                  <a:pt x="39" y="305"/>
                  <a:pt x="38" y="302"/>
                </a:cubicBezTo>
                <a:cubicBezTo>
                  <a:pt x="36" y="300"/>
                  <a:pt x="36" y="249"/>
                  <a:pt x="36" y="153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1"/>
                  <a:pt x="42" y="0"/>
                  <a:pt x="43" y="0"/>
                </a:cubicBezTo>
                <a:cubicBezTo>
                  <a:pt x="44" y="0"/>
                  <a:pt x="50" y="2"/>
                  <a:pt x="61" y="7"/>
                </a:cubicBezTo>
                <a:cubicBezTo>
                  <a:pt x="72" y="11"/>
                  <a:pt x="88" y="16"/>
                  <a:pt x="108" y="21"/>
                </a:cubicBezTo>
                <a:cubicBezTo>
                  <a:pt x="127" y="25"/>
                  <a:pt x="148" y="27"/>
                  <a:pt x="171" y="27"/>
                </a:cubicBezTo>
                <a:cubicBezTo>
                  <a:pt x="212" y="27"/>
                  <a:pt x="250" y="19"/>
                  <a:pt x="287" y="4"/>
                </a:cubicBezTo>
                <a:cubicBezTo>
                  <a:pt x="291" y="1"/>
                  <a:pt x="295" y="0"/>
                  <a:pt x="298" y="0"/>
                </a:cubicBezTo>
                <a:cubicBezTo>
                  <a:pt x="302" y="0"/>
                  <a:pt x="305" y="5"/>
                  <a:pt x="305" y="15"/>
                </a:cubicBezTo>
                <a:lnTo>
                  <a:pt x="305" y="26"/>
                </a:lnTo>
                <a:cubicBezTo>
                  <a:pt x="258" y="81"/>
                  <a:pt x="200" y="108"/>
                  <a:pt x="130" y="108"/>
                </a:cubicBezTo>
                <a:cubicBezTo>
                  <a:pt x="113" y="108"/>
                  <a:pt x="97" y="107"/>
                  <a:pt x="83" y="103"/>
                </a:cubicBezTo>
                <a:lnTo>
                  <a:pt x="75" y="102"/>
                </a:lnTo>
                <a:lnTo>
                  <a:pt x="75" y="247"/>
                </a:lnTo>
                <a:cubicBezTo>
                  <a:pt x="85" y="239"/>
                  <a:pt x="94" y="233"/>
                  <a:pt x="100" y="228"/>
                </a:cubicBezTo>
                <a:cubicBezTo>
                  <a:pt x="106" y="224"/>
                  <a:pt x="116" y="219"/>
                  <a:pt x="130" y="215"/>
                </a:cubicBezTo>
                <a:cubicBezTo>
                  <a:pt x="145" y="210"/>
                  <a:pt x="159" y="208"/>
                  <a:pt x="174" y="208"/>
                </a:cubicBezTo>
                <a:cubicBezTo>
                  <a:pt x="220" y="208"/>
                  <a:pt x="259" y="226"/>
                  <a:pt x="290" y="263"/>
                </a:cubicBezTo>
                <a:cubicBezTo>
                  <a:pt x="322" y="301"/>
                  <a:pt x="338" y="344"/>
                  <a:pt x="338" y="394"/>
                </a:cubicBezTo>
                <a:cubicBezTo>
                  <a:pt x="338" y="446"/>
                  <a:pt x="320" y="490"/>
                  <a:pt x="283" y="527"/>
                </a:cubicBezTo>
                <a:cubicBezTo>
                  <a:pt x="247" y="563"/>
                  <a:pt x="203" y="582"/>
                  <a:pt x="151" y="582"/>
                </a:cubicBezTo>
                <a:cubicBezTo>
                  <a:pt x="105" y="582"/>
                  <a:pt x="69" y="567"/>
                  <a:pt x="41" y="537"/>
                </a:cubicBezTo>
                <a:cubicBezTo>
                  <a:pt x="13" y="506"/>
                  <a:pt x="0" y="472"/>
                  <a:pt x="0" y="434"/>
                </a:cubicBezTo>
                <a:cubicBezTo>
                  <a:pt x="0" y="420"/>
                  <a:pt x="3" y="409"/>
                  <a:pt x="9" y="402"/>
                </a:cubicBezTo>
                <a:cubicBezTo>
                  <a:pt x="15" y="394"/>
                  <a:pt x="22" y="389"/>
                  <a:pt x="28" y="386"/>
                </a:cubicBezTo>
                <a:cubicBezTo>
                  <a:pt x="35" y="384"/>
                  <a:pt x="41" y="383"/>
                  <a:pt x="48" y="383"/>
                </a:cubicBezTo>
                <a:cubicBezTo>
                  <a:pt x="62" y="383"/>
                  <a:pt x="73" y="388"/>
                  <a:pt x="82" y="397"/>
                </a:cubicBezTo>
                <a:cubicBezTo>
                  <a:pt x="91" y="407"/>
                  <a:pt x="96" y="418"/>
                  <a:pt x="96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1" name=""/>
          <p:cNvSpPr/>
          <p:nvPr/>
        </p:nvSpPr>
        <p:spPr>
          <a:xfrm>
            <a:off x="4381560" y="314604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8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1"/>
                  <a:pt x="344" y="447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50" y="581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6"/>
                  <a:pt x="47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9"/>
                </a:cubicBezTo>
                <a:cubicBezTo>
                  <a:pt x="104" y="73"/>
                  <a:pt x="95" y="93"/>
                  <a:pt x="90" y="119"/>
                </a:cubicBezTo>
                <a:cubicBezTo>
                  <a:pt x="86" y="145"/>
                  <a:pt x="83" y="199"/>
                  <a:pt x="83" y="283"/>
                </a:cubicBezTo>
                <a:cubicBezTo>
                  <a:pt x="83" y="371"/>
                  <a:pt x="86" y="430"/>
                  <a:pt x="90" y="458"/>
                </a:cubicBezTo>
                <a:cubicBezTo>
                  <a:pt x="95" y="486"/>
                  <a:pt x="105" y="509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4"/>
                  <a:pt x="273" y="366"/>
                  <a:pt x="273" y="283"/>
                </a:cubicBezTo>
                <a:cubicBezTo>
                  <a:pt x="273" y="200"/>
                  <a:pt x="271" y="146"/>
                  <a:pt x="267" y="120"/>
                </a:cubicBezTo>
                <a:cubicBezTo>
                  <a:pt x="262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2" name=""/>
          <p:cNvSpPr/>
          <p:nvPr/>
        </p:nvSpPr>
        <p:spPr>
          <a:xfrm>
            <a:off x="4545360" y="331200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2"/>
                </a:moveTo>
                <a:cubicBezTo>
                  <a:pt x="0" y="72"/>
                  <a:pt x="0" y="65"/>
                  <a:pt x="0" y="51"/>
                </a:cubicBezTo>
                <a:cubicBezTo>
                  <a:pt x="0" y="37"/>
                  <a:pt x="4" y="25"/>
                  <a:pt x="13" y="15"/>
                </a:cubicBezTo>
                <a:cubicBezTo>
                  <a:pt x="22" y="5"/>
                  <a:pt x="34" y="0"/>
                  <a:pt x="50" y="0"/>
                </a:cubicBezTo>
                <a:cubicBezTo>
                  <a:pt x="65" y="0"/>
                  <a:pt x="80" y="7"/>
                  <a:pt x="93" y="21"/>
                </a:cubicBezTo>
                <a:cubicBezTo>
                  <a:pt x="105" y="35"/>
                  <a:pt x="112" y="60"/>
                  <a:pt x="112" y="95"/>
                </a:cubicBezTo>
                <a:cubicBezTo>
                  <a:pt x="112" y="115"/>
                  <a:pt x="110" y="134"/>
                  <a:pt x="105" y="152"/>
                </a:cubicBezTo>
                <a:cubicBezTo>
                  <a:pt x="100" y="171"/>
                  <a:pt x="94" y="187"/>
                  <a:pt x="87" y="201"/>
                </a:cubicBezTo>
                <a:cubicBezTo>
                  <a:pt x="79" y="214"/>
                  <a:pt x="72" y="226"/>
                  <a:pt x="64" y="235"/>
                </a:cubicBezTo>
                <a:cubicBezTo>
                  <a:pt x="56" y="246"/>
                  <a:pt x="49" y="253"/>
                  <a:pt x="44" y="259"/>
                </a:cubicBezTo>
                <a:cubicBezTo>
                  <a:pt x="38" y="265"/>
                  <a:pt x="34" y="267"/>
                  <a:pt x="33" y="267"/>
                </a:cubicBezTo>
                <a:cubicBezTo>
                  <a:pt x="31" y="267"/>
                  <a:pt x="27" y="264"/>
                  <a:pt x="22" y="259"/>
                </a:cubicBezTo>
                <a:cubicBezTo>
                  <a:pt x="17" y="254"/>
                  <a:pt x="14" y="250"/>
                  <a:pt x="14" y="248"/>
                </a:cubicBezTo>
                <a:cubicBezTo>
                  <a:pt x="14" y="246"/>
                  <a:pt x="17" y="240"/>
                  <a:pt x="23" y="234"/>
                </a:cubicBezTo>
                <a:cubicBezTo>
                  <a:pt x="30" y="227"/>
                  <a:pt x="37" y="218"/>
                  <a:pt x="45" y="208"/>
                </a:cubicBezTo>
                <a:cubicBezTo>
                  <a:pt x="52" y="198"/>
                  <a:pt x="60" y="184"/>
                  <a:pt x="67" y="166"/>
                </a:cubicBezTo>
                <a:cubicBezTo>
                  <a:pt x="73" y="148"/>
                  <a:pt x="78" y="127"/>
                  <a:pt x="80" y="104"/>
                </a:cubicBezTo>
                <a:lnTo>
                  <a:pt x="80" y="94"/>
                </a:lnTo>
                <a:lnTo>
                  <a:pt x="79" y="95"/>
                </a:lnTo>
                <a:cubicBezTo>
                  <a:pt x="78" y="96"/>
                  <a:pt x="77" y="96"/>
                  <a:pt x="75" y="97"/>
                </a:cubicBezTo>
                <a:cubicBezTo>
                  <a:pt x="73" y="97"/>
                  <a:pt x="72" y="98"/>
                  <a:pt x="70" y="99"/>
                </a:cubicBezTo>
                <a:cubicBezTo>
                  <a:pt x="68" y="100"/>
                  <a:pt x="66" y="101"/>
                  <a:pt x="62" y="101"/>
                </a:cubicBezTo>
                <a:cubicBezTo>
                  <a:pt x="59" y="101"/>
                  <a:pt x="56" y="101"/>
                  <a:pt x="52" y="102"/>
                </a:cubicBezTo>
                <a:cubicBezTo>
                  <a:pt x="37" y="102"/>
                  <a:pt x="25" y="97"/>
                  <a:pt x="15" y="87"/>
                </a:cubicBez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3" name=""/>
          <p:cNvSpPr/>
          <p:nvPr/>
        </p:nvSpPr>
        <p:spPr>
          <a:xfrm>
            <a:off x="4682160" y="3146040"/>
            <a:ext cx="104760" cy="203040"/>
          </a:xfrm>
          <a:custGeom>
            <a:avLst/>
            <a:gdLst/>
            <a:ahLst/>
            <a:rect l="0" t="0" r="r" b="b"/>
            <a:pathLst>
              <a:path w="291" h="564">
                <a:moveTo>
                  <a:pt x="109" y="75"/>
                </a:moveTo>
                <a:lnTo>
                  <a:pt x="98" y="79"/>
                </a:lnTo>
                <a:cubicBezTo>
                  <a:pt x="91" y="82"/>
                  <a:pt x="79" y="84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2" y="53"/>
                  <a:pt x="67" y="49"/>
                  <a:pt x="89" y="42"/>
                </a:cubicBezTo>
                <a:cubicBezTo>
                  <a:pt x="112" y="34"/>
                  <a:pt x="127" y="28"/>
                  <a:pt x="136" y="21"/>
                </a:cubicBezTo>
                <a:cubicBezTo>
                  <a:pt x="146" y="15"/>
                  <a:pt x="153" y="9"/>
                  <a:pt x="160" y="3"/>
                </a:cubicBezTo>
                <a:cubicBezTo>
                  <a:pt x="161" y="1"/>
                  <a:pt x="165" y="0"/>
                  <a:pt x="170" y="0"/>
                </a:cubicBezTo>
                <a:cubicBezTo>
                  <a:pt x="175" y="0"/>
                  <a:pt x="180" y="2"/>
                  <a:pt x="185" y="5"/>
                </a:cubicBezTo>
                <a:lnTo>
                  <a:pt x="185" y="258"/>
                </a:lnTo>
                <a:lnTo>
                  <a:pt x="185" y="511"/>
                </a:lnTo>
                <a:cubicBezTo>
                  <a:pt x="189" y="515"/>
                  <a:pt x="194" y="518"/>
                  <a:pt x="197" y="519"/>
                </a:cubicBezTo>
                <a:cubicBezTo>
                  <a:pt x="199" y="520"/>
                  <a:pt x="206" y="521"/>
                  <a:pt x="217" y="522"/>
                </a:cubicBezTo>
                <a:cubicBezTo>
                  <a:pt x="228" y="523"/>
                  <a:pt x="245" y="524"/>
                  <a:pt x="269" y="524"/>
                </a:cubicBezTo>
                <a:lnTo>
                  <a:pt x="291" y="524"/>
                </a:lnTo>
                <a:lnTo>
                  <a:pt x="291" y="564"/>
                </a:lnTo>
                <a:lnTo>
                  <a:pt x="282" y="564"/>
                </a:lnTo>
                <a:cubicBezTo>
                  <a:pt x="270" y="562"/>
                  <a:pt x="225" y="561"/>
                  <a:pt x="147" y="561"/>
                </a:cubicBezTo>
                <a:cubicBezTo>
                  <a:pt x="70" y="561"/>
                  <a:pt x="26" y="562"/>
                  <a:pt x="14" y="564"/>
                </a:cubicBezTo>
                <a:lnTo>
                  <a:pt x="4" y="564"/>
                </a:lnTo>
                <a:lnTo>
                  <a:pt x="4" y="524"/>
                </a:lnTo>
                <a:lnTo>
                  <a:pt x="26" y="524"/>
                </a:lnTo>
                <a:cubicBezTo>
                  <a:pt x="38" y="524"/>
                  <a:pt x="49" y="524"/>
                  <a:pt x="58" y="524"/>
                </a:cubicBezTo>
                <a:cubicBezTo>
                  <a:pt x="67" y="524"/>
                  <a:pt x="74" y="524"/>
                  <a:pt x="79" y="523"/>
                </a:cubicBezTo>
                <a:cubicBezTo>
                  <a:pt x="84" y="523"/>
                  <a:pt x="89" y="522"/>
                  <a:pt x="93" y="521"/>
                </a:cubicBezTo>
                <a:cubicBezTo>
                  <a:pt x="97" y="519"/>
                  <a:pt x="99" y="519"/>
                  <a:pt x="99" y="519"/>
                </a:cubicBezTo>
                <a:cubicBezTo>
                  <a:pt x="100" y="519"/>
                  <a:pt x="102" y="517"/>
                  <a:pt x="104" y="515"/>
                </a:cubicBezTo>
                <a:cubicBezTo>
                  <a:pt x="107" y="512"/>
                  <a:pt x="109" y="511"/>
                  <a:pt x="109" y="511"/>
                </a:cubicBezTo>
                <a:lnTo>
                  <a:pt x="109" y="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4" name=""/>
          <p:cNvSpPr/>
          <p:nvPr/>
        </p:nvSpPr>
        <p:spPr>
          <a:xfrm>
            <a:off x="4820760" y="314604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3" y="0"/>
                  <a:pt x="177" y="0"/>
                </a:cubicBezTo>
                <a:cubicBezTo>
                  <a:pt x="204" y="0"/>
                  <a:pt x="231" y="8"/>
                  <a:pt x="258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1"/>
                  <a:pt x="344" y="447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3" y="564"/>
                  <a:pt x="236" y="573"/>
                  <a:pt x="221" y="576"/>
                </a:cubicBezTo>
                <a:cubicBezTo>
                  <a:pt x="206" y="580"/>
                  <a:pt x="192" y="582"/>
                  <a:pt x="178" y="582"/>
                </a:cubicBezTo>
                <a:cubicBezTo>
                  <a:pt x="163" y="582"/>
                  <a:pt x="149" y="581"/>
                  <a:pt x="134" y="577"/>
                </a:cubicBezTo>
                <a:cubicBezTo>
                  <a:pt x="119" y="574"/>
                  <a:pt x="102" y="565"/>
                  <a:pt x="83" y="550"/>
                </a:cubicBezTo>
                <a:cubicBezTo>
                  <a:pt x="63" y="536"/>
                  <a:pt x="47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9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9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199"/>
                  <a:pt x="83" y="283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4" y="486"/>
                  <a:pt x="104" y="509"/>
                  <a:pt x="120" y="525"/>
                </a:cubicBezTo>
                <a:cubicBezTo>
                  <a:pt x="136" y="542"/>
                  <a:pt x="155" y="550"/>
                  <a:pt x="178" y="550"/>
                </a:cubicBezTo>
                <a:cubicBezTo>
                  <a:pt x="201" y="550"/>
                  <a:pt x="220" y="542"/>
                  <a:pt x="235" y="525"/>
                </a:cubicBezTo>
                <a:cubicBezTo>
                  <a:pt x="252" y="508"/>
                  <a:pt x="262" y="484"/>
                  <a:pt x="266" y="454"/>
                </a:cubicBezTo>
                <a:cubicBezTo>
                  <a:pt x="270" y="424"/>
                  <a:pt x="272" y="366"/>
                  <a:pt x="273" y="283"/>
                </a:cubicBezTo>
                <a:cubicBezTo>
                  <a:pt x="273" y="200"/>
                  <a:pt x="270" y="146"/>
                  <a:pt x="266" y="120"/>
                </a:cubicBezTo>
                <a:cubicBezTo>
                  <a:pt x="261" y="94"/>
                  <a:pt x="252" y="74"/>
                  <a:pt x="238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5" name=""/>
          <p:cNvSpPr/>
          <p:nvPr/>
        </p:nvSpPr>
        <p:spPr>
          <a:xfrm>
            <a:off x="4981680" y="3085920"/>
            <a:ext cx="86040" cy="143640"/>
          </a:xfrm>
          <a:custGeom>
            <a:avLst/>
            <a:gdLst/>
            <a:ahLst/>
            <a:rect l="0" t="0" r="r" b="b"/>
            <a:pathLst>
              <a:path w="239" h="399">
                <a:moveTo>
                  <a:pt x="35" y="142"/>
                </a:moveTo>
                <a:cubicBezTo>
                  <a:pt x="24" y="142"/>
                  <a:pt x="16" y="138"/>
                  <a:pt x="9" y="131"/>
                </a:cubicBezTo>
                <a:cubicBezTo>
                  <a:pt x="3" y="124"/>
                  <a:pt x="0" y="115"/>
                  <a:pt x="0" y="105"/>
                </a:cubicBezTo>
                <a:cubicBezTo>
                  <a:pt x="0" y="76"/>
                  <a:pt x="10" y="52"/>
                  <a:pt x="32" y="31"/>
                </a:cubicBezTo>
                <a:cubicBezTo>
                  <a:pt x="53" y="10"/>
                  <a:pt x="79" y="0"/>
                  <a:pt x="111" y="0"/>
                </a:cubicBezTo>
                <a:cubicBezTo>
                  <a:pt x="148" y="0"/>
                  <a:pt x="178" y="11"/>
                  <a:pt x="202" y="33"/>
                </a:cubicBezTo>
                <a:cubicBezTo>
                  <a:pt x="226" y="56"/>
                  <a:pt x="239" y="85"/>
                  <a:pt x="239" y="120"/>
                </a:cubicBezTo>
                <a:cubicBezTo>
                  <a:pt x="239" y="137"/>
                  <a:pt x="235" y="154"/>
                  <a:pt x="227" y="169"/>
                </a:cubicBezTo>
                <a:cubicBezTo>
                  <a:pt x="219" y="185"/>
                  <a:pt x="210" y="198"/>
                  <a:pt x="199" y="210"/>
                </a:cubicBezTo>
                <a:cubicBezTo>
                  <a:pt x="187" y="221"/>
                  <a:pt x="172" y="236"/>
                  <a:pt x="151" y="254"/>
                </a:cubicBezTo>
                <a:cubicBezTo>
                  <a:pt x="136" y="266"/>
                  <a:pt x="117" y="284"/>
                  <a:pt x="91" y="309"/>
                </a:cubicBezTo>
                <a:lnTo>
                  <a:pt x="55" y="342"/>
                </a:lnTo>
                <a:lnTo>
                  <a:pt x="101" y="343"/>
                </a:lnTo>
                <a:cubicBezTo>
                  <a:pt x="164" y="343"/>
                  <a:pt x="197" y="342"/>
                  <a:pt x="201" y="340"/>
                </a:cubicBezTo>
                <a:cubicBezTo>
                  <a:pt x="204" y="339"/>
                  <a:pt x="209" y="321"/>
                  <a:pt x="215" y="287"/>
                </a:cubicBezTo>
                <a:lnTo>
                  <a:pt x="215" y="285"/>
                </a:lnTo>
                <a:lnTo>
                  <a:pt x="239" y="285"/>
                </a:lnTo>
                <a:lnTo>
                  <a:pt x="239" y="287"/>
                </a:lnTo>
                <a:cubicBezTo>
                  <a:pt x="239" y="288"/>
                  <a:pt x="236" y="306"/>
                  <a:pt x="231" y="341"/>
                </a:cubicBezTo>
                <a:cubicBezTo>
                  <a:pt x="227" y="377"/>
                  <a:pt x="224" y="395"/>
                  <a:pt x="222" y="397"/>
                </a:cubicBezTo>
                <a:lnTo>
                  <a:pt x="222" y="399"/>
                </a:lnTo>
                <a:lnTo>
                  <a:pt x="0" y="399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0"/>
                  <a:pt x="21" y="349"/>
                </a:cubicBezTo>
                <a:cubicBezTo>
                  <a:pt x="33" y="337"/>
                  <a:pt x="43" y="325"/>
                  <a:pt x="51" y="316"/>
                </a:cubicBezTo>
                <a:cubicBezTo>
                  <a:pt x="55" y="312"/>
                  <a:pt x="62" y="305"/>
                  <a:pt x="72" y="294"/>
                </a:cubicBezTo>
                <a:cubicBezTo>
                  <a:pt x="82" y="283"/>
                  <a:pt x="89" y="276"/>
                  <a:pt x="93" y="272"/>
                </a:cubicBezTo>
                <a:cubicBezTo>
                  <a:pt x="96" y="268"/>
                  <a:pt x="102" y="261"/>
                  <a:pt x="110" y="252"/>
                </a:cubicBezTo>
                <a:cubicBezTo>
                  <a:pt x="118" y="243"/>
                  <a:pt x="124" y="236"/>
                  <a:pt x="127" y="232"/>
                </a:cubicBezTo>
                <a:cubicBezTo>
                  <a:pt x="130" y="227"/>
                  <a:pt x="135" y="221"/>
                  <a:pt x="141" y="214"/>
                </a:cubicBezTo>
                <a:cubicBezTo>
                  <a:pt x="147" y="206"/>
                  <a:pt x="151" y="200"/>
                  <a:pt x="153" y="195"/>
                </a:cubicBezTo>
                <a:cubicBezTo>
                  <a:pt x="156" y="190"/>
                  <a:pt x="159" y="184"/>
                  <a:pt x="162" y="177"/>
                </a:cubicBezTo>
                <a:cubicBezTo>
                  <a:pt x="166" y="171"/>
                  <a:pt x="168" y="165"/>
                  <a:pt x="170" y="158"/>
                </a:cubicBezTo>
                <a:cubicBezTo>
                  <a:pt x="172" y="152"/>
                  <a:pt x="173" y="146"/>
                  <a:pt x="174" y="140"/>
                </a:cubicBezTo>
                <a:cubicBezTo>
                  <a:pt x="175" y="135"/>
                  <a:pt x="176" y="128"/>
                  <a:pt x="176" y="121"/>
                </a:cubicBezTo>
                <a:cubicBezTo>
                  <a:pt x="176" y="96"/>
                  <a:pt x="169" y="74"/>
                  <a:pt x="156" y="56"/>
                </a:cubicBezTo>
                <a:cubicBezTo>
                  <a:pt x="142" y="37"/>
                  <a:pt x="123" y="28"/>
                  <a:pt x="98" y="28"/>
                </a:cubicBezTo>
                <a:cubicBezTo>
                  <a:pt x="84" y="28"/>
                  <a:pt x="72" y="31"/>
                  <a:pt x="62" y="38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70"/>
                  <a:pt x="36" y="70"/>
                  <a:pt x="38" y="70"/>
                </a:cubicBezTo>
                <a:cubicBezTo>
                  <a:pt x="45" y="70"/>
                  <a:pt x="53" y="73"/>
                  <a:pt x="60" y="78"/>
                </a:cubicBezTo>
                <a:cubicBezTo>
                  <a:pt x="68" y="84"/>
                  <a:pt x="72" y="93"/>
                  <a:pt x="72" y="106"/>
                </a:cubicBezTo>
                <a:cubicBezTo>
                  <a:pt x="72" y="116"/>
                  <a:pt x="68" y="124"/>
                  <a:pt x="62" y="131"/>
                </a:cubicBezTo>
                <a:cubicBezTo>
                  <a:pt x="56" y="138"/>
                  <a:pt x="47" y="141"/>
                  <a:pt x="35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6" name=""/>
          <p:cNvSpPr/>
          <p:nvPr/>
        </p:nvSpPr>
        <p:spPr>
          <a:xfrm>
            <a:off x="5110200" y="312048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6" y="0"/>
                </a:cubicBezTo>
                <a:lnTo>
                  <a:pt x="27" y="0"/>
                </a:lnTo>
                <a:lnTo>
                  <a:pt x="50" y="21"/>
                </a:lnTo>
                <a:cubicBezTo>
                  <a:pt x="103" y="68"/>
                  <a:pt x="142" y="128"/>
                  <a:pt x="166" y="201"/>
                </a:cubicBezTo>
                <a:cubicBezTo>
                  <a:pt x="191" y="272"/>
                  <a:pt x="203" y="346"/>
                  <a:pt x="203" y="424"/>
                </a:cubicBezTo>
                <a:cubicBezTo>
                  <a:pt x="203" y="462"/>
                  <a:pt x="200" y="499"/>
                  <a:pt x="195" y="534"/>
                </a:cubicBezTo>
                <a:cubicBezTo>
                  <a:pt x="189" y="570"/>
                  <a:pt x="183" y="600"/>
                  <a:pt x="174" y="625"/>
                </a:cubicBezTo>
                <a:cubicBezTo>
                  <a:pt x="167" y="649"/>
                  <a:pt x="157" y="674"/>
                  <a:pt x="143" y="699"/>
                </a:cubicBezTo>
                <a:cubicBezTo>
                  <a:pt x="130" y="724"/>
                  <a:pt x="119" y="743"/>
                  <a:pt x="111" y="756"/>
                </a:cubicBezTo>
                <a:cubicBezTo>
                  <a:pt x="103" y="768"/>
                  <a:pt x="92" y="783"/>
                  <a:pt x="76" y="799"/>
                </a:cubicBezTo>
                <a:cubicBezTo>
                  <a:pt x="61" y="814"/>
                  <a:pt x="52" y="824"/>
                  <a:pt x="49" y="826"/>
                </a:cubicBezTo>
                <a:cubicBezTo>
                  <a:pt x="47" y="829"/>
                  <a:pt x="40" y="835"/>
                  <a:pt x="30" y="843"/>
                </a:cubicBezTo>
                <a:cubicBezTo>
                  <a:pt x="28" y="844"/>
                  <a:pt x="27" y="845"/>
                  <a:pt x="27" y="846"/>
                </a:cubicBezTo>
                <a:lnTo>
                  <a:pt x="16" y="846"/>
                </a:lnTo>
                <a:cubicBezTo>
                  <a:pt x="12" y="846"/>
                  <a:pt x="9" y="846"/>
                  <a:pt x="7" y="846"/>
                </a:cubicBezTo>
                <a:cubicBezTo>
                  <a:pt x="5" y="846"/>
                  <a:pt x="4" y="845"/>
                  <a:pt x="3" y="843"/>
                </a:cubicBezTo>
                <a:cubicBezTo>
                  <a:pt x="2" y="842"/>
                  <a:pt x="1" y="839"/>
                  <a:pt x="0" y="836"/>
                </a:cubicBezTo>
                <a:cubicBezTo>
                  <a:pt x="1" y="835"/>
                  <a:pt x="4" y="832"/>
                  <a:pt x="10" y="825"/>
                </a:cubicBezTo>
                <a:cubicBezTo>
                  <a:pt x="97" y="734"/>
                  <a:pt x="141" y="600"/>
                  <a:pt x="141" y="424"/>
                </a:cubicBezTo>
                <a:cubicBezTo>
                  <a:pt x="141" y="247"/>
                  <a:pt x="97" y="112"/>
                  <a:pt x="10" y="21"/>
                </a:cubicBezTo>
                <a:cubicBezTo>
                  <a:pt x="4" y="15"/>
                  <a:pt x="1" y="11"/>
                  <a:pt x="0" y="10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7" name=""/>
          <p:cNvSpPr/>
          <p:nvPr/>
        </p:nvSpPr>
        <p:spPr>
          <a:xfrm>
            <a:off x="5819760" y="314100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3" y="39"/>
                </a:moveTo>
                <a:cubicBezTo>
                  <a:pt x="171" y="39"/>
                  <a:pt x="169" y="39"/>
                  <a:pt x="166" y="39"/>
                </a:cubicBezTo>
                <a:cubicBezTo>
                  <a:pt x="152" y="39"/>
                  <a:pt x="143" y="38"/>
                  <a:pt x="141" y="38"/>
                </a:cubicBezTo>
                <a:cubicBezTo>
                  <a:pt x="138" y="37"/>
                  <a:pt x="136" y="34"/>
                  <a:pt x="136" y="29"/>
                </a:cubicBezTo>
                <a:cubicBezTo>
                  <a:pt x="136" y="13"/>
                  <a:pt x="139" y="4"/>
                  <a:pt x="146" y="1"/>
                </a:cubicBezTo>
                <a:cubicBezTo>
                  <a:pt x="147" y="0"/>
                  <a:pt x="174" y="0"/>
                  <a:pt x="228" y="0"/>
                </a:cubicBezTo>
                <a:cubicBezTo>
                  <a:pt x="271" y="0"/>
                  <a:pt x="296" y="0"/>
                  <a:pt x="302" y="0"/>
                </a:cubicBezTo>
                <a:cubicBezTo>
                  <a:pt x="308" y="0"/>
                  <a:pt x="312" y="2"/>
                  <a:pt x="314" y="5"/>
                </a:cubicBezTo>
                <a:cubicBezTo>
                  <a:pt x="433" y="285"/>
                  <a:pt x="493" y="429"/>
                  <a:pt x="495" y="436"/>
                </a:cubicBezTo>
                <a:lnTo>
                  <a:pt x="541" y="256"/>
                </a:lnTo>
                <a:cubicBezTo>
                  <a:pt x="571" y="136"/>
                  <a:pt x="586" y="73"/>
                  <a:pt x="586" y="65"/>
                </a:cubicBezTo>
                <a:cubicBezTo>
                  <a:pt x="586" y="50"/>
                  <a:pt x="568" y="41"/>
                  <a:pt x="532" y="39"/>
                </a:cubicBezTo>
                <a:cubicBezTo>
                  <a:pt x="518" y="39"/>
                  <a:pt x="511" y="36"/>
                  <a:pt x="511" y="29"/>
                </a:cubicBezTo>
                <a:cubicBezTo>
                  <a:pt x="511" y="28"/>
                  <a:pt x="512" y="25"/>
                  <a:pt x="513" y="19"/>
                </a:cubicBezTo>
                <a:cubicBezTo>
                  <a:pt x="515" y="10"/>
                  <a:pt x="517" y="5"/>
                  <a:pt x="518" y="3"/>
                </a:cubicBezTo>
                <a:cubicBezTo>
                  <a:pt x="519" y="2"/>
                  <a:pt x="522" y="0"/>
                  <a:pt x="527" y="0"/>
                </a:cubicBezTo>
                <a:cubicBezTo>
                  <a:pt x="528" y="0"/>
                  <a:pt x="537" y="0"/>
                  <a:pt x="553" y="1"/>
                </a:cubicBezTo>
                <a:cubicBezTo>
                  <a:pt x="569" y="1"/>
                  <a:pt x="592" y="2"/>
                  <a:pt x="623" y="2"/>
                </a:cubicBezTo>
                <a:cubicBezTo>
                  <a:pt x="651" y="2"/>
                  <a:pt x="672" y="2"/>
                  <a:pt x="687" y="2"/>
                </a:cubicBezTo>
                <a:cubicBezTo>
                  <a:pt x="702" y="1"/>
                  <a:pt x="710" y="1"/>
                  <a:pt x="712" y="1"/>
                </a:cubicBezTo>
                <a:cubicBezTo>
                  <a:pt x="721" y="1"/>
                  <a:pt x="725" y="4"/>
                  <a:pt x="725" y="9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7"/>
                  <a:pt x="711" y="39"/>
                  <a:pt x="700" y="39"/>
                </a:cubicBezTo>
                <a:cubicBezTo>
                  <a:pt x="660" y="41"/>
                  <a:pt x="635" y="52"/>
                  <a:pt x="625" y="73"/>
                </a:cubicBezTo>
                <a:lnTo>
                  <a:pt x="499" y="572"/>
                </a:lnTo>
                <a:cubicBezTo>
                  <a:pt x="498" y="576"/>
                  <a:pt x="492" y="578"/>
                  <a:pt x="481" y="578"/>
                </a:cubicBezTo>
                <a:cubicBezTo>
                  <a:pt x="473" y="578"/>
                  <a:pt x="468" y="577"/>
                  <a:pt x="467" y="576"/>
                </a:cubicBezTo>
                <a:cubicBezTo>
                  <a:pt x="465" y="574"/>
                  <a:pt x="429" y="489"/>
                  <a:pt x="358" y="320"/>
                </a:cubicBezTo>
                <a:lnTo>
                  <a:pt x="250" y="67"/>
                </a:lnTo>
                <a:lnTo>
                  <a:pt x="195" y="287"/>
                </a:lnTo>
                <a:cubicBezTo>
                  <a:pt x="159" y="431"/>
                  <a:pt x="141" y="506"/>
                  <a:pt x="141" y="511"/>
                </a:cubicBezTo>
                <a:cubicBezTo>
                  <a:pt x="143" y="530"/>
                  <a:pt x="164" y="539"/>
                  <a:pt x="201" y="539"/>
                </a:cubicBezTo>
                <a:lnTo>
                  <a:pt x="210" y="539"/>
                </a:lnTo>
                <a:cubicBezTo>
                  <a:pt x="213" y="542"/>
                  <a:pt x="215" y="544"/>
                  <a:pt x="215" y="546"/>
                </a:cubicBezTo>
                <a:cubicBezTo>
                  <a:pt x="215" y="547"/>
                  <a:pt x="214" y="553"/>
                  <a:pt x="213" y="562"/>
                </a:cubicBezTo>
                <a:cubicBezTo>
                  <a:pt x="211" y="569"/>
                  <a:pt x="208" y="574"/>
                  <a:pt x="205" y="578"/>
                </a:cubicBezTo>
                <a:lnTo>
                  <a:pt x="194" y="578"/>
                </a:lnTo>
                <a:cubicBezTo>
                  <a:pt x="176" y="577"/>
                  <a:pt x="146" y="576"/>
                  <a:pt x="103" y="576"/>
                </a:cubicBezTo>
                <a:cubicBezTo>
                  <a:pt x="86" y="576"/>
                  <a:pt x="71" y="576"/>
                  <a:pt x="59" y="576"/>
                </a:cubicBezTo>
                <a:cubicBezTo>
                  <a:pt x="46" y="576"/>
                  <a:pt x="35" y="576"/>
                  <a:pt x="27" y="576"/>
                </a:cubicBezTo>
                <a:cubicBezTo>
                  <a:pt x="19" y="576"/>
                  <a:pt x="15" y="576"/>
                  <a:pt x="13" y="577"/>
                </a:cubicBezTo>
                <a:cubicBezTo>
                  <a:pt x="4" y="577"/>
                  <a:pt x="0" y="574"/>
                  <a:pt x="0" y="569"/>
                </a:cubicBezTo>
                <a:cubicBezTo>
                  <a:pt x="0" y="567"/>
                  <a:pt x="1" y="563"/>
                  <a:pt x="3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1"/>
                  <a:pt x="15" y="539"/>
                  <a:pt x="26" y="539"/>
                </a:cubicBezTo>
                <a:cubicBezTo>
                  <a:pt x="65" y="537"/>
                  <a:pt x="89" y="526"/>
                  <a:pt x="101" y="506"/>
                </a:cubicBezTo>
                <a:cubicBezTo>
                  <a:pt x="104" y="503"/>
                  <a:pt x="124" y="425"/>
                  <a:pt x="162" y="272"/>
                </a:cubicBezTo>
                <a:lnTo>
                  <a:pt x="219" y="41"/>
                </a:lnTo>
                <a:cubicBezTo>
                  <a:pt x="218" y="41"/>
                  <a:pt x="203" y="40"/>
                  <a:pt x="173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8" name=""/>
          <p:cNvSpPr/>
          <p:nvPr/>
        </p:nvSpPr>
        <p:spPr>
          <a:xfrm>
            <a:off x="6108840" y="312048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4"/>
                </a:moveTo>
                <a:cubicBezTo>
                  <a:pt x="0" y="385"/>
                  <a:pt x="3" y="348"/>
                  <a:pt x="9" y="313"/>
                </a:cubicBezTo>
                <a:cubicBezTo>
                  <a:pt x="15" y="278"/>
                  <a:pt x="22" y="248"/>
                  <a:pt x="29" y="223"/>
                </a:cubicBezTo>
                <a:cubicBezTo>
                  <a:pt x="37" y="197"/>
                  <a:pt x="47" y="171"/>
                  <a:pt x="61" y="147"/>
                </a:cubicBezTo>
                <a:cubicBezTo>
                  <a:pt x="74" y="123"/>
                  <a:pt x="85" y="104"/>
                  <a:pt x="93" y="91"/>
                </a:cubicBezTo>
                <a:cubicBezTo>
                  <a:pt x="101" y="77"/>
                  <a:pt x="112" y="63"/>
                  <a:pt x="128" y="47"/>
                </a:cubicBezTo>
                <a:cubicBezTo>
                  <a:pt x="144" y="31"/>
                  <a:pt x="153" y="21"/>
                  <a:pt x="156" y="18"/>
                </a:cubicBezTo>
                <a:cubicBezTo>
                  <a:pt x="159" y="15"/>
                  <a:pt x="166" y="9"/>
                  <a:pt x="177" y="0"/>
                </a:cubicBezTo>
                <a:lnTo>
                  <a:pt x="188" y="0"/>
                </a:lnTo>
                <a:lnTo>
                  <a:pt x="192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10"/>
                  <a:pt x="199" y="15"/>
                  <a:pt x="189" y="26"/>
                </a:cubicBezTo>
                <a:cubicBezTo>
                  <a:pt x="179" y="36"/>
                  <a:pt x="168" y="51"/>
                  <a:pt x="154" y="70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2"/>
                  <a:pt x="87" y="212"/>
                  <a:pt x="77" y="261"/>
                </a:cubicBezTo>
                <a:cubicBezTo>
                  <a:pt x="68" y="310"/>
                  <a:pt x="63" y="364"/>
                  <a:pt x="63" y="424"/>
                </a:cubicBezTo>
                <a:cubicBezTo>
                  <a:pt x="63" y="483"/>
                  <a:pt x="68" y="537"/>
                  <a:pt x="77" y="586"/>
                </a:cubicBezTo>
                <a:cubicBezTo>
                  <a:pt x="87" y="634"/>
                  <a:pt x="99" y="673"/>
                  <a:pt x="112" y="703"/>
                </a:cubicBezTo>
                <a:cubicBezTo>
                  <a:pt x="126" y="733"/>
                  <a:pt x="139" y="757"/>
                  <a:pt x="154" y="776"/>
                </a:cubicBezTo>
                <a:cubicBezTo>
                  <a:pt x="168" y="794"/>
                  <a:pt x="179" y="809"/>
                  <a:pt x="189" y="821"/>
                </a:cubicBezTo>
                <a:cubicBezTo>
                  <a:pt x="199" y="832"/>
                  <a:pt x="203" y="838"/>
                  <a:pt x="203" y="838"/>
                </a:cubicBezTo>
                <a:cubicBezTo>
                  <a:pt x="203" y="843"/>
                  <a:pt x="199" y="846"/>
                  <a:pt x="191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4" y="826"/>
                </a:lnTo>
                <a:cubicBezTo>
                  <a:pt x="101" y="778"/>
                  <a:pt x="62" y="718"/>
                  <a:pt x="38" y="647"/>
                </a:cubicBezTo>
                <a:cubicBezTo>
                  <a:pt x="13" y="575"/>
                  <a:pt x="0" y="501"/>
                  <a:pt x="0" y="4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9" name=""/>
          <p:cNvSpPr/>
          <p:nvPr/>
        </p:nvSpPr>
        <p:spPr>
          <a:xfrm>
            <a:off x="6213960" y="314604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1"/>
                </a:moveTo>
                <a:cubicBezTo>
                  <a:pt x="97" y="445"/>
                  <a:pt x="92" y="456"/>
                  <a:pt x="83" y="465"/>
                </a:cubicBezTo>
                <a:cubicBezTo>
                  <a:pt x="74" y="474"/>
                  <a:pt x="63" y="478"/>
                  <a:pt x="50" y="478"/>
                </a:cubicBezTo>
                <a:lnTo>
                  <a:pt x="44" y="478"/>
                </a:lnTo>
                <a:cubicBezTo>
                  <a:pt x="70" y="523"/>
                  <a:pt x="105" y="545"/>
                  <a:pt x="148" y="545"/>
                </a:cubicBezTo>
                <a:cubicBezTo>
                  <a:pt x="187" y="545"/>
                  <a:pt x="216" y="528"/>
                  <a:pt x="234" y="495"/>
                </a:cubicBezTo>
                <a:cubicBezTo>
                  <a:pt x="245" y="476"/>
                  <a:pt x="250" y="440"/>
                  <a:pt x="250" y="386"/>
                </a:cubicBezTo>
                <a:cubicBezTo>
                  <a:pt x="250" y="328"/>
                  <a:pt x="242" y="289"/>
                  <a:pt x="227" y="269"/>
                </a:cubicBezTo>
                <a:cubicBezTo>
                  <a:pt x="213" y="249"/>
                  <a:pt x="196" y="240"/>
                  <a:pt x="178" y="240"/>
                </a:cubicBezTo>
                <a:lnTo>
                  <a:pt x="173" y="240"/>
                </a:lnTo>
                <a:cubicBezTo>
                  <a:pt x="129" y="240"/>
                  <a:pt x="96" y="259"/>
                  <a:pt x="73" y="299"/>
                </a:cubicBezTo>
                <a:cubicBezTo>
                  <a:pt x="70" y="302"/>
                  <a:pt x="68" y="305"/>
                  <a:pt x="67" y="305"/>
                </a:cubicBezTo>
                <a:cubicBezTo>
                  <a:pt x="65" y="306"/>
                  <a:pt x="61" y="306"/>
                  <a:pt x="54" y="307"/>
                </a:cubicBezTo>
                <a:cubicBezTo>
                  <a:pt x="44" y="307"/>
                  <a:pt x="39" y="305"/>
                  <a:pt x="38" y="302"/>
                </a:cubicBezTo>
                <a:cubicBezTo>
                  <a:pt x="37" y="300"/>
                  <a:pt x="36" y="249"/>
                  <a:pt x="36" y="153"/>
                </a:cubicBezTo>
                <a:lnTo>
                  <a:pt x="36" y="44"/>
                </a:lnTo>
                <a:cubicBezTo>
                  <a:pt x="36" y="16"/>
                  <a:pt x="38" y="2"/>
                  <a:pt x="40" y="2"/>
                </a:cubicBezTo>
                <a:cubicBezTo>
                  <a:pt x="42" y="1"/>
                  <a:pt x="43" y="0"/>
                  <a:pt x="44" y="0"/>
                </a:cubicBezTo>
                <a:cubicBezTo>
                  <a:pt x="44" y="0"/>
                  <a:pt x="50" y="2"/>
                  <a:pt x="62" y="7"/>
                </a:cubicBezTo>
                <a:cubicBezTo>
                  <a:pt x="73" y="11"/>
                  <a:pt x="88" y="16"/>
                  <a:pt x="109" y="21"/>
                </a:cubicBezTo>
                <a:cubicBezTo>
                  <a:pt x="129" y="25"/>
                  <a:pt x="150" y="27"/>
                  <a:pt x="172" y="27"/>
                </a:cubicBezTo>
                <a:cubicBezTo>
                  <a:pt x="212" y="27"/>
                  <a:pt x="251" y="19"/>
                  <a:pt x="287" y="4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1"/>
                  <a:pt x="201" y="108"/>
                  <a:pt x="132" y="108"/>
                </a:cubicBezTo>
                <a:cubicBezTo>
                  <a:pt x="114" y="108"/>
                  <a:pt x="99" y="107"/>
                  <a:pt x="83" y="103"/>
                </a:cubicBezTo>
                <a:lnTo>
                  <a:pt x="75" y="102"/>
                </a:lnTo>
                <a:lnTo>
                  <a:pt x="75" y="247"/>
                </a:lnTo>
                <a:cubicBezTo>
                  <a:pt x="86" y="239"/>
                  <a:pt x="94" y="233"/>
                  <a:pt x="101" y="228"/>
                </a:cubicBezTo>
                <a:cubicBezTo>
                  <a:pt x="108" y="224"/>
                  <a:pt x="118" y="219"/>
                  <a:pt x="132" y="215"/>
                </a:cubicBezTo>
                <a:cubicBezTo>
                  <a:pt x="146" y="210"/>
                  <a:pt x="160" y="208"/>
                  <a:pt x="175" y="208"/>
                </a:cubicBezTo>
                <a:cubicBezTo>
                  <a:pt x="220" y="208"/>
                  <a:pt x="259" y="226"/>
                  <a:pt x="291" y="263"/>
                </a:cubicBezTo>
                <a:cubicBezTo>
                  <a:pt x="322" y="301"/>
                  <a:pt x="338" y="344"/>
                  <a:pt x="338" y="394"/>
                </a:cubicBezTo>
                <a:cubicBezTo>
                  <a:pt x="338" y="446"/>
                  <a:pt x="320" y="490"/>
                  <a:pt x="284" y="527"/>
                </a:cubicBezTo>
                <a:cubicBezTo>
                  <a:pt x="248" y="563"/>
                  <a:pt x="204" y="582"/>
                  <a:pt x="152" y="582"/>
                </a:cubicBezTo>
                <a:cubicBezTo>
                  <a:pt x="106" y="582"/>
                  <a:pt x="69" y="567"/>
                  <a:pt x="41" y="537"/>
                </a:cubicBezTo>
                <a:cubicBezTo>
                  <a:pt x="14" y="506"/>
                  <a:pt x="0" y="472"/>
                  <a:pt x="0" y="434"/>
                </a:cubicBezTo>
                <a:cubicBezTo>
                  <a:pt x="0" y="420"/>
                  <a:pt x="3" y="409"/>
                  <a:pt x="9" y="402"/>
                </a:cubicBezTo>
                <a:cubicBezTo>
                  <a:pt x="15" y="394"/>
                  <a:pt x="22" y="389"/>
                  <a:pt x="29" y="386"/>
                </a:cubicBezTo>
                <a:cubicBezTo>
                  <a:pt x="35" y="384"/>
                  <a:pt x="42" y="383"/>
                  <a:pt x="48" y="383"/>
                </a:cubicBezTo>
                <a:cubicBezTo>
                  <a:pt x="62" y="383"/>
                  <a:pt x="74" y="388"/>
                  <a:pt x="83" y="397"/>
                </a:cubicBezTo>
                <a:cubicBezTo>
                  <a:pt x="92" y="407"/>
                  <a:pt x="97" y="418"/>
                  <a:pt x="97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0" name=""/>
          <p:cNvSpPr/>
          <p:nvPr/>
        </p:nvSpPr>
        <p:spPr>
          <a:xfrm>
            <a:off x="6365880" y="314604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1"/>
                </a:moveTo>
                <a:cubicBezTo>
                  <a:pt x="97" y="445"/>
                  <a:pt x="93" y="456"/>
                  <a:pt x="84" y="465"/>
                </a:cubicBezTo>
                <a:cubicBezTo>
                  <a:pt x="75" y="474"/>
                  <a:pt x="64" y="478"/>
                  <a:pt x="51" y="478"/>
                </a:cubicBezTo>
                <a:lnTo>
                  <a:pt x="45" y="478"/>
                </a:lnTo>
                <a:cubicBezTo>
                  <a:pt x="71" y="523"/>
                  <a:pt x="105" y="545"/>
                  <a:pt x="148" y="545"/>
                </a:cubicBezTo>
                <a:cubicBezTo>
                  <a:pt x="188" y="545"/>
                  <a:pt x="216" y="528"/>
                  <a:pt x="234" y="495"/>
                </a:cubicBezTo>
                <a:cubicBezTo>
                  <a:pt x="245" y="476"/>
                  <a:pt x="250" y="440"/>
                  <a:pt x="250" y="386"/>
                </a:cubicBezTo>
                <a:cubicBezTo>
                  <a:pt x="250" y="328"/>
                  <a:pt x="243" y="289"/>
                  <a:pt x="228" y="269"/>
                </a:cubicBezTo>
                <a:cubicBezTo>
                  <a:pt x="213" y="249"/>
                  <a:pt x="197" y="240"/>
                  <a:pt x="179" y="240"/>
                </a:cubicBezTo>
                <a:lnTo>
                  <a:pt x="174" y="240"/>
                </a:lnTo>
                <a:cubicBezTo>
                  <a:pt x="130" y="240"/>
                  <a:pt x="96" y="259"/>
                  <a:pt x="74" y="299"/>
                </a:cubicBezTo>
                <a:cubicBezTo>
                  <a:pt x="72" y="302"/>
                  <a:pt x="70" y="305"/>
                  <a:pt x="68" y="305"/>
                </a:cubicBezTo>
                <a:cubicBezTo>
                  <a:pt x="66" y="306"/>
                  <a:pt x="62" y="306"/>
                  <a:pt x="55" y="307"/>
                </a:cubicBezTo>
                <a:cubicBezTo>
                  <a:pt x="46" y="307"/>
                  <a:pt x="40" y="305"/>
                  <a:pt x="39" y="302"/>
                </a:cubicBezTo>
                <a:cubicBezTo>
                  <a:pt x="38" y="300"/>
                  <a:pt x="38" y="249"/>
                  <a:pt x="38" y="153"/>
                </a:cubicBezTo>
                <a:lnTo>
                  <a:pt x="38" y="44"/>
                </a:lnTo>
                <a:cubicBezTo>
                  <a:pt x="38" y="16"/>
                  <a:pt x="39" y="2"/>
                  <a:pt x="42" y="2"/>
                </a:cubicBezTo>
                <a:cubicBezTo>
                  <a:pt x="43" y="1"/>
                  <a:pt x="44" y="0"/>
                  <a:pt x="45" y="0"/>
                </a:cubicBezTo>
                <a:cubicBezTo>
                  <a:pt x="46" y="0"/>
                  <a:pt x="52" y="2"/>
                  <a:pt x="63" y="7"/>
                </a:cubicBezTo>
                <a:cubicBezTo>
                  <a:pt x="74" y="11"/>
                  <a:pt x="90" y="16"/>
                  <a:pt x="109" y="21"/>
                </a:cubicBezTo>
                <a:cubicBezTo>
                  <a:pt x="129" y="25"/>
                  <a:pt x="150" y="27"/>
                  <a:pt x="173" y="27"/>
                </a:cubicBezTo>
                <a:cubicBezTo>
                  <a:pt x="213" y="27"/>
                  <a:pt x="251" y="19"/>
                  <a:pt x="288" y="4"/>
                </a:cubicBezTo>
                <a:cubicBezTo>
                  <a:pt x="292" y="1"/>
                  <a:pt x="296" y="0"/>
                  <a:pt x="299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1"/>
                  <a:pt x="201" y="108"/>
                  <a:pt x="132" y="108"/>
                </a:cubicBezTo>
                <a:cubicBezTo>
                  <a:pt x="115" y="108"/>
                  <a:pt x="99" y="107"/>
                  <a:pt x="85" y="103"/>
                </a:cubicBezTo>
                <a:lnTo>
                  <a:pt x="76" y="102"/>
                </a:lnTo>
                <a:lnTo>
                  <a:pt x="76" y="247"/>
                </a:lnTo>
                <a:cubicBezTo>
                  <a:pt x="87" y="239"/>
                  <a:pt x="96" y="233"/>
                  <a:pt x="102" y="228"/>
                </a:cubicBezTo>
                <a:cubicBezTo>
                  <a:pt x="108" y="224"/>
                  <a:pt x="118" y="219"/>
                  <a:pt x="132" y="215"/>
                </a:cubicBezTo>
                <a:cubicBezTo>
                  <a:pt x="146" y="210"/>
                  <a:pt x="161" y="208"/>
                  <a:pt x="175" y="208"/>
                </a:cubicBezTo>
                <a:cubicBezTo>
                  <a:pt x="221" y="208"/>
                  <a:pt x="259" y="226"/>
                  <a:pt x="291" y="263"/>
                </a:cubicBezTo>
                <a:cubicBezTo>
                  <a:pt x="322" y="301"/>
                  <a:pt x="338" y="344"/>
                  <a:pt x="338" y="394"/>
                </a:cubicBezTo>
                <a:cubicBezTo>
                  <a:pt x="338" y="446"/>
                  <a:pt x="320" y="490"/>
                  <a:pt x="284" y="527"/>
                </a:cubicBezTo>
                <a:cubicBezTo>
                  <a:pt x="248" y="563"/>
                  <a:pt x="204" y="582"/>
                  <a:pt x="152" y="582"/>
                </a:cubicBezTo>
                <a:cubicBezTo>
                  <a:pt x="107" y="582"/>
                  <a:pt x="70" y="567"/>
                  <a:pt x="43" y="537"/>
                </a:cubicBezTo>
                <a:cubicBezTo>
                  <a:pt x="15" y="506"/>
                  <a:pt x="0" y="472"/>
                  <a:pt x="0" y="434"/>
                </a:cubicBezTo>
                <a:cubicBezTo>
                  <a:pt x="0" y="420"/>
                  <a:pt x="3" y="409"/>
                  <a:pt x="9" y="402"/>
                </a:cubicBezTo>
                <a:cubicBezTo>
                  <a:pt x="17" y="394"/>
                  <a:pt x="23" y="389"/>
                  <a:pt x="30" y="386"/>
                </a:cubicBezTo>
                <a:cubicBezTo>
                  <a:pt x="37" y="384"/>
                  <a:pt x="43" y="383"/>
                  <a:pt x="49" y="383"/>
                </a:cubicBezTo>
                <a:cubicBezTo>
                  <a:pt x="63" y="383"/>
                  <a:pt x="75" y="388"/>
                  <a:pt x="84" y="397"/>
                </a:cubicBezTo>
                <a:cubicBezTo>
                  <a:pt x="93" y="407"/>
                  <a:pt x="97" y="418"/>
                  <a:pt x="97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1" name=""/>
          <p:cNvSpPr/>
          <p:nvPr/>
        </p:nvSpPr>
        <p:spPr>
          <a:xfrm>
            <a:off x="6526440" y="331200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2"/>
                </a:moveTo>
                <a:cubicBezTo>
                  <a:pt x="0" y="72"/>
                  <a:pt x="0" y="65"/>
                  <a:pt x="0" y="51"/>
                </a:cubicBezTo>
                <a:cubicBezTo>
                  <a:pt x="0" y="37"/>
                  <a:pt x="5" y="25"/>
                  <a:pt x="14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5"/>
                  <a:pt x="112" y="60"/>
                  <a:pt x="113" y="95"/>
                </a:cubicBezTo>
                <a:cubicBezTo>
                  <a:pt x="113" y="115"/>
                  <a:pt x="110" y="134"/>
                  <a:pt x="105" y="152"/>
                </a:cubicBezTo>
                <a:cubicBezTo>
                  <a:pt x="100" y="171"/>
                  <a:pt x="94" y="187"/>
                  <a:pt x="87" y="201"/>
                </a:cubicBezTo>
                <a:cubicBezTo>
                  <a:pt x="81" y="214"/>
                  <a:pt x="73" y="226"/>
                  <a:pt x="65" y="235"/>
                </a:cubicBezTo>
                <a:cubicBezTo>
                  <a:pt x="57" y="246"/>
                  <a:pt x="51" y="253"/>
                  <a:pt x="45" y="259"/>
                </a:cubicBezTo>
                <a:cubicBezTo>
                  <a:pt x="39" y="265"/>
                  <a:pt x="36" y="267"/>
                  <a:pt x="34" y="267"/>
                </a:cubicBezTo>
                <a:cubicBezTo>
                  <a:pt x="32" y="267"/>
                  <a:pt x="28" y="264"/>
                  <a:pt x="23" y="259"/>
                </a:cubicBezTo>
                <a:cubicBezTo>
                  <a:pt x="17" y="254"/>
                  <a:pt x="15" y="250"/>
                  <a:pt x="15" y="248"/>
                </a:cubicBezTo>
                <a:cubicBezTo>
                  <a:pt x="15" y="246"/>
                  <a:pt x="18" y="240"/>
                  <a:pt x="25" y="234"/>
                </a:cubicBezTo>
                <a:cubicBezTo>
                  <a:pt x="31" y="227"/>
                  <a:pt x="38" y="218"/>
                  <a:pt x="46" y="208"/>
                </a:cubicBezTo>
                <a:cubicBezTo>
                  <a:pt x="54" y="198"/>
                  <a:pt x="61" y="184"/>
                  <a:pt x="68" y="166"/>
                </a:cubicBezTo>
                <a:cubicBezTo>
                  <a:pt x="75" y="148"/>
                  <a:pt x="79" y="127"/>
                  <a:pt x="81" y="104"/>
                </a:cubicBezTo>
                <a:lnTo>
                  <a:pt x="81" y="94"/>
                </a:lnTo>
                <a:lnTo>
                  <a:pt x="81" y="95"/>
                </a:lnTo>
                <a:cubicBezTo>
                  <a:pt x="79" y="96"/>
                  <a:pt x="78" y="96"/>
                  <a:pt x="76" y="97"/>
                </a:cubicBezTo>
                <a:cubicBezTo>
                  <a:pt x="75" y="97"/>
                  <a:pt x="73" y="98"/>
                  <a:pt x="71" y="99"/>
                </a:cubicBezTo>
                <a:cubicBezTo>
                  <a:pt x="70" y="100"/>
                  <a:pt x="67" y="101"/>
                  <a:pt x="64" y="101"/>
                </a:cubicBezTo>
                <a:cubicBezTo>
                  <a:pt x="60" y="101"/>
                  <a:pt x="57" y="101"/>
                  <a:pt x="54" y="102"/>
                </a:cubicBezTo>
                <a:cubicBezTo>
                  <a:pt x="38" y="102"/>
                  <a:pt x="26" y="97"/>
                  <a:pt x="15" y="87"/>
                </a:cubicBez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2" name=""/>
          <p:cNvSpPr/>
          <p:nvPr/>
        </p:nvSpPr>
        <p:spPr>
          <a:xfrm>
            <a:off x="6663240" y="3146040"/>
            <a:ext cx="105120" cy="203040"/>
          </a:xfrm>
          <a:custGeom>
            <a:avLst/>
            <a:gdLst/>
            <a:ahLst/>
            <a:rect l="0" t="0" r="r" b="b"/>
            <a:pathLst>
              <a:path w="292" h="564">
                <a:moveTo>
                  <a:pt x="110" y="75"/>
                </a:moveTo>
                <a:lnTo>
                  <a:pt x="99" y="79"/>
                </a:lnTo>
                <a:cubicBezTo>
                  <a:pt x="91" y="82"/>
                  <a:pt x="80" y="84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3" y="53"/>
                  <a:pt x="67" y="49"/>
                  <a:pt x="90" y="42"/>
                </a:cubicBezTo>
                <a:cubicBezTo>
                  <a:pt x="112" y="34"/>
                  <a:pt x="128" y="28"/>
                  <a:pt x="137" y="21"/>
                </a:cubicBezTo>
                <a:cubicBezTo>
                  <a:pt x="146" y="15"/>
                  <a:pt x="154" y="9"/>
                  <a:pt x="160" y="3"/>
                </a:cubicBezTo>
                <a:cubicBezTo>
                  <a:pt x="162" y="1"/>
                  <a:pt x="165" y="0"/>
                  <a:pt x="171" y="0"/>
                </a:cubicBezTo>
                <a:cubicBezTo>
                  <a:pt x="176" y="0"/>
                  <a:pt x="180" y="2"/>
                  <a:pt x="185" y="5"/>
                </a:cubicBezTo>
                <a:lnTo>
                  <a:pt x="185" y="258"/>
                </a:lnTo>
                <a:lnTo>
                  <a:pt x="186" y="511"/>
                </a:lnTo>
                <a:cubicBezTo>
                  <a:pt x="190" y="515"/>
                  <a:pt x="193" y="518"/>
                  <a:pt x="196" y="519"/>
                </a:cubicBezTo>
                <a:cubicBezTo>
                  <a:pt x="200" y="520"/>
                  <a:pt x="207" y="521"/>
                  <a:pt x="217" y="522"/>
                </a:cubicBezTo>
                <a:cubicBezTo>
                  <a:pt x="228" y="523"/>
                  <a:pt x="245" y="524"/>
                  <a:pt x="270" y="524"/>
                </a:cubicBezTo>
                <a:lnTo>
                  <a:pt x="292" y="524"/>
                </a:lnTo>
                <a:lnTo>
                  <a:pt x="292" y="564"/>
                </a:lnTo>
                <a:lnTo>
                  <a:pt x="282" y="564"/>
                </a:lnTo>
                <a:cubicBezTo>
                  <a:pt x="270" y="562"/>
                  <a:pt x="226" y="561"/>
                  <a:pt x="147" y="561"/>
                </a:cubicBezTo>
                <a:cubicBezTo>
                  <a:pt x="70" y="561"/>
                  <a:pt x="26" y="562"/>
                  <a:pt x="14" y="564"/>
                </a:cubicBezTo>
                <a:lnTo>
                  <a:pt x="4" y="564"/>
                </a:lnTo>
                <a:lnTo>
                  <a:pt x="4" y="524"/>
                </a:lnTo>
                <a:lnTo>
                  <a:pt x="26" y="524"/>
                </a:lnTo>
                <a:cubicBezTo>
                  <a:pt x="39" y="524"/>
                  <a:pt x="49" y="524"/>
                  <a:pt x="58" y="524"/>
                </a:cubicBezTo>
                <a:cubicBezTo>
                  <a:pt x="67" y="524"/>
                  <a:pt x="74" y="524"/>
                  <a:pt x="79" y="523"/>
                </a:cubicBezTo>
                <a:cubicBezTo>
                  <a:pt x="84" y="523"/>
                  <a:pt x="89" y="522"/>
                  <a:pt x="93" y="521"/>
                </a:cubicBezTo>
                <a:cubicBezTo>
                  <a:pt x="97" y="519"/>
                  <a:pt x="99" y="519"/>
                  <a:pt x="100" y="519"/>
                </a:cubicBezTo>
                <a:cubicBezTo>
                  <a:pt x="100" y="519"/>
                  <a:pt x="102" y="517"/>
                  <a:pt x="105" y="515"/>
                </a:cubicBezTo>
                <a:cubicBezTo>
                  <a:pt x="108" y="512"/>
                  <a:pt x="109" y="511"/>
                  <a:pt x="110" y="511"/>
                </a:cubicBezTo>
                <a:lnTo>
                  <a:pt x="110" y="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3" name=""/>
          <p:cNvSpPr/>
          <p:nvPr/>
        </p:nvSpPr>
        <p:spPr>
          <a:xfrm>
            <a:off x="6801840" y="314604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3"/>
                  <a:pt x="124" y="0"/>
                  <a:pt x="179" y="0"/>
                </a:cubicBezTo>
                <a:cubicBezTo>
                  <a:pt x="206" y="0"/>
                  <a:pt x="233" y="8"/>
                  <a:pt x="260" y="22"/>
                </a:cubicBezTo>
                <a:cubicBezTo>
                  <a:pt x="287" y="37"/>
                  <a:pt x="309" y="63"/>
                  <a:pt x="325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1"/>
                  <a:pt x="345" y="447"/>
                  <a:pt x="320" y="494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80"/>
                  <a:pt x="193" y="582"/>
                  <a:pt x="179" y="582"/>
                </a:cubicBezTo>
                <a:cubicBezTo>
                  <a:pt x="165" y="582"/>
                  <a:pt x="150" y="581"/>
                  <a:pt x="135" y="577"/>
                </a:cubicBezTo>
                <a:cubicBezTo>
                  <a:pt x="121" y="574"/>
                  <a:pt x="104" y="565"/>
                  <a:pt x="83" y="550"/>
                </a:cubicBezTo>
                <a:cubicBezTo>
                  <a:pt x="63" y="536"/>
                  <a:pt x="48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9" y="59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5"/>
                  <a:pt x="83" y="199"/>
                  <a:pt x="83" y="283"/>
                </a:cubicBezTo>
                <a:cubicBezTo>
                  <a:pt x="83" y="371"/>
                  <a:pt x="85" y="430"/>
                  <a:pt x="90" y="458"/>
                </a:cubicBezTo>
                <a:cubicBezTo>
                  <a:pt x="94" y="486"/>
                  <a:pt x="105" y="509"/>
                  <a:pt x="121" y="525"/>
                </a:cubicBezTo>
                <a:cubicBezTo>
                  <a:pt x="137" y="542"/>
                  <a:pt x="156" y="550"/>
                  <a:pt x="179" y="550"/>
                </a:cubicBezTo>
                <a:cubicBezTo>
                  <a:pt x="202" y="550"/>
                  <a:pt x="221" y="542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4"/>
                  <a:pt x="273" y="366"/>
                  <a:pt x="274" y="283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4" name=""/>
          <p:cNvSpPr/>
          <p:nvPr/>
        </p:nvSpPr>
        <p:spPr>
          <a:xfrm>
            <a:off x="6962760" y="3085920"/>
            <a:ext cx="86400" cy="143640"/>
          </a:xfrm>
          <a:custGeom>
            <a:avLst/>
            <a:gdLst/>
            <a:ahLst/>
            <a:rect l="0" t="0" r="r" b="b"/>
            <a:pathLst>
              <a:path w="240" h="399">
                <a:moveTo>
                  <a:pt x="35" y="142"/>
                </a:moveTo>
                <a:cubicBezTo>
                  <a:pt x="25" y="142"/>
                  <a:pt x="16" y="138"/>
                  <a:pt x="10" y="131"/>
                </a:cubicBezTo>
                <a:cubicBezTo>
                  <a:pt x="3" y="124"/>
                  <a:pt x="0" y="115"/>
                  <a:pt x="0" y="105"/>
                </a:cubicBezTo>
                <a:cubicBezTo>
                  <a:pt x="0" y="76"/>
                  <a:pt x="11" y="52"/>
                  <a:pt x="32" y="31"/>
                </a:cubicBezTo>
                <a:cubicBezTo>
                  <a:pt x="53" y="10"/>
                  <a:pt x="80" y="0"/>
                  <a:pt x="112" y="0"/>
                </a:cubicBezTo>
                <a:cubicBezTo>
                  <a:pt x="148" y="0"/>
                  <a:pt x="178" y="11"/>
                  <a:pt x="203" y="33"/>
                </a:cubicBezTo>
                <a:cubicBezTo>
                  <a:pt x="227" y="56"/>
                  <a:pt x="239" y="85"/>
                  <a:pt x="240" y="120"/>
                </a:cubicBezTo>
                <a:cubicBezTo>
                  <a:pt x="240" y="137"/>
                  <a:pt x="236" y="154"/>
                  <a:pt x="228" y="169"/>
                </a:cubicBezTo>
                <a:cubicBezTo>
                  <a:pt x="220" y="185"/>
                  <a:pt x="210" y="198"/>
                  <a:pt x="199" y="210"/>
                </a:cubicBezTo>
                <a:cubicBezTo>
                  <a:pt x="188" y="221"/>
                  <a:pt x="172" y="236"/>
                  <a:pt x="151" y="254"/>
                </a:cubicBezTo>
                <a:cubicBezTo>
                  <a:pt x="137" y="266"/>
                  <a:pt x="117" y="284"/>
                  <a:pt x="91" y="309"/>
                </a:cubicBezTo>
                <a:lnTo>
                  <a:pt x="55" y="342"/>
                </a:lnTo>
                <a:lnTo>
                  <a:pt x="102" y="343"/>
                </a:lnTo>
                <a:cubicBezTo>
                  <a:pt x="164" y="343"/>
                  <a:pt x="197" y="342"/>
                  <a:pt x="201" y="340"/>
                </a:cubicBezTo>
                <a:cubicBezTo>
                  <a:pt x="204" y="339"/>
                  <a:pt x="209" y="321"/>
                  <a:pt x="216" y="287"/>
                </a:cubicBezTo>
                <a:lnTo>
                  <a:pt x="216" y="285"/>
                </a:lnTo>
                <a:lnTo>
                  <a:pt x="240" y="285"/>
                </a:lnTo>
                <a:lnTo>
                  <a:pt x="240" y="287"/>
                </a:lnTo>
                <a:cubicBezTo>
                  <a:pt x="239" y="288"/>
                  <a:pt x="237" y="306"/>
                  <a:pt x="232" y="341"/>
                </a:cubicBezTo>
                <a:cubicBezTo>
                  <a:pt x="227" y="377"/>
                  <a:pt x="224" y="395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0"/>
                  <a:pt x="22" y="349"/>
                </a:cubicBezTo>
                <a:cubicBezTo>
                  <a:pt x="33" y="337"/>
                  <a:pt x="43" y="325"/>
                  <a:pt x="52" y="316"/>
                </a:cubicBezTo>
                <a:cubicBezTo>
                  <a:pt x="55" y="312"/>
                  <a:pt x="63" y="305"/>
                  <a:pt x="73" y="294"/>
                </a:cubicBezTo>
                <a:cubicBezTo>
                  <a:pt x="83" y="283"/>
                  <a:pt x="90" y="276"/>
                  <a:pt x="93" y="272"/>
                </a:cubicBezTo>
                <a:cubicBezTo>
                  <a:pt x="97" y="268"/>
                  <a:pt x="103" y="261"/>
                  <a:pt x="111" y="252"/>
                </a:cubicBezTo>
                <a:cubicBezTo>
                  <a:pt x="119" y="243"/>
                  <a:pt x="124" y="236"/>
                  <a:pt x="127" y="232"/>
                </a:cubicBezTo>
                <a:cubicBezTo>
                  <a:pt x="130" y="227"/>
                  <a:pt x="135" y="221"/>
                  <a:pt x="141" y="214"/>
                </a:cubicBezTo>
                <a:cubicBezTo>
                  <a:pt x="147" y="206"/>
                  <a:pt x="151" y="200"/>
                  <a:pt x="154" y="195"/>
                </a:cubicBezTo>
                <a:cubicBezTo>
                  <a:pt x="156" y="190"/>
                  <a:pt x="159" y="184"/>
                  <a:pt x="162" y="177"/>
                </a:cubicBezTo>
                <a:cubicBezTo>
                  <a:pt x="166" y="171"/>
                  <a:pt x="169" y="165"/>
                  <a:pt x="170" y="158"/>
                </a:cubicBezTo>
                <a:cubicBezTo>
                  <a:pt x="172" y="152"/>
                  <a:pt x="173" y="146"/>
                  <a:pt x="174" y="140"/>
                </a:cubicBezTo>
                <a:cubicBezTo>
                  <a:pt x="176" y="135"/>
                  <a:pt x="176" y="128"/>
                  <a:pt x="176" y="121"/>
                </a:cubicBezTo>
                <a:cubicBezTo>
                  <a:pt x="176" y="96"/>
                  <a:pt x="169" y="74"/>
                  <a:pt x="156" y="56"/>
                </a:cubicBezTo>
                <a:cubicBezTo>
                  <a:pt x="142" y="37"/>
                  <a:pt x="123" y="28"/>
                  <a:pt x="98" y="28"/>
                </a:cubicBezTo>
                <a:cubicBezTo>
                  <a:pt x="85" y="28"/>
                  <a:pt x="73" y="31"/>
                  <a:pt x="63" y="38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70"/>
                  <a:pt x="36" y="70"/>
                  <a:pt x="38" y="70"/>
                </a:cubicBezTo>
                <a:cubicBezTo>
                  <a:pt x="46" y="70"/>
                  <a:pt x="53" y="73"/>
                  <a:pt x="62" y="78"/>
                </a:cubicBezTo>
                <a:cubicBezTo>
                  <a:pt x="69" y="84"/>
                  <a:pt x="73" y="93"/>
                  <a:pt x="73" y="106"/>
                </a:cubicBezTo>
                <a:cubicBezTo>
                  <a:pt x="73" y="116"/>
                  <a:pt x="70" y="124"/>
                  <a:pt x="63" y="131"/>
                </a:cubicBezTo>
                <a:cubicBezTo>
                  <a:pt x="57" y="138"/>
                  <a:pt x="47" y="141"/>
                  <a:pt x="35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5" name=""/>
          <p:cNvSpPr/>
          <p:nvPr/>
        </p:nvSpPr>
        <p:spPr>
          <a:xfrm>
            <a:off x="7091640" y="312048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0" y="21"/>
                </a:lnTo>
                <a:cubicBezTo>
                  <a:pt x="103" y="68"/>
                  <a:pt x="142" y="128"/>
                  <a:pt x="166" y="201"/>
                </a:cubicBezTo>
                <a:cubicBezTo>
                  <a:pt x="190" y="272"/>
                  <a:pt x="203" y="346"/>
                  <a:pt x="203" y="424"/>
                </a:cubicBezTo>
                <a:cubicBezTo>
                  <a:pt x="203" y="462"/>
                  <a:pt x="200" y="499"/>
                  <a:pt x="194" y="534"/>
                </a:cubicBezTo>
                <a:cubicBezTo>
                  <a:pt x="188" y="570"/>
                  <a:pt x="182" y="600"/>
                  <a:pt x="175" y="625"/>
                </a:cubicBezTo>
                <a:cubicBezTo>
                  <a:pt x="167" y="649"/>
                  <a:pt x="157" y="674"/>
                  <a:pt x="143" y="699"/>
                </a:cubicBezTo>
                <a:cubicBezTo>
                  <a:pt x="130" y="724"/>
                  <a:pt x="119" y="743"/>
                  <a:pt x="111" y="756"/>
                </a:cubicBezTo>
                <a:cubicBezTo>
                  <a:pt x="103" y="768"/>
                  <a:pt x="91" y="783"/>
                  <a:pt x="76" y="799"/>
                </a:cubicBezTo>
                <a:cubicBezTo>
                  <a:pt x="60" y="814"/>
                  <a:pt x="51" y="824"/>
                  <a:pt x="49" y="826"/>
                </a:cubicBezTo>
                <a:cubicBezTo>
                  <a:pt x="46" y="829"/>
                  <a:pt x="39" y="835"/>
                  <a:pt x="29" y="843"/>
                </a:cubicBezTo>
                <a:cubicBezTo>
                  <a:pt x="28" y="844"/>
                  <a:pt x="26" y="845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6" y="846"/>
                </a:cubicBezTo>
                <a:cubicBezTo>
                  <a:pt x="5" y="846"/>
                  <a:pt x="3" y="845"/>
                  <a:pt x="2" y="843"/>
                </a:cubicBezTo>
                <a:cubicBezTo>
                  <a:pt x="1" y="842"/>
                  <a:pt x="0" y="839"/>
                  <a:pt x="0" y="836"/>
                </a:cubicBezTo>
                <a:cubicBezTo>
                  <a:pt x="0" y="835"/>
                  <a:pt x="3" y="832"/>
                  <a:pt x="9" y="825"/>
                </a:cubicBezTo>
                <a:cubicBezTo>
                  <a:pt x="96" y="734"/>
                  <a:pt x="141" y="600"/>
                  <a:pt x="141" y="424"/>
                </a:cubicBezTo>
                <a:cubicBezTo>
                  <a:pt x="141" y="247"/>
                  <a:pt x="96" y="112"/>
                  <a:pt x="9" y="21"/>
                </a:cubicBezTo>
                <a:cubicBezTo>
                  <a:pt x="3" y="15"/>
                  <a:pt x="0" y="11"/>
                  <a:pt x="0" y="10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1333080" y="3114720"/>
            <a:ext cx="141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Location 0.5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7793280" y="31147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0.358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733320" y="361944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29" name=""/>
          <p:cNvSpPr/>
          <p:nvPr/>
        </p:nvSpPr>
        <p:spPr>
          <a:xfrm>
            <a:off x="2742840" y="3733560"/>
            <a:ext cx="165240" cy="134640"/>
          </a:xfrm>
          <a:custGeom>
            <a:avLst/>
            <a:gdLst/>
            <a:ahLst/>
            <a:rect l="0" t="0" r="r" b="b"/>
            <a:pathLst>
              <a:path w="459" h="374">
                <a:moveTo>
                  <a:pt x="130" y="374"/>
                </a:moveTo>
                <a:cubicBezTo>
                  <a:pt x="91" y="374"/>
                  <a:pt x="60" y="362"/>
                  <a:pt x="37" y="336"/>
                </a:cubicBezTo>
                <a:cubicBezTo>
                  <a:pt x="13" y="311"/>
                  <a:pt x="1" y="279"/>
                  <a:pt x="0" y="240"/>
                </a:cubicBezTo>
                <a:cubicBezTo>
                  <a:pt x="0" y="184"/>
                  <a:pt x="21" y="131"/>
                  <a:pt x="62" y="83"/>
                </a:cubicBezTo>
                <a:cubicBezTo>
                  <a:pt x="103" y="35"/>
                  <a:pt x="151" y="7"/>
                  <a:pt x="206" y="1"/>
                </a:cubicBezTo>
                <a:cubicBezTo>
                  <a:pt x="206" y="0"/>
                  <a:pt x="246" y="0"/>
                  <a:pt x="324" y="0"/>
                </a:cubicBezTo>
                <a:lnTo>
                  <a:pt x="441" y="0"/>
                </a:lnTo>
                <a:cubicBezTo>
                  <a:pt x="442" y="1"/>
                  <a:pt x="443" y="1"/>
                  <a:pt x="444" y="2"/>
                </a:cubicBezTo>
                <a:cubicBezTo>
                  <a:pt x="445" y="2"/>
                  <a:pt x="446" y="3"/>
                  <a:pt x="447" y="4"/>
                </a:cubicBezTo>
                <a:cubicBezTo>
                  <a:pt x="448" y="4"/>
                  <a:pt x="449" y="5"/>
                  <a:pt x="450" y="5"/>
                </a:cubicBezTo>
                <a:cubicBezTo>
                  <a:pt x="450" y="6"/>
                  <a:pt x="451" y="7"/>
                  <a:pt x="452" y="8"/>
                </a:cubicBezTo>
                <a:cubicBezTo>
                  <a:pt x="453" y="9"/>
                  <a:pt x="454" y="9"/>
                  <a:pt x="454" y="9"/>
                </a:cubicBezTo>
                <a:cubicBezTo>
                  <a:pt x="454" y="9"/>
                  <a:pt x="455" y="11"/>
                  <a:pt x="456" y="13"/>
                </a:cubicBezTo>
                <a:cubicBezTo>
                  <a:pt x="457" y="15"/>
                  <a:pt x="457" y="16"/>
                  <a:pt x="457" y="16"/>
                </a:cubicBezTo>
                <a:cubicBezTo>
                  <a:pt x="456" y="16"/>
                  <a:pt x="456" y="18"/>
                  <a:pt x="457" y="20"/>
                </a:cubicBezTo>
                <a:cubicBezTo>
                  <a:pt x="459" y="23"/>
                  <a:pt x="459" y="25"/>
                  <a:pt x="458" y="26"/>
                </a:cubicBezTo>
                <a:cubicBezTo>
                  <a:pt x="458" y="50"/>
                  <a:pt x="440" y="63"/>
                  <a:pt x="403" y="63"/>
                </a:cubicBezTo>
                <a:cubicBezTo>
                  <a:pt x="399" y="63"/>
                  <a:pt x="395" y="63"/>
                  <a:pt x="389" y="63"/>
                </a:cubicBezTo>
                <a:cubicBezTo>
                  <a:pt x="383" y="63"/>
                  <a:pt x="378" y="62"/>
                  <a:pt x="376" y="62"/>
                </a:cubicBezTo>
                <a:lnTo>
                  <a:pt x="325" y="62"/>
                </a:lnTo>
                <a:lnTo>
                  <a:pt x="330" y="70"/>
                </a:lnTo>
                <a:cubicBezTo>
                  <a:pt x="340" y="92"/>
                  <a:pt x="345" y="116"/>
                  <a:pt x="345" y="142"/>
                </a:cubicBezTo>
                <a:cubicBezTo>
                  <a:pt x="345" y="204"/>
                  <a:pt x="322" y="258"/>
                  <a:pt x="277" y="305"/>
                </a:cubicBezTo>
                <a:cubicBezTo>
                  <a:pt x="232" y="351"/>
                  <a:pt x="183" y="374"/>
                  <a:pt x="130" y="374"/>
                </a:cubicBezTo>
                <a:moveTo>
                  <a:pt x="279" y="129"/>
                </a:moveTo>
                <a:cubicBezTo>
                  <a:pt x="279" y="84"/>
                  <a:pt x="255" y="62"/>
                  <a:pt x="207" y="62"/>
                </a:cubicBezTo>
                <a:cubicBezTo>
                  <a:pt x="137" y="62"/>
                  <a:pt x="92" y="111"/>
                  <a:pt x="71" y="209"/>
                </a:cubicBezTo>
                <a:cubicBezTo>
                  <a:pt x="71" y="211"/>
                  <a:pt x="70" y="213"/>
                  <a:pt x="70" y="214"/>
                </a:cubicBezTo>
                <a:cubicBezTo>
                  <a:pt x="66" y="235"/>
                  <a:pt x="64" y="252"/>
                  <a:pt x="64" y="266"/>
                </a:cubicBezTo>
                <a:cubicBezTo>
                  <a:pt x="64" y="295"/>
                  <a:pt x="71" y="314"/>
                  <a:pt x="85" y="325"/>
                </a:cubicBezTo>
                <a:cubicBezTo>
                  <a:pt x="99" y="337"/>
                  <a:pt x="115" y="343"/>
                  <a:pt x="133" y="343"/>
                </a:cubicBezTo>
                <a:cubicBezTo>
                  <a:pt x="163" y="343"/>
                  <a:pt x="191" y="330"/>
                  <a:pt x="217" y="304"/>
                </a:cubicBezTo>
                <a:cubicBezTo>
                  <a:pt x="233" y="287"/>
                  <a:pt x="246" y="264"/>
                  <a:pt x="256" y="235"/>
                </a:cubicBezTo>
                <a:cubicBezTo>
                  <a:pt x="266" y="207"/>
                  <a:pt x="273" y="184"/>
                  <a:pt x="275" y="167"/>
                </a:cubicBezTo>
                <a:cubicBezTo>
                  <a:pt x="277" y="151"/>
                  <a:pt x="278" y="138"/>
                  <a:pt x="279" y="1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0" name=""/>
          <p:cNvSpPr/>
          <p:nvPr/>
        </p:nvSpPr>
        <p:spPr>
          <a:xfrm>
            <a:off x="3838680" y="364572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1" y="39"/>
                </a:moveTo>
                <a:cubicBezTo>
                  <a:pt x="170" y="39"/>
                  <a:pt x="167" y="39"/>
                  <a:pt x="165" y="39"/>
                </a:cubicBezTo>
                <a:cubicBezTo>
                  <a:pt x="151" y="39"/>
                  <a:pt x="142" y="39"/>
                  <a:pt x="139" y="38"/>
                </a:cubicBezTo>
                <a:cubicBezTo>
                  <a:pt x="136" y="38"/>
                  <a:pt x="135" y="35"/>
                  <a:pt x="135" y="29"/>
                </a:cubicBezTo>
                <a:cubicBezTo>
                  <a:pt x="135" y="14"/>
                  <a:pt x="138" y="4"/>
                  <a:pt x="144" y="1"/>
                </a:cubicBezTo>
                <a:cubicBezTo>
                  <a:pt x="145" y="0"/>
                  <a:pt x="173" y="0"/>
                  <a:pt x="226" y="0"/>
                </a:cubicBezTo>
                <a:cubicBezTo>
                  <a:pt x="270" y="0"/>
                  <a:pt x="294" y="0"/>
                  <a:pt x="301" y="0"/>
                </a:cubicBezTo>
                <a:cubicBezTo>
                  <a:pt x="307" y="0"/>
                  <a:pt x="311" y="2"/>
                  <a:pt x="312" y="5"/>
                </a:cubicBezTo>
                <a:cubicBezTo>
                  <a:pt x="431" y="285"/>
                  <a:pt x="492" y="428"/>
                  <a:pt x="494" y="435"/>
                </a:cubicBezTo>
                <a:lnTo>
                  <a:pt x="540" y="255"/>
                </a:lnTo>
                <a:cubicBezTo>
                  <a:pt x="570" y="136"/>
                  <a:pt x="585" y="73"/>
                  <a:pt x="585" y="65"/>
                </a:cubicBezTo>
                <a:cubicBezTo>
                  <a:pt x="585" y="50"/>
                  <a:pt x="567" y="41"/>
                  <a:pt x="530" y="39"/>
                </a:cubicBezTo>
                <a:cubicBezTo>
                  <a:pt x="517" y="39"/>
                  <a:pt x="510" y="36"/>
                  <a:pt x="510" y="30"/>
                </a:cubicBezTo>
                <a:cubicBezTo>
                  <a:pt x="510" y="29"/>
                  <a:pt x="511" y="25"/>
                  <a:pt x="512" y="20"/>
                </a:cubicBezTo>
                <a:cubicBezTo>
                  <a:pt x="514" y="11"/>
                  <a:pt x="516" y="5"/>
                  <a:pt x="517" y="4"/>
                </a:cubicBezTo>
                <a:cubicBezTo>
                  <a:pt x="518" y="2"/>
                  <a:pt x="521" y="1"/>
                  <a:pt x="525" y="0"/>
                </a:cubicBezTo>
                <a:cubicBezTo>
                  <a:pt x="527" y="0"/>
                  <a:pt x="536" y="0"/>
                  <a:pt x="552" y="1"/>
                </a:cubicBezTo>
                <a:cubicBezTo>
                  <a:pt x="568" y="2"/>
                  <a:pt x="592" y="2"/>
                  <a:pt x="623" y="3"/>
                </a:cubicBezTo>
                <a:cubicBezTo>
                  <a:pt x="651" y="3"/>
                  <a:pt x="672" y="2"/>
                  <a:pt x="687" y="2"/>
                </a:cubicBezTo>
                <a:cubicBezTo>
                  <a:pt x="701" y="1"/>
                  <a:pt x="710" y="1"/>
                  <a:pt x="712" y="1"/>
                </a:cubicBezTo>
                <a:cubicBezTo>
                  <a:pt x="721" y="1"/>
                  <a:pt x="725" y="4"/>
                  <a:pt x="725" y="9"/>
                </a:cubicBezTo>
                <a:cubicBezTo>
                  <a:pt x="725" y="22"/>
                  <a:pt x="722" y="30"/>
                  <a:pt x="718" y="35"/>
                </a:cubicBezTo>
                <a:cubicBezTo>
                  <a:pt x="717" y="38"/>
                  <a:pt x="711" y="39"/>
                  <a:pt x="699" y="39"/>
                </a:cubicBezTo>
                <a:cubicBezTo>
                  <a:pt x="659" y="41"/>
                  <a:pt x="634" y="53"/>
                  <a:pt x="624" y="73"/>
                </a:cubicBezTo>
                <a:lnTo>
                  <a:pt x="497" y="572"/>
                </a:lnTo>
                <a:cubicBezTo>
                  <a:pt x="496" y="576"/>
                  <a:pt x="490" y="578"/>
                  <a:pt x="480" y="578"/>
                </a:cubicBezTo>
                <a:cubicBezTo>
                  <a:pt x="472" y="578"/>
                  <a:pt x="467" y="577"/>
                  <a:pt x="465" y="576"/>
                </a:cubicBezTo>
                <a:cubicBezTo>
                  <a:pt x="464" y="575"/>
                  <a:pt x="427" y="488"/>
                  <a:pt x="356" y="319"/>
                </a:cubicBezTo>
                <a:lnTo>
                  <a:pt x="249" y="67"/>
                </a:lnTo>
                <a:lnTo>
                  <a:pt x="194" y="287"/>
                </a:lnTo>
                <a:cubicBezTo>
                  <a:pt x="158" y="431"/>
                  <a:pt x="139" y="505"/>
                  <a:pt x="139" y="510"/>
                </a:cubicBezTo>
                <a:cubicBezTo>
                  <a:pt x="142" y="530"/>
                  <a:pt x="162" y="539"/>
                  <a:pt x="200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8"/>
                  <a:pt x="213" y="553"/>
                  <a:pt x="212" y="562"/>
                </a:cubicBezTo>
                <a:cubicBezTo>
                  <a:pt x="210" y="569"/>
                  <a:pt x="207" y="575"/>
                  <a:pt x="203" y="578"/>
                </a:cubicBezTo>
                <a:lnTo>
                  <a:pt x="192" y="578"/>
                </a:lnTo>
                <a:cubicBezTo>
                  <a:pt x="175" y="577"/>
                  <a:pt x="145" y="576"/>
                  <a:pt x="101" y="576"/>
                </a:cubicBezTo>
                <a:cubicBezTo>
                  <a:pt x="85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7"/>
                  <a:pt x="13" y="577"/>
                </a:cubicBezTo>
                <a:cubicBezTo>
                  <a:pt x="4" y="577"/>
                  <a:pt x="0" y="575"/>
                  <a:pt x="0" y="570"/>
                </a:cubicBezTo>
                <a:cubicBezTo>
                  <a:pt x="0" y="567"/>
                  <a:pt x="1" y="563"/>
                  <a:pt x="2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1"/>
                  <a:pt x="14" y="539"/>
                  <a:pt x="26" y="539"/>
                </a:cubicBezTo>
                <a:cubicBezTo>
                  <a:pt x="64" y="538"/>
                  <a:pt x="89" y="526"/>
                  <a:pt x="100" y="505"/>
                </a:cubicBezTo>
                <a:cubicBezTo>
                  <a:pt x="103" y="502"/>
                  <a:pt x="123" y="424"/>
                  <a:pt x="160" y="271"/>
                </a:cubicBezTo>
                <a:lnTo>
                  <a:pt x="218" y="42"/>
                </a:lnTo>
                <a:cubicBezTo>
                  <a:pt x="217" y="41"/>
                  <a:pt x="201" y="40"/>
                  <a:pt x="171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1" name=""/>
          <p:cNvSpPr/>
          <p:nvPr/>
        </p:nvSpPr>
        <p:spPr>
          <a:xfrm>
            <a:off x="4127760" y="362556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0" y="422"/>
                </a:moveTo>
                <a:cubicBezTo>
                  <a:pt x="0" y="383"/>
                  <a:pt x="3" y="346"/>
                  <a:pt x="9" y="311"/>
                </a:cubicBezTo>
                <a:cubicBezTo>
                  <a:pt x="14" y="276"/>
                  <a:pt x="21" y="246"/>
                  <a:pt x="28" y="221"/>
                </a:cubicBezTo>
                <a:cubicBezTo>
                  <a:pt x="35" y="196"/>
                  <a:pt x="46" y="171"/>
                  <a:pt x="59" y="147"/>
                </a:cubicBezTo>
                <a:cubicBezTo>
                  <a:pt x="73" y="122"/>
                  <a:pt x="83" y="103"/>
                  <a:pt x="91" y="90"/>
                </a:cubicBezTo>
                <a:cubicBezTo>
                  <a:pt x="100" y="76"/>
                  <a:pt x="112" y="62"/>
                  <a:pt x="128" y="46"/>
                </a:cubicBezTo>
                <a:cubicBezTo>
                  <a:pt x="144" y="30"/>
                  <a:pt x="153" y="21"/>
                  <a:pt x="156" y="17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2"/>
                  <a:pt x="203" y="7"/>
                </a:cubicBezTo>
                <a:cubicBezTo>
                  <a:pt x="203" y="9"/>
                  <a:pt x="198" y="15"/>
                  <a:pt x="189" y="25"/>
                </a:cubicBezTo>
                <a:cubicBezTo>
                  <a:pt x="179" y="35"/>
                  <a:pt x="168" y="50"/>
                  <a:pt x="154" y="70"/>
                </a:cubicBezTo>
                <a:cubicBezTo>
                  <a:pt x="141" y="89"/>
                  <a:pt x="127" y="114"/>
                  <a:pt x="113" y="142"/>
                </a:cubicBezTo>
                <a:cubicBezTo>
                  <a:pt x="99" y="171"/>
                  <a:pt x="86" y="210"/>
                  <a:pt x="76" y="259"/>
                </a:cubicBezTo>
                <a:cubicBezTo>
                  <a:pt x="67" y="308"/>
                  <a:pt x="62" y="362"/>
                  <a:pt x="62" y="422"/>
                </a:cubicBezTo>
                <a:cubicBezTo>
                  <a:pt x="62" y="483"/>
                  <a:pt x="67" y="537"/>
                  <a:pt x="76" y="585"/>
                </a:cubicBezTo>
                <a:cubicBezTo>
                  <a:pt x="86" y="633"/>
                  <a:pt x="98" y="673"/>
                  <a:pt x="112" y="702"/>
                </a:cubicBezTo>
                <a:cubicBezTo>
                  <a:pt x="125" y="732"/>
                  <a:pt x="139" y="757"/>
                  <a:pt x="153" y="775"/>
                </a:cubicBezTo>
                <a:cubicBezTo>
                  <a:pt x="167" y="794"/>
                  <a:pt x="179" y="809"/>
                  <a:pt x="189" y="820"/>
                </a:cubicBezTo>
                <a:cubicBezTo>
                  <a:pt x="198" y="831"/>
                  <a:pt x="203" y="837"/>
                  <a:pt x="203" y="838"/>
                </a:cubicBezTo>
                <a:cubicBezTo>
                  <a:pt x="203" y="843"/>
                  <a:pt x="199" y="845"/>
                  <a:pt x="190" y="845"/>
                </a:cubicBezTo>
                <a:lnTo>
                  <a:pt x="188" y="845"/>
                </a:lnTo>
                <a:lnTo>
                  <a:pt x="177" y="845"/>
                </a:lnTo>
                <a:lnTo>
                  <a:pt x="153" y="825"/>
                </a:lnTo>
                <a:cubicBezTo>
                  <a:pt x="100" y="777"/>
                  <a:pt x="61" y="717"/>
                  <a:pt x="36" y="646"/>
                </a:cubicBezTo>
                <a:cubicBezTo>
                  <a:pt x="12" y="574"/>
                  <a:pt x="0" y="500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2" name=""/>
          <p:cNvSpPr/>
          <p:nvPr/>
        </p:nvSpPr>
        <p:spPr>
          <a:xfrm>
            <a:off x="4232880" y="365112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0"/>
                </a:moveTo>
                <a:cubicBezTo>
                  <a:pt x="96" y="444"/>
                  <a:pt x="91" y="455"/>
                  <a:pt x="82" y="464"/>
                </a:cubicBezTo>
                <a:cubicBezTo>
                  <a:pt x="73" y="473"/>
                  <a:pt x="62" y="478"/>
                  <a:pt x="49" y="478"/>
                </a:cubicBezTo>
                <a:lnTo>
                  <a:pt x="43" y="478"/>
                </a:lnTo>
                <a:cubicBezTo>
                  <a:pt x="69" y="522"/>
                  <a:pt x="104" y="544"/>
                  <a:pt x="147" y="544"/>
                </a:cubicBezTo>
                <a:cubicBezTo>
                  <a:pt x="186" y="544"/>
                  <a:pt x="216" y="528"/>
                  <a:pt x="234" y="494"/>
                </a:cubicBezTo>
                <a:cubicBezTo>
                  <a:pt x="244" y="475"/>
                  <a:pt x="250" y="439"/>
                  <a:pt x="250" y="386"/>
                </a:cubicBezTo>
                <a:cubicBezTo>
                  <a:pt x="250" y="328"/>
                  <a:pt x="242" y="289"/>
                  <a:pt x="227" y="268"/>
                </a:cubicBezTo>
                <a:cubicBezTo>
                  <a:pt x="212" y="250"/>
                  <a:pt x="195" y="240"/>
                  <a:pt x="177" y="240"/>
                </a:cubicBezTo>
                <a:lnTo>
                  <a:pt x="172" y="240"/>
                </a:lnTo>
                <a:cubicBezTo>
                  <a:pt x="128" y="240"/>
                  <a:pt x="95" y="260"/>
                  <a:pt x="72" y="298"/>
                </a:cubicBezTo>
                <a:cubicBezTo>
                  <a:pt x="70" y="302"/>
                  <a:pt x="68" y="304"/>
                  <a:pt x="66" y="305"/>
                </a:cubicBezTo>
                <a:cubicBezTo>
                  <a:pt x="65" y="305"/>
                  <a:pt x="60" y="306"/>
                  <a:pt x="54" y="306"/>
                </a:cubicBezTo>
                <a:cubicBezTo>
                  <a:pt x="44" y="306"/>
                  <a:pt x="39" y="305"/>
                  <a:pt x="38" y="301"/>
                </a:cubicBezTo>
                <a:cubicBezTo>
                  <a:pt x="36" y="299"/>
                  <a:pt x="36" y="250"/>
                  <a:pt x="36" y="153"/>
                </a:cubicBezTo>
                <a:lnTo>
                  <a:pt x="36" y="44"/>
                </a:lnTo>
                <a:cubicBezTo>
                  <a:pt x="36" y="15"/>
                  <a:pt x="37" y="1"/>
                  <a:pt x="40" y="1"/>
                </a:cubicBezTo>
                <a:cubicBezTo>
                  <a:pt x="41" y="0"/>
                  <a:pt x="42" y="0"/>
                  <a:pt x="43" y="0"/>
                </a:cubicBezTo>
                <a:cubicBezTo>
                  <a:pt x="44" y="0"/>
                  <a:pt x="50" y="2"/>
                  <a:pt x="61" y="6"/>
                </a:cubicBezTo>
                <a:cubicBezTo>
                  <a:pt x="72" y="11"/>
                  <a:pt x="88" y="15"/>
                  <a:pt x="108" y="20"/>
                </a:cubicBezTo>
                <a:cubicBezTo>
                  <a:pt x="127" y="24"/>
                  <a:pt x="148" y="28"/>
                  <a:pt x="171" y="28"/>
                </a:cubicBezTo>
                <a:cubicBezTo>
                  <a:pt x="212" y="28"/>
                  <a:pt x="250" y="19"/>
                  <a:pt x="287" y="3"/>
                </a:cubicBezTo>
                <a:cubicBezTo>
                  <a:pt x="291" y="1"/>
                  <a:pt x="295" y="0"/>
                  <a:pt x="298" y="0"/>
                </a:cubicBezTo>
                <a:cubicBezTo>
                  <a:pt x="302" y="0"/>
                  <a:pt x="305" y="5"/>
                  <a:pt x="305" y="15"/>
                </a:cubicBezTo>
                <a:lnTo>
                  <a:pt x="305" y="27"/>
                </a:lnTo>
                <a:cubicBezTo>
                  <a:pt x="258" y="81"/>
                  <a:pt x="200" y="109"/>
                  <a:pt x="130" y="109"/>
                </a:cubicBezTo>
                <a:cubicBezTo>
                  <a:pt x="113" y="109"/>
                  <a:pt x="97" y="107"/>
                  <a:pt x="83" y="104"/>
                </a:cubicBezTo>
                <a:lnTo>
                  <a:pt x="75" y="102"/>
                </a:lnTo>
                <a:lnTo>
                  <a:pt x="75" y="247"/>
                </a:lnTo>
                <a:cubicBezTo>
                  <a:pt x="85" y="239"/>
                  <a:pt x="94" y="233"/>
                  <a:pt x="100" y="229"/>
                </a:cubicBezTo>
                <a:cubicBezTo>
                  <a:pt x="106" y="224"/>
                  <a:pt x="116" y="220"/>
                  <a:pt x="130" y="215"/>
                </a:cubicBezTo>
                <a:cubicBezTo>
                  <a:pt x="145" y="211"/>
                  <a:pt x="159" y="208"/>
                  <a:pt x="174" y="208"/>
                </a:cubicBezTo>
                <a:cubicBezTo>
                  <a:pt x="220" y="208"/>
                  <a:pt x="259" y="227"/>
                  <a:pt x="290" y="263"/>
                </a:cubicBezTo>
                <a:cubicBezTo>
                  <a:pt x="322" y="300"/>
                  <a:pt x="338" y="343"/>
                  <a:pt x="338" y="393"/>
                </a:cubicBezTo>
                <a:cubicBezTo>
                  <a:pt x="338" y="445"/>
                  <a:pt x="320" y="489"/>
                  <a:pt x="283" y="526"/>
                </a:cubicBezTo>
                <a:cubicBezTo>
                  <a:pt x="247" y="562"/>
                  <a:pt x="203" y="581"/>
                  <a:pt x="151" y="582"/>
                </a:cubicBezTo>
                <a:cubicBezTo>
                  <a:pt x="105" y="582"/>
                  <a:pt x="69" y="566"/>
                  <a:pt x="41" y="536"/>
                </a:cubicBezTo>
                <a:cubicBezTo>
                  <a:pt x="13" y="506"/>
                  <a:pt x="0" y="471"/>
                  <a:pt x="0" y="433"/>
                </a:cubicBezTo>
                <a:cubicBezTo>
                  <a:pt x="0" y="419"/>
                  <a:pt x="3" y="409"/>
                  <a:pt x="9" y="401"/>
                </a:cubicBezTo>
                <a:cubicBezTo>
                  <a:pt x="15" y="393"/>
                  <a:pt x="22" y="388"/>
                  <a:pt x="28" y="386"/>
                </a:cubicBezTo>
                <a:cubicBezTo>
                  <a:pt x="35" y="383"/>
                  <a:pt x="41" y="382"/>
                  <a:pt x="48" y="382"/>
                </a:cubicBezTo>
                <a:cubicBezTo>
                  <a:pt x="62" y="382"/>
                  <a:pt x="73" y="387"/>
                  <a:pt x="82" y="397"/>
                </a:cubicBezTo>
                <a:cubicBezTo>
                  <a:pt x="91" y="406"/>
                  <a:pt x="96" y="417"/>
                  <a:pt x="96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3" name=""/>
          <p:cNvSpPr/>
          <p:nvPr/>
        </p:nvSpPr>
        <p:spPr>
          <a:xfrm>
            <a:off x="4381560" y="36511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0" y="22"/>
                  <a:pt x="123" y="0"/>
                  <a:pt x="178" y="0"/>
                </a:cubicBezTo>
                <a:cubicBezTo>
                  <a:pt x="205" y="0"/>
                  <a:pt x="232" y="7"/>
                  <a:pt x="259" y="21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5"/>
                  <a:pt x="273" y="550"/>
                </a:cubicBezTo>
                <a:cubicBezTo>
                  <a:pt x="254" y="564"/>
                  <a:pt x="237" y="572"/>
                  <a:pt x="222" y="576"/>
                </a:cubicBezTo>
                <a:cubicBezTo>
                  <a:pt x="207" y="579"/>
                  <a:pt x="193" y="581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1"/>
                  <a:pt x="202" y="32"/>
                  <a:pt x="179" y="32"/>
                </a:cubicBezTo>
                <a:cubicBezTo>
                  <a:pt x="155" y="32"/>
                  <a:pt x="135" y="41"/>
                  <a:pt x="118" y="59"/>
                </a:cubicBezTo>
                <a:cubicBezTo>
                  <a:pt x="104" y="73"/>
                  <a:pt x="95" y="94"/>
                  <a:pt x="90" y="120"/>
                </a:cubicBezTo>
                <a:cubicBezTo>
                  <a:pt x="86" y="146"/>
                  <a:pt x="83" y="200"/>
                  <a:pt x="83" y="282"/>
                </a:cubicBezTo>
                <a:cubicBezTo>
                  <a:pt x="83" y="371"/>
                  <a:pt x="86" y="429"/>
                  <a:pt x="90" y="457"/>
                </a:cubicBezTo>
                <a:cubicBezTo>
                  <a:pt x="95" y="486"/>
                  <a:pt x="105" y="508"/>
                  <a:pt x="121" y="524"/>
                </a:cubicBezTo>
                <a:cubicBezTo>
                  <a:pt x="136" y="541"/>
                  <a:pt x="156" y="550"/>
                  <a:pt x="179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3" y="366"/>
                  <a:pt x="273" y="282"/>
                </a:cubicBezTo>
                <a:cubicBezTo>
                  <a:pt x="273" y="200"/>
                  <a:pt x="271" y="146"/>
                  <a:pt x="267" y="120"/>
                </a:cubicBezTo>
                <a:cubicBezTo>
                  <a:pt x="262" y="95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4" name=""/>
          <p:cNvSpPr/>
          <p:nvPr/>
        </p:nvSpPr>
        <p:spPr>
          <a:xfrm>
            <a:off x="4545360" y="381672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2"/>
                </a:moveTo>
                <a:cubicBezTo>
                  <a:pt x="0" y="72"/>
                  <a:pt x="0" y="65"/>
                  <a:pt x="0" y="51"/>
                </a:cubicBezTo>
                <a:cubicBezTo>
                  <a:pt x="0" y="37"/>
                  <a:pt x="4" y="25"/>
                  <a:pt x="13" y="15"/>
                </a:cubicBezTo>
                <a:cubicBezTo>
                  <a:pt x="22" y="5"/>
                  <a:pt x="34" y="0"/>
                  <a:pt x="50" y="0"/>
                </a:cubicBezTo>
                <a:cubicBezTo>
                  <a:pt x="65" y="0"/>
                  <a:pt x="80" y="7"/>
                  <a:pt x="93" y="21"/>
                </a:cubicBezTo>
                <a:cubicBezTo>
                  <a:pt x="105" y="35"/>
                  <a:pt x="112" y="60"/>
                  <a:pt x="112" y="95"/>
                </a:cubicBezTo>
                <a:cubicBezTo>
                  <a:pt x="112" y="115"/>
                  <a:pt x="110" y="134"/>
                  <a:pt x="105" y="153"/>
                </a:cubicBezTo>
                <a:cubicBezTo>
                  <a:pt x="100" y="172"/>
                  <a:pt x="94" y="188"/>
                  <a:pt x="87" y="202"/>
                </a:cubicBezTo>
                <a:cubicBezTo>
                  <a:pt x="79" y="215"/>
                  <a:pt x="72" y="227"/>
                  <a:pt x="64" y="237"/>
                </a:cubicBezTo>
                <a:cubicBezTo>
                  <a:pt x="56" y="246"/>
                  <a:pt x="49" y="254"/>
                  <a:pt x="44" y="259"/>
                </a:cubicBezTo>
                <a:cubicBezTo>
                  <a:pt x="38" y="265"/>
                  <a:pt x="34" y="267"/>
                  <a:pt x="33" y="267"/>
                </a:cubicBezTo>
                <a:cubicBezTo>
                  <a:pt x="31" y="267"/>
                  <a:pt x="27" y="264"/>
                  <a:pt x="22" y="259"/>
                </a:cubicBezTo>
                <a:cubicBezTo>
                  <a:pt x="17" y="254"/>
                  <a:pt x="14" y="251"/>
                  <a:pt x="14" y="248"/>
                </a:cubicBezTo>
                <a:cubicBezTo>
                  <a:pt x="14" y="246"/>
                  <a:pt x="17" y="242"/>
                  <a:pt x="23" y="235"/>
                </a:cubicBezTo>
                <a:cubicBezTo>
                  <a:pt x="30" y="228"/>
                  <a:pt x="37" y="220"/>
                  <a:pt x="45" y="209"/>
                </a:cubicBezTo>
                <a:cubicBezTo>
                  <a:pt x="52" y="199"/>
                  <a:pt x="60" y="185"/>
                  <a:pt x="67" y="166"/>
                </a:cubicBezTo>
                <a:cubicBezTo>
                  <a:pt x="73" y="148"/>
                  <a:pt x="78" y="128"/>
                  <a:pt x="80" y="105"/>
                </a:cubicBezTo>
                <a:lnTo>
                  <a:pt x="80" y="94"/>
                </a:lnTo>
                <a:lnTo>
                  <a:pt x="79" y="95"/>
                </a:lnTo>
                <a:cubicBezTo>
                  <a:pt x="78" y="96"/>
                  <a:pt x="77" y="96"/>
                  <a:pt x="75" y="97"/>
                </a:cubicBezTo>
                <a:cubicBezTo>
                  <a:pt x="73" y="98"/>
                  <a:pt x="72" y="98"/>
                  <a:pt x="70" y="100"/>
                </a:cubicBezTo>
                <a:cubicBezTo>
                  <a:pt x="68" y="101"/>
                  <a:pt x="66" y="101"/>
                  <a:pt x="62" y="101"/>
                </a:cubicBezTo>
                <a:cubicBezTo>
                  <a:pt x="59" y="101"/>
                  <a:pt x="56" y="101"/>
                  <a:pt x="52" y="102"/>
                </a:cubicBezTo>
                <a:cubicBezTo>
                  <a:pt x="37" y="102"/>
                  <a:pt x="25" y="97"/>
                  <a:pt x="15" y="88"/>
                </a:cubicBez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5" name=""/>
          <p:cNvSpPr/>
          <p:nvPr/>
        </p:nvSpPr>
        <p:spPr>
          <a:xfrm>
            <a:off x="4682160" y="3651120"/>
            <a:ext cx="104760" cy="202680"/>
          </a:xfrm>
          <a:custGeom>
            <a:avLst/>
            <a:gdLst/>
            <a:ahLst/>
            <a:rect l="0" t="0" r="r" b="b"/>
            <a:pathLst>
              <a:path w="291" h="563">
                <a:moveTo>
                  <a:pt x="109" y="74"/>
                </a:moveTo>
                <a:lnTo>
                  <a:pt x="98" y="78"/>
                </a:lnTo>
                <a:cubicBezTo>
                  <a:pt x="91" y="81"/>
                  <a:pt x="79" y="84"/>
                  <a:pt x="65" y="87"/>
                </a:cubicBezTo>
                <a:cubicBezTo>
                  <a:pt x="50" y="89"/>
                  <a:pt x="34" y="91"/>
                  <a:pt x="16" y="92"/>
                </a:cubicBezTo>
                <a:lnTo>
                  <a:pt x="0" y="92"/>
                </a:lnTo>
                <a:lnTo>
                  <a:pt x="0" y="54"/>
                </a:lnTo>
                <a:lnTo>
                  <a:pt x="16" y="54"/>
                </a:lnTo>
                <a:cubicBezTo>
                  <a:pt x="42" y="52"/>
                  <a:pt x="67" y="48"/>
                  <a:pt x="89" y="41"/>
                </a:cubicBezTo>
                <a:cubicBezTo>
                  <a:pt x="112" y="34"/>
                  <a:pt x="127" y="27"/>
                  <a:pt x="136" y="21"/>
                </a:cubicBezTo>
                <a:cubicBezTo>
                  <a:pt x="146" y="14"/>
                  <a:pt x="153" y="8"/>
                  <a:pt x="160" y="2"/>
                </a:cubicBezTo>
                <a:cubicBezTo>
                  <a:pt x="161" y="0"/>
                  <a:pt x="165" y="0"/>
                  <a:pt x="170" y="0"/>
                </a:cubicBezTo>
                <a:cubicBezTo>
                  <a:pt x="175" y="0"/>
                  <a:pt x="180" y="1"/>
                  <a:pt x="185" y="5"/>
                </a:cubicBezTo>
                <a:lnTo>
                  <a:pt x="185" y="258"/>
                </a:lnTo>
                <a:lnTo>
                  <a:pt x="185" y="512"/>
                </a:lnTo>
                <a:cubicBezTo>
                  <a:pt x="189" y="515"/>
                  <a:pt x="194" y="518"/>
                  <a:pt x="197" y="519"/>
                </a:cubicBezTo>
                <a:cubicBezTo>
                  <a:pt x="199" y="520"/>
                  <a:pt x="206" y="521"/>
                  <a:pt x="217" y="523"/>
                </a:cubicBezTo>
                <a:cubicBezTo>
                  <a:pt x="228" y="524"/>
                  <a:pt x="245" y="524"/>
                  <a:pt x="269" y="524"/>
                </a:cubicBezTo>
                <a:lnTo>
                  <a:pt x="291" y="524"/>
                </a:lnTo>
                <a:lnTo>
                  <a:pt x="291" y="563"/>
                </a:lnTo>
                <a:lnTo>
                  <a:pt x="282" y="563"/>
                </a:lnTo>
                <a:cubicBezTo>
                  <a:pt x="270" y="561"/>
                  <a:pt x="225" y="561"/>
                  <a:pt x="147" y="561"/>
                </a:cubicBezTo>
                <a:cubicBezTo>
                  <a:pt x="70" y="561"/>
                  <a:pt x="26" y="561"/>
                  <a:pt x="14" y="563"/>
                </a:cubicBezTo>
                <a:lnTo>
                  <a:pt x="4" y="563"/>
                </a:lnTo>
                <a:lnTo>
                  <a:pt x="4" y="524"/>
                </a:lnTo>
                <a:lnTo>
                  <a:pt x="26" y="524"/>
                </a:lnTo>
                <a:cubicBezTo>
                  <a:pt x="38" y="524"/>
                  <a:pt x="49" y="524"/>
                  <a:pt x="58" y="524"/>
                </a:cubicBezTo>
                <a:cubicBezTo>
                  <a:pt x="67" y="524"/>
                  <a:pt x="74" y="524"/>
                  <a:pt x="79" y="523"/>
                </a:cubicBezTo>
                <a:cubicBezTo>
                  <a:pt x="84" y="523"/>
                  <a:pt x="89" y="522"/>
                  <a:pt x="93" y="521"/>
                </a:cubicBezTo>
                <a:cubicBezTo>
                  <a:pt x="97" y="520"/>
                  <a:pt x="99" y="519"/>
                  <a:pt x="99" y="519"/>
                </a:cubicBezTo>
                <a:cubicBezTo>
                  <a:pt x="100" y="519"/>
                  <a:pt x="102" y="518"/>
                  <a:pt x="104" y="515"/>
                </a:cubicBezTo>
                <a:cubicBezTo>
                  <a:pt x="107" y="512"/>
                  <a:pt x="109" y="511"/>
                  <a:pt x="109" y="512"/>
                </a:cubicBezTo>
                <a:lnTo>
                  <a:pt x="109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6" name=""/>
          <p:cNvSpPr/>
          <p:nvPr/>
        </p:nvSpPr>
        <p:spPr>
          <a:xfrm>
            <a:off x="4820760" y="36511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2"/>
                  <a:pt x="123" y="0"/>
                  <a:pt x="177" y="0"/>
                </a:cubicBezTo>
                <a:cubicBezTo>
                  <a:pt x="204" y="0"/>
                  <a:pt x="231" y="7"/>
                  <a:pt x="258" y="21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5"/>
                  <a:pt x="273" y="550"/>
                </a:cubicBezTo>
                <a:cubicBezTo>
                  <a:pt x="253" y="564"/>
                  <a:pt x="236" y="572"/>
                  <a:pt x="221" y="576"/>
                </a:cubicBezTo>
                <a:cubicBezTo>
                  <a:pt x="206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9"/>
                </a:moveTo>
                <a:cubicBezTo>
                  <a:pt x="221" y="41"/>
                  <a:pt x="201" y="32"/>
                  <a:pt x="178" y="32"/>
                </a:cubicBezTo>
                <a:cubicBezTo>
                  <a:pt x="154" y="32"/>
                  <a:pt x="134" y="41"/>
                  <a:pt x="117" y="59"/>
                </a:cubicBezTo>
                <a:cubicBezTo>
                  <a:pt x="103" y="73"/>
                  <a:pt x="94" y="94"/>
                  <a:pt x="89" y="120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29"/>
                  <a:pt x="89" y="457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1" y="550"/>
                  <a:pt x="220" y="541"/>
                  <a:pt x="235" y="524"/>
                </a:cubicBezTo>
                <a:cubicBezTo>
                  <a:pt x="252" y="507"/>
                  <a:pt x="262" y="484"/>
                  <a:pt x="266" y="453"/>
                </a:cubicBezTo>
                <a:cubicBezTo>
                  <a:pt x="270" y="423"/>
                  <a:pt x="272" y="366"/>
                  <a:pt x="273" y="282"/>
                </a:cubicBezTo>
                <a:cubicBezTo>
                  <a:pt x="273" y="200"/>
                  <a:pt x="270" y="146"/>
                  <a:pt x="266" y="120"/>
                </a:cubicBezTo>
                <a:cubicBezTo>
                  <a:pt x="261" y="95"/>
                  <a:pt x="252" y="74"/>
                  <a:pt x="238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7" name=""/>
          <p:cNvSpPr/>
          <p:nvPr/>
        </p:nvSpPr>
        <p:spPr>
          <a:xfrm>
            <a:off x="4981680" y="3590640"/>
            <a:ext cx="86040" cy="143640"/>
          </a:xfrm>
          <a:custGeom>
            <a:avLst/>
            <a:gdLst/>
            <a:ahLst/>
            <a:rect l="0" t="0" r="r" b="b"/>
            <a:pathLst>
              <a:path w="239" h="399">
                <a:moveTo>
                  <a:pt x="35" y="142"/>
                </a:moveTo>
                <a:cubicBezTo>
                  <a:pt x="24" y="142"/>
                  <a:pt x="16" y="138"/>
                  <a:pt x="9" y="131"/>
                </a:cubicBezTo>
                <a:cubicBezTo>
                  <a:pt x="3" y="124"/>
                  <a:pt x="0" y="115"/>
                  <a:pt x="0" y="105"/>
                </a:cubicBezTo>
                <a:cubicBezTo>
                  <a:pt x="0" y="77"/>
                  <a:pt x="10" y="52"/>
                  <a:pt x="32" y="31"/>
                </a:cubicBezTo>
                <a:cubicBezTo>
                  <a:pt x="53" y="11"/>
                  <a:pt x="79" y="0"/>
                  <a:pt x="111" y="0"/>
                </a:cubicBezTo>
                <a:cubicBezTo>
                  <a:pt x="148" y="0"/>
                  <a:pt x="178" y="11"/>
                  <a:pt x="202" y="34"/>
                </a:cubicBezTo>
                <a:cubicBezTo>
                  <a:pt x="226" y="56"/>
                  <a:pt x="239" y="85"/>
                  <a:pt x="239" y="120"/>
                </a:cubicBezTo>
                <a:cubicBezTo>
                  <a:pt x="239" y="137"/>
                  <a:pt x="235" y="155"/>
                  <a:pt x="227" y="170"/>
                </a:cubicBezTo>
                <a:cubicBezTo>
                  <a:pt x="219" y="186"/>
                  <a:pt x="210" y="199"/>
                  <a:pt x="199" y="211"/>
                </a:cubicBezTo>
                <a:cubicBezTo>
                  <a:pt x="187" y="222"/>
                  <a:pt x="172" y="237"/>
                  <a:pt x="151" y="255"/>
                </a:cubicBezTo>
                <a:cubicBezTo>
                  <a:pt x="136" y="267"/>
                  <a:pt x="117" y="286"/>
                  <a:pt x="91" y="310"/>
                </a:cubicBezTo>
                <a:lnTo>
                  <a:pt x="55" y="343"/>
                </a:lnTo>
                <a:lnTo>
                  <a:pt x="101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3"/>
                  <a:pt x="215" y="288"/>
                </a:cubicBezTo>
                <a:lnTo>
                  <a:pt x="215" y="286"/>
                </a:lnTo>
                <a:lnTo>
                  <a:pt x="239" y="286"/>
                </a:lnTo>
                <a:lnTo>
                  <a:pt x="239" y="288"/>
                </a:lnTo>
                <a:cubicBezTo>
                  <a:pt x="239" y="289"/>
                  <a:pt x="236" y="307"/>
                  <a:pt x="231" y="342"/>
                </a:cubicBezTo>
                <a:cubicBezTo>
                  <a:pt x="227" y="377"/>
                  <a:pt x="224" y="396"/>
                  <a:pt x="222" y="397"/>
                </a:cubicBezTo>
                <a:lnTo>
                  <a:pt x="222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1"/>
                </a:lnTo>
                <a:cubicBezTo>
                  <a:pt x="0" y="378"/>
                  <a:pt x="1" y="375"/>
                  <a:pt x="4" y="372"/>
                </a:cubicBezTo>
                <a:cubicBezTo>
                  <a:pt x="6" y="368"/>
                  <a:pt x="12" y="361"/>
                  <a:pt x="21" y="351"/>
                </a:cubicBezTo>
                <a:cubicBezTo>
                  <a:pt x="33" y="338"/>
                  <a:pt x="43" y="327"/>
                  <a:pt x="51" y="317"/>
                </a:cubicBezTo>
                <a:cubicBezTo>
                  <a:pt x="55" y="313"/>
                  <a:pt x="62" y="306"/>
                  <a:pt x="72" y="295"/>
                </a:cubicBezTo>
                <a:cubicBezTo>
                  <a:pt x="82" y="284"/>
                  <a:pt x="89" y="277"/>
                  <a:pt x="93" y="273"/>
                </a:cubicBezTo>
                <a:cubicBezTo>
                  <a:pt x="96" y="269"/>
                  <a:pt x="102" y="262"/>
                  <a:pt x="110" y="253"/>
                </a:cubicBezTo>
                <a:cubicBezTo>
                  <a:pt x="118" y="244"/>
                  <a:pt x="124" y="237"/>
                  <a:pt x="127" y="233"/>
                </a:cubicBezTo>
                <a:cubicBezTo>
                  <a:pt x="130" y="229"/>
                  <a:pt x="135" y="223"/>
                  <a:pt x="141" y="215"/>
                </a:cubicBezTo>
                <a:cubicBezTo>
                  <a:pt x="147" y="208"/>
                  <a:pt x="151" y="201"/>
                  <a:pt x="153" y="196"/>
                </a:cubicBezTo>
                <a:cubicBezTo>
                  <a:pt x="156" y="191"/>
                  <a:pt x="159" y="185"/>
                  <a:pt x="162" y="179"/>
                </a:cubicBezTo>
                <a:cubicBezTo>
                  <a:pt x="166" y="172"/>
                  <a:pt x="168" y="166"/>
                  <a:pt x="170" y="160"/>
                </a:cubicBezTo>
                <a:cubicBezTo>
                  <a:pt x="172" y="153"/>
                  <a:pt x="173" y="146"/>
                  <a:pt x="174" y="141"/>
                </a:cubicBezTo>
                <a:cubicBezTo>
                  <a:pt x="175" y="135"/>
                  <a:pt x="176" y="129"/>
                  <a:pt x="176" y="121"/>
                </a:cubicBezTo>
                <a:cubicBezTo>
                  <a:pt x="176" y="96"/>
                  <a:pt x="169" y="74"/>
                  <a:pt x="156" y="56"/>
                </a:cubicBezTo>
                <a:cubicBezTo>
                  <a:pt x="142" y="38"/>
                  <a:pt x="123" y="28"/>
                  <a:pt x="98" y="28"/>
                </a:cubicBezTo>
                <a:cubicBezTo>
                  <a:pt x="84" y="28"/>
                  <a:pt x="72" y="32"/>
                  <a:pt x="62" y="39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5"/>
                  <a:pt x="35" y="68"/>
                  <a:pt x="35" y="70"/>
                </a:cubicBezTo>
                <a:cubicBezTo>
                  <a:pt x="35" y="70"/>
                  <a:pt x="36" y="70"/>
                  <a:pt x="38" y="70"/>
                </a:cubicBezTo>
                <a:cubicBezTo>
                  <a:pt x="45" y="70"/>
                  <a:pt x="53" y="73"/>
                  <a:pt x="60" y="79"/>
                </a:cubicBezTo>
                <a:cubicBezTo>
                  <a:pt x="68" y="84"/>
                  <a:pt x="72" y="93"/>
                  <a:pt x="72" y="106"/>
                </a:cubicBezTo>
                <a:cubicBezTo>
                  <a:pt x="72" y="116"/>
                  <a:pt x="68" y="124"/>
                  <a:pt x="62" y="131"/>
                </a:cubicBezTo>
                <a:cubicBezTo>
                  <a:pt x="56" y="138"/>
                  <a:pt x="47" y="141"/>
                  <a:pt x="35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8" name=""/>
          <p:cNvSpPr/>
          <p:nvPr/>
        </p:nvSpPr>
        <p:spPr>
          <a:xfrm>
            <a:off x="5110200" y="362556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5" y="0"/>
                </a:moveTo>
                <a:lnTo>
                  <a:pt x="8" y="0"/>
                </a:lnTo>
                <a:cubicBezTo>
                  <a:pt x="11" y="0"/>
                  <a:pt x="14" y="0"/>
                  <a:pt x="16" y="0"/>
                </a:cubicBezTo>
                <a:lnTo>
                  <a:pt x="27" y="0"/>
                </a:lnTo>
                <a:lnTo>
                  <a:pt x="50" y="20"/>
                </a:lnTo>
                <a:cubicBezTo>
                  <a:pt x="103" y="68"/>
                  <a:pt x="142" y="127"/>
                  <a:pt x="166" y="199"/>
                </a:cubicBezTo>
                <a:cubicBezTo>
                  <a:pt x="191" y="270"/>
                  <a:pt x="203" y="345"/>
                  <a:pt x="203" y="422"/>
                </a:cubicBezTo>
                <a:cubicBezTo>
                  <a:pt x="203" y="460"/>
                  <a:pt x="200" y="498"/>
                  <a:pt x="195" y="534"/>
                </a:cubicBezTo>
                <a:cubicBezTo>
                  <a:pt x="189" y="569"/>
                  <a:pt x="183" y="599"/>
                  <a:pt x="174" y="624"/>
                </a:cubicBezTo>
                <a:cubicBezTo>
                  <a:pt x="167" y="649"/>
                  <a:pt x="157" y="673"/>
                  <a:pt x="143" y="698"/>
                </a:cubicBezTo>
                <a:cubicBezTo>
                  <a:pt x="130" y="723"/>
                  <a:pt x="119" y="742"/>
                  <a:pt x="111" y="755"/>
                </a:cubicBezTo>
                <a:cubicBezTo>
                  <a:pt x="103" y="768"/>
                  <a:pt x="92" y="782"/>
                  <a:pt x="76" y="798"/>
                </a:cubicBezTo>
                <a:cubicBezTo>
                  <a:pt x="61" y="814"/>
                  <a:pt x="52" y="823"/>
                  <a:pt x="49" y="826"/>
                </a:cubicBezTo>
                <a:cubicBezTo>
                  <a:pt x="47" y="829"/>
                  <a:pt x="40" y="834"/>
                  <a:pt x="30" y="842"/>
                </a:cubicBezTo>
                <a:cubicBezTo>
                  <a:pt x="28" y="844"/>
                  <a:pt x="27" y="845"/>
                  <a:pt x="27" y="845"/>
                </a:cubicBezTo>
                <a:lnTo>
                  <a:pt x="16" y="845"/>
                </a:lnTo>
                <a:cubicBezTo>
                  <a:pt x="12" y="845"/>
                  <a:pt x="9" y="845"/>
                  <a:pt x="7" y="845"/>
                </a:cubicBezTo>
                <a:cubicBezTo>
                  <a:pt x="5" y="845"/>
                  <a:pt x="4" y="844"/>
                  <a:pt x="3" y="843"/>
                </a:cubicBezTo>
                <a:cubicBezTo>
                  <a:pt x="2" y="841"/>
                  <a:pt x="1" y="838"/>
                  <a:pt x="0" y="835"/>
                </a:cubicBezTo>
                <a:cubicBezTo>
                  <a:pt x="1" y="835"/>
                  <a:pt x="4" y="831"/>
                  <a:pt x="10" y="824"/>
                </a:cubicBezTo>
                <a:cubicBezTo>
                  <a:pt x="97" y="733"/>
                  <a:pt x="141" y="600"/>
                  <a:pt x="141" y="422"/>
                </a:cubicBezTo>
                <a:cubicBezTo>
                  <a:pt x="141" y="245"/>
                  <a:pt x="97" y="111"/>
                  <a:pt x="10" y="21"/>
                </a:cubicBezTo>
                <a:cubicBezTo>
                  <a:pt x="4" y="14"/>
                  <a:pt x="1" y="10"/>
                  <a:pt x="0" y="10"/>
                </a:cubicBezTo>
                <a:cubicBezTo>
                  <a:pt x="0" y="5"/>
                  <a:pt x="2" y="2"/>
                  <a:pt x="5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9" name=""/>
          <p:cNvSpPr/>
          <p:nvPr/>
        </p:nvSpPr>
        <p:spPr>
          <a:xfrm>
            <a:off x="5819760" y="364572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3" y="39"/>
                </a:moveTo>
                <a:cubicBezTo>
                  <a:pt x="171" y="39"/>
                  <a:pt x="169" y="39"/>
                  <a:pt x="166" y="39"/>
                </a:cubicBezTo>
                <a:cubicBezTo>
                  <a:pt x="152" y="39"/>
                  <a:pt x="143" y="39"/>
                  <a:pt x="141" y="38"/>
                </a:cubicBezTo>
                <a:cubicBezTo>
                  <a:pt x="138" y="38"/>
                  <a:pt x="136" y="35"/>
                  <a:pt x="136" y="29"/>
                </a:cubicBezTo>
                <a:cubicBezTo>
                  <a:pt x="136" y="14"/>
                  <a:pt x="139" y="4"/>
                  <a:pt x="146" y="1"/>
                </a:cubicBezTo>
                <a:cubicBezTo>
                  <a:pt x="147" y="0"/>
                  <a:pt x="174" y="0"/>
                  <a:pt x="228" y="0"/>
                </a:cubicBezTo>
                <a:cubicBezTo>
                  <a:pt x="271" y="0"/>
                  <a:pt x="296" y="0"/>
                  <a:pt x="302" y="0"/>
                </a:cubicBezTo>
                <a:cubicBezTo>
                  <a:pt x="308" y="0"/>
                  <a:pt x="312" y="2"/>
                  <a:pt x="314" y="5"/>
                </a:cubicBezTo>
                <a:cubicBezTo>
                  <a:pt x="433" y="285"/>
                  <a:pt x="493" y="428"/>
                  <a:pt x="495" y="435"/>
                </a:cubicBezTo>
                <a:lnTo>
                  <a:pt x="541" y="255"/>
                </a:lnTo>
                <a:cubicBezTo>
                  <a:pt x="571" y="136"/>
                  <a:pt x="586" y="73"/>
                  <a:pt x="586" y="65"/>
                </a:cubicBezTo>
                <a:cubicBezTo>
                  <a:pt x="586" y="50"/>
                  <a:pt x="568" y="41"/>
                  <a:pt x="532" y="39"/>
                </a:cubicBezTo>
                <a:cubicBezTo>
                  <a:pt x="518" y="39"/>
                  <a:pt x="511" y="36"/>
                  <a:pt x="511" y="30"/>
                </a:cubicBezTo>
                <a:cubicBezTo>
                  <a:pt x="511" y="29"/>
                  <a:pt x="512" y="25"/>
                  <a:pt x="513" y="20"/>
                </a:cubicBezTo>
                <a:cubicBezTo>
                  <a:pt x="515" y="11"/>
                  <a:pt x="517" y="5"/>
                  <a:pt x="518" y="4"/>
                </a:cubicBezTo>
                <a:cubicBezTo>
                  <a:pt x="519" y="2"/>
                  <a:pt x="522" y="1"/>
                  <a:pt x="527" y="0"/>
                </a:cubicBezTo>
                <a:cubicBezTo>
                  <a:pt x="528" y="0"/>
                  <a:pt x="537" y="0"/>
                  <a:pt x="553" y="1"/>
                </a:cubicBezTo>
                <a:cubicBezTo>
                  <a:pt x="569" y="2"/>
                  <a:pt x="592" y="2"/>
                  <a:pt x="623" y="3"/>
                </a:cubicBezTo>
                <a:cubicBezTo>
                  <a:pt x="651" y="3"/>
                  <a:pt x="672" y="2"/>
                  <a:pt x="687" y="2"/>
                </a:cubicBezTo>
                <a:cubicBezTo>
                  <a:pt x="702" y="1"/>
                  <a:pt x="710" y="1"/>
                  <a:pt x="712" y="1"/>
                </a:cubicBezTo>
                <a:cubicBezTo>
                  <a:pt x="721" y="1"/>
                  <a:pt x="725" y="4"/>
                  <a:pt x="725" y="9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8"/>
                  <a:pt x="711" y="39"/>
                  <a:pt x="700" y="39"/>
                </a:cubicBezTo>
                <a:cubicBezTo>
                  <a:pt x="660" y="41"/>
                  <a:pt x="635" y="53"/>
                  <a:pt x="625" y="73"/>
                </a:cubicBezTo>
                <a:lnTo>
                  <a:pt x="499" y="572"/>
                </a:lnTo>
                <a:cubicBezTo>
                  <a:pt x="498" y="576"/>
                  <a:pt x="492" y="578"/>
                  <a:pt x="481" y="578"/>
                </a:cubicBezTo>
                <a:cubicBezTo>
                  <a:pt x="473" y="578"/>
                  <a:pt x="468" y="577"/>
                  <a:pt x="467" y="576"/>
                </a:cubicBezTo>
                <a:cubicBezTo>
                  <a:pt x="465" y="575"/>
                  <a:pt x="429" y="488"/>
                  <a:pt x="358" y="319"/>
                </a:cubicBezTo>
                <a:lnTo>
                  <a:pt x="250" y="67"/>
                </a:lnTo>
                <a:lnTo>
                  <a:pt x="195" y="287"/>
                </a:lnTo>
                <a:cubicBezTo>
                  <a:pt x="159" y="431"/>
                  <a:pt x="141" y="505"/>
                  <a:pt x="141" y="510"/>
                </a:cubicBezTo>
                <a:cubicBezTo>
                  <a:pt x="143" y="530"/>
                  <a:pt x="164" y="539"/>
                  <a:pt x="201" y="539"/>
                </a:cubicBezTo>
                <a:lnTo>
                  <a:pt x="210" y="539"/>
                </a:lnTo>
                <a:cubicBezTo>
                  <a:pt x="213" y="542"/>
                  <a:pt x="215" y="544"/>
                  <a:pt x="215" y="546"/>
                </a:cubicBezTo>
                <a:cubicBezTo>
                  <a:pt x="215" y="548"/>
                  <a:pt x="214" y="553"/>
                  <a:pt x="213" y="562"/>
                </a:cubicBezTo>
                <a:cubicBezTo>
                  <a:pt x="211" y="569"/>
                  <a:pt x="208" y="575"/>
                  <a:pt x="205" y="578"/>
                </a:cubicBezTo>
                <a:lnTo>
                  <a:pt x="194" y="578"/>
                </a:lnTo>
                <a:cubicBezTo>
                  <a:pt x="176" y="577"/>
                  <a:pt x="146" y="576"/>
                  <a:pt x="103" y="576"/>
                </a:cubicBezTo>
                <a:cubicBezTo>
                  <a:pt x="86" y="576"/>
                  <a:pt x="71" y="576"/>
                  <a:pt x="59" y="576"/>
                </a:cubicBezTo>
                <a:cubicBezTo>
                  <a:pt x="46" y="576"/>
                  <a:pt x="35" y="576"/>
                  <a:pt x="27" y="576"/>
                </a:cubicBezTo>
                <a:cubicBezTo>
                  <a:pt x="19" y="576"/>
                  <a:pt x="15" y="577"/>
                  <a:pt x="13" y="577"/>
                </a:cubicBezTo>
                <a:cubicBezTo>
                  <a:pt x="4" y="577"/>
                  <a:pt x="0" y="575"/>
                  <a:pt x="0" y="570"/>
                </a:cubicBezTo>
                <a:cubicBezTo>
                  <a:pt x="0" y="567"/>
                  <a:pt x="1" y="563"/>
                  <a:pt x="3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1"/>
                  <a:pt x="15" y="539"/>
                  <a:pt x="26" y="539"/>
                </a:cubicBezTo>
                <a:cubicBezTo>
                  <a:pt x="65" y="538"/>
                  <a:pt x="89" y="526"/>
                  <a:pt x="101" y="505"/>
                </a:cubicBezTo>
                <a:cubicBezTo>
                  <a:pt x="104" y="502"/>
                  <a:pt x="124" y="424"/>
                  <a:pt x="162" y="271"/>
                </a:cubicBezTo>
                <a:lnTo>
                  <a:pt x="219" y="42"/>
                </a:lnTo>
                <a:cubicBezTo>
                  <a:pt x="218" y="41"/>
                  <a:pt x="203" y="40"/>
                  <a:pt x="173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0" name=""/>
          <p:cNvSpPr/>
          <p:nvPr/>
        </p:nvSpPr>
        <p:spPr>
          <a:xfrm>
            <a:off x="6108840" y="362556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0" y="422"/>
                </a:moveTo>
                <a:cubicBezTo>
                  <a:pt x="0" y="383"/>
                  <a:pt x="3" y="346"/>
                  <a:pt x="9" y="311"/>
                </a:cubicBezTo>
                <a:cubicBezTo>
                  <a:pt x="15" y="276"/>
                  <a:pt x="22" y="246"/>
                  <a:pt x="29" y="221"/>
                </a:cubicBezTo>
                <a:cubicBezTo>
                  <a:pt x="37" y="196"/>
                  <a:pt x="47" y="171"/>
                  <a:pt x="61" y="147"/>
                </a:cubicBezTo>
                <a:cubicBezTo>
                  <a:pt x="74" y="122"/>
                  <a:pt x="85" y="103"/>
                  <a:pt x="93" y="90"/>
                </a:cubicBezTo>
                <a:cubicBezTo>
                  <a:pt x="101" y="76"/>
                  <a:pt x="112" y="62"/>
                  <a:pt x="128" y="46"/>
                </a:cubicBezTo>
                <a:cubicBezTo>
                  <a:pt x="144" y="30"/>
                  <a:pt x="153" y="21"/>
                  <a:pt x="156" y="17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2" y="0"/>
                </a:lnTo>
                <a:cubicBezTo>
                  <a:pt x="199" y="0"/>
                  <a:pt x="203" y="2"/>
                  <a:pt x="203" y="7"/>
                </a:cubicBezTo>
                <a:cubicBezTo>
                  <a:pt x="203" y="9"/>
                  <a:pt x="199" y="15"/>
                  <a:pt x="189" y="25"/>
                </a:cubicBezTo>
                <a:cubicBezTo>
                  <a:pt x="179" y="35"/>
                  <a:pt x="168" y="50"/>
                  <a:pt x="154" y="70"/>
                </a:cubicBezTo>
                <a:cubicBezTo>
                  <a:pt x="141" y="89"/>
                  <a:pt x="127" y="114"/>
                  <a:pt x="113" y="142"/>
                </a:cubicBezTo>
                <a:cubicBezTo>
                  <a:pt x="99" y="171"/>
                  <a:pt x="87" y="210"/>
                  <a:pt x="77" y="259"/>
                </a:cubicBezTo>
                <a:cubicBezTo>
                  <a:pt x="68" y="308"/>
                  <a:pt x="63" y="362"/>
                  <a:pt x="63" y="422"/>
                </a:cubicBezTo>
                <a:cubicBezTo>
                  <a:pt x="63" y="483"/>
                  <a:pt x="68" y="537"/>
                  <a:pt x="77" y="585"/>
                </a:cubicBezTo>
                <a:cubicBezTo>
                  <a:pt x="87" y="633"/>
                  <a:pt x="99" y="673"/>
                  <a:pt x="112" y="702"/>
                </a:cubicBezTo>
                <a:cubicBezTo>
                  <a:pt x="126" y="732"/>
                  <a:pt x="139" y="757"/>
                  <a:pt x="154" y="775"/>
                </a:cubicBezTo>
                <a:cubicBezTo>
                  <a:pt x="168" y="794"/>
                  <a:pt x="179" y="809"/>
                  <a:pt x="189" y="820"/>
                </a:cubicBezTo>
                <a:cubicBezTo>
                  <a:pt x="199" y="831"/>
                  <a:pt x="203" y="837"/>
                  <a:pt x="203" y="838"/>
                </a:cubicBezTo>
                <a:cubicBezTo>
                  <a:pt x="203" y="843"/>
                  <a:pt x="199" y="845"/>
                  <a:pt x="191" y="845"/>
                </a:cubicBezTo>
                <a:lnTo>
                  <a:pt x="188" y="845"/>
                </a:lnTo>
                <a:lnTo>
                  <a:pt x="177" y="845"/>
                </a:lnTo>
                <a:lnTo>
                  <a:pt x="154" y="825"/>
                </a:lnTo>
                <a:cubicBezTo>
                  <a:pt x="101" y="777"/>
                  <a:pt x="62" y="717"/>
                  <a:pt x="38" y="646"/>
                </a:cubicBezTo>
                <a:cubicBezTo>
                  <a:pt x="13" y="574"/>
                  <a:pt x="0" y="500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1" name=""/>
          <p:cNvSpPr/>
          <p:nvPr/>
        </p:nvSpPr>
        <p:spPr>
          <a:xfrm>
            <a:off x="6211440" y="365112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9"/>
                </a:moveTo>
                <a:cubicBezTo>
                  <a:pt x="0" y="207"/>
                  <a:pt x="24" y="134"/>
                  <a:pt x="70" y="81"/>
                </a:cubicBezTo>
                <a:cubicBezTo>
                  <a:pt x="115" y="27"/>
                  <a:pt x="166" y="0"/>
                  <a:pt x="222" y="0"/>
                </a:cubicBezTo>
                <a:cubicBezTo>
                  <a:pt x="260" y="0"/>
                  <a:pt x="288" y="10"/>
                  <a:pt x="305" y="31"/>
                </a:cubicBezTo>
                <a:cubicBezTo>
                  <a:pt x="322" y="51"/>
                  <a:pt x="331" y="74"/>
                  <a:pt x="331" y="99"/>
                </a:cubicBezTo>
                <a:cubicBezTo>
                  <a:pt x="331" y="113"/>
                  <a:pt x="327" y="124"/>
                  <a:pt x="319" y="132"/>
                </a:cubicBezTo>
                <a:cubicBezTo>
                  <a:pt x="311" y="141"/>
                  <a:pt x="300" y="145"/>
                  <a:pt x="286" y="145"/>
                </a:cubicBezTo>
                <a:cubicBezTo>
                  <a:pt x="273" y="145"/>
                  <a:pt x="262" y="141"/>
                  <a:pt x="254" y="133"/>
                </a:cubicBezTo>
                <a:cubicBezTo>
                  <a:pt x="245" y="125"/>
                  <a:pt x="241" y="114"/>
                  <a:pt x="241" y="100"/>
                </a:cubicBezTo>
                <a:cubicBezTo>
                  <a:pt x="241" y="75"/>
                  <a:pt x="254" y="60"/>
                  <a:pt x="281" y="55"/>
                </a:cubicBezTo>
                <a:cubicBezTo>
                  <a:pt x="268" y="43"/>
                  <a:pt x="251" y="36"/>
                  <a:pt x="228" y="34"/>
                </a:cubicBezTo>
                <a:cubicBezTo>
                  <a:pt x="188" y="34"/>
                  <a:pt x="155" y="51"/>
                  <a:pt x="130" y="85"/>
                </a:cubicBezTo>
                <a:cubicBezTo>
                  <a:pt x="103" y="122"/>
                  <a:pt x="90" y="179"/>
                  <a:pt x="90" y="256"/>
                </a:cubicBezTo>
                <a:lnTo>
                  <a:pt x="91" y="259"/>
                </a:lnTo>
                <a:cubicBezTo>
                  <a:pt x="93" y="256"/>
                  <a:pt x="96" y="252"/>
                  <a:pt x="97" y="248"/>
                </a:cubicBezTo>
                <a:cubicBezTo>
                  <a:pt x="120" y="214"/>
                  <a:pt x="151" y="197"/>
                  <a:pt x="188" y="197"/>
                </a:cubicBezTo>
                <a:lnTo>
                  <a:pt x="191" y="197"/>
                </a:lnTo>
                <a:cubicBezTo>
                  <a:pt x="217" y="197"/>
                  <a:pt x="240" y="203"/>
                  <a:pt x="260" y="213"/>
                </a:cubicBezTo>
                <a:cubicBezTo>
                  <a:pt x="273" y="221"/>
                  <a:pt x="287" y="233"/>
                  <a:pt x="300" y="247"/>
                </a:cubicBezTo>
                <a:cubicBezTo>
                  <a:pt x="314" y="262"/>
                  <a:pt x="325" y="278"/>
                  <a:pt x="333" y="295"/>
                </a:cubicBezTo>
                <a:cubicBezTo>
                  <a:pt x="345" y="323"/>
                  <a:pt x="351" y="353"/>
                  <a:pt x="351" y="386"/>
                </a:cubicBezTo>
                <a:lnTo>
                  <a:pt x="351" y="401"/>
                </a:lnTo>
                <a:cubicBezTo>
                  <a:pt x="351" y="414"/>
                  <a:pt x="349" y="426"/>
                  <a:pt x="347" y="437"/>
                </a:cubicBezTo>
                <a:cubicBezTo>
                  <a:pt x="340" y="470"/>
                  <a:pt x="322" y="503"/>
                  <a:pt x="293" y="534"/>
                </a:cubicBezTo>
                <a:cubicBezTo>
                  <a:pt x="263" y="566"/>
                  <a:pt x="225" y="582"/>
                  <a:pt x="179" y="582"/>
                </a:cubicBezTo>
                <a:cubicBezTo>
                  <a:pt x="164" y="582"/>
                  <a:pt x="148" y="579"/>
                  <a:pt x="134" y="575"/>
                </a:cubicBezTo>
                <a:cubicBezTo>
                  <a:pt x="119" y="570"/>
                  <a:pt x="103" y="562"/>
                  <a:pt x="86" y="550"/>
                </a:cubicBezTo>
                <a:cubicBezTo>
                  <a:pt x="70" y="537"/>
                  <a:pt x="55" y="521"/>
                  <a:pt x="43" y="500"/>
                </a:cubicBezTo>
                <a:cubicBezTo>
                  <a:pt x="32" y="479"/>
                  <a:pt x="20" y="452"/>
                  <a:pt x="12" y="418"/>
                </a:cubicBezTo>
                <a:cubicBezTo>
                  <a:pt x="4" y="384"/>
                  <a:pt x="0" y="344"/>
                  <a:pt x="0" y="299"/>
                </a:cubicBezTo>
                <a:moveTo>
                  <a:pt x="183" y="228"/>
                </a:moveTo>
                <a:cubicBezTo>
                  <a:pt x="166" y="228"/>
                  <a:pt x="151" y="233"/>
                  <a:pt x="139" y="242"/>
                </a:cubicBezTo>
                <a:cubicBezTo>
                  <a:pt x="126" y="252"/>
                  <a:pt x="117" y="264"/>
                  <a:pt x="110" y="280"/>
                </a:cubicBezTo>
                <a:cubicBezTo>
                  <a:pt x="103" y="296"/>
                  <a:pt x="99" y="312"/>
                  <a:pt x="96" y="328"/>
                </a:cubicBezTo>
                <a:cubicBezTo>
                  <a:pt x="93" y="345"/>
                  <a:pt x="91" y="362"/>
                  <a:pt x="91" y="381"/>
                </a:cubicBezTo>
                <a:cubicBezTo>
                  <a:pt x="91" y="427"/>
                  <a:pt x="94" y="461"/>
                  <a:pt x="101" y="481"/>
                </a:cubicBezTo>
                <a:cubicBezTo>
                  <a:pt x="108" y="501"/>
                  <a:pt x="118" y="518"/>
                  <a:pt x="133" y="530"/>
                </a:cubicBezTo>
                <a:cubicBezTo>
                  <a:pt x="146" y="540"/>
                  <a:pt x="161" y="545"/>
                  <a:pt x="178" y="545"/>
                </a:cubicBezTo>
                <a:cubicBezTo>
                  <a:pt x="206" y="545"/>
                  <a:pt x="228" y="535"/>
                  <a:pt x="244" y="513"/>
                </a:cubicBezTo>
                <a:cubicBezTo>
                  <a:pt x="251" y="503"/>
                  <a:pt x="256" y="490"/>
                  <a:pt x="259" y="475"/>
                </a:cubicBezTo>
                <a:cubicBezTo>
                  <a:pt x="262" y="460"/>
                  <a:pt x="263" y="430"/>
                  <a:pt x="263" y="387"/>
                </a:cubicBezTo>
                <a:cubicBezTo>
                  <a:pt x="263" y="341"/>
                  <a:pt x="262" y="311"/>
                  <a:pt x="259" y="296"/>
                </a:cubicBezTo>
                <a:cubicBezTo>
                  <a:pt x="256" y="281"/>
                  <a:pt x="251" y="268"/>
                  <a:pt x="244" y="258"/>
                </a:cubicBezTo>
                <a:cubicBezTo>
                  <a:pt x="228" y="238"/>
                  <a:pt x="208" y="228"/>
                  <a:pt x="183" y="2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2" name=""/>
          <p:cNvSpPr/>
          <p:nvPr/>
        </p:nvSpPr>
        <p:spPr>
          <a:xfrm>
            <a:off x="6362640" y="36511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0" y="22"/>
                  <a:pt x="123" y="0"/>
                  <a:pt x="177" y="0"/>
                </a:cubicBezTo>
                <a:cubicBezTo>
                  <a:pt x="204" y="0"/>
                  <a:pt x="231" y="7"/>
                  <a:pt x="259" y="21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5"/>
                  <a:pt x="274" y="550"/>
                </a:cubicBezTo>
                <a:cubicBezTo>
                  <a:pt x="253" y="564"/>
                  <a:pt x="236" y="572"/>
                  <a:pt x="221" y="576"/>
                </a:cubicBezTo>
                <a:cubicBezTo>
                  <a:pt x="207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20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9"/>
                </a:moveTo>
                <a:cubicBezTo>
                  <a:pt x="221" y="41"/>
                  <a:pt x="201" y="32"/>
                  <a:pt x="178" y="32"/>
                </a:cubicBezTo>
                <a:cubicBezTo>
                  <a:pt x="154" y="32"/>
                  <a:pt x="134" y="41"/>
                  <a:pt x="117" y="59"/>
                </a:cubicBezTo>
                <a:cubicBezTo>
                  <a:pt x="103" y="73"/>
                  <a:pt x="94" y="94"/>
                  <a:pt x="89" y="120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29"/>
                  <a:pt x="89" y="457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2" y="507"/>
                  <a:pt x="263" y="484"/>
                  <a:pt x="267" y="453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1" y="146"/>
                  <a:pt x="267" y="120"/>
                </a:cubicBezTo>
                <a:cubicBezTo>
                  <a:pt x="262" y="95"/>
                  <a:pt x="252" y="74"/>
                  <a:pt x="238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3" name=""/>
          <p:cNvSpPr/>
          <p:nvPr/>
        </p:nvSpPr>
        <p:spPr>
          <a:xfrm>
            <a:off x="6526440" y="381672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2"/>
                </a:moveTo>
                <a:cubicBezTo>
                  <a:pt x="0" y="72"/>
                  <a:pt x="0" y="65"/>
                  <a:pt x="0" y="51"/>
                </a:cubicBezTo>
                <a:cubicBezTo>
                  <a:pt x="0" y="37"/>
                  <a:pt x="5" y="25"/>
                  <a:pt x="14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5"/>
                  <a:pt x="112" y="60"/>
                  <a:pt x="113" y="95"/>
                </a:cubicBezTo>
                <a:cubicBezTo>
                  <a:pt x="113" y="115"/>
                  <a:pt x="110" y="134"/>
                  <a:pt x="105" y="153"/>
                </a:cubicBezTo>
                <a:cubicBezTo>
                  <a:pt x="100" y="172"/>
                  <a:pt x="94" y="188"/>
                  <a:pt x="87" y="202"/>
                </a:cubicBezTo>
                <a:cubicBezTo>
                  <a:pt x="81" y="215"/>
                  <a:pt x="73" y="227"/>
                  <a:pt x="65" y="237"/>
                </a:cubicBezTo>
                <a:cubicBezTo>
                  <a:pt x="57" y="246"/>
                  <a:pt x="51" y="254"/>
                  <a:pt x="45" y="259"/>
                </a:cubicBezTo>
                <a:cubicBezTo>
                  <a:pt x="39" y="265"/>
                  <a:pt x="36" y="267"/>
                  <a:pt x="34" y="267"/>
                </a:cubicBezTo>
                <a:cubicBezTo>
                  <a:pt x="32" y="267"/>
                  <a:pt x="28" y="264"/>
                  <a:pt x="23" y="259"/>
                </a:cubicBezTo>
                <a:cubicBezTo>
                  <a:pt x="17" y="254"/>
                  <a:pt x="15" y="251"/>
                  <a:pt x="15" y="248"/>
                </a:cubicBezTo>
                <a:cubicBezTo>
                  <a:pt x="15" y="246"/>
                  <a:pt x="18" y="242"/>
                  <a:pt x="25" y="235"/>
                </a:cubicBezTo>
                <a:cubicBezTo>
                  <a:pt x="31" y="228"/>
                  <a:pt x="38" y="220"/>
                  <a:pt x="46" y="209"/>
                </a:cubicBezTo>
                <a:cubicBezTo>
                  <a:pt x="54" y="199"/>
                  <a:pt x="61" y="185"/>
                  <a:pt x="68" y="166"/>
                </a:cubicBezTo>
                <a:cubicBezTo>
                  <a:pt x="75" y="148"/>
                  <a:pt x="79" y="128"/>
                  <a:pt x="81" y="105"/>
                </a:cubicBezTo>
                <a:lnTo>
                  <a:pt x="81" y="94"/>
                </a:lnTo>
                <a:lnTo>
                  <a:pt x="81" y="95"/>
                </a:lnTo>
                <a:cubicBezTo>
                  <a:pt x="79" y="96"/>
                  <a:pt x="78" y="96"/>
                  <a:pt x="76" y="97"/>
                </a:cubicBezTo>
                <a:cubicBezTo>
                  <a:pt x="75" y="98"/>
                  <a:pt x="73" y="98"/>
                  <a:pt x="71" y="100"/>
                </a:cubicBezTo>
                <a:cubicBezTo>
                  <a:pt x="70" y="101"/>
                  <a:pt x="67" y="101"/>
                  <a:pt x="64" y="101"/>
                </a:cubicBezTo>
                <a:cubicBezTo>
                  <a:pt x="60" y="101"/>
                  <a:pt x="57" y="101"/>
                  <a:pt x="54" y="102"/>
                </a:cubicBezTo>
                <a:cubicBezTo>
                  <a:pt x="38" y="102"/>
                  <a:pt x="26" y="97"/>
                  <a:pt x="15" y="88"/>
                </a:cubicBez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4" name=""/>
          <p:cNvSpPr/>
          <p:nvPr/>
        </p:nvSpPr>
        <p:spPr>
          <a:xfrm>
            <a:off x="6663240" y="3651120"/>
            <a:ext cx="105120" cy="202680"/>
          </a:xfrm>
          <a:custGeom>
            <a:avLst/>
            <a:gdLst/>
            <a:ahLst/>
            <a:rect l="0" t="0" r="r" b="b"/>
            <a:pathLst>
              <a:path w="292" h="563">
                <a:moveTo>
                  <a:pt x="110" y="74"/>
                </a:moveTo>
                <a:lnTo>
                  <a:pt x="99" y="78"/>
                </a:lnTo>
                <a:cubicBezTo>
                  <a:pt x="91" y="81"/>
                  <a:pt x="80" y="84"/>
                  <a:pt x="65" y="87"/>
                </a:cubicBezTo>
                <a:cubicBezTo>
                  <a:pt x="50" y="89"/>
                  <a:pt x="34" y="91"/>
                  <a:pt x="16" y="92"/>
                </a:cubicBezTo>
                <a:lnTo>
                  <a:pt x="0" y="92"/>
                </a:lnTo>
                <a:lnTo>
                  <a:pt x="0" y="54"/>
                </a:lnTo>
                <a:lnTo>
                  <a:pt x="16" y="54"/>
                </a:lnTo>
                <a:cubicBezTo>
                  <a:pt x="43" y="52"/>
                  <a:pt x="67" y="48"/>
                  <a:pt x="90" y="41"/>
                </a:cubicBezTo>
                <a:cubicBezTo>
                  <a:pt x="112" y="34"/>
                  <a:pt x="128" y="27"/>
                  <a:pt x="137" y="21"/>
                </a:cubicBezTo>
                <a:cubicBezTo>
                  <a:pt x="146" y="14"/>
                  <a:pt x="154" y="8"/>
                  <a:pt x="160" y="2"/>
                </a:cubicBezTo>
                <a:cubicBezTo>
                  <a:pt x="162" y="0"/>
                  <a:pt x="165" y="0"/>
                  <a:pt x="171" y="0"/>
                </a:cubicBezTo>
                <a:cubicBezTo>
                  <a:pt x="176" y="0"/>
                  <a:pt x="180" y="1"/>
                  <a:pt x="185" y="5"/>
                </a:cubicBezTo>
                <a:lnTo>
                  <a:pt x="185" y="258"/>
                </a:lnTo>
                <a:lnTo>
                  <a:pt x="186" y="512"/>
                </a:lnTo>
                <a:cubicBezTo>
                  <a:pt x="190" y="515"/>
                  <a:pt x="193" y="518"/>
                  <a:pt x="196" y="519"/>
                </a:cubicBezTo>
                <a:cubicBezTo>
                  <a:pt x="200" y="520"/>
                  <a:pt x="207" y="521"/>
                  <a:pt x="217" y="523"/>
                </a:cubicBezTo>
                <a:cubicBezTo>
                  <a:pt x="228" y="524"/>
                  <a:pt x="245" y="524"/>
                  <a:pt x="270" y="524"/>
                </a:cubicBezTo>
                <a:lnTo>
                  <a:pt x="292" y="524"/>
                </a:lnTo>
                <a:lnTo>
                  <a:pt x="292" y="563"/>
                </a:lnTo>
                <a:lnTo>
                  <a:pt x="282" y="563"/>
                </a:lnTo>
                <a:cubicBezTo>
                  <a:pt x="270" y="561"/>
                  <a:pt x="226" y="561"/>
                  <a:pt x="147" y="561"/>
                </a:cubicBezTo>
                <a:cubicBezTo>
                  <a:pt x="70" y="561"/>
                  <a:pt x="26" y="561"/>
                  <a:pt x="14" y="563"/>
                </a:cubicBezTo>
                <a:lnTo>
                  <a:pt x="4" y="563"/>
                </a:lnTo>
                <a:lnTo>
                  <a:pt x="4" y="524"/>
                </a:lnTo>
                <a:lnTo>
                  <a:pt x="26" y="524"/>
                </a:lnTo>
                <a:cubicBezTo>
                  <a:pt x="39" y="524"/>
                  <a:pt x="49" y="524"/>
                  <a:pt x="58" y="524"/>
                </a:cubicBezTo>
                <a:cubicBezTo>
                  <a:pt x="67" y="524"/>
                  <a:pt x="74" y="524"/>
                  <a:pt x="79" y="523"/>
                </a:cubicBezTo>
                <a:cubicBezTo>
                  <a:pt x="84" y="523"/>
                  <a:pt x="89" y="522"/>
                  <a:pt x="93" y="521"/>
                </a:cubicBezTo>
                <a:cubicBezTo>
                  <a:pt x="97" y="520"/>
                  <a:pt x="99" y="519"/>
                  <a:pt x="100" y="519"/>
                </a:cubicBezTo>
                <a:cubicBezTo>
                  <a:pt x="100" y="519"/>
                  <a:pt x="102" y="518"/>
                  <a:pt x="105" y="515"/>
                </a:cubicBezTo>
                <a:cubicBezTo>
                  <a:pt x="108" y="512"/>
                  <a:pt x="109" y="511"/>
                  <a:pt x="110" y="512"/>
                </a:cubicBezTo>
                <a:lnTo>
                  <a:pt x="11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5" name=""/>
          <p:cNvSpPr/>
          <p:nvPr/>
        </p:nvSpPr>
        <p:spPr>
          <a:xfrm>
            <a:off x="6801840" y="365112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2"/>
                  <a:pt x="124" y="0"/>
                  <a:pt x="179" y="0"/>
                </a:cubicBezTo>
                <a:cubicBezTo>
                  <a:pt x="206" y="0"/>
                  <a:pt x="233" y="7"/>
                  <a:pt x="260" y="21"/>
                </a:cubicBezTo>
                <a:cubicBezTo>
                  <a:pt x="287" y="37"/>
                  <a:pt x="309" y="63"/>
                  <a:pt x="325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0"/>
                  <a:pt x="345" y="447"/>
                  <a:pt x="320" y="493"/>
                </a:cubicBezTo>
                <a:cubicBezTo>
                  <a:pt x="309" y="517"/>
                  <a:pt x="294" y="535"/>
                  <a:pt x="274" y="550"/>
                </a:cubicBezTo>
                <a:cubicBezTo>
                  <a:pt x="254" y="564"/>
                  <a:pt x="237" y="572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3"/>
                  <a:pt x="104" y="564"/>
                  <a:pt x="83" y="550"/>
                </a:cubicBezTo>
                <a:cubicBezTo>
                  <a:pt x="63" y="535"/>
                  <a:pt x="48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1"/>
                  <a:pt x="202" y="32"/>
                  <a:pt x="179" y="32"/>
                </a:cubicBezTo>
                <a:cubicBezTo>
                  <a:pt x="156" y="32"/>
                  <a:pt x="135" y="41"/>
                  <a:pt x="119" y="59"/>
                </a:cubicBezTo>
                <a:cubicBezTo>
                  <a:pt x="104" y="73"/>
                  <a:pt x="94" y="94"/>
                  <a:pt x="90" y="120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29"/>
                  <a:pt x="90" y="457"/>
                </a:cubicBezTo>
                <a:cubicBezTo>
                  <a:pt x="94" y="486"/>
                  <a:pt x="105" y="508"/>
                  <a:pt x="121" y="524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5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6" name=""/>
          <p:cNvSpPr/>
          <p:nvPr/>
        </p:nvSpPr>
        <p:spPr>
          <a:xfrm>
            <a:off x="6962760" y="3590640"/>
            <a:ext cx="86400" cy="143640"/>
          </a:xfrm>
          <a:custGeom>
            <a:avLst/>
            <a:gdLst/>
            <a:ahLst/>
            <a:rect l="0" t="0" r="r" b="b"/>
            <a:pathLst>
              <a:path w="240" h="399">
                <a:moveTo>
                  <a:pt x="35" y="142"/>
                </a:moveTo>
                <a:cubicBezTo>
                  <a:pt x="25" y="142"/>
                  <a:pt x="16" y="138"/>
                  <a:pt x="10" y="131"/>
                </a:cubicBezTo>
                <a:cubicBezTo>
                  <a:pt x="3" y="124"/>
                  <a:pt x="0" y="115"/>
                  <a:pt x="0" y="105"/>
                </a:cubicBezTo>
                <a:cubicBezTo>
                  <a:pt x="0" y="77"/>
                  <a:pt x="11" y="52"/>
                  <a:pt x="32" y="31"/>
                </a:cubicBezTo>
                <a:cubicBezTo>
                  <a:pt x="53" y="11"/>
                  <a:pt x="80" y="0"/>
                  <a:pt x="112" y="0"/>
                </a:cubicBezTo>
                <a:cubicBezTo>
                  <a:pt x="148" y="0"/>
                  <a:pt x="178" y="11"/>
                  <a:pt x="203" y="34"/>
                </a:cubicBezTo>
                <a:cubicBezTo>
                  <a:pt x="227" y="56"/>
                  <a:pt x="239" y="85"/>
                  <a:pt x="240" y="120"/>
                </a:cubicBezTo>
                <a:cubicBezTo>
                  <a:pt x="240" y="137"/>
                  <a:pt x="236" y="155"/>
                  <a:pt x="228" y="170"/>
                </a:cubicBezTo>
                <a:cubicBezTo>
                  <a:pt x="220" y="186"/>
                  <a:pt x="210" y="199"/>
                  <a:pt x="199" y="211"/>
                </a:cubicBezTo>
                <a:cubicBezTo>
                  <a:pt x="188" y="222"/>
                  <a:pt x="172" y="237"/>
                  <a:pt x="151" y="255"/>
                </a:cubicBezTo>
                <a:cubicBezTo>
                  <a:pt x="137" y="267"/>
                  <a:pt x="117" y="286"/>
                  <a:pt x="91" y="310"/>
                </a:cubicBezTo>
                <a:lnTo>
                  <a:pt x="55" y="343"/>
                </a:lnTo>
                <a:lnTo>
                  <a:pt x="102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3"/>
                  <a:pt x="216" y="288"/>
                </a:cubicBezTo>
                <a:lnTo>
                  <a:pt x="216" y="286"/>
                </a:lnTo>
                <a:lnTo>
                  <a:pt x="240" y="286"/>
                </a:lnTo>
                <a:lnTo>
                  <a:pt x="240" y="288"/>
                </a:lnTo>
                <a:cubicBezTo>
                  <a:pt x="239" y="289"/>
                  <a:pt x="237" y="307"/>
                  <a:pt x="232" y="342"/>
                </a:cubicBezTo>
                <a:cubicBezTo>
                  <a:pt x="227" y="377"/>
                  <a:pt x="224" y="396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1"/>
                </a:lnTo>
                <a:cubicBezTo>
                  <a:pt x="0" y="378"/>
                  <a:pt x="1" y="375"/>
                  <a:pt x="4" y="372"/>
                </a:cubicBezTo>
                <a:cubicBezTo>
                  <a:pt x="6" y="368"/>
                  <a:pt x="12" y="361"/>
                  <a:pt x="22" y="351"/>
                </a:cubicBezTo>
                <a:cubicBezTo>
                  <a:pt x="33" y="338"/>
                  <a:pt x="43" y="327"/>
                  <a:pt x="52" y="317"/>
                </a:cubicBezTo>
                <a:cubicBezTo>
                  <a:pt x="55" y="313"/>
                  <a:pt x="63" y="306"/>
                  <a:pt x="73" y="295"/>
                </a:cubicBezTo>
                <a:cubicBezTo>
                  <a:pt x="83" y="284"/>
                  <a:pt x="90" y="277"/>
                  <a:pt x="93" y="273"/>
                </a:cubicBezTo>
                <a:cubicBezTo>
                  <a:pt x="97" y="269"/>
                  <a:pt x="103" y="262"/>
                  <a:pt x="111" y="253"/>
                </a:cubicBezTo>
                <a:cubicBezTo>
                  <a:pt x="119" y="244"/>
                  <a:pt x="124" y="237"/>
                  <a:pt x="127" y="233"/>
                </a:cubicBezTo>
                <a:cubicBezTo>
                  <a:pt x="130" y="229"/>
                  <a:pt x="135" y="223"/>
                  <a:pt x="141" y="215"/>
                </a:cubicBezTo>
                <a:cubicBezTo>
                  <a:pt x="147" y="208"/>
                  <a:pt x="151" y="201"/>
                  <a:pt x="154" y="196"/>
                </a:cubicBezTo>
                <a:cubicBezTo>
                  <a:pt x="156" y="191"/>
                  <a:pt x="159" y="185"/>
                  <a:pt x="162" y="179"/>
                </a:cubicBezTo>
                <a:cubicBezTo>
                  <a:pt x="166" y="172"/>
                  <a:pt x="169" y="166"/>
                  <a:pt x="170" y="160"/>
                </a:cubicBezTo>
                <a:cubicBezTo>
                  <a:pt x="172" y="153"/>
                  <a:pt x="173" y="146"/>
                  <a:pt x="174" y="141"/>
                </a:cubicBezTo>
                <a:cubicBezTo>
                  <a:pt x="176" y="135"/>
                  <a:pt x="176" y="129"/>
                  <a:pt x="176" y="121"/>
                </a:cubicBezTo>
                <a:cubicBezTo>
                  <a:pt x="176" y="96"/>
                  <a:pt x="169" y="74"/>
                  <a:pt x="156" y="56"/>
                </a:cubicBezTo>
                <a:cubicBezTo>
                  <a:pt x="142" y="38"/>
                  <a:pt x="123" y="28"/>
                  <a:pt x="98" y="28"/>
                </a:cubicBezTo>
                <a:cubicBezTo>
                  <a:pt x="85" y="28"/>
                  <a:pt x="73" y="32"/>
                  <a:pt x="63" y="39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5"/>
                  <a:pt x="35" y="68"/>
                  <a:pt x="35" y="70"/>
                </a:cubicBezTo>
                <a:cubicBezTo>
                  <a:pt x="35" y="70"/>
                  <a:pt x="36" y="70"/>
                  <a:pt x="38" y="70"/>
                </a:cubicBezTo>
                <a:cubicBezTo>
                  <a:pt x="46" y="70"/>
                  <a:pt x="53" y="73"/>
                  <a:pt x="62" y="79"/>
                </a:cubicBezTo>
                <a:cubicBezTo>
                  <a:pt x="69" y="84"/>
                  <a:pt x="73" y="93"/>
                  <a:pt x="73" y="106"/>
                </a:cubicBezTo>
                <a:cubicBezTo>
                  <a:pt x="73" y="116"/>
                  <a:pt x="70" y="124"/>
                  <a:pt x="63" y="131"/>
                </a:cubicBezTo>
                <a:cubicBezTo>
                  <a:pt x="57" y="138"/>
                  <a:pt x="47" y="141"/>
                  <a:pt x="35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7" name=""/>
          <p:cNvSpPr/>
          <p:nvPr/>
        </p:nvSpPr>
        <p:spPr>
          <a:xfrm>
            <a:off x="7091640" y="362556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4" y="0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0" y="20"/>
                </a:lnTo>
                <a:cubicBezTo>
                  <a:pt x="103" y="68"/>
                  <a:pt x="142" y="127"/>
                  <a:pt x="166" y="199"/>
                </a:cubicBezTo>
                <a:cubicBezTo>
                  <a:pt x="190" y="270"/>
                  <a:pt x="203" y="345"/>
                  <a:pt x="203" y="422"/>
                </a:cubicBezTo>
                <a:cubicBezTo>
                  <a:pt x="203" y="460"/>
                  <a:pt x="200" y="498"/>
                  <a:pt x="194" y="534"/>
                </a:cubicBezTo>
                <a:cubicBezTo>
                  <a:pt x="188" y="569"/>
                  <a:pt x="182" y="599"/>
                  <a:pt x="175" y="624"/>
                </a:cubicBezTo>
                <a:cubicBezTo>
                  <a:pt x="167" y="649"/>
                  <a:pt x="157" y="673"/>
                  <a:pt x="143" y="698"/>
                </a:cubicBezTo>
                <a:cubicBezTo>
                  <a:pt x="130" y="723"/>
                  <a:pt x="119" y="742"/>
                  <a:pt x="111" y="755"/>
                </a:cubicBezTo>
                <a:cubicBezTo>
                  <a:pt x="103" y="768"/>
                  <a:pt x="91" y="782"/>
                  <a:pt x="76" y="798"/>
                </a:cubicBezTo>
                <a:cubicBezTo>
                  <a:pt x="60" y="814"/>
                  <a:pt x="51" y="823"/>
                  <a:pt x="49" y="826"/>
                </a:cubicBezTo>
                <a:cubicBezTo>
                  <a:pt x="46" y="829"/>
                  <a:pt x="39" y="834"/>
                  <a:pt x="29" y="842"/>
                </a:cubicBezTo>
                <a:cubicBezTo>
                  <a:pt x="28" y="844"/>
                  <a:pt x="26" y="845"/>
                  <a:pt x="26" y="845"/>
                </a:cubicBezTo>
                <a:lnTo>
                  <a:pt x="16" y="845"/>
                </a:lnTo>
                <a:cubicBezTo>
                  <a:pt x="11" y="845"/>
                  <a:pt x="8" y="845"/>
                  <a:pt x="6" y="845"/>
                </a:cubicBezTo>
                <a:cubicBezTo>
                  <a:pt x="5" y="845"/>
                  <a:pt x="3" y="844"/>
                  <a:pt x="2" y="843"/>
                </a:cubicBezTo>
                <a:cubicBezTo>
                  <a:pt x="1" y="841"/>
                  <a:pt x="0" y="838"/>
                  <a:pt x="0" y="835"/>
                </a:cubicBezTo>
                <a:cubicBezTo>
                  <a:pt x="0" y="835"/>
                  <a:pt x="3" y="831"/>
                  <a:pt x="9" y="824"/>
                </a:cubicBezTo>
                <a:cubicBezTo>
                  <a:pt x="96" y="733"/>
                  <a:pt x="141" y="600"/>
                  <a:pt x="141" y="422"/>
                </a:cubicBezTo>
                <a:cubicBezTo>
                  <a:pt x="141" y="245"/>
                  <a:pt x="96" y="111"/>
                  <a:pt x="9" y="21"/>
                </a:cubicBezTo>
                <a:cubicBezTo>
                  <a:pt x="3" y="14"/>
                  <a:pt x="0" y="10"/>
                  <a:pt x="0" y="10"/>
                </a:cubicBezTo>
                <a:cubicBezTo>
                  <a:pt x="0" y="5"/>
                  <a:pt x="1" y="2"/>
                  <a:pt x="4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1333080" y="3619440"/>
            <a:ext cx="141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Location 1.0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7793280" y="361944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0.656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733320" y="412416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S5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51" name=""/>
          <p:cNvSpPr/>
          <p:nvPr/>
        </p:nvSpPr>
        <p:spPr>
          <a:xfrm>
            <a:off x="3838680" y="415044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1" y="39"/>
                </a:moveTo>
                <a:cubicBezTo>
                  <a:pt x="170" y="39"/>
                  <a:pt x="167" y="39"/>
                  <a:pt x="165" y="39"/>
                </a:cubicBezTo>
                <a:cubicBezTo>
                  <a:pt x="151" y="39"/>
                  <a:pt x="142" y="39"/>
                  <a:pt x="139" y="38"/>
                </a:cubicBezTo>
                <a:cubicBezTo>
                  <a:pt x="136" y="38"/>
                  <a:pt x="135" y="35"/>
                  <a:pt x="135" y="29"/>
                </a:cubicBezTo>
                <a:cubicBezTo>
                  <a:pt x="135" y="14"/>
                  <a:pt x="138" y="5"/>
                  <a:pt x="144" y="1"/>
                </a:cubicBezTo>
                <a:cubicBezTo>
                  <a:pt x="145" y="1"/>
                  <a:pt x="173" y="0"/>
                  <a:pt x="226" y="0"/>
                </a:cubicBezTo>
                <a:cubicBezTo>
                  <a:pt x="270" y="0"/>
                  <a:pt x="294" y="0"/>
                  <a:pt x="301" y="0"/>
                </a:cubicBezTo>
                <a:cubicBezTo>
                  <a:pt x="307" y="0"/>
                  <a:pt x="311" y="2"/>
                  <a:pt x="312" y="6"/>
                </a:cubicBezTo>
                <a:cubicBezTo>
                  <a:pt x="431" y="286"/>
                  <a:pt x="492" y="429"/>
                  <a:pt x="494" y="436"/>
                </a:cubicBezTo>
                <a:lnTo>
                  <a:pt x="540" y="256"/>
                </a:lnTo>
                <a:cubicBezTo>
                  <a:pt x="570" y="137"/>
                  <a:pt x="585" y="73"/>
                  <a:pt x="585" y="65"/>
                </a:cubicBezTo>
                <a:cubicBezTo>
                  <a:pt x="585" y="50"/>
                  <a:pt x="567" y="42"/>
                  <a:pt x="530" y="39"/>
                </a:cubicBezTo>
                <a:cubicBezTo>
                  <a:pt x="517" y="39"/>
                  <a:pt x="510" y="36"/>
                  <a:pt x="510" y="30"/>
                </a:cubicBezTo>
                <a:cubicBezTo>
                  <a:pt x="510" y="29"/>
                  <a:pt x="511" y="26"/>
                  <a:pt x="512" y="20"/>
                </a:cubicBezTo>
                <a:cubicBezTo>
                  <a:pt x="514" y="11"/>
                  <a:pt x="516" y="6"/>
                  <a:pt x="517" y="4"/>
                </a:cubicBezTo>
                <a:cubicBezTo>
                  <a:pt x="518" y="2"/>
                  <a:pt x="521" y="1"/>
                  <a:pt x="525" y="0"/>
                </a:cubicBezTo>
                <a:cubicBezTo>
                  <a:pt x="527" y="0"/>
                  <a:pt x="536" y="1"/>
                  <a:pt x="552" y="1"/>
                </a:cubicBezTo>
                <a:cubicBezTo>
                  <a:pt x="568" y="2"/>
                  <a:pt x="592" y="2"/>
                  <a:pt x="623" y="3"/>
                </a:cubicBezTo>
                <a:cubicBezTo>
                  <a:pt x="651" y="3"/>
                  <a:pt x="672" y="3"/>
                  <a:pt x="687" y="2"/>
                </a:cubicBezTo>
                <a:cubicBezTo>
                  <a:pt x="701" y="2"/>
                  <a:pt x="710" y="1"/>
                  <a:pt x="712" y="1"/>
                </a:cubicBezTo>
                <a:cubicBezTo>
                  <a:pt x="721" y="1"/>
                  <a:pt x="725" y="4"/>
                  <a:pt x="725" y="10"/>
                </a:cubicBezTo>
                <a:cubicBezTo>
                  <a:pt x="725" y="22"/>
                  <a:pt x="722" y="31"/>
                  <a:pt x="718" y="35"/>
                </a:cubicBezTo>
                <a:cubicBezTo>
                  <a:pt x="717" y="38"/>
                  <a:pt x="711" y="39"/>
                  <a:pt x="699" y="39"/>
                </a:cubicBezTo>
                <a:cubicBezTo>
                  <a:pt x="659" y="42"/>
                  <a:pt x="634" y="53"/>
                  <a:pt x="624" y="73"/>
                </a:cubicBezTo>
                <a:lnTo>
                  <a:pt x="497" y="572"/>
                </a:lnTo>
                <a:cubicBezTo>
                  <a:pt x="496" y="576"/>
                  <a:pt x="490" y="578"/>
                  <a:pt x="480" y="578"/>
                </a:cubicBezTo>
                <a:cubicBezTo>
                  <a:pt x="472" y="578"/>
                  <a:pt x="467" y="578"/>
                  <a:pt x="465" y="577"/>
                </a:cubicBezTo>
                <a:cubicBezTo>
                  <a:pt x="464" y="575"/>
                  <a:pt x="427" y="490"/>
                  <a:pt x="356" y="321"/>
                </a:cubicBezTo>
                <a:lnTo>
                  <a:pt x="249" y="67"/>
                </a:lnTo>
                <a:lnTo>
                  <a:pt x="194" y="288"/>
                </a:lnTo>
                <a:cubicBezTo>
                  <a:pt x="158" y="432"/>
                  <a:pt x="139" y="507"/>
                  <a:pt x="139" y="512"/>
                </a:cubicBezTo>
                <a:cubicBezTo>
                  <a:pt x="142" y="530"/>
                  <a:pt x="162" y="539"/>
                  <a:pt x="200" y="539"/>
                </a:cubicBezTo>
                <a:lnTo>
                  <a:pt x="209" y="539"/>
                </a:lnTo>
                <a:cubicBezTo>
                  <a:pt x="212" y="542"/>
                  <a:pt x="214" y="545"/>
                  <a:pt x="214" y="546"/>
                </a:cubicBezTo>
                <a:cubicBezTo>
                  <a:pt x="214" y="548"/>
                  <a:pt x="213" y="553"/>
                  <a:pt x="212" y="562"/>
                </a:cubicBezTo>
                <a:cubicBezTo>
                  <a:pt x="210" y="570"/>
                  <a:pt x="207" y="575"/>
                  <a:pt x="203" y="578"/>
                </a:cubicBezTo>
                <a:lnTo>
                  <a:pt x="192" y="578"/>
                </a:lnTo>
                <a:cubicBezTo>
                  <a:pt x="175" y="577"/>
                  <a:pt x="145" y="577"/>
                  <a:pt x="101" y="577"/>
                </a:cubicBezTo>
                <a:cubicBezTo>
                  <a:pt x="85" y="577"/>
                  <a:pt x="71" y="577"/>
                  <a:pt x="58" y="577"/>
                </a:cubicBezTo>
                <a:cubicBezTo>
                  <a:pt x="45" y="577"/>
                  <a:pt x="35" y="577"/>
                  <a:pt x="27" y="577"/>
                </a:cubicBezTo>
                <a:cubicBezTo>
                  <a:pt x="19" y="577"/>
                  <a:pt x="14" y="577"/>
                  <a:pt x="13" y="578"/>
                </a:cubicBezTo>
                <a:cubicBezTo>
                  <a:pt x="4" y="578"/>
                  <a:pt x="0" y="575"/>
                  <a:pt x="0" y="570"/>
                </a:cubicBezTo>
                <a:cubicBezTo>
                  <a:pt x="0" y="568"/>
                  <a:pt x="1" y="563"/>
                  <a:pt x="2" y="556"/>
                </a:cubicBezTo>
                <a:cubicBezTo>
                  <a:pt x="4" y="550"/>
                  <a:pt x="6" y="546"/>
                  <a:pt x="7" y="545"/>
                </a:cubicBezTo>
                <a:cubicBezTo>
                  <a:pt x="8" y="541"/>
                  <a:pt x="14" y="539"/>
                  <a:pt x="26" y="539"/>
                </a:cubicBezTo>
                <a:cubicBezTo>
                  <a:pt x="64" y="538"/>
                  <a:pt x="89" y="527"/>
                  <a:pt x="100" y="507"/>
                </a:cubicBezTo>
                <a:cubicBezTo>
                  <a:pt x="103" y="503"/>
                  <a:pt x="123" y="425"/>
                  <a:pt x="160" y="272"/>
                </a:cubicBezTo>
                <a:lnTo>
                  <a:pt x="218" y="42"/>
                </a:lnTo>
                <a:cubicBezTo>
                  <a:pt x="217" y="41"/>
                  <a:pt x="201" y="40"/>
                  <a:pt x="171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2" name=""/>
          <p:cNvSpPr/>
          <p:nvPr/>
        </p:nvSpPr>
        <p:spPr>
          <a:xfrm>
            <a:off x="4127760" y="413028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2"/>
                </a:moveTo>
                <a:cubicBezTo>
                  <a:pt x="0" y="383"/>
                  <a:pt x="3" y="346"/>
                  <a:pt x="9" y="312"/>
                </a:cubicBezTo>
                <a:cubicBezTo>
                  <a:pt x="14" y="277"/>
                  <a:pt x="21" y="247"/>
                  <a:pt x="28" y="221"/>
                </a:cubicBezTo>
                <a:cubicBezTo>
                  <a:pt x="35" y="196"/>
                  <a:pt x="46" y="171"/>
                  <a:pt x="59" y="147"/>
                </a:cubicBezTo>
                <a:cubicBezTo>
                  <a:pt x="73" y="123"/>
                  <a:pt x="83" y="104"/>
                  <a:pt x="91" y="90"/>
                </a:cubicBezTo>
                <a:cubicBezTo>
                  <a:pt x="100" y="77"/>
                  <a:pt x="112" y="62"/>
                  <a:pt x="128" y="46"/>
                </a:cubicBezTo>
                <a:cubicBezTo>
                  <a:pt x="144" y="31"/>
                  <a:pt x="153" y="21"/>
                  <a:pt x="156" y="18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2"/>
                  <a:pt x="203" y="7"/>
                </a:cubicBezTo>
                <a:cubicBezTo>
                  <a:pt x="203" y="9"/>
                  <a:pt x="198" y="15"/>
                  <a:pt x="189" y="25"/>
                </a:cubicBezTo>
                <a:cubicBezTo>
                  <a:pt x="179" y="35"/>
                  <a:pt x="168" y="50"/>
                  <a:pt x="154" y="70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1"/>
                  <a:pt x="86" y="210"/>
                  <a:pt x="76" y="259"/>
                </a:cubicBezTo>
                <a:cubicBezTo>
                  <a:pt x="67" y="308"/>
                  <a:pt x="62" y="363"/>
                  <a:pt x="62" y="422"/>
                </a:cubicBezTo>
                <a:cubicBezTo>
                  <a:pt x="62" y="482"/>
                  <a:pt x="67" y="536"/>
                  <a:pt x="76" y="584"/>
                </a:cubicBezTo>
                <a:cubicBezTo>
                  <a:pt x="86" y="633"/>
                  <a:pt x="98" y="672"/>
                  <a:pt x="112" y="702"/>
                </a:cubicBezTo>
                <a:cubicBezTo>
                  <a:pt x="125" y="732"/>
                  <a:pt x="139" y="756"/>
                  <a:pt x="153" y="775"/>
                </a:cubicBezTo>
                <a:cubicBezTo>
                  <a:pt x="167" y="794"/>
                  <a:pt x="179" y="809"/>
                  <a:pt x="189" y="820"/>
                </a:cubicBezTo>
                <a:cubicBezTo>
                  <a:pt x="198" y="831"/>
                  <a:pt x="203" y="837"/>
                  <a:pt x="203" y="838"/>
                </a:cubicBezTo>
                <a:cubicBezTo>
                  <a:pt x="203" y="843"/>
                  <a:pt x="199" y="846"/>
                  <a:pt x="190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3" y="825"/>
                </a:lnTo>
                <a:cubicBezTo>
                  <a:pt x="100" y="777"/>
                  <a:pt x="61" y="717"/>
                  <a:pt x="36" y="645"/>
                </a:cubicBezTo>
                <a:cubicBezTo>
                  <a:pt x="12" y="574"/>
                  <a:pt x="0" y="499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3" name=""/>
          <p:cNvSpPr/>
          <p:nvPr/>
        </p:nvSpPr>
        <p:spPr>
          <a:xfrm>
            <a:off x="4232880" y="415584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1"/>
                </a:moveTo>
                <a:cubicBezTo>
                  <a:pt x="96" y="444"/>
                  <a:pt x="91" y="456"/>
                  <a:pt x="82" y="465"/>
                </a:cubicBezTo>
                <a:cubicBezTo>
                  <a:pt x="73" y="474"/>
                  <a:pt x="62" y="478"/>
                  <a:pt x="49" y="478"/>
                </a:cubicBezTo>
                <a:lnTo>
                  <a:pt x="43" y="478"/>
                </a:lnTo>
                <a:cubicBezTo>
                  <a:pt x="69" y="523"/>
                  <a:pt x="104" y="545"/>
                  <a:pt x="147" y="545"/>
                </a:cubicBezTo>
                <a:cubicBezTo>
                  <a:pt x="186" y="545"/>
                  <a:pt x="216" y="528"/>
                  <a:pt x="234" y="494"/>
                </a:cubicBezTo>
                <a:cubicBezTo>
                  <a:pt x="244" y="476"/>
                  <a:pt x="250" y="439"/>
                  <a:pt x="250" y="386"/>
                </a:cubicBezTo>
                <a:cubicBezTo>
                  <a:pt x="250" y="327"/>
                  <a:pt x="242" y="288"/>
                  <a:pt x="227" y="268"/>
                </a:cubicBezTo>
                <a:cubicBezTo>
                  <a:pt x="212" y="249"/>
                  <a:pt x="195" y="240"/>
                  <a:pt x="177" y="240"/>
                </a:cubicBezTo>
                <a:lnTo>
                  <a:pt x="172" y="240"/>
                </a:lnTo>
                <a:cubicBezTo>
                  <a:pt x="128" y="240"/>
                  <a:pt x="95" y="259"/>
                  <a:pt x="72" y="297"/>
                </a:cubicBezTo>
                <a:cubicBezTo>
                  <a:pt x="70" y="301"/>
                  <a:pt x="68" y="303"/>
                  <a:pt x="66" y="304"/>
                </a:cubicBezTo>
                <a:cubicBezTo>
                  <a:pt x="65" y="304"/>
                  <a:pt x="60" y="305"/>
                  <a:pt x="54" y="306"/>
                </a:cubicBezTo>
                <a:cubicBezTo>
                  <a:pt x="44" y="306"/>
                  <a:pt x="39" y="304"/>
                  <a:pt x="38" y="301"/>
                </a:cubicBezTo>
                <a:cubicBezTo>
                  <a:pt x="36" y="298"/>
                  <a:pt x="36" y="249"/>
                  <a:pt x="36" y="153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0"/>
                  <a:pt x="42" y="0"/>
                  <a:pt x="43" y="0"/>
                </a:cubicBezTo>
                <a:cubicBezTo>
                  <a:pt x="44" y="0"/>
                  <a:pt x="50" y="2"/>
                  <a:pt x="61" y="7"/>
                </a:cubicBezTo>
                <a:cubicBezTo>
                  <a:pt x="72" y="11"/>
                  <a:pt x="88" y="16"/>
                  <a:pt x="108" y="20"/>
                </a:cubicBezTo>
                <a:cubicBezTo>
                  <a:pt x="127" y="25"/>
                  <a:pt x="148" y="27"/>
                  <a:pt x="171" y="27"/>
                </a:cubicBezTo>
                <a:cubicBezTo>
                  <a:pt x="212" y="27"/>
                  <a:pt x="250" y="19"/>
                  <a:pt x="287" y="3"/>
                </a:cubicBezTo>
                <a:cubicBezTo>
                  <a:pt x="291" y="1"/>
                  <a:pt x="295" y="0"/>
                  <a:pt x="298" y="0"/>
                </a:cubicBezTo>
                <a:cubicBezTo>
                  <a:pt x="302" y="0"/>
                  <a:pt x="305" y="5"/>
                  <a:pt x="305" y="15"/>
                </a:cubicBezTo>
                <a:lnTo>
                  <a:pt x="305" y="26"/>
                </a:lnTo>
                <a:cubicBezTo>
                  <a:pt x="258" y="81"/>
                  <a:pt x="200" y="108"/>
                  <a:pt x="130" y="108"/>
                </a:cubicBezTo>
                <a:cubicBezTo>
                  <a:pt x="113" y="108"/>
                  <a:pt x="97" y="106"/>
                  <a:pt x="83" y="103"/>
                </a:cubicBezTo>
                <a:lnTo>
                  <a:pt x="75" y="101"/>
                </a:lnTo>
                <a:lnTo>
                  <a:pt x="75" y="246"/>
                </a:lnTo>
                <a:cubicBezTo>
                  <a:pt x="85" y="239"/>
                  <a:pt x="94" y="232"/>
                  <a:pt x="100" y="228"/>
                </a:cubicBezTo>
                <a:cubicBezTo>
                  <a:pt x="106" y="223"/>
                  <a:pt x="116" y="219"/>
                  <a:pt x="130" y="214"/>
                </a:cubicBezTo>
                <a:cubicBezTo>
                  <a:pt x="145" y="210"/>
                  <a:pt x="159" y="208"/>
                  <a:pt x="174" y="208"/>
                </a:cubicBezTo>
                <a:cubicBezTo>
                  <a:pt x="220" y="208"/>
                  <a:pt x="259" y="226"/>
                  <a:pt x="290" y="263"/>
                </a:cubicBezTo>
                <a:cubicBezTo>
                  <a:pt x="322" y="299"/>
                  <a:pt x="338" y="342"/>
                  <a:pt x="338" y="394"/>
                </a:cubicBezTo>
                <a:cubicBezTo>
                  <a:pt x="338" y="445"/>
                  <a:pt x="320" y="490"/>
                  <a:pt x="283" y="526"/>
                </a:cubicBezTo>
                <a:cubicBezTo>
                  <a:pt x="247" y="563"/>
                  <a:pt x="203" y="581"/>
                  <a:pt x="151" y="582"/>
                </a:cubicBezTo>
                <a:cubicBezTo>
                  <a:pt x="105" y="582"/>
                  <a:pt x="69" y="567"/>
                  <a:pt x="41" y="536"/>
                </a:cubicBezTo>
                <a:cubicBezTo>
                  <a:pt x="13" y="506"/>
                  <a:pt x="0" y="472"/>
                  <a:pt x="0" y="433"/>
                </a:cubicBezTo>
                <a:cubicBezTo>
                  <a:pt x="0" y="420"/>
                  <a:pt x="3" y="409"/>
                  <a:pt x="9" y="401"/>
                </a:cubicBezTo>
                <a:cubicBezTo>
                  <a:pt x="15" y="393"/>
                  <a:pt x="22" y="388"/>
                  <a:pt x="28" y="386"/>
                </a:cubicBezTo>
                <a:cubicBezTo>
                  <a:pt x="35" y="384"/>
                  <a:pt x="41" y="383"/>
                  <a:pt x="48" y="383"/>
                </a:cubicBezTo>
                <a:cubicBezTo>
                  <a:pt x="62" y="383"/>
                  <a:pt x="73" y="387"/>
                  <a:pt x="82" y="397"/>
                </a:cubicBezTo>
                <a:cubicBezTo>
                  <a:pt x="91" y="407"/>
                  <a:pt x="96" y="418"/>
                  <a:pt x="96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4" name=""/>
          <p:cNvSpPr/>
          <p:nvPr/>
        </p:nvSpPr>
        <p:spPr>
          <a:xfrm>
            <a:off x="4381560" y="415584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79"/>
                  <a:pt x="193" y="581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5" y="93"/>
                  <a:pt x="90" y="119"/>
                </a:cubicBezTo>
                <a:cubicBezTo>
                  <a:pt x="86" y="145"/>
                  <a:pt x="83" y="199"/>
                  <a:pt x="83" y="281"/>
                </a:cubicBezTo>
                <a:cubicBezTo>
                  <a:pt x="83" y="371"/>
                  <a:pt x="86" y="430"/>
                  <a:pt x="90" y="458"/>
                </a:cubicBezTo>
                <a:cubicBezTo>
                  <a:pt x="95" y="486"/>
                  <a:pt x="105" y="508"/>
                  <a:pt x="121" y="524"/>
                </a:cubicBezTo>
                <a:cubicBezTo>
                  <a:pt x="136" y="541"/>
                  <a:pt x="156" y="550"/>
                  <a:pt x="179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5"/>
                  <a:pt x="273" y="281"/>
                </a:cubicBezTo>
                <a:cubicBezTo>
                  <a:pt x="273" y="199"/>
                  <a:pt x="271" y="146"/>
                  <a:pt x="267" y="120"/>
                </a:cubicBezTo>
                <a:cubicBezTo>
                  <a:pt x="262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5" name=""/>
          <p:cNvSpPr/>
          <p:nvPr/>
        </p:nvSpPr>
        <p:spPr>
          <a:xfrm>
            <a:off x="4545360" y="432144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3"/>
                </a:moveTo>
                <a:cubicBezTo>
                  <a:pt x="0" y="73"/>
                  <a:pt x="0" y="66"/>
                  <a:pt x="0" y="52"/>
                </a:cubicBezTo>
                <a:cubicBezTo>
                  <a:pt x="0" y="38"/>
                  <a:pt x="4" y="25"/>
                  <a:pt x="13" y="15"/>
                </a:cubicBezTo>
                <a:cubicBezTo>
                  <a:pt x="22" y="5"/>
                  <a:pt x="34" y="0"/>
                  <a:pt x="50" y="0"/>
                </a:cubicBezTo>
                <a:cubicBezTo>
                  <a:pt x="65" y="0"/>
                  <a:pt x="80" y="7"/>
                  <a:pt x="93" y="21"/>
                </a:cubicBezTo>
                <a:cubicBezTo>
                  <a:pt x="105" y="35"/>
                  <a:pt x="112" y="60"/>
                  <a:pt x="112" y="96"/>
                </a:cubicBezTo>
                <a:cubicBezTo>
                  <a:pt x="112" y="116"/>
                  <a:pt x="110" y="135"/>
                  <a:pt x="105" y="154"/>
                </a:cubicBezTo>
                <a:cubicBezTo>
                  <a:pt x="100" y="173"/>
                  <a:pt x="94" y="189"/>
                  <a:pt x="87" y="202"/>
                </a:cubicBezTo>
                <a:cubicBezTo>
                  <a:pt x="79" y="216"/>
                  <a:pt x="72" y="227"/>
                  <a:pt x="64" y="237"/>
                </a:cubicBezTo>
                <a:cubicBezTo>
                  <a:pt x="56" y="246"/>
                  <a:pt x="49" y="254"/>
                  <a:pt x="44" y="260"/>
                </a:cubicBezTo>
                <a:cubicBezTo>
                  <a:pt x="38" y="265"/>
                  <a:pt x="34" y="268"/>
                  <a:pt x="33" y="267"/>
                </a:cubicBezTo>
                <a:cubicBezTo>
                  <a:pt x="31" y="267"/>
                  <a:pt x="27" y="265"/>
                  <a:pt x="22" y="260"/>
                </a:cubicBezTo>
                <a:cubicBezTo>
                  <a:pt x="17" y="255"/>
                  <a:pt x="14" y="251"/>
                  <a:pt x="14" y="249"/>
                </a:cubicBezTo>
                <a:cubicBezTo>
                  <a:pt x="14" y="246"/>
                  <a:pt x="17" y="242"/>
                  <a:pt x="23" y="235"/>
                </a:cubicBezTo>
                <a:cubicBezTo>
                  <a:pt x="30" y="228"/>
                  <a:pt x="37" y="220"/>
                  <a:pt x="45" y="210"/>
                </a:cubicBezTo>
                <a:cubicBezTo>
                  <a:pt x="52" y="200"/>
                  <a:pt x="60" y="186"/>
                  <a:pt x="67" y="168"/>
                </a:cubicBezTo>
                <a:cubicBezTo>
                  <a:pt x="73" y="150"/>
                  <a:pt x="78" y="129"/>
                  <a:pt x="80" y="106"/>
                </a:cubicBezTo>
                <a:lnTo>
                  <a:pt x="80" y="95"/>
                </a:lnTo>
                <a:lnTo>
                  <a:pt x="79" y="96"/>
                </a:lnTo>
                <a:cubicBezTo>
                  <a:pt x="78" y="96"/>
                  <a:pt x="77" y="97"/>
                  <a:pt x="75" y="97"/>
                </a:cubicBezTo>
                <a:cubicBezTo>
                  <a:pt x="73" y="98"/>
                  <a:pt x="72" y="99"/>
                  <a:pt x="70" y="101"/>
                </a:cubicBezTo>
                <a:cubicBezTo>
                  <a:pt x="68" y="102"/>
                  <a:pt x="66" y="103"/>
                  <a:pt x="62" y="103"/>
                </a:cubicBezTo>
                <a:cubicBezTo>
                  <a:pt x="59" y="103"/>
                  <a:pt x="56" y="103"/>
                  <a:pt x="52" y="103"/>
                </a:cubicBezTo>
                <a:cubicBezTo>
                  <a:pt x="37" y="103"/>
                  <a:pt x="25" y="98"/>
                  <a:pt x="15" y="88"/>
                </a:cubicBez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6" name=""/>
          <p:cNvSpPr/>
          <p:nvPr/>
        </p:nvSpPr>
        <p:spPr>
          <a:xfrm>
            <a:off x="4682160" y="4155840"/>
            <a:ext cx="104760" cy="202680"/>
          </a:xfrm>
          <a:custGeom>
            <a:avLst/>
            <a:gdLst/>
            <a:ahLst/>
            <a:rect l="0" t="0" r="r" b="b"/>
            <a:pathLst>
              <a:path w="291" h="563">
                <a:moveTo>
                  <a:pt x="109" y="74"/>
                </a:moveTo>
                <a:lnTo>
                  <a:pt x="98" y="78"/>
                </a:lnTo>
                <a:cubicBezTo>
                  <a:pt x="91" y="81"/>
                  <a:pt x="79" y="84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2" y="53"/>
                  <a:pt x="67" y="49"/>
                  <a:pt x="89" y="41"/>
                </a:cubicBezTo>
                <a:cubicBezTo>
                  <a:pt x="112" y="34"/>
                  <a:pt x="127" y="27"/>
                  <a:pt x="136" y="21"/>
                </a:cubicBezTo>
                <a:cubicBezTo>
                  <a:pt x="146" y="15"/>
                  <a:pt x="153" y="9"/>
                  <a:pt x="160" y="2"/>
                </a:cubicBezTo>
                <a:cubicBezTo>
                  <a:pt x="161" y="1"/>
                  <a:pt x="165" y="0"/>
                  <a:pt x="170" y="0"/>
                </a:cubicBezTo>
                <a:cubicBezTo>
                  <a:pt x="175" y="0"/>
                  <a:pt x="180" y="2"/>
                  <a:pt x="185" y="5"/>
                </a:cubicBezTo>
                <a:lnTo>
                  <a:pt x="185" y="257"/>
                </a:lnTo>
                <a:lnTo>
                  <a:pt x="185" y="511"/>
                </a:lnTo>
                <a:cubicBezTo>
                  <a:pt x="189" y="515"/>
                  <a:pt x="194" y="517"/>
                  <a:pt x="197" y="518"/>
                </a:cubicBezTo>
                <a:cubicBezTo>
                  <a:pt x="199" y="520"/>
                  <a:pt x="206" y="521"/>
                  <a:pt x="217" y="522"/>
                </a:cubicBezTo>
                <a:cubicBezTo>
                  <a:pt x="228" y="523"/>
                  <a:pt x="245" y="523"/>
                  <a:pt x="269" y="523"/>
                </a:cubicBezTo>
                <a:lnTo>
                  <a:pt x="291" y="523"/>
                </a:lnTo>
                <a:lnTo>
                  <a:pt x="291" y="563"/>
                </a:lnTo>
                <a:lnTo>
                  <a:pt x="282" y="563"/>
                </a:lnTo>
                <a:cubicBezTo>
                  <a:pt x="270" y="562"/>
                  <a:pt x="225" y="561"/>
                  <a:pt x="147" y="561"/>
                </a:cubicBezTo>
                <a:cubicBezTo>
                  <a:pt x="70" y="561"/>
                  <a:pt x="26" y="562"/>
                  <a:pt x="14" y="563"/>
                </a:cubicBezTo>
                <a:lnTo>
                  <a:pt x="4" y="563"/>
                </a:lnTo>
                <a:lnTo>
                  <a:pt x="4" y="523"/>
                </a:lnTo>
                <a:lnTo>
                  <a:pt x="26" y="523"/>
                </a:lnTo>
                <a:cubicBezTo>
                  <a:pt x="38" y="523"/>
                  <a:pt x="49" y="523"/>
                  <a:pt x="58" y="523"/>
                </a:cubicBezTo>
                <a:cubicBezTo>
                  <a:pt x="67" y="523"/>
                  <a:pt x="74" y="523"/>
                  <a:pt x="79" y="523"/>
                </a:cubicBezTo>
                <a:cubicBezTo>
                  <a:pt x="84" y="522"/>
                  <a:pt x="89" y="521"/>
                  <a:pt x="93" y="520"/>
                </a:cubicBezTo>
                <a:cubicBezTo>
                  <a:pt x="97" y="519"/>
                  <a:pt x="99" y="518"/>
                  <a:pt x="99" y="518"/>
                </a:cubicBezTo>
                <a:cubicBezTo>
                  <a:pt x="100" y="518"/>
                  <a:pt x="102" y="517"/>
                  <a:pt x="104" y="514"/>
                </a:cubicBezTo>
                <a:cubicBezTo>
                  <a:pt x="107" y="511"/>
                  <a:pt x="109" y="510"/>
                  <a:pt x="109" y="511"/>
                </a:cubicBezTo>
                <a:lnTo>
                  <a:pt x="109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7" name=""/>
          <p:cNvSpPr/>
          <p:nvPr/>
        </p:nvSpPr>
        <p:spPr>
          <a:xfrm>
            <a:off x="4820760" y="415584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3"/>
                  <a:pt x="123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3" y="564"/>
                  <a:pt x="236" y="573"/>
                  <a:pt x="221" y="576"/>
                </a:cubicBezTo>
                <a:cubicBezTo>
                  <a:pt x="206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1" y="550"/>
                  <a:pt x="220" y="541"/>
                  <a:pt x="235" y="524"/>
                </a:cubicBezTo>
                <a:cubicBezTo>
                  <a:pt x="252" y="508"/>
                  <a:pt x="262" y="484"/>
                  <a:pt x="266" y="454"/>
                </a:cubicBezTo>
                <a:cubicBezTo>
                  <a:pt x="270" y="423"/>
                  <a:pt x="272" y="365"/>
                  <a:pt x="273" y="281"/>
                </a:cubicBezTo>
                <a:cubicBezTo>
                  <a:pt x="273" y="199"/>
                  <a:pt x="270" y="146"/>
                  <a:pt x="266" y="120"/>
                </a:cubicBezTo>
                <a:cubicBezTo>
                  <a:pt x="261" y="94"/>
                  <a:pt x="252" y="73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8" name=""/>
          <p:cNvSpPr/>
          <p:nvPr/>
        </p:nvSpPr>
        <p:spPr>
          <a:xfrm>
            <a:off x="4981680" y="4095720"/>
            <a:ext cx="86040" cy="143280"/>
          </a:xfrm>
          <a:custGeom>
            <a:avLst/>
            <a:gdLst/>
            <a:ahLst/>
            <a:rect l="0" t="0" r="r" b="b"/>
            <a:pathLst>
              <a:path w="239" h="398">
                <a:moveTo>
                  <a:pt x="35" y="141"/>
                </a:moveTo>
                <a:cubicBezTo>
                  <a:pt x="24" y="141"/>
                  <a:pt x="16" y="138"/>
                  <a:pt x="9" y="130"/>
                </a:cubicBezTo>
                <a:cubicBezTo>
                  <a:pt x="3" y="123"/>
                  <a:pt x="0" y="114"/>
                  <a:pt x="0" y="104"/>
                </a:cubicBezTo>
                <a:cubicBezTo>
                  <a:pt x="0" y="76"/>
                  <a:pt x="10" y="51"/>
                  <a:pt x="32" y="31"/>
                </a:cubicBezTo>
                <a:cubicBezTo>
                  <a:pt x="53" y="10"/>
                  <a:pt x="79" y="0"/>
                  <a:pt x="111" y="0"/>
                </a:cubicBezTo>
                <a:cubicBezTo>
                  <a:pt x="148" y="0"/>
                  <a:pt x="178" y="11"/>
                  <a:pt x="202" y="33"/>
                </a:cubicBezTo>
                <a:cubicBezTo>
                  <a:pt x="226" y="55"/>
                  <a:pt x="239" y="84"/>
                  <a:pt x="239" y="120"/>
                </a:cubicBezTo>
                <a:cubicBezTo>
                  <a:pt x="239" y="137"/>
                  <a:pt x="235" y="153"/>
                  <a:pt x="227" y="169"/>
                </a:cubicBezTo>
                <a:cubicBezTo>
                  <a:pt x="219" y="184"/>
                  <a:pt x="210" y="198"/>
                  <a:pt x="199" y="209"/>
                </a:cubicBezTo>
                <a:cubicBezTo>
                  <a:pt x="187" y="221"/>
                  <a:pt x="172" y="235"/>
                  <a:pt x="151" y="253"/>
                </a:cubicBezTo>
                <a:cubicBezTo>
                  <a:pt x="136" y="266"/>
                  <a:pt x="117" y="284"/>
                  <a:pt x="91" y="308"/>
                </a:cubicBezTo>
                <a:lnTo>
                  <a:pt x="55" y="343"/>
                </a:lnTo>
                <a:lnTo>
                  <a:pt x="101" y="343"/>
                </a:lnTo>
                <a:cubicBezTo>
                  <a:pt x="164" y="343"/>
                  <a:pt x="197" y="342"/>
                  <a:pt x="201" y="340"/>
                </a:cubicBezTo>
                <a:cubicBezTo>
                  <a:pt x="204" y="340"/>
                  <a:pt x="209" y="321"/>
                  <a:pt x="215" y="286"/>
                </a:cubicBezTo>
                <a:lnTo>
                  <a:pt x="215" y="284"/>
                </a:lnTo>
                <a:lnTo>
                  <a:pt x="239" y="284"/>
                </a:lnTo>
                <a:lnTo>
                  <a:pt x="239" y="286"/>
                </a:lnTo>
                <a:cubicBezTo>
                  <a:pt x="239" y="287"/>
                  <a:pt x="236" y="306"/>
                  <a:pt x="231" y="342"/>
                </a:cubicBezTo>
                <a:cubicBezTo>
                  <a:pt x="227" y="377"/>
                  <a:pt x="224" y="395"/>
                  <a:pt x="222" y="397"/>
                </a:cubicBezTo>
                <a:lnTo>
                  <a:pt x="222" y="398"/>
                </a:lnTo>
                <a:lnTo>
                  <a:pt x="0" y="398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1"/>
                  <a:pt x="21" y="350"/>
                </a:cubicBezTo>
                <a:cubicBezTo>
                  <a:pt x="33" y="337"/>
                  <a:pt x="43" y="325"/>
                  <a:pt x="51" y="316"/>
                </a:cubicBezTo>
                <a:cubicBezTo>
                  <a:pt x="55" y="312"/>
                  <a:pt x="62" y="304"/>
                  <a:pt x="72" y="293"/>
                </a:cubicBezTo>
                <a:cubicBezTo>
                  <a:pt x="82" y="283"/>
                  <a:pt x="89" y="275"/>
                  <a:pt x="93" y="271"/>
                </a:cubicBezTo>
                <a:cubicBezTo>
                  <a:pt x="96" y="267"/>
                  <a:pt x="102" y="261"/>
                  <a:pt x="110" y="252"/>
                </a:cubicBezTo>
                <a:cubicBezTo>
                  <a:pt x="118" y="242"/>
                  <a:pt x="124" y="236"/>
                  <a:pt x="127" y="231"/>
                </a:cubicBezTo>
                <a:cubicBezTo>
                  <a:pt x="130" y="227"/>
                  <a:pt x="135" y="221"/>
                  <a:pt x="141" y="213"/>
                </a:cubicBezTo>
                <a:cubicBezTo>
                  <a:pt x="147" y="206"/>
                  <a:pt x="151" y="199"/>
                  <a:pt x="153" y="194"/>
                </a:cubicBezTo>
                <a:cubicBezTo>
                  <a:pt x="156" y="189"/>
                  <a:pt x="159" y="183"/>
                  <a:pt x="162" y="177"/>
                </a:cubicBezTo>
                <a:cubicBezTo>
                  <a:pt x="166" y="171"/>
                  <a:pt x="168" y="164"/>
                  <a:pt x="170" y="158"/>
                </a:cubicBezTo>
                <a:cubicBezTo>
                  <a:pt x="172" y="151"/>
                  <a:pt x="173" y="146"/>
                  <a:pt x="174" y="140"/>
                </a:cubicBezTo>
                <a:cubicBezTo>
                  <a:pt x="175" y="134"/>
                  <a:pt x="176" y="128"/>
                  <a:pt x="176" y="120"/>
                </a:cubicBezTo>
                <a:cubicBezTo>
                  <a:pt x="176" y="95"/>
                  <a:pt x="169" y="73"/>
                  <a:pt x="156" y="55"/>
                </a:cubicBezTo>
                <a:cubicBezTo>
                  <a:pt x="142" y="37"/>
                  <a:pt x="123" y="28"/>
                  <a:pt x="98" y="28"/>
                </a:cubicBezTo>
                <a:cubicBezTo>
                  <a:pt x="84" y="28"/>
                  <a:pt x="72" y="31"/>
                  <a:pt x="62" y="38"/>
                </a:cubicBezTo>
                <a:cubicBezTo>
                  <a:pt x="52" y="45"/>
                  <a:pt x="45" y="51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69"/>
                  <a:pt x="36" y="69"/>
                  <a:pt x="38" y="69"/>
                </a:cubicBezTo>
                <a:cubicBezTo>
                  <a:pt x="45" y="69"/>
                  <a:pt x="53" y="72"/>
                  <a:pt x="60" y="78"/>
                </a:cubicBezTo>
                <a:cubicBezTo>
                  <a:pt x="68" y="83"/>
                  <a:pt x="72" y="93"/>
                  <a:pt x="72" y="105"/>
                </a:cubicBezTo>
                <a:cubicBezTo>
                  <a:pt x="72" y="115"/>
                  <a:pt x="68" y="124"/>
                  <a:pt x="62" y="130"/>
                </a:cubicBezTo>
                <a:cubicBezTo>
                  <a:pt x="56" y="137"/>
                  <a:pt x="47" y="141"/>
                  <a:pt x="35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9" name=""/>
          <p:cNvSpPr/>
          <p:nvPr/>
        </p:nvSpPr>
        <p:spPr>
          <a:xfrm>
            <a:off x="5110200" y="413028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6" y="0"/>
                </a:cubicBezTo>
                <a:lnTo>
                  <a:pt x="27" y="0"/>
                </a:lnTo>
                <a:lnTo>
                  <a:pt x="50" y="20"/>
                </a:lnTo>
                <a:cubicBezTo>
                  <a:pt x="103" y="68"/>
                  <a:pt x="142" y="128"/>
                  <a:pt x="166" y="199"/>
                </a:cubicBezTo>
                <a:cubicBezTo>
                  <a:pt x="191" y="271"/>
                  <a:pt x="203" y="345"/>
                  <a:pt x="203" y="422"/>
                </a:cubicBezTo>
                <a:cubicBezTo>
                  <a:pt x="203" y="460"/>
                  <a:pt x="200" y="497"/>
                  <a:pt x="195" y="533"/>
                </a:cubicBezTo>
                <a:cubicBezTo>
                  <a:pt x="189" y="568"/>
                  <a:pt x="183" y="598"/>
                  <a:pt x="174" y="623"/>
                </a:cubicBezTo>
                <a:cubicBezTo>
                  <a:pt x="167" y="648"/>
                  <a:pt x="157" y="673"/>
                  <a:pt x="143" y="698"/>
                </a:cubicBezTo>
                <a:cubicBezTo>
                  <a:pt x="130" y="722"/>
                  <a:pt x="119" y="741"/>
                  <a:pt x="111" y="754"/>
                </a:cubicBezTo>
                <a:cubicBezTo>
                  <a:pt x="103" y="768"/>
                  <a:pt x="92" y="782"/>
                  <a:pt x="76" y="798"/>
                </a:cubicBezTo>
                <a:cubicBezTo>
                  <a:pt x="61" y="814"/>
                  <a:pt x="52" y="823"/>
                  <a:pt x="49" y="826"/>
                </a:cubicBezTo>
                <a:cubicBezTo>
                  <a:pt x="47" y="829"/>
                  <a:pt x="40" y="834"/>
                  <a:pt x="30" y="842"/>
                </a:cubicBezTo>
                <a:cubicBezTo>
                  <a:pt x="28" y="844"/>
                  <a:pt x="27" y="845"/>
                  <a:pt x="27" y="846"/>
                </a:cubicBezTo>
                <a:lnTo>
                  <a:pt x="16" y="846"/>
                </a:lnTo>
                <a:cubicBezTo>
                  <a:pt x="12" y="846"/>
                  <a:pt x="9" y="846"/>
                  <a:pt x="7" y="846"/>
                </a:cubicBezTo>
                <a:cubicBezTo>
                  <a:pt x="5" y="846"/>
                  <a:pt x="4" y="845"/>
                  <a:pt x="3" y="843"/>
                </a:cubicBezTo>
                <a:cubicBezTo>
                  <a:pt x="2" y="841"/>
                  <a:pt x="1" y="839"/>
                  <a:pt x="0" y="835"/>
                </a:cubicBezTo>
                <a:cubicBezTo>
                  <a:pt x="1" y="835"/>
                  <a:pt x="4" y="831"/>
                  <a:pt x="10" y="824"/>
                </a:cubicBezTo>
                <a:cubicBezTo>
                  <a:pt x="97" y="733"/>
                  <a:pt x="141" y="599"/>
                  <a:pt x="141" y="422"/>
                </a:cubicBezTo>
                <a:cubicBezTo>
                  <a:pt x="141" y="245"/>
                  <a:pt x="97" y="112"/>
                  <a:pt x="10" y="21"/>
                </a:cubicBezTo>
                <a:cubicBezTo>
                  <a:pt x="4" y="14"/>
                  <a:pt x="1" y="11"/>
                  <a:pt x="0" y="10"/>
                </a:cubicBezTo>
                <a:cubicBezTo>
                  <a:pt x="0" y="6"/>
                  <a:pt x="2" y="2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0" name=""/>
          <p:cNvSpPr/>
          <p:nvPr/>
        </p:nvSpPr>
        <p:spPr>
          <a:xfrm>
            <a:off x="5819760" y="415044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3" y="39"/>
                </a:moveTo>
                <a:cubicBezTo>
                  <a:pt x="171" y="39"/>
                  <a:pt x="169" y="39"/>
                  <a:pt x="166" y="39"/>
                </a:cubicBezTo>
                <a:cubicBezTo>
                  <a:pt x="152" y="39"/>
                  <a:pt x="143" y="39"/>
                  <a:pt x="141" y="38"/>
                </a:cubicBezTo>
                <a:cubicBezTo>
                  <a:pt x="138" y="38"/>
                  <a:pt x="136" y="35"/>
                  <a:pt x="136" y="29"/>
                </a:cubicBezTo>
                <a:cubicBezTo>
                  <a:pt x="136" y="14"/>
                  <a:pt x="139" y="5"/>
                  <a:pt x="146" y="1"/>
                </a:cubicBezTo>
                <a:cubicBezTo>
                  <a:pt x="147" y="1"/>
                  <a:pt x="174" y="0"/>
                  <a:pt x="228" y="0"/>
                </a:cubicBezTo>
                <a:cubicBezTo>
                  <a:pt x="271" y="0"/>
                  <a:pt x="296" y="0"/>
                  <a:pt x="302" y="0"/>
                </a:cubicBezTo>
                <a:cubicBezTo>
                  <a:pt x="308" y="0"/>
                  <a:pt x="312" y="2"/>
                  <a:pt x="314" y="6"/>
                </a:cubicBezTo>
                <a:cubicBezTo>
                  <a:pt x="433" y="286"/>
                  <a:pt x="493" y="429"/>
                  <a:pt x="495" y="436"/>
                </a:cubicBezTo>
                <a:lnTo>
                  <a:pt x="541" y="256"/>
                </a:lnTo>
                <a:cubicBezTo>
                  <a:pt x="571" y="137"/>
                  <a:pt x="586" y="73"/>
                  <a:pt x="586" y="65"/>
                </a:cubicBezTo>
                <a:cubicBezTo>
                  <a:pt x="586" y="50"/>
                  <a:pt x="568" y="42"/>
                  <a:pt x="532" y="39"/>
                </a:cubicBezTo>
                <a:cubicBezTo>
                  <a:pt x="518" y="39"/>
                  <a:pt x="511" y="36"/>
                  <a:pt x="511" y="30"/>
                </a:cubicBezTo>
                <a:cubicBezTo>
                  <a:pt x="511" y="29"/>
                  <a:pt x="512" y="26"/>
                  <a:pt x="513" y="20"/>
                </a:cubicBezTo>
                <a:cubicBezTo>
                  <a:pt x="515" y="11"/>
                  <a:pt x="517" y="6"/>
                  <a:pt x="518" y="4"/>
                </a:cubicBezTo>
                <a:cubicBezTo>
                  <a:pt x="519" y="2"/>
                  <a:pt x="522" y="1"/>
                  <a:pt x="527" y="0"/>
                </a:cubicBezTo>
                <a:cubicBezTo>
                  <a:pt x="528" y="0"/>
                  <a:pt x="537" y="1"/>
                  <a:pt x="553" y="1"/>
                </a:cubicBezTo>
                <a:cubicBezTo>
                  <a:pt x="569" y="2"/>
                  <a:pt x="592" y="2"/>
                  <a:pt x="623" y="3"/>
                </a:cubicBezTo>
                <a:cubicBezTo>
                  <a:pt x="651" y="3"/>
                  <a:pt x="672" y="3"/>
                  <a:pt x="687" y="2"/>
                </a:cubicBezTo>
                <a:cubicBezTo>
                  <a:pt x="702" y="2"/>
                  <a:pt x="710" y="1"/>
                  <a:pt x="712" y="1"/>
                </a:cubicBezTo>
                <a:cubicBezTo>
                  <a:pt x="721" y="1"/>
                  <a:pt x="725" y="4"/>
                  <a:pt x="725" y="10"/>
                </a:cubicBezTo>
                <a:cubicBezTo>
                  <a:pt x="725" y="22"/>
                  <a:pt x="723" y="31"/>
                  <a:pt x="718" y="35"/>
                </a:cubicBezTo>
                <a:cubicBezTo>
                  <a:pt x="717" y="38"/>
                  <a:pt x="711" y="39"/>
                  <a:pt x="700" y="39"/>
                </a:cubicBezTo>
                <a:cubicBezTo>
                  <a:pt x="660" y="42"/>
                  <a:pt x="635" y="53"/>
                  <a:pt x="625" y="73"/>
                </a:cubicBezTo>
                <a:lnTo>
                  <a:pt x="499" y="572"/>
                </a:lnTo>
                <a:cubicBezTo>
                  <a:pt x="498" y="576"/>
                  <a:pt x="492" y="578"/>
                  <a:pt x="481" y="578"/>
                </a:cubicBezTo>
                <a:cubicBezTo>
                  <a:pt x="473" y="578"/>
                  <a:pt x="468" y="578"/>
                  <a:pt x="467" y="577"/>
                </a:cubicBezTo>
                <a:cubicBezTo>
                  <a:pt x="465" y="575"/>
                  <a:pt x="429" y="490"/>
                  <a:pt x="358" y="321"/>
                </a:cubicBezTo>
                <a:lnTo>
                  <a:pt x="250" y="67"/>
                </a:lnTo>
                <a:lnTo>
                  <a:pt x="195" y="288"/>
                </a:lnTo>
                <a:cubicBezTo>
                  <a:pt x="159" y="432"/>
                  <a:pt x="141" y="507"/>
                  <a:pt x="141" y="512"/>
                </a:cubicBezTo>
                <a:cubicBezTo>
                  <a:pt x="143" y="530"/>
                  <a:pt x="164" y="539"/>
                  <a:pt x="201" y="539"/>
                </a:cubicBezTo>
                <a:lnTo>
                  <a:pt x="210" y="539"/>
                </a:lnTo>
                <a:cubicBezTo>
                  <a:pt x="213" y="542"/>
                  <a:pt x="215" y="545"/>
                  <a:pt x="215" y="546"/>
                </a:cubicBezTo>
                <a:cubicBezTo>
                  <a:pt x="215" y="548"/>
                  <a:pt x="214" y="553"/>
                  <a:pt x="213" y="562"/>
                </a:cubicBezTo>
                <a:cubicBezTo>
                  <a:pt x="211" y="570"/>
                  <a:pt x="208" y="575"/>
                  <a:pt x="205" y="578"/>
                </a:cubicBezTo>
                <a:lnTo>
                  <a:pt x="194" y="578"/>
                </a:lnTo>
                <a:cubicBezTo>
                  <a:pt x="176" y="577"/>
                  <a:pt x="146" y="577"/>
                  <a:pt x="103" y="577"/>
                </a:cubicBezTo>
                <a:cubicBezTo>
                  <a:pt x="86" y="577"/>
                  <a:pt x="71" y="577"/>
                  <a:pt x="59" y="577"/>
                </a:cubicBezTo>
                <a:cubicBezTo>
                  <a:pt x="46" y="577"/>
                  <a:pt x="35" y="577"/>
                  <a:pt x="27" y="577"/>
                </a:cubicBezTo>
                <a:cubicBezTo>
                  <a:pt x="19" y="577"/>
                  <a:pt x="15" y="577"/>
                  <a:pt x="13" y="578"/>
                </a:cubicBezTo>
                <a:cubicBezTo>
                  <a:pt x="4" y="578"/>
                  <a:pt x="0" y="575"/>
                  <a:pt x="0" y="570"/>
                </a:cubicBezTo>
                <a:cubicBezTo>
                  <a:pt x="0" y="568"/>
                  <a:pt x="1" y="563"/>
                  <a:pt x="3" y="556"/>
                </a:cubicBezTo>
                <a:cubicBezTo>
                  <a:pt x="4" y="550"/>
                  <a:pt x="6" y="546"/>
                  <a:pt x="7" y="545"/>
                </a:cubicBezTo>
                <a:cubicBezTo>
                  <a:pt x="8" y="541"/>
                  <a:pt x="15" y="539"/>
                  <a:pt x="26" y="539"/>
                </a:cubicBezTo>
                <a:cubicBezTo>
                  <a:pt x="65" y="538"/>
                  <a:pt x="89" y="527"/>
                  <a:pt x="101" y="507"/>
                </a:cubicBezTo>
                <a:cubicBezTo>
                  <a:pt x="104" y="503"/>
                  <a:pt x="124" y="425"/>
                  <a:pt x="162" y="272"/>
                </a:cubicBezTo>
                <a:lnTo>
                  <a:pt x="219" y="42"/>
                </a:lnTo>
                <a:cubicBezTo>
                  <a:pt x="218" y="41"/>
                  <a:pt x="203" y="40"/>
                  <a:pt x="173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1" name=""/>
          <p:cNvSpPr/>
          <p:nvPr/>
        </p:nvSpPr>
        <p:spPr>
          <a:xfrm>
            <a:off x="6108840" y="413028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2"/>
                </a:moveTo>
                <a:cubicBezTo>
                  <a:pt x="0" y="383"/>
                  <a:pt x="3" y="346"/>
                  <a:pt x="9" y="312"/>
                </a:cubicBezTo>
                <a:cubicBezTo>
                  <a:pt x="15" y="277"/>
                  <a:pt x="22" y="247"/>
                  <a:pt x="29" y="221"/>
                </a:cubicBezTo>
                <a:cubicBezTo>
                  <a:pt x="37" y="196"/>
                  <a:pt x="47" y="171"/>
                  <a:pt x="61" y="147"/>
                </a:cubicBezTo>
                <a:cubicBezTo>
                  <a:pt x="74" y="123"/>
                  <a:pt x="85" y="104"/>
                  <a:pt x="93" y="90"/>
                </a:cubicBezTo>
                <a:cubicBezTo>
                  <a:pt x="101" y="77"/>
                  <a:pt x="112" y="62"/>
                  <a:pt x="128" y="46"/>
                </a:cubicBezTo>
                <a:cubicBezTo>
                  <a:pt x="144" y="31"/>
                  <a:pt x="153" y="21"/>
                  <a:pt x="156" y="18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2" y="0"/>
                </a:lnTo>
                <a:cubicBezTo>
                  <a:pt x="199" y="0"/>
                  <a:pt x="203" y="2"/>
                  <a:pt x="203" y="7"/>
                </a:cubicBezTo>
                <a:cubicBezTo>
                  <a:pt x="203" y="9"/>
                  <a:pt x="199" y="15"/>
                  <a:pt x="189" y="25"/>
                </a:cubicBezTo>
                <a:cubicBezTo>
                  <a:pt x="179" y="35"/>
                  <a:pt x="168" y="50"/>
                  <a:pt x="154" y="70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1"/>
                  <a:pt x="87" y="210"/>
                  <a:pt x="77" y="259"/>
                </a:cubicBezTo>
                <a:cubicBezTo>
                  <a:pt x="68" y="308"/>
                  <a:pt x="63" y="363"/>
                  <a:pt x="63" y="422"/>
                </a:cubicBezTo>
                <a:cubicBezTo>
                  <a:pt x="63" y="482"/>
                  <a:pt x="68" y="536"/>
                  <a:pt x="77" y="584"/>
                </a:cubicBezTo>
                <a:cubicBezTo>
                  <a:pt x="87" y="633"/>
                  <a:pt x="99" y="672"/>
                  <a:pt x="112" y="702"/>
                </a:cubicBezTo>
                <a:cubicBezTo>
                  <a:pt x="126" y="732"/>
                  <a:pt x="139" y="756"/>
                  <a:pt x="154" y="775"/>
                </a:cubicBezTo>
                <a:cubicBezTo>
                  <a:pt x="168" y="794"/>
                  <a:pt x="179" y="809"/>
                  <a:pt x="189" y="820"/>
                </a:cubicBezTo>
                <a:cubicBezTo>
                  <a:pt x="199" y="831"/>
                  <a:pt x="203" y="837"/>
                  <a:pt x="203" y="838"/>
                </a:cubicBezTo>
                <a:cubicBezTo>
                  <a:pt x="203" y="843"/>
                  <a:pt x="199" y="846"/>
                  <a:pt x="191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4" y="825"/>
                </a:lnTo>
                <a:cubicBezTo>
                  <a:pt x="101" y="777"/>
                  <a:pt x="62" y="717"/>
                  <a:pt x="38" y="645"/>
                </a:cubicBezTo>
                <a:cubicBezTo>
                  <a:pt x="13" y="574"/>
                  <a:pt x="0" y="499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2" name=""/>
          <p:cNvSpPr/>
          <p:nvPr/>
        </p:nvSpPr>
        <p:spPr>
          <a:xfrm>
            <a:off x="6213960" y="415584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1"/>
                </a:moveTo>
                <a:cubicBezTo>
                  <a:pt x="97" y="444"/>
                  <a:pt x="92" y="456"/>
                  <a:pt x="83" y="465"/>
                </a:cubicBezTo>
                <a:cubicBezTo>
                  <a:pt x="74" y="474"/>
                  <a:pt x="63" y="478"/>
                  <a:pt x="50" y="478"/>
                </a:cubicBezTo>
                <a:lnTo>
                  <a:pt x="44" y="478"/>
                </a:lnTo>
                <a:cubicBezTo>
                  <a:pt x="70" y="523"/>
                  <a:pt x="105" y="545"/>
                  <a:pt x="148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6"/>
                  <a:pt x="250" y="439"/>
                  <a:pt x="250" y="386"/>
                </a:cubicBezTo>
                <a:cubicBezTo>
                  <a:pt x="250" y="327"/>
                  <a:pt x="242" y="288"/>
                  <a:pt x="227" y="268"/>
                </a:cubicBezTo>
                <a:cubicBezTo>
                  <a:pt x="213" y="249"/>
                  <a:pt x="196" y="240"/>
                  <a:pt x="178" y="240"/>
                </a:cubicBezTo>
                <a:lnTo>
                  <a:pt x="173" y="240"/>
                </a:lnTo>
                <a:cubicBezTo>
                  <a:pt x="129" y="240"/>
                  <a:pt x="96" y="259"/>
                  <a:pt x="73" y="297"/>
                </a:cubicBezTo>
                <a:cubicBezTo>
                  <a:pt x="70" y="301"/>
                  <a:pt x="68" y="303"/>
                  <a:pt x="67" y="304"/>
                </a:cubicBezTo>
                <a:cubicBezTo>
                  <a:pt x="65" y="304"/>
                  <a:pt x="61" y="305"/>
                  <a:pt x="54" y="306"/>
                </a:cubicBezTo>
                <a:cubicBezTo>
                  <a:pt x="44" y="306"/>
                  <a:pt x="39" y="304"/>
                  <a:pt x="38" y="301"/>
                </a:cubicBezTo>
                <a:cubicBezTo>
                  <a:pt x="37" y="298"/>
                  <a:pt x="36" y="249"/>
                  <a:pt x="36" y="153"/>
                </a:cubicBezTo>
                <a:lnTo>
                  <a:pt x="36" y="44"/>
                </a:lnTo>
                <a:cubicBezTo>
                  <a:pt x="36" y="16"/>
                  <a:pt x="38" y="2"/>
                  <a:pt x="40" y="2"/>
                </a:cubicBezTo>
                <a:cubicBezTo>
                  <a:pt x="42" y="0"/>
                  <a:pt x="43" y="0"/>
                  <a:pt x="44" y="0"/>
                </a:cubicBezTo>
                <a:cubicBezTo>
                  <a:pt x="44" y="0"/>
                  <a:pt x="50" y="2"/>
                  <a:pt x="62" y="7"/>
                </a:cubicBezTo>
                <a:cubicBezTo>
                  <a:pt x="73" y="11"/>
                  <a:pt x="88" y="16"/>
                  <a:pt x="109" y="20"/>
                </a:cubicBezTo>
                <a:cubicBezTo>
                  <a:pt x="129" y="25"/>
                  <a:pt x="150" y="27"/>
                  <a:pt x="172" y="27"/>
                </a:cubicBezTo>
                <a:cubicBezTo>
                  <a:pt x="212" y="27"/>
                  <a:pt x="251" y="19"/>
                  <a:pt x="287" y="3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1"/>
                  <a:pt x="201" y="108"/>
                  <a:pt x="132" y="108"/>
                </a:cubicBezTo>
                <a:cubicBezTo>
                  <a:pt x="114" y="108"/>
                  <a:pt x="99" y="106"/>
                  <a:pt x="83" y="103"/>
                </a:cubicBezTo>
                <a:lnTo>
                  <a:pt x="75" y="101"/>
                </a:lnTo>
                <a:lnTo>
                  <a:pt x="75" y="246"/>
                </a:lnTo>
                <a:cubicBezTo>
                  <a:pt x="86" y="239"/>
                  <a:pt x="94" y="232"/>
                  <a:pt x="101" y="228"/>
                </a:cubicBezTo>
                <a:cubicBezTo>
                  <a:pt x="108" y="223"/>
                  <a:pt x="118" y="219"/>
                  <a:pt x="132" y="214"/>
                </a:cubicBezTo>
                <a:cubicBezTo>
                  <a:pt x="146" y="210"/>
                  <a:pt x="160" y="208"/>
                  <a:pt x="175" y="208"/>
                </a:cubicBezTo>
                <a:cubicBezTo>
                  <a:pt x="220" y="208"/>
                  <a:pt x="259" y="226"/>
                  <a:pt x="291" y="263"/>
                </a:cubicBezTo>
                <a:cubicBezTo>
                  <a:pt x="322" y="299"/>
                  <a:pt x="338" y="342"/>
                  <a:pt x="338" y="394"/>
                </a:cubicBezTo>
                <a:cubicBezTo>
                  <a:pt x="338" y="445"/>
                  <a:pt x="320" y="490"/>
                  <a:pt x="284" y="526"/>
                </a:cubicBezTo>
                <a:cubicBezTo>
                  <a:pt x="248" y="563"/>
                  <a:pt x="204" y="581"/>
                  <a:pt x="152" y="582"/>
                </a:cubicBezTo>
                <a:cubicBezTo>
                  <a:pt x="106" y="582"/>
                  <a:pt x="69" y="567"/>
                  <a:pt x="41" y="536"/>
                </a:cubicBezTo>
                <a:cubicBezTo>
                  <a:pt x="14" y="506"/>
                  <a:pt x="0" y="472"/>
                  <a:pt x="0" y="433"/>
                </a:cubicBezTo>
                <a:cubicBezTo>
                  <a:pt x="0" y="420"/>
                  <a:pt x="3" y="409"/>
                  <a:pt x="9" y="401"/>
                </a:cubicBezTo>
                <a:cubicBezTo>
                  <a:pt x="15" y="393"/>
                  <a:pt x="22" y="388"/>
                  <a:pt x="29" y="386"/>
                </a:cubicBezTo>
                <a:cubicBezTo>
                  <a:pt x="35" y="384"/>
                  <a:pt x="42" y="383"/>
                  <a:pt x="48" y="383"/>
                </a:cubicBezTo>
                <a:cubicBezTo>
                  <a:pt x="62" y="383"/>
                  <a:pt x="74" y="387"/>
                  <a:pt x="83" y="397"/>
                </a:cubicBezTo>
                <a:cubicBezTo>
                  <a:pt x="92" y="407"/>
                  <a:pt x="97" y="418"/>
                  <a:pt x="97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3" name=""/>
          <p:cNvSpPr/>
          <p:nvPr/>
        </p:nvSpPr>
        <p:spPr>
          <a:xfrm>
            <a:off x="6362640" y="415584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80" y="23"/>
                  <a:pt x="123" y="0"/>
                  <a:pt x="177" y="0"/>
                </a:cubicBezTo>
                <a:cubicBezTo>
                  <a:pt x="204" y="0"/>
                  <a:pt x="231" y="7"/>
                  <a:pt x="259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3" y="564"/>
                  <a:pt x="236" y="573"/>
                  <a:pt x="221" y="576"/>
                </a:cubicBezTo>
                <a:cubicBezTo>
                  <a:pt x="207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20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2" y="508"/>
                  <a:pt x="263" y="484"/>
                  <a:pt x="267" y="454"/>
                </a:cubicBezTo>
                <a:cubicBezTo>
                  <a:pt x="271" y="423"/>
                  <a:pt x="273" y="365"/>
                  <a:pt x="274" y="281"/>
                </a:cubicBezTo>
                <a:cubicBezTo>
                  <a:pt x="274" y="199"/>
                  <a:pt x="271" y="146"/>
                  <a:pt x="267" y="120"/>
                </a:cubicBezTo>
                <a:cubicBezTo>
                  <a:pt x="262" y="94"/>
                  <a:pt x="252" y="73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4" name=""/>
          <p:cNvSpPr/>
          <p:nvPr/>
        </p:nvSpPr>
        <p:spPr>
          <a:xfrm>
            <a:off x="6526440" y="432144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3"/>
                </a:moveTo>
                <a:cubicBezTo>
                  <a:pt x="0" y="73"/>
                  <a:pt x="0" y="66"/>
                  <a:pt x="0" y="52"/>
                </a:cubicBezTo>
                <a:cubicBezTo>
                  <a:pt x="0" y="38"/>
                  <a:pt x="5" y="25"/>
                  <a:pt x="14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5"/>
                  <a:pt x="112" y="60"/>
                  <a:pt x="113" y="96"/>
                </a:cubicBezTo>
                <a:cubicBezTo>
                  <a:pt x="113" y="116"/>
                  <a:pt x="110" y="135"/>
                  <a:pt x="105" y="154"/>
                </a:cubicBezTo>
                <a:cubicBezTo>
                  <a:pt x="100" y="173"/>
                  <a:pt x="94" y="189"/>
                  <a:pt x="87" y="202"/>
                </a:cubicBezTo>
                <a:cubicBezTo>
                  <a:pt x="81" y="216"/>
                  <a:pt x="73" y="227"/>
                  <a:pt x="65" y="237"/>
                </a:cubicBezTo>
                <a:cubicBezTo>
                  <a:pt x="57" y="246"/>
                  <a:pt x="51" y="254"/>
                  <a:pt x="45" y="260"/>
                </a:cubicBezTo>
                <a:cubicBezTo>
                  <a:pt x="39" y="265"/>
                  <a:pt x="36" y="268"/>
                  <a:pt x="34" y="267"/>
                </a:cubicBezTo>
                <a:cubicBezTo>
                  <a:pt x="32" y="267"/>
                  <a:pt x="28" y="265"/>
                  <a:pt x="23" y="260"/>
                </a:cubicBezTo>
                <a:cubicBezTo>
                  <a:pt x="17" y="255"/>
                  <a:pt x="15" y="251"/>
                  <a:pt x="15" y="249"/>
                </a:cubicBezTo>
                <a:cubicBezTo>
                  <a:pt x="15" y="246"/>
                  <a:pt x="18" y="242"/>
                  <a:pt x="25" y="235"/>
                </a:cubicBezTo>
                <a:cubicBezTo>
                  <a:pt x="31" y="228"/>
                  <a:pt x="38" y="220"/>
                  <a:pt x="46" y="210"/>
                </a:cubicBezTo>
                <a:cubicBezTo>
                  <a:pt x="54" y="200"/>
                  <a:pt x="61" y="186"/>
                  <a:pt x="68" y="168"/>
                </a:cubicBezTo>
                <a:cubicBezTo>
                  <a:pt x="75" y="150"/>
                  <a:pt x="79" y="129"/>
                  <a:pt x="81" y="106"/>
                </a:cubicBezTo>
                <a:lnTo>
                  <a:pt x="81" y="95"/>
                </a:lnTo>
                <a:lnTo>
                  <a:pt x="81" y="96"/>
                </a:lnTo>
                <a:cubicBezTo>
                  <a:pt x="79" y="96"/>
                  <a:pt x="78" y="97"/>
                  <a:pt x="76" y="97"/>
                </a:cubicBezTo>
                <a:cubicBezTo>
                  <a:pt x="75" y="98"/>
                  <a:pt x="73" y="99"/>
                  <a:pt x="71" y="101"/>
                </a:cubicBezTo>
                <a:cubicBezTo>
                  <a:pt x="70" y="102"/>
                  <a:pt x="67" y="103"/>
                  <a:pt x="64" y="103"/>
                </a:cubicBezTo>
                <a:cubicBezTo>
                  <a:pt x="60" y="103"/>
                  <a:pt x="57" y="103"/>
                  <a:pt x="54" y="103"/>
                </a:cubicBezTo>
                <a:cubicBezTo>
                  <a:pt x="38" y="103"/>
                  <a:pt x="26" y="98"/>
                  <a:pt x="15" y="88"/>
                </a:cubicBez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5" name=""/>
          <p:cNvSpPr/>
          <p:nvPr/>
        </p:nvSpPr>
        <p:spPr>
          <a:xfrm>
            <a:off x="6663240" y="4155840"/>
            <a:ext cx="105120" cy="202680"/>
          </a:xfrm>
          <a:custGeom>
            <a:avLst/>
            <a:gdLst/>
            <a:ahLst/>
            <a:rect l="0" t="0" r="r" b="b"/>
            <a:pathLst>
              <a:path w="292" h="563">
                <a:moveTo>
                  <a:pt x="110" y="74"/>
                </a:moveTo>
                <a:lnTo>
                  <a:pt x="99" y="78"/>
                </a:lnTo>
                <a:cubicBezTo>
                  <a:pt x="91" y="81"/>
                  <a:pt x="80" y="84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3" y="53"/>
                  <a:pt x="67" y="49"/>
                  <a:pt x="90" y="41"/>
                </a:cubicBezTo>
                <a:cubicBezTo>
                  <a:pt x="112" y="34"/>
                  <a:pt x="128" y="27"/>
                  <a:pt x="137" y="21"/>
                </a:cubicBezTo>
                <a:cubicBezTo>
                  <a:pt x="146" y="15"/>
                  <a:pt x="154" y="9"/>
                  <a:pt x="160" y="2"/>
                </a:cubicBezTo>
                <a:cubicBezTo>
                  <a:pt x="162" y="1"/>
                  <a:pt x="165" y="0"/>
                  <a:pt x="171" y="0"/>
                </a:cubicBezTo>
                <a:cubicBezTo>
                  <a:pt x="176" y="0"/>
                  <a:pt x="180" y="2"/>
                  <a:pt x="185" y="5"/>
                </a:cubicBezTo>
                <a:lnTo>
                  <a:pt x="185" y="257"/>
                </a:lnTo>
                <a:lnTo>
                  <a:pt x="186" y="511"/>
                </a:lnTo>
                <a:cubicBezTo>
                  <a:pt x="190" y="515"/>
                  <a:pt x="193" y="517"/>
                  <a:pt x="196" y="518"/>
                </a:cubicBezTo>
                <a:cubicBezTo>
                  <a:pt x="200" y="520"/>
                  <a:pt x="207" y="521"/>
                  <a:pt x="217" y="522"/>
                </a:cubicBezTo>
                <a:cubicBezTo>
                  <a:pt x="228" y="523"/>
                  <a:pt x="245" y="523"/>
                  <a:pt x="270" y="523"/>
                </a:cubicBezTo>
                <a:lnTo>
                  <a:pt x="292" y="523"/>
                </a:lnTo>
                <a:lnTo>
                  <a:pt x="292" y="563"/>
                </a:lnTo>
                <a:lnTo>
                  <a:pt x="282" y="563"/>
                </a:lnTo>
                <a:cubicBezTo>
                  <a:pt x="270" y="562"/>
                  <a:pt x="226" y="561"/>
                  <a:pt x="147" y="561"/>
                </a:cubicBezTo>
                <a:cubicBezTo>
                  <a:pt x="70" y="561"/>
                  <a:pt x="26" y="562"/>
                  <a:pt x="14" y="563"/>
                </a:cubicBezTo>
                <a:lnTo>
                  <a:pt x="4" y="563"/>
                </a:lnTo>
                <a:lnTo>
                  <a:pt x="4" y="523"/>
                </a:lnTo>
                <a:lnTo>
                  <a:pt x="26" y="523"/>
                </a:lnTo>
                <a:cubicBezTo>
                  <a:pt x="39" y="523"/>
                  <a:pt x="49" y="523"/>
                  <a:pt x="58" y="523"/>
                </a:cubicBezTo>
                <a:cubicBezTo>
                  <a:pt x="67" y="523"/>
                  <a:pt x="74" y="523"/>
                  <a:pt x="79" y="523"/>
                </a:cubicBezTo>
                <a:cubicBezTo>
                  <a:pt x="84" y="522"/>
                  <a:pt x="89" y="521"/>
                  <a:pt x="93" y="520"/>
                </a:cubicBezTo>
                <a:cubicBezTo>
                  <a:pt x="97" y="519"/>
                  <a:pt x="99" y="518"/>
                  <a:pt x="100" y="518"/>
                </a:cubicBezTo>
                <a:cubicBezTo>
                  <a:pt x="100" y="518"/>
                  <a:pt x="102" y="517"/>
                  <a:pt x="105" y="514"/>
                </a:cubicBezTo>
                <a:cubicBezTo>
                  <a:pt x="108" y="511"/>
                  <a:pt x="109" y="510"/>
                  <a:pt x="110" y="511"/>
                </a:cubicBezTo>
                <a:lnTo>
                  <a:pt x="11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6" name=""/>
          <p:cNvSpPr/>
          <p:nvPr/>
        </p:nvSpPr>
        <p:spPr>
          <a:xfrm>
            <a:off x="6805080" y="415584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1"/>
                </a:moveTo>
                <a:cubicBezTo>
                  <a:pt x="97" y="444"/>
                  <a:pt x="92" y="456"/>
                  <a:pt x="83" y="465"/>
                </a:cubicBezTo>
                <a:cubicBezTo>
                  <a:pt x="74" y="474"/>
                  <a:pt x="63" y="478"/>
                  <a:pt x="50" y="478"/>
                </a:cubicBezTo>
                <a:lnTo>
                  <a:pt x="44" y="478"/>
                </a:lnTo>
                <a:cubicBezTo>
                  <a:pt x="70" y="523"/>
                  <a:pt x="105" y="545"/>
                  <a:pt x="148" y="545"/>
                </a:cubicBezTo>
                <a:cubicBezTo>
                  <a:pt x="188" y="545"/>
                  <a:pt x="217" y="528"/>
                  <a:pt x="235" y="494"/>
                </a:cubicBezTo>
                <a:cubicBezTo>
                  <a:pt x="245" y="476"/>
                  <a:pt x="251" y="439"/>
                  <a:pt x="251" y="386"/>
                </a:cubicBezTo>
                <a:cubicBezTo>
                  <a:pt x="251" y="327"/>
                  <a:pt x="243" y="288"/>
                  <a:pt x="228" y="268"/>
                </a:cubicBezTo>
                <a:cubicBezTo>
                  <a:pt x="213" y="249"/>
                  <a:pt x="197" y="240"/>
                  <a:pt x="179" y="240"/>
                </a:cubicBezTo>
                <a:lnTo>
                  <a:pt x="174" y="240"/>
                </a:lnTo>
                <a:cubicBezTo>
                  <a:pt x="129" y="240"/>
                  <a:pt x="96" y="259"/>
                  <a:pt x="73" y="297"/>
                </a:cubicBezTo>
                <a:cubicBezTo>
                  <a:pt x="71" y="301"/>
                  <a:pt x="69" y="303"/>
                  <a:pt x="67" y="304"/>
                </a:cubicBezTo>
                <a:cubicBezTo>
                  <a:pt x="65" y="304"/>
                  <a:pt x="61" y="305"/>
                  <a:pt x="54" y="306"/>
                </a:cubicBezTo>
                <a:cubicBezTo>
                  <a:pt x="45" y="306"/>
                  <a:pt x="40" y="304"/>
                  <a:pt x="38" y="301"/>
                </a:cubicBezTo>
                <a:cubicBezTo>
                  <a:pt x="37" y="298"/>
                  <a:pt x="37" y="249"/>
                  <a:pt x="37" y="153"/>
                </a:cubicBezTo>
                <a:lnTo>
                  <a:pt x="37" y="44"/>
                </a:lnTo>
                <a:cubicBezTo>
                  <a:pt x="37" y="16"/>
                  <a:pt x="38" y="2"/>
                  <a:pt x="41" y="2"/>
                </a:cubicBezTo>
                <a:cubicBezTo>
                  <a:pt x="42" y="0"/>
                  <a:pt x="43" y="0"/>
                  <a:pt x="44" y="0"/>
                </a:cubicBezTo>
                <a:cubicBezTo>
                  <a:pt x="45" y="0"/>
                  <a:pt x="51" y="2"/>
                  <a:pt x="62" y="7"/>
                </a:cubicBezTo>
                <a:cubicBezTo>
                  <a:pt x="73" y="11"/>
                  <a:pt x="89" y="16"/>
                  <a:pt x="109" y="20"/>
                </a:cubicBezTo>
                <a:cubicBezTo>
                  <a:pt x="128" y="25"/>
                  <a:pt x="150" y="27"/>
                  <a:pt x="173" y="27"/>
                </a:cubicBezTo>
                <a:cubicBezTo>
                  <a:pt x="213" y="27"/>
                  <a:pt x="251" y="19"/>
                  <a:pt x="288" y="3"/>
                </a:cubicBezTo>
                <a:cubicBezTo>
                  <a:pt x="292" y="1"/>
                  <a:pt x="296" y="0"/>
                  <a:pt x="299" y="0"/>
                </a:cubicBezTo>
                <a:cubicBezTo>
                  <a:pt x="303" y="0"/>
                  <a:pt x="306" y="5"/>
                  <a:pt x="306" y="15"/>
                </a:cubicBezTo>
                <a:lnTo>
                  <a:pt x="306" y="26"/>
                </a:lnTo>
                <a:cubicBezTo>
                  <a:pt x="259" y="81"/>
                  <a:pt x="202" y="108"/>
                  <a:pt x="131" y="108"/>
                </a:cubicBezTo>
                <a:cubicBezTo>
                  <a:pt x="114" y="108"/>
                  <a:pt x="98" y="106"/>
                  <a:pt x="84" y="103"/>
                </a:cubicBezTo>
                <a:lnTo>
                  <a:pt x="76" y="101"/>
                </a:lnTo>
                <a:lnTo>
                  <a:pt x="76" y="246"/>
                </a:lnTo>
                <a:cubicBezTo>
                  <a:pt x="86" y="239"/>
                  <a:pt x="95" y="232"/>
                  <a:pt x="101" y="228"/>
                </a:cubicBezTo>
                <a:cubicBezTo>
                  <a:pt x="107" y="223"/>
                  <a:pt x="117" y="219"/>
                  <a:pt x="131" y="214"/>
                </a:cubicBezTo>
                <a:cubicBezTo>
                  <a:pt x="146" y="210"/>
                  <a:pt x="161" y="208"/>
                  <a:pt x="175" y="208"/>
                </a:cubicBezTo>
                <a:cubicBezTo>
                  <a:pt x="221" y="208"/>
                  <a:pt x="260" y="226"/>
                  <a:pt x="291" y="263"/>
                </a:cubicBezTo>
                <a:cubicBezTo>
                  <a:pt x="323" y="299"/>
                  <a:pt x="338" y="342"/>
                  <a:pt x="338" y="394"/>
                </a:cubicBezTo>
                <a:cubicBezTo>
                  <a:pt x="338" y="445"/>
                  <a:pt x="320" y="490"/>
                  <a:pt x="284" y="526"/>
                </a:cubicBezTo>
                <a:cubicBezTo>
                  <a:pt x="248" y="563"/>
                  <a:pt x="204" y="581"/>
                  <a:pt x="153" y="582"/>
                </a:cubicBezTo>
                <a:cubicBezTo>
                  <a:pt x="106" y="582"/>
                  <a:pt x="69" y="567"/>
                  <a:pt x="42" y="536"/>
                </a:cubicBezTo>
                <a:cubicBezTo>
                  <a:pt x="14" y="506"/>
                  <a:pt x="0" y="472"/>
                  <a:pt x="0" y="433"/>
                </a:cubicBezTo>
                <a:cubicBezTo>
                  <a:pt x="0" y="420"/>
                  <a:pt x="4" y="409"/>
                  <a:pt x="10" y="401"/>
                </a:cubicBezTo>
                <a:cubicBezTo>
                  <a:pt x="16" y="393"/>
                  <a:pt x="22" y="388"/>
                  <a:pt x="29" y="386"/>
                </a:cubicBezTo>
                <a:cubicBezTo>
                  <a:pt x="36" y="384"/>
                  <a:pt x="42" y="383"/>
                  <a:pt x="49" y="383"/>
                </a:cubicBezTo>
                <a:cubicBezTo>
                  <a:pt x="63" y="383"/>
                  <a:pt x="74" y="387"/>
                  <a:pt x="83" y="397"/>
                </a:cubicBezTo>
                <a:cubicBezTo>
                  <a:pt x="92" y="407"/>
                  <a:pt x="97" y="418"/>
                  <a:pt x="97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7" name=""/>
          <p:cNvSpPr/>
          <p:nvPr/>
        </p:nvSpPr>
        <p:spPr>
          <a:xfrm>
            <a:off x="6962760" y="4095720"/>
            <a:ext cx="86400" cy="143280"/>
          </a:xfrm>
          <a:custGeom>
            <a:avLst/>
            <a:gdLst/>
            <a:ahLst/>
            <a:rect l="0" t="0" r="r" b="b"/>
            <a:pathLst>
              <a:path w="240" h="398">
                <a:moveTo>
                  <a:pt x="35" y="141"/>
                </a:moveTo>
                <a:cubicBezTo>
                  <a:pt x="25" y="141"/>
                  <a:pt x="16" y="138"/>
                  <a:pt x="10" y="130"/>
                </a:cubicBezTo>
                <a:cubicBezTo>
                  <a:pt x="3" y="123"/>
                  <a:pt x="0" y="114"/>
                  <a:pt x="0" y="104"/>
                </a:cubicBezTo>
                <a:cubicBezTo>
                  <a:pt x="0" y="76"/>
                  <a:pt x="11" y="51"/>
                  <a:pt x="32" y="31"/>
                </a:cubicBezTo>
                <a:cubicBezTo>
                  <a:pt x="53" y="10"/>
                  <a:pt x="80" y="0"/>
                  <a:pt x="112" y="0"/>
                </a:cubicBezTo>
                <a:cubicBezTo>
                  <a:pt x="148" y="0"/>
                  <a:pt x="178" y="11"/>
                  <a:pt x="203" y="33"/>
                </a:cubicBezTo>
                <a:cubicBezTo>
                  <a:pt x="227" y="55"/>
                  <a:pt x="239" y="84"/>
                  <a:pt x="240" y="120"/>
                </a:cubicBezTo>
                <a:cubicBezTo>
                  <a:pt x="240" y="137"/>
                  <a:pt x="236" y="153"/>
                  <a:pt x="228" y="169"/>
                </a:cubicBezTo>
                <a:cubicBezTo>
                  <a:pt x="220" y="184"/>
                  <a:pt x="210" y="198"/>
                  <a:pt x="199" y="209"/>
                </a:cubicBezTo>
                <a:cubicBezTo>
                  <a:pt x="188" y="221"/>
                  <a:pt x="172" y="235"/>
                  <a:pt x="151" y="253"/>
                </a:cubicBezTo>
                <a:cubicBezTo>
                  <a:pt x="137" y="266"/>
                  <a:pt x="117" y="284"/>
                  <a:pt x="91" y="308"/>
                </a:cubicBezTo>
                <a:lnTo>
                  <a:pt x="55" y="343"/>
                </a:lnTo>
                <a:lnTo>
                  <a:pt x="102" y="343"/>
                </a:lnTo>
                <a:cubicBezTo>
                  <a:pt x="164" y="343"/>
                  <a:pt x="197" y="342"/>
                  <a:pt x="201" y="340"/>
                </a:cubicBezTo>
                <a:cubicBezTo>
                  <a:pt x="204" y="340"/>
                  <a:pt x="209" y="321"/>
                  <a:pt x="216" y="286"/>
                </a:cubicBezTo>
                <a:lnTo>
                  <a:pt x="216" y="284"/>
                </a:lnTo>
                <a:lnTo>
                  <a:pt x="240" y="284"/>
                </a:lnTo>
                <a:lnTo>
                  <a:pt x="240" y="286"/>
                </a:lnTo>
                <a:cubicBezTo>
                  <a:pt x="239" y="287"/>
                  <a:pt x="237" y="306"/>
                  <a:pt x="232" y="342"/>
                </a:cubicBezTo>
                <a:cubicBezTo>
                  <a:pt x="227" y="377"/>
                  <a:pt x="224" y="395"/>
                  <a:pt x="223" y="397"/>
                </a:cubicBezTo>
                <a:lnTo>
                  <a:pt x="223" y="398"/>
                </a:lnTo>
                <a:lnTo>
                  <a:pt x="0" y="398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1"/>
                  <a:pt x="22" y="350"/>
                </a:cubicBezTo>
                <a:cubicBezTo>
                  <a:pt x="33" y="337"/>
                  <a:pt x="43" y="325"/>
                  <a:pt x="52" y="316"/>
                </a:cubicBezTo>
                <a:cubicBezTo>
                  <a:pt x="55" y="312"/>
                  <a:pt x="63" y="304"/>
                  <a:pt x="73" y="293"/>
                </a:cubicBezTo>
                <a:cubicBezTo>
                  <a:pt x="83" y="283"/>
                  <a:pt x="90" y="275"/>
                  <a:pt x="93" y="271"/>
                </a:cubicBezTo>
                <a:cubicBezTo>
                  <a:pt x="97" y="267"/>
                  <a:pt x="103" y="261"/>
                  <a:pt x="111" y="252"/>
                </a:cubicBezTo>
                <a:cubicBezTo>
                  <a:pt x="119" y="242"/>
                  <a:pt x="124" y="236"/>
                  <a:pt x="127" y="231"/>
                </a:cubicBezTo>
                <a:cubicBezTo>
                  <a:pt x="130" y="227"/>
                  <a:pt x="135" y="221"/>
                  <a:pt x="141" y="213"/>
                </a:cubicBezTo>
                <a:cubicBezTo>
                  <a:pt x="147" y="206"/>
                  <a:pt x="151" y="199"/>
                  <a:pt x="154" y="194"/>
                </a:cubicBezTo>
                <a:cubicBezTo>
                  <a:pt x="156" y="189"/>
                  <a:pt x="159" y="183"/>
                  <a:pt x="162" y="177"/>
                </a:cubicBezTo>
                <a:cubicBezTo>
                  <a:pt x="166" y="171"/>
                  <a:pt x="169" y="164"/>
                  <a:pt x="170" y="158"/>
                </a:cubicBezTo>
                <a:cubicBezTo>
                  <a:pt x="172" y="151"/>
                  <a:pt x="173" y="146"/>
                  <a:pt x="174" y="140"/>
                </a:cubicBezTo>
                <a:cubicBezTo>
                  <a:pt x="176" y="134"/>
                  <a:pt x="176" y="128"/>
                  <a:pt x="176" y="120"/>
                </a:cubicBezTo>
                <a:cubicBezTo>
                  <a:pt x="176" y="95"/>
                  <a:pt x="169" y="73"/>
                  <a:pt x="156" y="55"/>
                </a:cubicBezTo>
                <a:cubicBezTo>
                  <a:pt x="142" y="37"/>
                  <a:pt x="123" y="28"/>
                  <a:pt x="98" y="28"/>
                </a:cubicBezTo>
                <a:cubicBezTo>
                  <a:pt x="85" y="28"/>
                  <a:pt x="73" y="31"/>
                  <a:pt x="63" y="38"/>
                </a:cubicBezTo>
                <a:cubicBezTo>
                  <a:pt x="52" y="45"/>
                  <a:pt x="45" y="51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69"/>
                  <a:pt x="36" y="69"/>
                  <a:pt x="38" y="69"/>
                </a:cubicBezTo>
                <a:cubicBezTo>
                  <a:pt x="46" y="69"/>
                  <a:pt x="53" y="72"/>
                  <a:pt x="62" y="78"/>
                </a:cubicBezTo>
                <a:cubicBezTo>
                  <a:pt x="69" y="83"/>
                  <a:pt x="73" y="93"/>
                  <a:pt x="73" y="105"/>
                </a:cubicBezTo>
                <a:cubicBezTo>
                  <a:pt x="73" y="115"/>
                  <a:pt x="70" y="124"/>
                  <a:pt x="63" y="130"/>
                </a:cubicBezTo>
                <a:cubicBezTo>
                  <a:pt x="57" y="137"/>
                  <a:pt x="47" y="141"/>
                  <a:pt x="35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8" name=""/>
          <p:cNvSpPr/>
          <p:nvPr/>
        </p:nvSpPr>
        <p:spPr>
          <a:xfrm>
            <a:off x="7091640" y="413028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0" y="20"/>
                </a:lnTo>
                <a:cubicBezTo>
                  <a:pt x="103" y="68"/>
                  <a:pt x="142" y="128"/>
                  <a:pt x="166" y="199"/>
                </a:cubicBezTo>
                <a:cubicBezTo>
                  <a:pt x="190" y="271"/>
                  <a:pt x="203" y="345"/>
                  <a:pt x="203" y="422"/>
                </a:cubicBezTo>
                <a:cubicBezTo>
                  <a:pt x="203" y="460"/>
                  <a:pt x="200" y="497"/>
                  <a:pt x="194" y="533"/>
                </a:cubicBezTo>
                <a:cubicBezTo>
                  <a:pt x="188" y="568"/>
                  <a:pt x="182" y="598"/>
                  <a:pt x="175" y="623"/>
                </a:cubicBezTo>
                <a:cubicBezTo>
                  <a:pt x="167" y="648"/>
                  <a:pt x="157" y="673"/>
                  <a:pt x="143" y="698"/>
                </a:cubicBezTo>
                <a:cubicBezTo>
                  <a:pt x="130" y="722"/>
                  <a:pt x="119" y="741"/>
                  <a:pt x="111" y="754"/>
                </a:cubicBezTo>
                <a:cubicBezTo>
                  <a:pt x="103" y="768"/>
                  <a:pt x="91" y="782"/>
                  <a:pt x="76" y="798"/>
                </a:cubicBezTo>
                <a:cubicBezTo>
                  <a:pt x="60" y="814"/>
                  <a:pt x="51" y="823"/>
                  <a:pt x="49" y="826"/>
                </a:cubicBezTo>
                <a:cubicBezTo>
                  <a:pt x="46" y="829"/>
                  <a:pt x="39" y="834"/>
                  <a:pt x="29" y="842"/>
                </a:cubicBezTo>
                <a:cubicBezTo>
                  <a:pt x="28" y="844"/>
                  <a:pt x="26" y="845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6" y="846"/>
                </a:cubicBezTo>
                <a:cubicBezTo>
                  <a:pt x="5" y="846"/>
                  <a:pt x="3" y="845"/>
                  <a:pt x="2" y="843"/>
                </a:cubicBezTo>
                <a:cubicBezTo>
                  <a:pt x="1" y="841"/>
                  <a:pt x="0" y="839"/>
                  <a:pt x="0" y="835"/>
                </a:cubicBezTo>
                <a:cubicBezTo>
                  <a:pt x="0" y="835"/>
                  <a:pt x="3" y="831"/>
                  <a:pt x="9" y="824"/>
                </a:cubicBezTo>
                <a:cubicBezTo>
                  <a:pt x="96" y="733"/>
                  <a:pt x="141" y="599"/>
                  <a:pt x="141" y="422"/>
                </a:cubicBezTo>
                <a:cubicBezTo>
                  <a:pt x="141" y="245"/>
                  <a:pt x="96" y="112"/>
                  <a:pt x="9" y="21"/>
                </a:cubicBezTo>
                <a:cubicBezTo>
                  <a:pt x="3" y="14"/>
                  <a:pt x="0" y="11"/>
                  <a:pt x="0" y="10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1333080" y="4124160"/>
            <a:ext cx="1147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Scale 1.5x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7793280" y="412416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0.244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733320" y="462924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S6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72" name=""/>
          <p:cNvSpPr/>
          <p:nvPr/>
        </p:nvSpPr>
        <p:spPr>
          <a:xfrm>
            <a:off x="3838680" y="465552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1" y="40"/>
                </a:moveTo>
                <a:cubicBezTo>
                  <a:pt x="170" y="40"/>
                  <a:pt x="167" y="40"/>
                  <a:pt x="165" y="40"/>
                </a:cubicBezTo>
                <a:cubicBezTo>
                  <a:pt x="151" y="40"/>
                  <a:pt x="142" y="39"/>
                  <a:pt x="139" y="39"/>
                </a:cubicBezTo>
                <a:cubicBezTo>
                  <a:pt x="136" y="38"/>
                  <a:pt x="135" y="35"/>
                  <a:pt x="135" y="29"/>
                </a:cubicBezTo>
                <a:cubicBezTo>
                  <a:pt x="135" y="13"/>
                  <a:pt x="138" y="4"/>
                  <a:pt x="144" y="1"/>
                </a:cubicBezTo>
                <a:cubicBezTo>
                  <a:pt x="145" y="0"/>
                  <a:pt x="173" y="0"/>
                  <a:pt x="226" y="0"/>
                </a:cubicBezTo>
                <a:cubicBezTo>
                  <a:pt x="270" y="0"/>
                  <a:pt x="294" y="0"/>
                  <a:pt x="301" y="0"/>
                </a:cubicBezTo>
                <a:cubicBezTo>
                  <a:pt x="307" y="0"/>
                  <a:pt x="311" y="1"/>
                  <a:pt x="312" y="5"/>
                </a:cubicBezTo>
                <a:cubicBezTo>
                  <a:pt x="431" y="285"/>
                  <a:pt x="492" y="428"/>
                  <a:pt x="494" y="436"/>
                </a:cubicBezTo>
                <a:lnTo>
                  <a:pt x="540" y="256"/>
                </a:lnTo>
                <a:cubicBezTo>
                  <a:pt x="570" y="137"/>
                  <a:pt x="585" y="74"/>
                  <a:pt x="585" y="66"/>
                </a:cubicBezTo>
                <a:cubicBezTo>
                  <a:pt x="585" y="51"/>
                  <a:pt x="567" y="42"/>
                  <a:pt x="530" y="40"/>
                </a:cubicBezTo>
                <a:cubicBezTo>
                  <a:pt x="517" y="40"/>
                  <a:pt x="510" y="37"/>
                  <a:pt x="510" y="30"/>
                </a:cubicBezTo>
                <a:cubicBezTo>
                  <a:pt x="510" y="29"/>
                  <a:pt x="511" y="25"/>
                  <a:pt x="512" y="19"/>
                </a:cubicBezTo>
                <a:cubicBezTo>
                  <a:pt x="514" y="10"/>
                  <a:pt x="516" y="5"/>
                  <a:pt x="517" y="3"/>
                </a:cubicBezTo>
                <a:cubicBezTo>
                  <a:pt x="518" y="1"/>
                  <a:pt x="521" y="0"/>
                  <a:pt x="525" y="0"/>
                </a:cubicBezTo>
                <a:cubicBezTo>
                  <a:pt x="527" y="0"/>
                  <a:pt x="536" y="0"/>
                  <a:pt x="552" y="1"/>
                </a:cubicBezTo>
                <a:cubicBezTo>
                  <a:pt x="568" y="1"/>
                  <a:pt x="592" y="2"/>
                  <a:pt x="623" y="2"/>
                </a:cubicBezTo>
                <a:cubicBezTo>
                  <a:pt x="651" y="2"/>
                  <a:pt x="672" y="2"/>
                  <a:pt x="687" y="1"/>
                </a:cubicBezTo>
                <a:cubicBezTo>
                  <a:pt x="701" y="1"/>
                  <a:pt x="710" y="1"/>
                  <a:pt x="712" y="1"/>
                </a:cubicBezTo>
                <a:cubicBezTo>
                  <a:pt x="721" y="1"/>
                  <a:pt x="725" y="3"/>
                  <a:pt x="725" y="9"/>
                </a:cubicBezTo>
                <a:cubicBezTo>
                  <a:pt x="725" y="21"/>
                  <a:pt x="722" y="31"/>
                  <a:pt x="718" y="35"/>
                </a:cubicBezTo>
                <a:cubicBezTo>
                  <a:pt x="717" y="38"/>
                  <a:pt x="711" y="40"/>
                  <a:pt x="699" y="40"/>
                </a:cubicBezTo>
                <a:cubicBezTo>
                  <a:pt x="659" y="42"/>
                  <a:pt x="634" y="53"/>
                  <a:pt x="624" y="73"/>
                </a:cubicBezTo>
                <a:lnTo>
                  <a:pt x="497" y="572"/>
                </a:lnTo>
                <a:cubicBezTo>
                  <a:pt x="496" y="576"/>
                  <a:pt x="490" y="578"/>
                  <a:pt x="480" y="578"/>
                </a:cubicBezTo>
                <a:cubicBezTo>
                  <a:pt x="472" y="578"/>
                  <a:pt x="467" y="577"/>
                  <a:pt x="465" y="576"/>
                </a:cubicBezTo>
                <a:cubicBezTo>
                  <a:pt x="464" y="574"/>
                  <a:pt x="427" y="489"/>
                  <a:pt x="356" y="320"/>
                </a:cubicBezTo>
                <a:lnTo>
                  <a:pt x="249" y="67"/>
                </a:lnTo>
                <a:lnTo>
                  <a:pt x="194" y="287"/>
                </a:lnTo>
                <a:cubicBezTo>
                  <a:pt x="158" y="431"/>
                  <a:pt x="139" y="506"/>
                  <a:pt x="139" y="511"/>
                </a:cubicBezTo>
                <a:cubicBezTo>
                  <a:pt x="142" y="529"/>
                  <a:pt x="162" y="539"/>
                  <a:pt x="200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7"/>
                  <a:pt x="213" y="553"/>
                  <a:pt x="212" y="562"/>
                </a:cubicBezTo>
                <a:cubicBezTo>
                  <a:pt x="210" y="569"/>
                  <a:pt x="207" y="574"/>
                  <a:pt x="203" y="578"/>
                </a:cubicBezTo>
                <a:lnTo>
                  <a:pt x="192" y="578"/>
                </a:lnTo>
                <a:cubicBezTo>
                  <a:pt x="175" y="577"/>
                  <a:pt x="145" y="576"/>
                  <a:pt x="101" y="576"/>
                </a:cubicBezTo>
                <a:cubicBezTo>
                  <a:pt x="85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6"/>
                  <a:pt x="13" y="577"/>
                </a:cubicBezTo>
                <a:cubicBezTo>
                  <a:pt x="4" y="577"/>
                  <a:pt x="0" y="574"/>
                  <a:pt x="0" y="569"/>
                </a:cubicBezTo>
                <a:cubicBezTo>
                  <a:pt x="0" y="567"/>
                  <a:pt x="1" y="562"/>
                  <a:pt x="2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0"/>
                  <a:pt x="14" y="539"/>
                  <a:pt x="26" y="539"/>
                </a:cubicBezTo>
                <a:cubicBezTo>
                  <a:pt x="64" y="537"/>
                  <a:pt x="89" y="526"/>
                  <a:pt x="100" y="506"/>
                </a:cubicBezTo>
                <a:cubicBezTo>
                  <a:pt x="103" y="502"/>
                  <a:pt x="123" y="424"/>
                  <a:pt x="160" y="272"/>
                </a:cubicBezTo>
                <a:lnTo>
                  <a:pt x="218" y="42"/>
                </a:lnTo>
                <a:cubicBezTo>
                  <a:pt x="217" y="42"/>
                  <a:pt x="201" y="41"/>
                  <a:pt x="171" y="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3" name=""/>
          <p:cNvSpPr/>
          <p:nvPr/>
        </p:nvSpPr>
        <p:spPr>
          <a:xfrm>
            <a:off x="4127760" y="463500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3"/>
                </a:moveTo>
                <a:cubicBezTo>
                  <a:pt x="0" y="385"/>
                  <a:pt x="3" y="348"/>
                  <a:pt x="9" y="313"/>
                </a:cubicBezTo>
                <a:cubicBezTo>
                  <a:pt x="14" y="278"/>
                  <a:pt x="21" y="248"/>
                  <a:pt x="28" y="222"/>
                </a:cubicBezTo>
                <a:cubicBezTo>
                  <a:pt x="35" y="196"/>
                  <a:pt x="46" y="171"/>
                  <a:pt x="59" y="147"/>
                </a:cubicBezTo>
                <a:cubicBezTo>
                  <a:pt x="73" y="123"/>
                  <a:pt x="83" y="104"/>
                  <a:pt x="91" y="91"/>
                </a:cubicBezTo>
                <a:cubicBezTo>
                  <a:pt x="100" y="77"/>
                  <a:pt x="112" y="62"/>
                  <a:pt x="128" y="47"/>
                </a:cubicBezTo>
                <a:cubicBezTo>
                  <a:pt x="144" y="31"/>
                  <a:pt x="153" y="21"/>
                  <a:pt x="156" y="18"/>
                </a:cubicBezTo>
                <a:cubicBezTo>
                  <a:pt x="159" y="15"/>
                  <a:pt x="166" y="9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9"/>
                  <a:pt x="198" y="15"/>
                  <a:pt x="189" y="26"/>
                </a:cubicBezTo>
                <a:cubicBezTo>
                  <a:pt x="179" y="36"/>
                  <a:pt x="168" y="51"/>
                  <a:pt x="154" y="70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2"/>
                  <a:pt x="86" y="211"/>
                  <a:pt x="76" y="260"/>
                </a:cubicBezTo>
                <a:cubicBezTo>
                  <a:pt x="67" y="309"/>
                  <a:pt x="62" y="364"/>
                  <a:pt x="62" y="423"/>
                </a:cubicBezTo>
                <a:cubicBezTo>
                  <a:pt x="62" y="483"/>
                  <a:pt x="67" y="537"/>
                  <a:pt x="76" y="586"/>
                </a:cubicBezTo>
                <a:cubicBezTo>
                  <a:pt x="86" y="634"/>
                  <a:pt x="98" y="673"/>
                  <a:pt x="112" y="703"/>
                </a:cubicBezTo>
                <a:cubicBezTo>
                  <a:pt x="125" y="733"/>
                  <a:pt x="139" y="757"/>
                  <a:pt x="153" y="776"/>
                </a:cubicBezTo>
                <a:cubicBezTo>
                  <a:pt x="167" y="794"/>
                  <a:pt x="179" y="809"/>
                  <a:pt x="189" y="820"/>
                </a:cubicBezTo>
                <a:cubicBezTo>
                  <a:pt x="198" y="832"/>
                  <a:pt x="203" y="838"/>
                  <a:pt x="203" y="838"/>
                </a:cubicBezTo>
                <a:cubicBezTo>
                  <a:pt x="203" y="843"/>
                  <a:pt x="199" y="846"/>
                  <a:pt x="190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3" y="826"/>
                </a:lnTo>
                <a:cubicBezTo>
                  <a:pt x="100" y="778"/>
                  <a:pt x="61" y="718"/>
                  <a:pt x="36" y="646"/>
                </a:cubicBezTo>
                <a:cubicBezTo>
                  <a:pt x="12" y="575"/>
                  <a:pt x="0" y="501"/>
                  <a:pt x="0" y="42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4" name=""/>
          <p:cNvSpPr/>
          <p:nvPr/>
        </p:nvSpPr>
        <p:spPr>
          <a:xfrm>
            <a:off x="4232880" y="466056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1"/>
                </a:moveTo>
                <a:cubicBezTo>
                  <a:pt x="96" y="445"/>
                  <a:pt x="91" y="456"/>
                  <a:pt x="82" y="465"/>
                </a:cubicBezTo>
                <a:cubicBezTo>
                  <a:pt x="73" y="474"/>
                  <a:pt x="62" y="478"/>
                  <a:pt x="49" y="478"/>
                </a:cubicBezTo>
                <a:lnTo>
                  <a:pt x="43" y="478"/>
                </a:lnTo>
                <a:cubicBezTo>
                  <a:pt x="69" y="523"/>
                  <a:pt x="104" y="545"/>
                  <a:pt x="147" y="545"/>
                </a:cubicBezTo>
                <a:cubicBezTo>
                  <a:pt x="186" y="545"/>
                  <a:pt x="216" y="528"/>
                  <a:pt x="234" y="494"/>
                </a:cubicBezTo>
                <a:cubicBezTo>
                  <a:pt x="244" y="476"/>
                  <a:pt x="250" y="440"/>
                  <a:pt x="250" y="386"/>
                </a:cubicBezTo>
                <a:cubicBezTo>
                  <a:pt x="250" y="328"/>
                  <a:pt x="242" y="289"/>
                  <a:pt x="227" y="269"/>
                </a:cubicBezTo>
                <a:cubicBezTo>
                  <a:pt x="212" y="250"/>
                  <a:pt x="195" y="241"/>
                  <a:pt x="177" y="241"/>
                </a:cubicBezTo>
                <a:lnTo>
                  <a:pt x="172" y="241"/>
                </a:lnTo>
                <a:cubicBezTo>
                  <a:pt x="128" y="241"/>
                  <a:pt x="95" y="260"/>
                  <a:pt x="72" y="298"/>
                </a:cubicBezTo>
                <a:cubicBezTo>
                  <a:pt x="70" y="302"/>
                  <a:pt x="68" y="305"/>
                  <a:pt x="66" y="305"/>
                </a:cubicBezTo>
                <a:cubicBezTo>
                  <a:pt x="65" y="306"/>
                  <a:pt x="60" y="306"/>
                  <a:pt x="54" y="307"/>
                </a:cubicBezTo>
                <a:cubicBezTo>
                  <a:pt x="44" y="307"/>
                  <a:pt x="39" y="305"/>
                  <a:pt x="38" y="302"/>
                </a:cubicBezTo>
                <a:cubicBezTo>
                  <a:pt x="36" y="300"/>
                  <a:pt x="36" y="250"/>
                  <a:pt x="36" y="154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1"/>
                  <a:pt x="42" y="0"/>
                  <a:pt x="43" y="0"/>
                </a:cubicBezTo>
                <a:cubicBezTo>
                  <a:pt x="44" y="0"/>
                  <a:pt x="50" y="2"/>
                  <a:pt x="61" y="7"/>
                </a:cubicBezTo>
                <a:cubicBezTo>
                  <a:pt x="72" y="11"/>
                  <a:pt x="88" y="16"/>
                  <a:pt x="108" y="20"/>
                </a:cubicBezTo>
                <a:cubicBezTo>
                  <a:pt x="127" y="25"/>
                  <a:pt x="148" y="27"/>
                  <a:pt x="171" y="27"/>
                </a:cubicBezTo>
                <a:cubicBezTo>
                  <a:pt x="212" y="27"/>
                  <a:pt x="250" y="19"/>
                  <a:pt x="287" y="3"/>
                </a:cubicBezTo>
                <a:cubicBezTo>
                  <a:pt x="291" y="1"/>
                  <a:pt x="295" y="0"/>
                  <a:pt x="298" y="0"/>
                </a:cubicBezTo>
                <a:cubicBezTo>
                  <a:pt x="302" y="0"/>
                  <a:pt x="305" y="5"/>
                  <a:pt x="305" y="15"/>
                </a:cubicBezTo>
                <a:lnTo>
                  <a:pt x="305" y="26"/>
                </a:lnTo>
                <a:cubicBezTo>
                  <a:pt x="258" y="81"/>
                  <a:pt x="200" y="108"/>
                  <a:pt x="130" y="108"/>
                </a:cubicBezTo>
                <a:cubicBezTo>
                  <a:pt x="113" y="108"/>
                  <a:pt x="97" y="107"/>
                  <a:pt x="83" y="103"/>
                </a:cubicBezTo>
                <a:lnTo>
                  <a:pt x="75" y="101"/>
                </a:lnTo>
                <a:lnTo>
                  <a:pt x="75" y="248"/>
                </a:lnTo>
                <a:cubicBezTo>
                  <a:pt x="85" y="240"/>
                  <a:pt x="94" y="234"/>
                  <a:pt x="100" y="229"/>
                </a:cubicBezTo>
                <a:cubicBezTo>
                  <a:pt x="106" y="225"/>
                  <a:pt x="116" y="220"/>
                  <a:pt x="130" y="216"/>
                </a:cubicBezTo>
                <a:cubicBezTo>
                  <a:pt x="145" y="211"/>
                  <a:pt x="159" y="209"/>
                  <a:pt x="174" y="209"/>
                </a:cubicBezTo>
                <a:cubicBezTo>
                  <a:pt x="220" y="209"/>
                  <a:pt x="259" y="227"/>
                  <a:pt x="290" y="264"/>
                </a:cubicBezTo>
                <a:cubicBezTo>
                  <a:pt x="322" y="300"/>
                  <a:pt x="338" y="344"/>
                  <a:pt x="338" y="394"/>
                </a:cubicBezTo>
                <a:cubicBezTo>
                  <a:pt x="338" y="446"/>
                  <a:pt x="320" y="490"/>
                  <a:pt x="283" y="526"/>
                </a:cubicBezTo>
                <a:cubicBezTo>
                  <a:pt x="247" y="563"/>
                  <a:pt x="203" y="582"/>
                  <a:pt x="151" y="582"/>
                </a:cubicBezTo>
                <a:cubicBezTo>
                  <a:pt x="105" y="582"/>
                  <a:pt x="69" y="567"/>
                  <a:pt x="41" y="537"/>
                </a:cubicBezTo>
                <a:cubicBezTo>
                  <a:pt x="13" y="506"/>
                  <a:pt x="0" y="472"/>
                  <a:pt x="0" y="434"/>
                </a:cubicBezTo>
                <a:cubicBezTo>
                  <a:pt x="0" y="420"/>
                  <a:pt x="3" y="409"/>
                  <a:pt x="9" y="401"/>
                </a:cubicBezTo>
                <a:cubicBezTo>
                  <a:pt x="15" y="394"/>
                  <a:pt x="22" y="389"/>
                  <a:pt x="28" y="386"/>
                </a:cubicBezTo>
                <a:cubicBezTo>
                  <a:pt x="35" y="384"/>
                  <a:pt x="41" y="383"/>
                  <a:pt x="48" y="383"/>
                </a:cubicBezTo>
                <a:cubicBezTo>
                  <a:pt x="62" y="383"/>
                  <a:pt x="73" y="388"/>
                  <a:pt x="82" y="397"/>
                </a:cubicBezTo>
                <a:cubicBezTo>
                  <a:pt x="91" y="407"/>
                  <a:pt x="96" y="418"/>
                  <a:pt x="96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5" name=""/>
          <p:cNvSpPr/>
          <p:nvPr/>
        </p:nvSpPr>
        <p:spPr>
          <a:xfrm>
            <a:off x="4381560" y="466056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8"/>
                  <a:pt x="356" y="212"/>
                  <a:pt x="356" y="293"/>
                </a:cubicBezTo>
                <a:cubicBezTo>
                  <a:pt x="356" y="381"/>
                  <a:pt x="344" y="447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50" y="581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5"/>
                  <a:pt x="47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5" y="93"/>
                  <a:pt x="90" y="119"/>
                </a:cubicBezTo>
                <a:cubicBezTo>
                  <a:pt x="86" y="146"/>
                  <a:pt x="83" y="200"/>
                  <a:pt x="83" y="282"/>
                </a:cubicBezTo>
                <a:cubicBezTo>
                  <a:pt x="83" y="371"/>
                  <a:pt x="86" y="430"/>
                  <a:pt x="90" y="458"/>
                </a:cubicBezTo>
                <a:cubicBezTo>
                  <a:pt x="95" y="486"/>
                  <a:pt x="105" y="508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3" y="282"/>
                </a:cubicBezTo>
                <a:cubicBezTo>
                  <a:pt x="273" y="201"/>
                  <a:pt x="271" y="147"/>
                  <a:pt x="267" y="120"/>
                </a:cubicBezTo>
                <a:cubicBezTo>
                  <a:pt x="262" y="94"/>
                  <a:pt x="253" y="74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6" name=""/>
          <p:cNvSpPr/>
          <p:nvPr/>
        </p:nvSpPr>
        <p:spPr>
          <a:xfrm>
            <a:off x="4545360" y="482616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4"/>
                </a:moveTo>
                <a:cubicBezTo>
                  <a:pt x="0" y="74"/>
                  <a:pt x="0" y="67"/>
                  <a:pt x="0" y="53"/>
                </a:cubicBezTo>
                <a:cubicBezTo>
                  <a:pt x="0" y="39"/>
                  <a:pt x="4" y="26"/>
                  <a:pt x="13" y="16"/>
                </a:cubicBezTo>
                <a:cubicBezTo>
                  <a:pt x="22" y="6"/>
                  <a:pt x="34" y="0"/>
                  <a:pt x="50" y="0"/>
                </a:cubicBezTo>
                <a:cubicBezTo>
                  <a:pt x="65" y="0"/>
                  <a:pt x="80" y="7"/>
                  <a:pt x="93" y="22"/>
                </a:cubicBezTo>
                <a:cubicBezTo>
                  <a:pt x="105" y="37"/>
                  <a:pt x="112" y="61"/>
                  <a:pt x="112" y="97"/>
                </a:cubicBezTo>
                <a:cubicBezTo>
                  <a:pt x="112" y="117"/>
                  <a:pt x="110" y="136"/>
                  <a:pt x="105" y="154"/>
                </a:cubicBezTo>
                <a:cubicBezTo>
                  <a:pt x="100" y="173"/>
                  <a:pt x="94" y="189"/>
                  <a:pt x="87" y="202"/>
                </a:cubicBezTo>
                <a:cubicBezTo>
                  <a:pt x="79" y="216"/>
                  <a:pt x="72" y="228"/>
                  <a:pt x="64" y="237"/>
                </a:cubicBezTo>
                <a:cubicBezTo>
                  <a:pt x="56" y="247"/>
                  <a:pt x="49" y="254"/>
                  <a:pt x="44" y="260"/>
                </a:cubicBezTo>
                <a:cubicBezTo>
                  <a:pt x="38" y="266"/>
                  <a:pt x="34" y="268"/>
                  <a:pt x="33" y="267"/>
                </a:cubicBezTo>
                <a:cubicBezTo>
                  <a:pt x="31" y="267"/>
                  <a:pt x="27" y="265"/>
                  <a:pt x="22" y="260"/>
                </a:cubicBezTo>
                <a:cubicBezTo>
                  <a:pt x="17" y="255"/>
                  <a:pt x="14" y="251"/>
                  <a:pt x="14" y="249"/>
                </a:cubicBezTo>
                <a:cubicBezTo>
                  <a:pt x="14" y="247"/>
                  <a:pt x="17" y="242"/>
                  <a:pt x="23" y="235"/>
                </a:cubicBezTo>
                <a:cubicBezTo>
                  <a:pt x="30" y="229"/>
                  <a:pt x="37" y="220"/>
                  <a:pt x="45" y="210"/>
                </a:cubicBezTo>
                <a:cubicBezTo>
                  <a:pt x="52" y="200"/>
                  <a:pt x="60" y="186"/>
                  <a:pt x="67" y="168"/>
                </a:cubicBezTo>
                <a:cubicBezTo>
                  <a:pt x="73" y="150"/>
                  <a:pt x="78" y="129"/>
                  <a:pt x="80" y="106"/>
                </a:cubicBezTo>
                <a:lnTo>
                  <a:pt x="80" y="96"/>
                </a:lnTo>
                <a:lnTo>
                  <a:pt x="79" y="97"/>
                </a:lnTo>
                <a:cubicBezTo>
                  <a:pt x="78" y="97"/>
                  <a:pt x="77" y="98"/>
                  <a:pt x="75" y="99"/>
                </a:cubicBezTo>
                <a:cubicBezTo>
                  <a:pt x="73" y="99"/>
                  <a:pt x="72" y="100"/>
                  <a:pt x="70" y="101"/>
                </a:cubicBezTo>
                <a:cubicBezTo>
                  <a:pt x="68" y="102"/>
                  <a:pt x="66" y="103"/>
                  <a:pt x="62" y="103"/>
                </a:cubicBezTo>
                <a:cubicBezTo>
                  <a:pt x="59" y="103"/>
                  <a:pt x="56" y="103"/>
                  <a:pt x="52" y="104"/>
                </a:cubicBezTo>
                <a:cubicBezTo>
                  <a:pt x="37" y="104"/>
                  <a:pt x="25" y="99"/>
                  <a:pt x="15" y="89"/>
                </a:cubicBezTo>
                <a:lnTo>
                  <a:pt x="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7" name=""/>
          <p:cNvSpPr/>
          <p:nvPr/>
        </p:nvSpPr>
        <p:spPr>
          <a:xfrm>
            <a:off x="4682160" y="4660560"/>
            <a:ext cx="104760" cy="203040"/>
          </a:xfrm>
          <a:custGeom>
            <a:avLst/>
            <a:gdLst/>
            <a:ahLst/>
            <a:rect l="0" t="0" r="r" b="b"/>
            <a:pathLst>
              <a:path w="291" h="564">
                <a:moveTo>
                  <a:pt x="109" y="74"/>
                </a:moveTo>
                <a:lnTo>
                  <a:pt x="98" y="79"/>
                </a:lnTo>
                <a:cubicBezTo>
                  <a:pt x="91" y="81"/>
                  <a:pt x="79" y="84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2" y="53"/>
                  <a:pt x="67" y="49"/>
                  <a:pt x="89" y="41"/>
                </a:cubicBezTo>
                <a:cubicBezTo>
                  <a:pt x="112" y="34"/>
                  <a:pt x="127" y="27"/>
                  <a:pt x="136" y="21"/>
                </a:cubicBezTo>
                <a:cubicBezTo>
                  <a:pt x="146" y="15"/>
                  <a:pt x="153" y="9"/>
                  <a:pt x="160" y="3"/>
                </a:cubicBezTo>
                <a:cubicBezTo>
                  <a:pt x="161" y="1"/>
                  <a:pt x="165" y="0"/>
                  <a:pt x="170" y="0"/>
                </a:cubicBezTo>
                <a:cubicBezTo>
                  <a:pt x="175" y="0"/>
                  <a:pt x="180" y="2"/>
                  <a:pt x="185" y="5"/>
                </a:cubicBezTo>
                <a:lnTo>
                  <a:pt x="185" y="258"/>
                </a:lnTo>
                <a:lnTo>
                  <a:pt x="185" y="512"/>
                </a:lnTo>
                <a:cubicBezTo>
                  <a:pt x="189" y="516"/>
                  <a:pt x="194" y="519"/>
                  <a:pt x="197" y="520"/>
                </a:cubicBezTo>
                <a:cubicBezTo>
                  <a:pt x="199" y="521"/>
                  <a:pt x="206" y="522"/>
                  <a:pt x="217" y="523"/>
                </a:cubicBezTo>
                <a:cubicBezTo>
                  <a:pt x="228" y="524"/>
                  <a:pt x="245" y="525"/>
                  <a:pt x="269" y="525"/>
                </a:cubicBezTo>
                <a:lnTo>
                  <a:pt x="291" y="525"/>
                </a:lnTo>
                <a:lnTo>
                  <a:pt x="291" y="564"/>
                </a:lnTo>
                <a:lnTo>
                  <a:pt x="282" y="564"/>
                </a:lnTo>
                <a:cubicBezTo>
                  <a:pt x="270" y="562"/>
                  <a:pt x="225" y="561"/>
                  <a:pt x="147" y="561"/>
                </a:cubicBezTo>
                <a:cubicBezTo>
                  <a:pt x="70" y="561"/>
                  <a:pt x="26" y="562"/>
                  <a:pt x="14" y="564"/>
                </a:cubicBezTo>
                <a:lnTo>
                  <a:pt x="4" y="564"/>
                </a:lnTo>
                <a:lnTo>
                  <a:pt x="4" y="525"/>
                </a:lnTo>
                <a:lnTo>
                  <a:pt x="26" y="525"/>
                </a:lnTo>
                <a:cubicBezTo>
                  <a:pt x="38" y="525"/>
                  <a:pt x="49" y="525"/>
                  <a:pt x="58" y="525"/>
                </a:cubicBezTo>
                <a:cubicBezTo>
                  <a:pt x="67" y="525"/>
                  <a:pt x="74" y="525"/>
                  <a:pt x="79" y="524"/>
                </a:cubicBezTo>
                <a:cubicBezTo>
                  <a:pt x="84" y="523"/>
                  <a:pt x="89" y="523"/>
                  <a:pt x="93" y="521"/>
                </a:cubicBezTo>
                <a:cubicBezTo>
                  <a:pt x="97" y="520"/>
                  <a:pt x="99" y="520"/>
                  <a:pt x="99" y="520"/>
                </a:cubicBezTo>
                <a:cubicBezTo>
                  <a:pt x="100" y="520"/>
                  <a:pt x="102" y="518"/>
                  <a:pt x="104" y="515"/>
                </a:cubicBezTo>
                <a:cubicBezTo>
                  <a:pt x="107" y="513"/>
                  <a:pt x="109" y="512"/>
                  <a:pt x="109" y="512"/>
                </a:cubicBezTo>
                <a:lnTo>
                  <a:pt x="109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8" name=""/>
          <p:cNvSpPr/>
          <p:nvPr/>
        </p:nvSpPr>
        <p:spPr>
          <a:xfrm>
            <a:off x="4820760" y="466056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3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8"/>
                  <a:pt x="356" y="212"/>
                  <a:pt x="356" y="293"/>
                </a:cubicBezTo>
                <a:cubicBezTo>
                  <a:pt x="356" y="381"/>
                  <a:pt x="344" y="447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3" y="564"/>
                  <a:pt x="236" y="573"/>
                  <a:pt x="221" y="576"/>
                </a:cubicBezTo>
                <a:cubicBezTo>
                  <a:pt x="206" y="580"/>
                  <a:pt x="192" y="582"/>
                  <a:pt x="178" y="582"/>
                </a:cubicBezTo>
                <a:cubicBezTo>
                  <a:pt x="163" y="582"/>
                  <a:pt x="149" y="581"/>
                  <a:pt x="134" y="577"/>
                </a:cubicBezTo>
                <a:cubicBezTo>
                  <a:pt x="119" y="574"/>
                  <a:pt x="102" y="565"/>
                  <a:pt x="83" y="550"/>
                </a:cubicBezTo>
                <a:cubicBezTo>
                  <a:pt x="63" y="535"/>
                  <a:pt x="47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4" y="486"/>
                  <a:pt x="104" y="508"/>
                  <a:pt x="120" y="525"/>
                </a:cubicBezTo>
                <a:cubicBezTo>
                  <a:pt x="136" y="542"/>
                  <a:pt x="155" y="550"/>
                  <a:pt x="178" y="550"/>
                </a:cubicBezTo>
                <a:cubicBezTo>
                  <a:pt x="201" y="550"/>
                  <a:pt x="220" y="542"/>
                  <a:pt x="235" y="525"/>
                </a:cubicBezTo>
                <a:cubicBezTo>
                  <a:pt x="252" y="508"/>
                  <a:pt x="262" y="484"/>
                  <a:pt x="266" y="454"/>
                </a:cubicBezTo>
                <a:cubicBezTo>
                  <a:pt x="270" y="423"/>
                  <a:pt x="272" y="366"/>
                  <a:pt x="273" y="282"/>
                </a:cubicBezTo>
                <a:cubicBezTo>
                  <a:pt x="273" y="201"/>
                  <a:pt x="270" y="147"/>
                  <a:pt x="266" y="120"/>
                </a:cubicBezTo>
                <a:cubicBezTo>
                  <a:pt x="261" y="94"/>
                  <a:pt x="252" y="74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9" name=""/>
          <p:cNvSpPr/>
          <p:nvPr/>
        </p:nvSpPr>
        <p:spPr>
          <a:xfrm>
            <a:off x="4981680" y="4600440"/>
            <a:ext cx="86040" cy="143640"/>
          </a:xfrm>
          <a:custGeom>
            <a:avLst/>
            <a:gdLst/>
            <a:ahLst/>
            <a:rect l="0" t="0" r="r" b="b"/>
            <a:pathLst>
              <a:path w="239" h="399">
                <a:moveTo>
                  <a:pt x="35" y="142"/>
                </a:moveTo>
                <a:cubicBezTo>
                  <a:pt x="24" y="142"/>
                  <a:pt x="16" y="139"/>
                  <a:pt x="9" y="132"/>
                </a:cubicBezTo>
                <a:cubicBezTo>
                  <a:pt x="3" y="125"/>
                  <a:pt x="0" y="115"/>
                  <a:pt x="0" y="104"/>
                </a:cubicBezTo>
                <a:cubicBezTo>
                  <a:pt x="0" y="76"/>
                  <a:pt x="10" y="52"/>
                  <a:pt x="32" y="31"/>
                </a:cubicBezTo>
                <a:cubicBezTo>
                  <a:pt x="53" y="10"/>
                  <a:pt x="79" y="0"/>
                  <a:pt x="111" y="0"/>
                </a:cubicBezTo>
                <a:cubicBezTo>
                  <a:pt x="148" y="0"/>
                  <a:pt x="178" y="11"/>
                  <a:pt x="202" y="33"/>
                </a:cubicBezTo>
                <a:cubicBezTo>
                  <a:pt x="226" y="56"/>
                  <a:pt x="239" y="85"/>
                  <a:pt x="239" y="120"/>
                </a:cubicBezTo>
                <a:cubicBezTo>
                  <a:pt x="239" y="138"/>
                  <a:pt x="235" y="154"/>
                  <a:pt x="227" y="170"/>
                </a:cubicBezTo>
                <a:cubicBezTo>
                  <a:pt x="219" y="185"/>
                  <a:pt x="210" y="199"/>
                  <a:pt x="199" y="211"/>
                </a:cubicBezTo>
                <a:cubicBezTo>
                  <a:pt x="187" y="222"/>
                  <a:pt x="172" y="237"/>
                  <a:pt x="151" y="255"/>
                </a:cubicBezTo>
                <a:cubicBezTo>
                  <a:pt x="136" y="267"/>
                  <a:pt x="117" y="285"/>
                  <a:pt x="91" y="310"/>
                </a:cubicBezTo>
                <a:lnTo>
                  <a:pt x="55" y="343"/>
                </a:lnTo>
                <a:lnTo>
                  <a:pt x="101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2"/>
                  <a:pt x="215" y="288"/>
                </a:cubicBezTo>
                <a:lnTo>
                  <a:pt x="215" y="286"/>
                </a:lnTo>
                <a:lnTo>
                  <a:pt x="239" y="286"/>
                </a:lnTo>
                <a:lnTo>
                  <a:pt x="239" y="288"/>
                </a:lnTo>
                <a:cubicBezTo>
                  <a:pt x="239" y="289"/>
                  <a:pt x="236" y="307"/>
                  <a:pt x="231" y="342"/>
                </a:cubicBezTo>
                <a:cubicBezTo>
                  <a:pt x="227" y="377"/>
                  <a:pt x="224" y="395"/>
                  <a:pt x="222" y="397"/>
                </a:cubicBezTo>
                <a:lnTo>
                  <a:pt x="222" y="399"/>
                </a:lnTo>
                <a:lnTo>
                  <a:pt x="0" y="399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1"/>
                  <a:pt x="21" y="350"/>
                </a:cubicBezTo>
                <a:cubicBezTo>
                  <a:pt x="33" y="338"/>
                  <a:pt x="43" y="326"/>
                  <a:pt x="51" y="317"/>
                </a:cubicBezTo>
                <a:cubicBezTo>
                  <a:pt x="55" y="313"/>
                  <a:pt x="62" y="305"/>
                  <a:pt x="72" y="295"/>
                </a:cubicBezTo>
                <a:cubicBezTo>
                  <a:pt x="82" y="284"/>
                  <a:pt x="89" y="277"/>
                  <a:pt x="93" y="273"/>
                </a:cubicBezTo>
                <a:cubicBezTo>
                  <a:pt x="96" y="269"/>
                  <a:pt x="102" y="262"/>
                  <a:pt x="110" y="253"/>
                </a:cubicBezTo>
                <a:cubicBezTo>
                  <a:pt x="118" y="244"/>
                  <a:pt x="124" y="237"/>
                  <a:pt x="127" y="233"/>
                </a:cubicBezTo>
                <a:cubicBezTo>
                  <a:pt x="130" y="228"/>
                  <a:pt x="135" y="222"/>
                  <a:pt x="141" y="215"/>
                </a:cubicBezTo>
                <a:cubicBezTo>
                  <a:pt x="147" y="207"/>
                  <a:pt x="151" y="201"/>
                  <a:pt x="153" y="196"/>
                </a:cubicBezTo>
                <a:cubicBezTo>
                  <a:pt x="156" y="190"/>
                  <a:pt x="159" y="185"/>
                  <a:pt x="162" y="178"/>
                </a:cubicBezTo>
                <a:cubicBezTo>
                  <a:pt x="166" y="172"/>
                  <a:pt x="168" y="166"/>
                  <a:pt x="170" y="159"/>
                </a:cubicBezTo>
                <a:cubicBezTo>
                  <a:pt x="172" y="153"/>
                  <a:pt x="173" y="147"/>
                  <a:pt x="174" y="141"/>
                </a:cubicBezTo>
                <a:cubicBezTo>
                  <a:pt x="175" y="136"/>
                  <a:pt x="176" y="129"/>
                  <a:pt x="176" y="121"/>
                </a:cubicBezTo>
                <a:cubicBezTo>
                  <a:pt x="176" y="95"/>
                  <a:pt x="169" y="74"/>
                  <a:pt x="156" y="55"/>
                </a:cubicBezTo>
                <a:cubicBezTo>
                  <a:pt x="142" y="37"/>
                  <a:pt x="123" y="28"/>
                  <a:pt x="98" y="28"/>
                </a:cubicBezTo>
                <a:cubicBezTo>
                  <a:pt x="84" y="28"/>
                  <a:pt x="72" y="31"/>
                  <a:pt x="62" y="38"/>
                </a:cubicBezTo>
                <a:cubicBezTo>
                  <a:pt x="52" y="45"/>
                  <a:pt x="45" y="51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70"/>
                  <a:pt x="36" y="70"/>
                  <a:pt x="38" y="70"/>
                </a:cubicBezTo>
                <a:cubicBezTo>
                  <a:pt x="45" y="70"/>
                  <a:pt x="53" y="73"/>
                  <a:pt x="60" y="78"/>
                </a:cubicBezTo>
                <a:cubicBezTo>
                  <a:pt x="68" y="84"/>
                  <a:pt x="72" y="93"/>
                  <a:pt x="72" y="106"/>
                </a:cubicBezTo>
                <a:cubicBezTo>
                  <a:pt x="72" y="116"/>
                  <a:pt x="68" y="125"/>
                  <a:pt x="62" y="132"/>
                </a:cubicBezTo>
                <a:cubicBezTo>
                  <a:pt x="56" y="138"/>
                  <a:pt x="47" y="142"/>
                  <a:pt x="35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0" name=""/>
          <p:cNvSpPr/>
          <p:nvPr/>
        </p:nvSpPr>
        <p:spPr>
          <a:xfrm>
            <a:off x="5110200" y="463500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6" y="0"/>
                </a:cubicBezTo>
                <a:lnTo>
                  <a:pt x="27" y="0"/>
                </a:lnTo>
                <a:lnTo>
                  <a:pt x="50" y="20"/>
                </a:lnTo>
                <a:cubicBezTo>
                  <a:pt x="103" y="68"/>
                  <a:pt x="142" y="128"/>
                  <a:pt x="166" y="199"/>
                </a:cubicBezTo>
                <a:cubicBezTo>
                  <a:pt x="191" y="272"/>
                  <a:pt x="203" y="346"/>
                  <a:pt x="203" y="423"/>
                </a:cubicBezTo>
                <a:cubicBezTo>
                  <a:pt x="203" y="462"/>
                  <a:pt x="200" y="499"/>
                  <a:pt x="195" y="534"/>
                </a:cubicBezTo>
                <a:cubicBezTo>
                  <a:pt x="189" y="570"/>
                  <a:pt x="183" y="600"/>
                  <a:pt x="174" y="625"/>
                </a:cubicBezTo>
                <a:cubicBezTo>
                  <a:pt x="167" y="649"/>
                  <a:pt x="157" y="674"/>
                  <a:pt x="143" y="699"/>
                </a:cubicBezTo>
                <a:cubicBezTo>
                  <a:pt x="130" y="724"/>
                  <a:pt x="119" y="742"/>
                  <a:pt x="111" y="755"/>
                </a:cubicBezTo>
                <a:cubicBezTo>
                  <a:pt x="103" y="768"/>
                  <a:pt x="92" y="783"/>
                  <a:pt x="76" y="798"/>
                </a:cubicBezTo>
                <a:cubicBezTo>
                  <a:pt x="61" y="814"/>
                  <a:pt x="52" y="824"/>
                  <a:pt x="49" y="826"/>
                </a:cubicBezTo>
                <a:cubicBezTo>
                  <a:pt x="47" y="829"/>
                  <a:pt x="40" y="835"/>
                  <a:pt x="30" y="842"/>
                </a:cubicBezTo>
                <a:cubicBezTo>
                  <a:pt x="28" y="844"/>
                  <a:pt x="27" y="845"/>
                  <a:pt x="27" y="846"/>
                </a:cubicBezTo>
                <a:lnTo>
                  <a:pt x="16" y="846"/>
                </a:lnTo>
                <a:cubicBezTo>
                  <a:pt x="12" y="846"/>
                  <a:pt x="9" y="846"/>
                  <a:pt x="7" y="846"/>
                </a:cubicBezTo>
                <a:cubicBezTo>
                  <a:pt x="5" y="846"/>
                  <a:pt x="4" y="845"/>
                  <a:pt x="3" y="843"/>
                </a:cubicBezTo>
                <a:cubicBezTo>
                  <a:pt x="2" y="842"/>
                  <a:pt x="1" y="839"/>
                  <a:pt x="0" y="836"/>
                </a:cubicBezTo>
                <a:cubicBezTo>
                  <a:pt x="1" y="835"/>
                  <a:pt x="4" y="831"/>
                  <a:pt x="10" y="825"/>
                </a:cubicBezTo>
                <a:cubicBezTo>
                  <a:pt x="97" y="734"/>
                  <a:pt x="141" y="600"/>
                  <a:pt x="141" y="423"/>
                </a:cubicBezTo>
                <a:cubicBezTo>
                  <a:pt x="141" y="247"/>
                  <a:pt x="97" y="112"/>
                  <a:pt x="10" y="21"/>
                </a:cubicBezTo>
                <a:cubicBezTo>
                  <a:pt x="4" y="15"/>
                  <a:pt x="1" y="11"/>
                  <a:pt x="0" y="10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1333080" y="4629240"/>
            <a:ext cx="2197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Skew (Log-normal)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5810760" y="4629240"/>
            <a:ext cx="605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LogN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7793280" y="462924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0.606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733320" y="513396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85" name=""/>
          <p:cNvSpPr/>
          <p:nvPr/>
        </p:nvSpPr>
        <p:spPr>
          <a:xfrm>
            <a:off x="3838680" y="516024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1" y="39"/>
                </a:moveTo>
                <a:cubicBezTo>
                  <a:pt x="170" y="39"/>
                  <a:pt x="167" y="39"/>
                  <a:pt x="165" y="39"/>
                </a:cubicBezTo>
                <a:cubicBezTo>
                  <a:pt x="151" y="39"/>
                  <a:pt x="142" y="39"/>
                  <a:pt x="139" y="38"/>
                </a:cubicBezTo>
                <a:cubicBezTo>
                  <a:pt x="136" y="37"/>
                  <a:pt x="135" y="34"/>
                  <a:pt x="135" y="29"/>
                </a:cubicBezTo>
                <a:cubicBezTo>
                  <a:pt x="135" y="14"/>
                  <a:pt x="138" y="4"/>
                  <a:pt x="144" y="1"/>
                </a:cubicBezTo>
                <a:cubicBezTo>
                  <a:pt x="145" y="0"/>
                  <a:pt x="173" y="0"/>
                  <a:pt x="226" y="0"/>
                </a:cubicBezTo>
                <a:cubicBezTo>
                  <a:pt x="270" y="0"/>
                  <a:pt x="294" y="0"/>
                  <a:pt x="301" y="0"/>
                </a:cubicBezTo>
                <a:cubicBezTo>
                  <a:pt x="307" y="0"/>
                  <a:pt x="311" y="2"/>
                  <a:pt x="312" y="5"/>
                </a:cubicBezTo>
                <a:cubicBezTo>
                  <a:pt x="431" y="284"/>
                  <a:pt x="492" y="429"/>
                  <a:pt x="494" y="436"/>
                </a:cubicBezTo>
                <a:lnTo>
                  <a:pt x="540" y="255"/>
                </a:lnTo>
                <a:cubicBezTo>
                  <a:pt x="570" y="136"/>
                  <a:pt x="585" y="73"/>
                  <a:pt x="585" y="65"/>
                </a:cubicBezTo>
                <a:cubicBezTo>
                  <a:pt x="585" y="50"/>
                  <a:pt x="567" y="41"/>
                  <a:pt x="530" y="39"/>
                </a:cubicBezTo>
                <a:cubicBezTo>
                  <a:pt x="517" y="39"/>
                  <a:pt x="510" y="36"/>
                  <a:pt x="510" y="30"/>
                </a:cubicBezTo>
                <a:cubicBezTo>
                  <a:pt x="510" y="28"/>
                  <a:pt x="511" y="25"/>
                  <a:pt x="512" y="19"/>
                </a:cubicBezTo>
                <a:cubicBezTo>
                  <a:pt x="514" y="10"/>
                  <a:pt x="516" y="5"/>
                  <a:pt x="517" y="3"/>
                </a:cubicBezTo>
                <a:cubicBezTo>
                  <a:pt x="518" y="2"/>
                  <a:pt x="521" y="1"/>
                  <a:pt x="525" y="0"/>
                </a:cubicBezTo>
                <a:cubicBezTo>
                  <a:pt x="527" y="0"/>
                  <a:pt x="536" y="0"/>
                  <a:pt x="552" y="1"/>
                </a:cubicBezTo>
                <a:cubicBezTo>
                  <a:pt x="568" y="1"/>
                  <a:pt x="592" y="2"/>
                  <a:pt x="623" y="3"/>
                </a:cubicBezTo>
                <a:cubicBezTo>
                  <a:pt x="651" y="3"/>
                  <a:pt x="672" y="2"/>
                  <a:pt x="687" y="2"/>
                </a:cubicBezTo>
                <a:cubicBezTo>
                  <a:pt x="701" y="1"/>
                  <a:pt x="710" y="1"/>
                  <a:pt x="712" y="1"/>
                </a:cubicBezTo>
                <a:cubicBezTo>
                  <a:pt x="721" y="1"/>
                  <a:pt x="725" y="4"/>
                  <a:pt x="725" y="9"/>
                </a:cubicBezTo>
                <a:cubicBezTo>
                  <a:pt x="725" y="22"/>
                  <a:pt x="722" y="30"/>
                  <a:pt x="718" y="35"/>
                </a:cubicBezTo>
                <a:cubicBezTo>
                  <a:pt x="717" y="37"/>
                  <a:pt x="711" y="39"/>
                  <a:pt x="699" y="39"/>
                </a:cubicBezTo>
                <a:cubicBezTo>
                  <a:pt x="659" y="41"/>
                  <a:pt x="634" y="52"/>
                  <a:pt x="624" y="73"/>
                </a:cubicBezTo>
                <a:lnTo>
                  <a:pt x="497" y="572"/>
                </a:lnTo>
                <a:cubicBezTo>
                  <a:pt x="496" y="576"/>
                  <a:pt x="490" y="578"/>
                  <a:pt x="480" y="578"/>
                </a:cubicBezTo>
                <a:cubicBezTo>
                  <a:pt x="472" y="578"/>
                  <a:pt x="467" y="577"/>
                  <a:pt x="465" y="576"/>
                </a:cubicBezTo>
                <a:cubicBezTo>
                  <a:pt x="464" y="575"/>
                  <a:pt x="427" y="489"/>
                  <a:pt x="356" y="319"/>
                </a:cubicBezTo>
                <a:lnTo>
                  <a:pt x="249" y="67"/>
                </a:lnTo>
                <a:lnTo>
                  <a:pt x="194" y="286"/>
                </a:lnTo>
                <a:cubicBezTo>
                  <a:pt x="158" y="432"/>
                  <a:pt x="139" y="506"/>
                  <a:pt x="139" y="511"/>
                </a:cubicBezTo>
                <a:cubicBezTo>
                  <a:pt x="142" y="530"/>
                  <a:pt x="162" y="539"/>
                  <a:pt x="200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8"/>
                  <a:pt x="213" y="553"/>
                  <a:pt x="212" y="562"/>
                </a:cubicBezTo>
                <a:cubicBezTo>
                  <a:pt x="210" y="569"/>
                  <a:pt x="207" y="575"/>
                  <a:pt x="203" y="578"/>
                </a:cubicBezTo>
                <a:lnTo>
                  <a:pt x="192" y="578"/>
                </a:lnTo>
                <a:cubicBezTo>
                  <a:pt x="175" y="577"/>
                  <a:pt x="145" y="576"/>
                  <a:pt x="101" y="576"/>
                </a:cubicBezTo>
                <a:cubicBezTo>
                  <a:pt x="85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7"/>
                  <a:pt x="13" y="577"/>
                </a:cubicBezTo>
                <a:cubicBezTo>
                  <a:pt x="4" y="577"/>
                  <a:pt x="0" y="575"/>
                  <a:pt x="0" y="569"/>
                </a:cubicBezTo>
                <a:cubicBezTo>
                  <a:pt x="0" y="567"/>
                  <a:pt x="1" y="563"/>
                  <a:pt x="2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1"/>
                  <a:pt x="14" y="539"/>
                  <a:pt x="26" y="539"/>
                </a:cubicBezTo>
                <a:cubicBezTo>
                  <a:pt x="64" y="537"/>
                  <a:pt x="89" y="526"/>
                  <a:pt x="100" y="506"/>
                </a:cubicBezTo>
                <a:cubicBezTo>
                  <a:pt x="103" y="503"/>
                  <a:pt x="123" y="425"/>
                  <a:pt x="160" y="271"/>
                </a:cubicBezTo>
                <a:lnTo>
                  <a:pt x="218" y="41"/>
                </a:lnTo>
                <a:cubicBezTo>
                  <a:pt x="217" y="41"/>
                  <a:pt x="201" y="40"/>
                  <a:pt x="171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6" name=""/>
          <p:cNvSpPr/>
          <p:nvPr/>
        </p:nvSpPr>
        <p:spPr>
          <a:xfrm>
            <a:off x="4127760" y="513972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3"/>
                </a:moveTo>
                <a:cubicBezTo>
                  <a:pt x="0" y="384"/>
                  <a:pt x="3" y="347"/>
                  <a:pt x="9" y="312"/>
                </a:cubicBezTo>
                <a:cubicBezTo>
                  <a:pt x="14" y="277"/>
                  <a:pt x="21" y="247"/>
                  <a:pt x="28" y="222"/>
                </a:cubicBezTo>
                <a:cubicBezTo>
                  <a:pt x="35" y="196"/>
                  <a:pt x="46" y="172"/>
                  <a:pt x="59" y="147"/>
                </a:cubicBezTo>
                <a:cubicBezTo>
                  <a:pt x="73" y="123"/>
                  <a:pt x="83" y="104"/>
                  <a:pt x="91" y="91"/>
                </a:cubicBezTo>
                <a:cubicBezTo>
                  <a:pt x="100" y="77"/>
                  <a:pt x="112" y="63"/>
                  <a:pt x="128" y="47"/>
                </a:cubicBezTo>
                <a:cubicBezTo>
                  <a:pt x="144" y="31"/>
                  <a:pt x="153" y="22"/>
                  <a:pt x="156" y="18"/>
                </a:cubicBezTo>
                <a:cubicBezTo>
                  <a:pt x="159" y="15"/>
                  <a:pt x="166" y="9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10"/>
                  <a:pt x="198" y="16"/>
                  <a:pt x="189" y="26"/>
                </a:cubicBezTo>
                <a:cubicBezTo>
                  <a:pt x="179" y="36"/>
                  <a:pt x="168" y="51"/>
                  <a:pt x="154" y="71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2"/>
                  <a:pt x="86" y="211"/>
                  <a:pt x="76" y="260"/>
                </a:cubicBezTo>
                <a:cubicBezTo>
                  <a:pt x="67" y="309"/>
                  <a:pt x="62" y="363"/>
                  <a:pt x="62" y="423"/>
                </a:cubicBezTo>
                <a:cubicBezTo>
                  <a:pt x="62" y="482"/>
                  <a:pt x="67" y="538"/>
                  <a:pt x="76" y="586"/>
                </a:cubicBezTo>
                <a:cubicBezTo>
                  <a:pt x="86" y="634"/>
                  <a:pt x="98" y="674"/>
                  <a:pt x="112" y="703"/>
                </a:cubicBezTo>
                <a:cubicBezTo>
                  <a:pt x="125" y="733"/>
                  <a:pt x="139" y="757"/>
                  <a:pt x="153" y="776"/>
                </a:cubicBezTo>
                <a:cubicBezTo>
                  <a:pt x="167" y="795"/>
                  <a:pt x="179" y="809"/>
                  <a:pt x="189" y="821"/>
                </a:cubicBezTo>
                <a:cubicBezTo>
                  <a:pt x="198" y="832"/>
                  <a:pt x="203" y="838"/>
                  <a:pt x="203" y="838"/>
                </a:cubicBezTo>
                <a:cubicBezTo>
                  <a:pt x="203" y="844"/>
                  <a:pt x="199" y="846"/>
                  <a:pt x="190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3" y="826"/>
                </a:lnTo>
                <a:cubicBezTo>
                  <a:pt x="100" y="778"/>
                  <a:pt x="61" y="718"/>
                  <a:pt x="36" y="647"/>
                </a:cubicBezTo>
                <a:cubicBezTo>
                  <a:pt x="12" y="575"/>
                  <a:pt x="0" y="501"/>
                  <a:pt x="0" y="42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7" name=""/>
          <p:cNvSpPr/>
          <p:nvPr/>
        </p:nvSpPr>
        <p:spPr>
          <a:xfrm>
            <a:off x="4232880" y="5165280"/>
            <a:ext cx="121680" cy="209880"/>
          </a:xfrm>
          <a:custGeom>
            <a:avLst/>
            <a:gdLst/>
            <a:ahLst/>
            <a:rect l="0" t="0" r="r" b="b"/>
            <a:pathLst>
              <a:path w="338" h="583">
                <a:moveTo>
                  <a:pt x="96" y="430"/>
                </a:moveTo>
                <a:cubicBezTo>
                  <a:pt x="96" y="444"/>
                  <a:pt x="91" y="455"/>
                  <a:pt x="82" y="464"/>
                </a:cubicBezTo>
                <a:cubicBezTo>
                  <a:pt x="73" y="474"/>
                  <a:pt x="62" y="479"/>
                  <a:pt x="49" y="479"/>
                </a:cubicBezTo>
                <a:lnTo>
                  <a:pt x="43" y="479"/>
                </a:lnTo>
                <a:cubicBezTo>
                  <a:pt x="69" y="523"/>
                  <a:pt x="104" y="545"/>
                  <a:pt x="147" y="545"/>
                </a:cubicBezTo>
                <a:cubicBezTo>
                  <a:pt x="186" y="545"/>
                  <a:pt x="216" y="528"/>
                  <a:pt x="234" y="495"/>
                </a:cubicBezTo>
                <a:cubicBezTo>
                  <a:pt x="244" y="476"/>
                  <a:pt x="250" y="439"/>
                  <a:pt x="250" y="386"/>
                </a:cubicBezTo>
                <a:cubicBezTo>
                  <a:pt x="250" y="328"/>
                  <a:pt x="242" y="288"/>
                  <a:pt x="227" y="268"/>
                </a:cubicBezTo>
                <a:cubicBezTo>
                  <a:pt x="212" y="250"/>
                  <a:pt x="195" y="240"/>
                  <a:pt x="177" y="240"/>
                </a:cubicBezTo>
                <a:lnTo>
                  <a:pt x="172" y="240"/>
                </a:lnTo>
                <a:cubicBezTo>
                  <a:pt x="128" y="240"/>
                  <a:pt x="95" y="259"/>
                  <a:pt x="72" y="298"/>
                </a:cubicBezTo>
                <a:cubicBezTo>
                  <a:pt x="70" y="302"/>
                  <a:pt x="68" y="304"/>
                  <a:pt x="66" y="304"/>
                </a:cubicBezTo>
                <a:cubicBezTo>
                  <a:pt x="65" y="305"/>
                  <a:pt x="60" y="306"/>
                  <a:pt x="54" y="306"/>
                </a:cubicBezTo>
                <a:cubicBezTo>
                  <a:pt x="44" y="306"/>
                  <a:pt x="39" y="304"/>
                  <a:pt x="38" y="301"/>
                </a:cubicBezTo>
                <a:cubicBezTo>
                  <a:pt x="36" y="299"/>
                  <a:pt x="36" y="250"/>
                  <a:pt x="36" y="153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1"/>
                  <a:pt x="42" y="0"/>
                  <a:pt x="43" y="0"/>
                </a:cubicBezTo>
                <a:cubicBezTo>
                  <a:pt x="44" y="0"/>
                  <a:pt x="50" y="3"/>
                  <a:pt x="61" y="7"/>
                </a:cubicBezTo>
                <a:cubicBezTo>
                  <a:pt x="72" y="12"/>
                  <a:pt x="88" y="16"/>
                  <a:pt x="108" y="21"/>
                </a:cubicBezTo>
                <a:cubicBezTo>
                  <a:pt x="127" y="25"/>
                  <a:pt x="148" y="27"/>
                  <a:pt x="171" y="27"/>
                </a:cubicBezTo>
                <a:cubicBezTo>
                  <a:pt x="212" y="27"/>
                  <a:pt x="250" y="20"/>
                  <a:pt x="287" y="4"/>
                </a:cubicBezTo>
                <a:cubicBezTo>
                  <a:pt x="291" y="2"/>
                  <a:pt x="295" y="0"/>
                  <a:pt x="298" y="0"/>
                </a:cubicBezTo>
                <a:cubicBezTo>
                  <a:pt x="302" y="0"/>
                  <a:pt x="305" y="5"/>
                  <a:pt x="305" y="16"/>
                </a:cubicBezTo>
                <a:lnTo>
                  <a:pt x="305" y="27"/>
                </a:lnTo>
                <a:cubicBezTo>
                  <a:pt x="258" y="81"/>
                  <a:pt x="200" y="109"/>
                  <a:pt x="130" y="109"/>
                </a:cubicBezTo>
                <a:cubicBezTo>
                  <a:pt x="113" y="109"/>
                  <a:pt x="97" y="107"/>
                  <a:pt x="83" y="103"/>
                </a:cubicBezTo>
                <a:lnTo>
                  <a:pt x="75" y="102"/>
                </a:lnTo>
                <a:lnTo>
                  <a:pt x="75" y="247"/>
                </a:lnTo>
                <a:cubicBezTo>
                  <a:pt x="85" y="239"/>
                  <a:pt x="94" y="233"/>
                  <a:pt x="100" y="228"/>
                </a:cubicBezTo>
                <a:cubicBezTo>
                  <a:pt x="106" y="224"/>
                  <a:pt x="116" y="219"/>
                  <a:pt x="130" y="215"/>
                </a:cubicBezTo>
                <a:cubicBezTo>
                  <a:pt x="145" y="210"/>
                  <a:pt x="159" y="208"/>
                  <a:pt x="174" y="208"/>
                </a:cubicBezTo>
                <a:cubicBezTo>
                  <a:pt x="220" y="208"/>
                  <a:pt x="259" y="226"/>
                  <a:pt x="290" y="263"/>
                </a:cubicBezTo>
                <a:cubicBezTo>
                  <a:pt x="322" y="300"/>
                  <a:pt x="338" y="343"/>
                  <a:pt x="338" y="393"/>
                </a:cubicBezTo>
                <a:cubicBezTo>
                  <a:pt x="338" y="445"/>
                  <a:pt x="320" y="490"/>
                  <a:pt x="283" y="527"/>
                </a:cubicBezTo>
                <a:cubicBezTo>
                  <a:pt x="247" y="563"/>
                  <a:pt x="203" y="582"/>
                  <a:pt x="151" y="583"/>
                </a:cubicBezTo>
                <a:cubicBezTo>
                  <a:pt x="105" y="583"/>
                  <a:pt x="69" y="567"/>
                  <a:pt x="41" y="537"/>
                </a:cubicBezTo>
                <a:cubicBezTo>
                  <a:pt x="13" y="506"/>
                  <a:pt x="0" y="472"/>
                  <a:pt x="0" y="433"/>
                </a:cubicBezTo>
                <a:cubicBezTo>
                  <a:pt x="0" y="419"/>
                  <a:pt x="3" y="409"/>
                  <a:pt x="9" y="401"/>
                </a:cubicBezTo>
                <a:cubicBezTo>
                  <a:pt x="15" y="393"/>
                  <a:pt x="22" y="388"/>
                  <a:pt x="28" y="386"/>
                </a:cubicBezTo>
                <a:cubicBezTo>
                  <a:pt x="35" y="383"/>
                  <a:pt x="41" y="382"/>
                  <a:pt x="48" y="382"/>
                </a:cubicBezTo>
                <a:cubicBezTo>
                  <a:pt x="62" y="382"/>
                  <a:pt x="73" y="387"/>
                  <a:pt x="82" y="397"/>
                </a:cubicBezTo>
                <a:cubicBezTo>
                  <a:pt x="91" y="406"/>
                  <a:pt x="96" y="417"/>
                  <a:pt x="96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8" name=""/>
          <p:cNvSpPr/>
          <p:nvPr/>
        </p:nvSpPr>
        <p:spPr>
          <a:xfrm>
            <a:off x="4381560" y="5165280"/>
            <a:ext cx="128160" cy="209880"/>
          </a:xfrm>
          <a:custGeom>
            <a:avLst/>
            <a:gdLst/>
            <a:ahLst/>
            <a:rect l="0" t="0" r="r" b="b"/>
            <a:pathLst>
              <a:path w="356" h="583">
                <a:moveTo>
                  <a:pt x="48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8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3"/>
                  <a:pt x="222" y="577"/>
                </a:cubicBezTo>
                <a:cubicBezTo>
                  <a:pt x="207" y="580"/>
                  <a:pt x="193" y="582"/>
                  <a:pt x="179" y="583"/>
                </a:cubicBezTo>
                <a:cubicBezTo>
                  <a:pt x="164" y="583"/>
                  <a:pt x="150" y="581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6"/>
                  <a:pt x="47" y="517"/>
                  <a:pt x="36" y="494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1"/>
                  <a:pt x="202" y="32"/>
                  <a:pt x="179" y="32"/>
                </a:cubicBezTo>
                <a:cubicBezTo>
                  <a:pt x="155" y="32"/>
                  <a:pt x="135" y="41"/>
                  <a:pt x="118" y="59"/>
                </a:cubicBezTo>
                <a:cubicBezTo>
                  <a:pt x="104" y="73"/>
                  <a:pt x="95" y="94"/>
                  <a:pt x="90" y="119"/>
                </a:cubicBezTo>
                <a:cubicBezTo>
                  <a:pt x="86" y="145"/>
                  <a:pt x="83" y="199"/>
                  <a:pt x="83" y="282"/>
                </a:cubicBezTo>
                <a:cubicBezTo>
                  <a:pt x="83" y="371"/>
                  <a:pt x="86" y="429"/>
                  <a:pt x="90" y="457"/>
                </a:cubicBezTo>
                <a:cubicBezTo>
                  <a:pt x="95" y="487"/>
                  <a:pt x="105" y="509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3" y="508"/>
                  <a:pt x="263" y="485"/>
                  <a:pt x="267" y="453"/>
                </a:cubicBezTo>
                <a:cubicBezTo>
                  <a:pt x="271" y="423"/>
                  <a:pt x="273" y="366"/>
                  <a:pt x="273" y="282"/>
                </a:cubicBezTo>
                <a:cubicBezTo>
                  <a:pt x="273" y="200"/>
                  <a:pt x="271" y="146"/>
                  <a:pt x="267" y="120"/>
                </a:cubicBezTo>
                <a:cubicBezTo>
                  <a:pt x="262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9" name=""/>
          <p:cNvSpPr/>
          <p:nvPr/>
        </p:nvSpPr>
        <p:spPr>
          <a:xfrm>
            <a:off x="4545360" y="533124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2"/>
                </a:moveTo>
                <a:cubicBezTo>
                  <a:pt x="0" y="72"/>
                  <a:pt x="0" y="65"/>
                  <a:pt x="0" y="51"/>
                </a:cubicBezTo>
                <a:cubicBezTo>
                  <a:pt x="0" y="37"/>
                  <a:pt x="4" y="25"/>
                  <a:pt x="13" y="15"/>
                </a:cubicBezTo>
                <a:cubicBezTo>
                  <a:pt x="22" y="5"/>
                  <a:pt x="34" y="0"/>
                  <a:pt x="50" y="0"/>
                </a:cubicBezTo>
                <a:cubicBezTo>
                  <a:pt x="65" y="0"/>
                  <a:pt x="80" y="7"/>
                  <a:pt x="93" y="21"/>
                </a:cubicBezTo>
                <a:cubicBezTo>
                  <a:pt x="105" y="35"/>
                  <a:pt x="112" y="60"/>
                  <a:pt x="112" y="95"/>
                </a:cubicBezTo>
                <a:cubicBezTo>
                  <a:pt x="112" y="115"/>
                  <a:pt x="110" y="134"/>
                  <a:pt x="105" y="153"/>
                </a:cubicBezTo>
                <a:cubicBezTo>
                  <a:pt x="100" y="171"/>
                  <a:pt x="94" y="187"/>
                  <a:pt x="87" y="201"/>
                </a:cubicBezTo>
                <a:cubicBezTo>
                  <a:pt x="79" y="214"/>
                  <a:pt x="72" y="227"/>
                  <a:pt x="64" y="236"/>
                </a:cubicBezTo>
                <a:cubicBezTo>
                  <a:pt x="56" y="246"/>
                  <a:pt x="49" y="254"/>
                  <a:pt x="44" y="259"/>
                </a:cubicBezTo>
                <a:cubicBezTo>
                  <a:pt x="38" y="265"/>
                  <a:pt x="34" y="267"/>
                  <a:pt x="33" y="267"/>
                </a:cubicBezTo>
                <a:cubicBezTo>
                  <a:pt x="31" y="267"/>
                  <a:pt x="27" y="264"/>
                  <a:pt x="22" y="259"/>
                </a:cubicBezTo>
                <a:cubicBezTo>
                  <a:pt x="17" y="254"/>
                  <a:pt x="14" y="250"/>
                  <a:pt x="14" y="248"/>
                </a:cubicBezTo>
                <a:cubicBezTo>
                  <a:pt x="14" y="246"/>
                  <a:pt x="17" y="241"/>
                  <a:pt x="23" y="235"/>
                </a:cubicBezTo>
                <a:cubicBezTo>
                  <a:pt x="30" y="228"/>
                  <a:pt x="37" y="218"/>
                  <a:pt x="45" y="208"/>
                </a:cubicBezTo>
                <a:cubicBezTo>
                  <a:pt x="52" y="198"/>
                  <a:pt x="60" y="184"/>
                  <a:pt x="67" y="166"/>
                </a:cubicBezTo>
                <a:cubicBezTo>
                  <a:pt x="73" y="148"/>
                  <a:pt x="78" y="128"/>
                  <a:pt x="80" y="104"/>
                </a:cubicBezTo>
                <a:lnTo>
                  <a:pt x="80" y="94"/>
                </a:lnTo>
                <a:lnTo>
                  <a:pt x="79" y="95"/>
                </a:lnTo>
                <a:cubicBezTo>
                  <a:pt x="78" y="96"/>
                  <a:pt x="77" y="96"/>
                  <a:pt x="75" y="97"/>
                </a:cubicBezTo>
                <a:cubicBezTo>
                  <a:pt x="73" y="97"/>
                  <a:pt x="72" y="98"/>
                  <a:pt x="70" y="99"/>
                </a:cubicBezTo>
                <a:cubicBezTo>
                  <a:pt x="68" y="101"/>
                  <a:pt x="66" y="101"/>
                  <a:pt x="62" y="101"/>
                </a:cubicBezTo>
                <a:cubicBezTo>
                  <a:pt x="59" y="101"/>
                  <a:pt x="56" y="101"/>
                  <a:pt x="52" y="102"/>
                </a:cubicBezTo>
                <a:cubicBezTo>
                  <a:pt x="37" y="102"/>
                  <a:pt x="25" y="97"/>
                  <a:pt x="15" y="88"/>
                </a:cubicBez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0" name=""/>
          <p:cNvSpPr/>
          <p:nvPr/>
        </p:nvSpPr>
        <p:spPr>
          <a:xfrm>
            <a:off x="4682160" y="5165280"/>
            <a:ext cx="104760" cy="203040"/>
          </a:xfrm>
          <a:custGeom>
            <a:avLst/>
            <a:gdLst/>
            <a:ahLst/>
            <a:rect l="0" t="0" r="r" b="b"/>
            <a:pathLst>
              <a:path w="291" h="564">
                <a:moveTo>
                  <a:pt x="109" y="75"/>
                </a:moveTo>
                <a:lnTo>
                  <a:pt x="98" y="79"/>
                </a:lnTo>
                <a:cubicBezTo>
                  <a:pt x="91" y="82"/>
                  <a:pt x="79" y="85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2" y="53"/>
                  <a:pt x="67" y="49"/>
                  <a:pt x="89" y="42"/>
                </a:cubicBezTo>
                <a:cubicBezTo>
                  <a:pt x="112" y="34"/>
                  <a:pt x="127" y="28"/>
                  <a:pt x="136" y="22"/>
                </a:cubicBezTo>
                <a:cubicBezTo>
                  <a:pt x="146" y="15"/>
                  <a:pt x="153" y="9"/>
                  <a:pt x="160" y="3"/>
                </a:cubicBezTo>
                <a:cubicBezTo>
                  <a:pt x="161" y="1"/>
                  <a:pt x="165" y="0"/>
                  <a:pt x="170" y="0"/>
                </a:cubicBezTo>
                <a:cubicBezTo>
                  <a:pt x="175" y="0"/>
                  <a:pt x="180" y="2"/>
                  <a:pt x="185" y="5"/>
                </a:cubicBezTo>
                <a:lnTo>
                  <a:pt x="185" y="258"/>
                </a:lnTo>
                <a:lnTo>
                  <a:pt x="185" y="511"/>
                </a:lnTo>
                <a:cubicBezTo>
                  <a:pt x="189" y="515"/>
                  <a:pt x="194" y="518"/>
                  <a:pt x="197" y="519"/>
                </a:cubicBezTo>
                <a:cubicBezTo>
                  <a:pt x="199" y="520"/>
                  <a:pt x="206" y="521"/>
                  <a:pt x="217" y="522"/>
                </a:cubicBezTo>
                <a:cubicBezTo>
                  <a:pt x="228" y="524"/>
                  <a:pt x="245" y="524"/>
                  <a:pt x="269" y="524"/>
                </a:cubicBezTo>
                <a:lnTo>
                  <a:pt x="291" y="524"/>
                </a:lnTo>
                <a:lnTo>
                  <a:pt x="291" y="564"/>
                </a:lnTo>
                <a:lnTo>
                  <a:pt x="282" y="564"/>
                </a:lnTo>
                <a:cubicBezTo>
                  <a:pt x="270" y="562"/>
                  <a:pt x="225" y="561"/>
                  <a:pt x="147" y="561"/>
                </a:cubicBezTo>
                <a:cubicBezTo>
                  <a:pt x="70" y="561"/>
                  <a:pt x="26" y="562"/>
                  <a:pt x="14" y="564"/>
                </a:cubicBezTo>
                <a:lnTo>
                  <a:pt x="4" y="564"/>
                </a:lnTo>
                <a:lnTo>
                  <a:pt x="4" y="524"/>
                </a:lnTo>
                <a:lnTo>
                  <a:pt x="26" y="524"/>
                </a:lnTo>
                <a:cubicBezTo>
                  <a:pt x="38" y="524"/>
                  <a:pt x="49" y="524"/>
                  <a:pt x="58" y="524"/>
                </a:cubicBezTo>
                <a:cubicBezTo>
                  <a:pt x="67" y="524"/>
                  <a:pt x="74" y="524"/>
                  <a:pt x="79" y="523"/>
                </a:cubicBezTo>
                <a:cubicBezTo>
                  <a:pt x="84" y="523"/>
                  <a:pt x="89" y="522"/>
                  <a:pt x="93" y="521"/>
                </a:cubicBezTo>
                <a:cubicBezTo>
                  <a:pt x="97" y="520"/>
                  <a:pt x="99" y="519"/>
                  <a:pt x="99" y="519"/>
                </a:cubicBezTo>
                <a:cubicBezTo>
                  <a:pt x="100" y="519"/>
                  <a:pt x="102" y="518"/>
                  <a:pt x="104" y="515"/>
                </a:cubicBezTo>
                <a:cubicBezTo>
                  <a:pt x="107" y="512"/>
                  <a:pt x="109" y="511"/>
                  <a:pt x="109" y="511"/>
                </a:cubicBezTo>
                <a:lnTo>
                  <a:pt x="109" y="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1" name=""/>
          <p:cNvSpPr/>
          <p:nvPr/>
        </p:nvSpPr>
        <p:spPr>
          <a:xfrm>
            <a:off x="4820760" y="5165280"/>
            <a:ext cx="128160" cy="209880"/>
          </a:xfrm>
          <a:custGeom>
            <a:avLst/>
            <a:gdLst/>
            <a:ahLst/>
            <a:rect l="0" t="0" r="r" b="b"/>
            <a:pathLst>
              <a:path w="356" h="583">
                <a:moveTo>
                  <a:pt x="48" y="69"/>
                </a:moveTo>
                <a:cubicBezTo>
                  <a:pt x="79" y="23"/>
                  <a:pt x="123" y="0"/>
                  <a:pt x="177" y="0"/>
                </a:cubicBezTo>
                <a:cubicBezTo>
                  <a:pt x="204" y="0"/>
                  <a:pt x="231" y="8"/>
                  <a:pt x="258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3" y="564"/>
                  <a:pt x="236" y="573"/>
                  <a:pt x="221" y="577"/>
                </a:cubicBezTo>
                <a:cubicBezTo>
                  <a:pt x="206" y="580"/>
                  <a:pt x="192" y="582"/>
                  <a:pt x="178" y="583"/>
                </a:cubicBezTo>
                <a:cubicBezTo>
                  <a:pt x="163" y="583"/>
                  <a:pt x="149" y="581"/>
                  <a:pt x="134" y="577"/>
                </a:cubicBezTo>
                <a:cubicBezTo>
                  <a:pt x="119" y="574"/>
                  <a:pt x="102" y="565"/>
                  <a:pt x="83" y="550"/>
                </a:cubicBezTo>
                <a:cubicBezTo>
                  <a:pt x="63" y="536"/>
                  <a:pt x="47" y="517"/>
                  <a:pt x="36" y="494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9"/>
                </a:moveTo>
                <a:cubicBezTo>
                  <a:pt x="221" y="41"/>
                  <a:pt x="201" y="32"/>
                  <a:pt x="178" y="32"/>
                </a:cubicBezTo>
                <a:cubicBezTo>
                  <a:pt x="154" y="32"/>
                  <a:pt x="134" y="41"/>
                  <a:pt x="117" y="59"/>
                </a:cubicBezTo>
                <a:cubicBezTo>
                  <a:pt x="103" y="73"/>
                  <a:pt x="94" y="94"/>
                  <a:pt x="89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29"/>
                  <a:pt x="89" y="457"/>
                </a:cubicBezTo>
                <a:cubicBezTo>
                  <a:pt x="94" y="487"/>
                  <a:pt x="104" y="509"/>
                  <a:pt x="120" y="525"/>
                </a:cubicBezTo>
                <a:cubicBezTo>
                  <a:pt x="136" y="542"/>
                  <a:pt x="155" y="550"/>
                  <a:pt x="178" y="550"/>
                </a:cubicBezTo>
                <a:cubicBezTo>
                  <a:pt x="201" y="550"/>
                  <a:pt x="220" y="542"/>
                  <a:pt x="235" y="525"/>
                </a:cubicBezTo>
                <a:cubicBezTo>
                  <a:pt x="252" y="508"/>
                  <a:pt x="262" y="485"/>
                  <a:pt x="266" y="453"/>
                </a:cubicBezTo>
                <a:cubicBezTo>
                  <a:pt x="270" y="423"/>
                  <a:pt x="272" y="366"/>
                  <a:pt x="273" y="282"/>
                </a:cubicBezTo>
                <a:cubicBezTo>
                  <a:pt x="273" y="200"/>
                  <a:pt x="270" y="146"/>
                  <a:pt x="266" y="120"/>
                </a:cubicBezTo>
                <a:cubicBezTo>
                  <a:pt x="261" y="94"/>
                  <a:pt x="252" y="74"/>
                  <a:pt x="238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2" name=""/>
          <p:cNvSpPr/>
          <p:nvPr/>
        </p:nvSpPr>
        <p:spPr>
          <a:xfrm>
            <a:off x="4981680" y="5105160"/>
            <a:ext cx="86040" cy="143640"/>
          </a:xfrm>
          <a:custGeom>
            <a:avLst/>
            <a:gdLst/>
            <a:ahLst/>
            <a:rect l="0" t="0" r="r" b="b"/>
            <a:pathLst>
              <a:path w="239" h="399">
                <a:moveTo>
                  <a:pt x="35" y="142"/>
                </a:moveTo>
                <a:cubicBezTo>
                  <a:pt x="24" y="142"/>
                  <a:pt x="16" y="138"/>
                  <a:pt x="9" y="131"/>
                </a:cubicBezTo>
                <a:cubicBezTo>
                  <a:pt x="3" y="124"/>
                  <a:pt x="0" y="115"/>
                  <a:pt x="0" y="105"/>
                </a:cubicBezTo>
                <a:cubicBezTo>
                  <a:pt x="0" y="76"/>
                  <a:pt x="10" y="52"/>
                  <a:pt x="32" y="31"/>
                </a:cubicBezTo>
                <a:cubicBezTo>
                  <a:pt x="53" y="11"/>
                  <a:pt x="79" y="0"/>
                  <a:pt x="111" y="0"/>
                </a:cubicBezTo>
                <a:cubicBezTo>
                  <a:pt x="148" y="0"/>
                  <a:pt x="178" y="11"/>
                  <a:pt x="202" y="34"/>
                </a:cubicBezTo>
                <a:cubicBezTo>
                  <a:pt x="226" y="56"/>
                  <a:pt x="239" y="85"/>
                  <a:pt x="239" y="120"/>
                </a:cubicBezTo>
                <a:cubicBezTo>
                  <a:pt x="239" y="137"/>
                  <a:pt x="235" y="154"/>
                  <a:pt x="227" y="169"/>
                </a:cubicBezTo>
                <a:cubicBezTo>
                  <a:pt x="219" y="185"/>
                  <a:pt x="210" y="198"/>
                  <a:pt x="199" y="210"/>
                </a:cubicBezTo>
                <a:cubicBezTo>
                  <a:pt x="187" y="221"/>
                  <a:pt x="172" y="236"/>
                  <a:pt x="151" y="254"/>
                </a:cubicBezTo>
                <a:cubicBezTo>
                  <a:pt x="136" y="266"/>
                  <a:pt x="117" y="285"/>
                  <a:pt x="91" y="309"/>
                </a:cubicBezTo>
                <a:lnTo>
                  <a:pt x="55" y="343"/>
                </a:lnTo>
                <a:lnTo>
                  <a:pt x="101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2"/>
                  <a:pt x="215" y="287"/>
                </a:cubicBezTo>
                <a:lnTo>
                  <a:pt x="215" y="285"/>
                </a:lnTo>
                <a:lnTo>
                  <a:pt x="239" y="285"/>
                </a:lnTo>
                <a:lnTo>
                  <a:pt x="239" y="287"/>
                </a:lnTo>
                <a:cubicBezTo>
                  <a:pt x="239" y="288"/>
                  <a:pt x="236" y="306"/>
                  <a:pt x="231" y="342"/>
                </a:cubicBezTo>
                <a:cubicBezTo>
                  <a:pt x="227" y="377"/>
                  <a:pt x="224" y="396"/>
                  <a:pt x="222" y="397"/>
                </a:cubicBezTo>
                <a:lnTo>
                  <a:pt x="222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0"/>
                </a:lnTo>
                <a:cubicBezTo>
                  <a:pt x="0" y="378"/>
                  <a:pt x="1" y="375"/>
                  <a:pt x="4" y="371"/>
                </a:cubicBezTo>
                <a:cubicBezTo>
                  <a:pt x="6" y="368"/>
                  <a:pt x="12" y="361"/>
                  <a:pt x="21" y="351"/>
                </a:cubicBezTo>
                <a:cubicBezTo>
                  <a:pt x="33" y="338"/>
                  <a:pt x="43" y="327"/>
                  <a:pt x="51" y="317"/>
                </a:cubicBezTo>
                <a:cubicBezTo>
                  <a:pt x="55" y="313"/>
                  <a:pt x="62" y="305"/>
                  <a:pt x="72" y="294"/>
                </a:cubicBezTo>
                <a:cubicBezTo>
                  <a:pt x="82" y="283"/>
                  <a:pt x="89" y="276"/>
                  <a:pt x="93" y="272"/>
                </a:cubicBezTo>
                <a:cubicBezTo>
                  <a:pt x="96" y="268"/>
                  <a:pt x="102" y="261"/>
                  <a:pt x="110" y="252"/>
                </a:cubicBezTo>
                <a:cubicBezTo>
                  <a:pt x="118" y="243"/>
                  <a:pt x="124" y="236"/>
                  <a:pt x="127" y="232"/>
                </a:cubicBezTo>
                <a:cubicBezTo>
                  <a:pt x="130" y="228"/>
                  <a:pt x="135" y="222"/>
                  <a:pt x="141" y="214"/>
                </a:cubicBezTo>
                <a:cubicBezTo>
                  <a:pt x="147" y="206"/>
                  <a:pt x="151" y="200"/>
                  <a:pt x="153" y="195"/>
                </a:cubicBezTo>
                <a:cubicBezTo>
                  <a:pt x="156" y="190"/>
                  <a:pt x="159" y="184"/>
                  <a:pt x="162" y="178"/>
                </a:cubicBezTo>
                <a:cubicBezTo>
                  <a:pt x="166" y="171"/>
                  <a:pt x="168" y="165"/>
                  <a:pt x="170" y="158"/>
                </a:cubicBezTo>
                <a:cubicBezTo>
                  <a:pt x="172" y="152"/>
                  <a:pt x="173" y="146"/>
                  <a:pt x="174" y="141"/>
                </a:cubicBezTo>
                <a:cubicBezTo>
                  <a:pt x="175" y="135"/>
                  <a:pt x="176" y="128"/>
                  <a:pt x="176" y="121"/>
                </a:cubicBezTo>
                <a:cubicBezTo>
                  <a:pt x="176" y="96"/>
                  <a:pt x="169" y="74"/>
                  <a:pt x="156" y="56"/>
                </a:cubicBezTo>
                <a:cubicBezTo>
                  <a:pt x="142" y="37"/>
                  <a:pt x="123" y="28"/>
                  <a:pt x="98" y="28"/>
                </a:cubicBezTo>
                <a:cubicBezTo>
                  <a:pt x="84" y="28"/>
                  <a:pt x="72" y="32"/>
                  <a:pt x="62" y="38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70"/>
                  <a:pt x="36" y="70"/>
                  <a:pt x="38" y="70"/>
                </a:cubicBezTo>
                <a:cubicBezTo>
                  <a:pt x="45" y="70"/>
                  <a:pt x="53" y="73"/>
                  <a:pt x="60" y="78"/>
                </a:cubicBezTo>
                <a:cubicBezTo>
                  <a:pt x="68" y="84"/>
                  <a:pt x="72" y="93"/>
                  <a:pt x="72" y="106"/>
                </a:cubicBezTo>
                <a:cubicBezTo>
                  <a:pt x="72" y="116"/>
                  <a:pt x="68" y="124"/>
                  <a:pt x="62" y="131"/>
                </a:cubicBezTo>
                <a:cubicBezTo>
                  <a:pt x="56" y="138"/>
                  <a:pt x="47" y="141"/>
                  <a:pt x="35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3" name=""/>
          <p:cNvSpPr/>
          <p:nvPr/>
        </p:nvSpPr>
        <p:spPr>
          <a:xfrm>
            <a:off x="5110200" y="513972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6" y="0"/>
                </a:cubicBezTo>
                <a:lnTo>
                  <a:pt x="27" y="0"/>
                </a:lnTo>
                <a:lnTo>
                  <a:pt x="50" y="21"/>
                </a:lnTo>
                <a:cubicBezTo>
                  <a:pt x="103" y="69"/>
                  <a:pt x="142" y="128"/>
                  <a:pt x="166" y="200"/>
                </a:cubicBezTo>
                <a:cubicBezTo>
                  <a:pt x="191" y="271"/>
                  <a:pt x="203" y="346"/>
                  <a:pt x="203" y="423"/>
                </a:cubicBezTo>
                <a:cubicBezTo>
                  <a:pt x="203" y="461"/>
                  <a:pt x="200" y="499"/>
                  <a:pt x="195" y="534"/>
                </a:cubicBezTo>
                <a:cubicBezTo>
                  <a:pt x="189" y="570"/>
                  <a:pt x="183" y="600"/>
                  <a:pt x="174" y="625"/>
                </a:cubicBezTo>
                <a:cubicBezTo>
                  <a:pt x="167" y="650"/>
                  <a:pt x="157" y="674"/>
                  <a:pt x="143" y="699"/>
                </a:cubicBezTo>
                <a:cubicBezTo>
                  <a:pt x="130" y="724"/>
                  <a:pt x="119" y="743"/>
                  <a:pt x="111" y="756"/>
                </a:cubicBezTo>
                <a:cubicBezTo>
                  <a:pt x="103" y="769"/>
                  <a:pt x="92" y="783"/>
                  <a:pt x="76" y="799"/>
                </a:cubicBezTo>
                <a:cubicBezTo>
                  <a:pt x="61" y="815"/>
                  <a:pt x="52" y="824"/>
                  <a:pt x="49" y="827"/>
                </a:cubicBezTo>
                <a:cubicBezTo>
                  <a:pt x="47" y="829"/>
                  <a:pt x="40" y="835"/>
                  <a:pt x="30" y="843"/>
                </a:cubicBezTo>
                <a:cubicBezTo>
                  <a:pt x="28" y="844"/>
                  <a:pt x="27" y="846"/>
                  <a:pt x="27" y="846"/>
                </a:cubicBezTo>
                <a:lnTo>
                  <a:pt x="16" y="846"/>
                </a:lnTo>
                <a:cubicBezTo>
                  <a:pt x="12" y="846"/>
                  <a:pt x="9" y="846"/>
                  <a:pt x="7" y="846"/>
                </a:cubicBezTo>
                <a:cubicBezTo>
                  <a:pt x="5" y="846"/>
                  <a:pt x="4" y="845"/>
                  <a:pt x="3" y="844"/>
                </a:cubicBezTo>
                <a:cubicBezTo>
                  <a:pt x="2" y="842"/>
                  <a:pt x="1" y="839"/>
                  <a:pt x="0" y="836"/>
                </a:cubicBezTo>
                <a:cubicBezTo>
                  <a:pt x="1" y="835"/>
                  <a:pt x="4" y="832"/>
                  <a:pt x="10" y="825"/>
                </a:cubicBezTo>
                <a:cubicBezTo>
                  <a:pt x="97" y="734"/>
                  <a:pt x="141" y="601"/>
                  <a:pt x="141" y="423"/>
                </a:cubicBezTo>
                <a:cubicBezTo>
                  <a:pt x="141" y="246"/>
                  <a:pt x="97" y="112"/>
                  <a:pt x="10" y="22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4" name=""/>
          <p:cNvSpPr/>
          <p:nvPr/>
        </p:nvSpPr>
        <p:spPr>
          <a:xfrm>
            <a:off x="5819760" y="516024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3" y="39"/>
                </a:moveTo>
                <a:cubicBezTo>
                  <a:pt x="171" y="39"/>
                  <a:pt x="169" y="39"/>
                  <a:pt x="166" y="39"/>
                </a:cubicBezTo>
                <a:cubicBezTo>
                  <a:pt x="152" y="39"/>
                  <a:pt x="143" y="39"/>
                  <a:pt x="141" y="38"/>
                </a:cubicBezTo>
                <a:cubicBezTo>
                  <a:pt x="138" y="37"/>
                  <a:pt x="136" y="34"/>
                  <a:pt x="136" y="29"/>
                </a:cubicBezTo>
                <a:cubicBezTo>
                  <a:pt x="136" y="14"/>
                  <a:pt x="139" y="4"/>
                  <a:pt x="146" y="1"/>
                </a:cubicBezTo>
                <a:cubicBezTo>
                  <a:pt x="147" y="0"/>
                  <a:pt x="174" y="0"/>
                  <a:pt x="228" y="0"/>
                </a:cubicBezTo>
                <a:cubicBezTo>
                  <a:pt x="271" y="0"/>
                  <a:pt x="296" y="0"/>
                  <a:pt x="302" y="0"/>
                </a:cubicBezTo>
                <a:cubicBezTo>
                  <a:pt x="308" y="0"/>
                  <a:pt x="312" y="2"/>
                  <a:pt x="314" y="5"/>
                </a:cubicBezTo>
                <a:cubicBezTo>
                  <a:pt x="433" y="284"/>
                  <a:pt x="493" y="429"/>
                  <a:pt x="495" y="436"/>
                </a:cubicBezTo>
                <a:lnTo>
                  <a:pt x="541" y="255"/>
                </a:lnTo>
                <a:cubicBezTo>
                  <a:pt x="571" y="136"/>
                  <a:pt x="586" y="73"/>
                  <a:pt x="586" y="65"/>
                </a:cubicBezTo>
                <a:cubicBezTo>
                  <a:pt x="586" y="50"/>
                  <a:pt x="568" y="41"/>
                  <a:pt x="532" y="39"/>
                </a:cubicBezTo>
                <a:cubicBezTo>
                  <a:pt x="518" y="39"/>
                  <a:pt x="511" y="36"/>
                  <a:pt x="511" y="30"/>
                </a:cubicBezTo>
                <a:cubicBezTo>
                  <a:pt x="511" y="28"/>
                  <a:pt x="512" y="25"/>
                  <a:pt x="513" y="19"/>
                </a:cubicBezTo>
                <a:cubicBezTo>
                  <a:pt x="515" y="10"/>
                  <a:pt x="517" y="5"/>
                  <a:pt x="518" y="3"/>
                </a:cubicBezTo>
                <a:cubicBezTo>
                  <a:pt x="519" y="2"/>
                  <a:pt x="522" y="1"/>
                  <a:pt x="527" y="0"/>
                </a:cubicBezTo>
                <a:cubicBezTo>
                  <a:pt x="528" y="0"/>
                  <a:pt x="537" y="0"/>
                  <a:pt x="553" y="1"/>
                </a:cubicBezTo>
                <a:cubicBezTo>
                  <a:pt x="569" y="1"/>
                  <a:pt x="592" y="2"/>
                  <a:pt x="623" y="3"/>
                </a:cubicBezTo>
                <a:cubicBezTo>
                  <a:pt x="651" y="3"/>
                  <a:pt x="672" y="2"/>
                  <a:pt x="687" y="2"/>
                </a:cubicBezTo>
                <a:cubicBezTo>
                  <a:pt x="702" y="1"/>
                  <a:pt x="710" y="1"/>
                  <a:pt x="712" y="1"/>
                </a:cubicBezTo>
                <a:cubicBezTo>
                  <a:pt x="721" y="1"/>
                  <a:pt x="725" y="4"/>
                  <a:pt x="725" y="9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7"/>
                  <a:pt x="711" y="39"/>
                  <a:pt x="700" y="39"/>
                </a:cubicBezTo>
                <a:cubicBezTo>
                  <a:pt x="660" y="41"/>
                  <a:pt x="635" y="52"/>
                  <a:pt x="625" y="73"/>
                </a:cubicBezTo>
                <a:lnTo>
                  <a:pt x="499" y="572"/>
                </a:lnTo>
                <a:cubicBezTo>
                  <a:pt x="498" y="576"/>
                  <a:pt x="492" y="578"/>
                  <a:pt x="481" y="578"/>
                </a:cubicBezTo>
                <a:cubicBezTo>
                  <a:pt x="473" y="578"/>
                  <a:pt x="468" y="577"/>
                  <a:pt x="467" y="576"/>
                </a:cubicBezTo>
                <a:cubicBezTo>
                  <a:pt x="465" y="575"/>
                  <a:pt x="429" y="489"/>
                  <a:pt x="358" y="319"/>
                </a:cubicBezTo>
                <a:lnTo>
                  <a:pt x="250" y="67"/>
                </a:lnTo>
                <a:lnTo>
                  <a:pt x="195" y="286"/>
                </a:lnTo>
                <a:cubicBezTo>
                  <a:pt x="159" y="432"/>
                  <a:pt x="141" y="506"/>
                  <a:pt x="141" y="511"/>
                </a:cubicBezTo>
                <a:cubicBezTo>
                  <a:pt x="143" y="530"/>
                  <a:pt x="164" y="539"/>
                  <a:pt x="201" y="539"/>
                </a:cubicBezTo>
                <a:lnTo>
                  <a:pt x="210" y="539"/>
                </a:lnTo>
                <a:cubicBezTo>
                  <a:pt x="213" y="542"/>
                  <a:pt x="215" y="544"/>
                  <a:pt x="215" y="546"/>
                </a:cubicBezTo>
                <a:cubicBezTo>
                  <a:pt x="215" y="548"/>
                  <a:pt x="214" y="553"/>
                  <a:pt x="213" y="562"/>
                </a:cubicBezTo>
                <a:cubicBezTo>
                  <a:pt x="211" y="569"/>
                  <a:pt x="208" y="575"/>
                  <a:pt x="205" y="578"/>
                </a:cubicBezTo>
                <a:lnTo>
                  <a:pt x="194" y="578"/>
                </a:lnTo>
                <a:cubicBezTo>
                  <a:pt x="176" y="577"/>
                  <a:pt x="146" y="576"/>
                  <a:pt x="103" y="576"/>
                </a:cubicBezTo>
                <a:cubicBezTo>
                  <a:pt x="86" y="576"/>
                  <a:pt x="71" y="576"/>
                  <a:pt x="59" y="576"/>
                </a:cubicBezTo>
                <a:cubicBezTo>
                  <a:pt x="46" y="576"/>
                  <a:pt x="35" y="576"/>
                  <a:pt x="27" y="576"/>
                </a:cubicBezTo>
                <a:cubicBezTo>
                  <a:pt x="19" y="576"/>
                  <a:pt x="15" y="577"/>
                  <a:pt x="13" y="577"/>
                </a:cubicBezTo>
                <a:cubicBezTo>
                  <a:pt x="4" y="577"/>
                  <a:pt x="0" y="575"/>
                  <a:pt x="0" y="569"/>
                </a:cubicBezTo>
                <a:cubicBezTo>
                  <a:pt x="0" y="567"/>
                  <a:pt x="1" y="563"/>
                  <a:pt x="3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1"/>
                  <a:pt x="15" y="539"/>
                  <a:pt x="26" y="539"/>
                </a:cubicBezTo>
                <a:cubicBezTo>
                  <a:pt x="65" y="537"/>
                  <a:pt x="89" y="526"/>
                  <a:pt x="101" y="506"/>
                </a:cubicBezTo>
                <a:cubicBezTo>
                  <a:pt x="104" y="503"/>
                  <a:pt x="124" y="425"/>
                  <a:pt x="162" y="271"/>
                </a:cubicBezTo>
                <a:lnTo>
                  <a:pt x="219" y="41"/>
                </a:lnTo>
                <a:cubicBezTo>
                  <a:pt x="218" y="41"/>
                  <a:pt x="203" y="40"/>
                  <a:pt x="173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5" name=""/>
          <p:cNvSpPr/>
          <p:nvPr/>
        </p:nvSpPr>
        <p:spPr>
          <a:xfrm>
            <a:off x="6108840" y="513972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3"/>
                </a:moveTo>
                <a:cubicBezTo>
                  <a:pt x="0" y="384"/>
                  <a:pt x="3" y="347"/>
                  <a:pt x="9" y="312"/>
                </a:cubicBezTo>
                <a:cubicBezTo>
                  <a:pt x="15" y="277"/>
                  <a:pt x="22" y="247"/>
                  <a:pt x="29" y="222"/>
                </a:cubicBezTo>
                <a:cubicBezTo>
                  <a:pt x="37" y="196"/>
                  <a:pt x="47" y="172"/>
                  <a:pt x="61" y="147"/>
                </a:cubicBezTo>
                <a:cubicBezTo>
                  <a:pt x="74" y="123"/>
                  <a:pt x="85" y="104"/>
                  <a:pt x="93" y="91"/>
                </a:cubicBezTo>
                <a:cubicBezTo>
                  <a:pt x="101" y="77"/>
                  <a:pt x="112" y="63"/>
                  <a:pt x="128" y="47"/>
                </a:cubicBezTo>
                <a:cubicBezTo>
                  <a:pt x="144" y="31"/>
                  <a:pt x="153" y="22"/>
                  <a:pt x="156" y="18"/>
                </a:cubicBezTo>
                <a:cubicBezTo>
                  <a:pt x="159" y="15"/>
                  <a:pt x="166" y="9"/>
                  <a:pt x="177" y="0"/>
                </a:cubicBezTo>
                <a:lnTo>
                  <a:pt x="188" y="0"/>
                </a:lnTo>
                <a:lnTo>
                  <a:pt x="192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10"/>
                  <a:pt x="199" y="16"/>
                  <a:pt x="189" y="26"/>
                </a:cubicBezTo>
                <a:cubicBezTo>
                  <a:pt x="179" y="36"/>
                  <a:pt x="168" y="51"/>
                  <a:pt x="154" y="71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2"/>
                  <a:pt x="87" y="211"/>
                  <a:pt x="77" y="260"/>
                </a:cubicBezTo>
                <a:cubicBezTo>
                  <a:pt x="68" y="309"/>
                  <a:pt x="63" y="363"/>
                  <a:pt x="63" y="423"/>
                </a:cubicBezTo>
                <a:cubicBezTo>
                  <a:pt x="63" y="482"/>
                  <a:pt x="68" y="538"/>
                  <a:pt x="77" y="586"/>
                </a:cubicBezTo>
                <a:cubicBezTo>
                  <a:pt x="87" y="634"/>
                  <a:pt x="99" y="674"/>
                  <a:pt x="112" y="703"/>
                </a:cubicBezTo>
                <a:cubicBezTo>
                  <a:pt x="126" y="733"/>
                  <a:pt x="139" y="757"/>
                  <a:pt x="154" y="776"/>
                </a:cubicBezTo>
                <a:cubicBezTo>
                  <a:pt x="168" y="795"/>
                  <a:pt x="179" y="809"/>
                  <a:pt x="189" y="821"/>
                </a:cubicBezTo>
                <a:cubicBezTo>
                  <a:pt x="199" y="832"/>
                  <a:pt x="203" y="838"/>
                  <a:pt x="203" y="838"/>
                </a:cubicBezTo>
                <a:cubicBezTo>
                  <a:pt x="203" y="844"/>
                  <a:pt x="199" y="846"/>
                  <a:pt x="191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4" y="826"/>
                </a:lnTo>
                <a:cubicBezTo>
                  <a:pt x="101" y="778"/>
                  <a:pt x="62" y="718"/>
                  <a:pt x="38" y="647"/>
                </a:cubicBezTo>
                <a:cubicBezTo>
                  <a:pt x="13" y="575"/>
                  <a:pt x="0" y="501"/>
                  <a:pt x="0" y="42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6" name=""/>
          <p:cNvSpPr/>
          <p:nvPr/>
        </p:nvSpPr>
        <p:spPr>
          <a:xfrm>
            <a:off x="6213960" y="5165280"/>
            <a:ext cx="121680" cy="209880"/>
          </a:xfrm>
          <a:custGeom>
            <a:avLst/>
            <a:gdLst/>
            <a:ahLst/>
            <a:rect l="0" t="0" r="r" b="b"/>
            <a:pathLst>
              <a:path w="338" h="583">
                <a:moveTo>
                  <a:pt x="97" y="430"/>
                </a:moveTo>
                <a:cubicBezTo>
                  <a:pt x="97" y="444"/>
                  <a:pt x="92" y="455"/>
                  <a:pt x="83" y="464"/>
                </a:cubicBezTo>
                <a:cubicBezTo>
                  <a:pt x="74" y="474"/>
                  <a:pt x="63" y="479"/>
                  <a:pt x="50" y="479"/>
                </a:cubicBezTo>
                <a:lnTo>
                  <a:pt x="44" y="479"/>
                </a:lnTo>
                <a:cubicBezTo>
                  <a:pt x="70" y="523"/>
                  <a:pt x="105" y="545"/>
                  <a:pt x="148" y="545"/>
                </a:cubicBezTo>
                <a:cubicBezTo>
                  <a:pt x="187" y="545"/>
                  <a:pt x="216" y="528"/>
                  <a:pt x="234" y="495"/>
                </a:cubicBezTo>
                <a:cubicBezTo>
                  <a:pt x="245" y="476"/>
                  <a:pt x="250" y="439"/>
                  <a:pt x="250" y="386"/>
                </a:cubicBezTo>
                <a:cubicBezTo>
                  <a:pt x="250" y="328"/>
                  <a:pt x="242" y="288"/>
                  <a:pt x="227" y="268"/>
                </a:cubicBezTo>
                <a:cubicBezTo>
                  <a:pt x="213" y="250"/>
                  <a:pt x="196" y="240"/>
                  <a:pt x="178" y="240"/>
                </a:cubicBezTo>
                <a:lnTo>
                  <a:pt x="173" y="240"/>
                </a:lnTo>
                <a:cubicBezTo>
                  <a:pt x="129" y="240"/>
                  <a:pt x="96" y="259"/>
                  <a:pt x="73" y="298"/>
                </a:cubicBezTo>
                <a:cubicBezTo>
                  <a:pt x="70" y="302"/>
                  <a:pt x="68" y="304"/>
                  <a:pt x="67" y="304"/>
                </a:cubicBezTo>
                <a:cubicBezTo>
                  <a:pt x="65" y="305"/>
                  <a:pt x="61" y="306"/>
                  <a:pt x="54" y="306"/>
                </a:cubicBezTo>
                <a:cubicBezTo>
                  <a:pt x="44" y="306"/>
                  <a:pt x="39" y="304"/>
                  <a:pt x="38" y="301"/>
                </a:cubicBezTo>
                <a:cubicBezTo>
                  <a:pt x="37" y="299"/>
                  <a:pt x="36" y="250"/>
                  <a:pt x="36" y="153"/>
                </a:cubicBezTo>
                <a:lnTo>
                  <a:pt x="36" y="44"/>
                </a:lnTo>
                <a:cubicBezTo>
                  <a:pt x="36" y="16"/>
                  <a:pt x="38" y="2"/>
                  <a:pt x="40" y="2"/>
                </a:cubicBezTo>
                <a:cubicBezTo>
                  <a:pt x="42" y="1"/>
                  <a:pt x="43" y="0"/>
                  <a:pt x="44" y="0"/>
                </a:cubicBezTo>
                <a:cubicBezTo>
                  <a:pt x="44" y="0"/>
                  <a:pt x="50" y="3"/>
                  <a:pt x="62" y="7"/>
                </a:cubicBezTo>
                <a:cubicBezTo>
                  <a:pt x="73" y="12"/>
                  <a:pt x="88" y="16"/>
                  <a:pt x="109" y="21"/>
                </a:cubicBezTo>
                <a:cubicBezTo>
                  <a:pt x="129" y="25"/>
                  <a:pt x="150" y="27"/>
                  <a:pt x="172" y="27"/>
                </a:cubicBezTo>
                <a:cubicBezTo>
                  <a:pt x="212" y="27"/>
                  <a:pt x="251" y="20"/>
                  <a:pt x="287" y="4"/>
                </a:cubicBezTo>
                <a:cubicBezTo>
                  <a:pt x="292" y="2"/>
                  <a:pt x="295" y="0"/>
                  <a:pt x="298" y="0"/>
                </a:cubicBezTo>
                <a:cubicBezTo>
                  <a:pt x="303" y="0"/>
                  <a:pt x="305" y="5"/>
                  <a:pt x="305" y="16"/>
                </a:cubicBezTo>
                <a:lnTo>
                  <a:pt x="305" y="27"/>
                </a:lnTo>
                <a:cubicBezTo>
                  <a:pt x="259" y="81"/>
                  <a:pt x="201" y="109"/>
                  <a:pt x="132" y="109"/>
                </a:cubicBezTo>
                <a:cubicBezTo>
                  <a:pt x="114" y="109"/>
                  <a:pt x="99" y="107"/>
                  <a:pt x="83" y="103"/>
                </a:cubicBezTo>
                <a:lnTo>
                  <a:pt x="75" y="102"/>
                </a:lnTo>
                <a:lnTo>
                  <a:pt x="75" y="247"/>
                </a:lnTo>
                <a:cubicBezTo>
                  <a:pt x="86" y="239"/>
                  <a:pt x="94" y="233"/>
                  <a:pt x="101" y="228"/>
                </a:cubicBezTo>
                <a:cubicBezTo>
                  <a:pt x="108" y="224"/>
                  <a:pt x="118" y="219"/>
                  <a:pt x="132" y="215"/>
                </a:cubicBezTo>
                <a:cubicBezTo>
                  <a:pt x="146" y="210"/>
                  <a:pt x="160" y="208"/>
                  <a:pt x="175" y="208"/>
                </a:cubicBezTo>
                <a:cubicBezTo>
                  <a:pt x="220" y="208"/>
                  <a:pt x="259" y="226"/>
                  <a:pt x="291" y="263"/>
                </a:cubicBezTo>
                <a:cubicBezTo>
                  <a:pt x="322" y="300"/>
                  <a:pt x="338" y="343"/>
                  <a:pt x="338" y="393"/>
                </a:cubicBezTo>
                <a:cubicBezTo>
                  <a:pt x="338" y="445"/>
                  <a:pt x="320" y="490"/>
                  <a:pt x="284" y="527"/>
                </a:cubicBezTo>
                <a:cubicBezTo>
                  <a:pt x="248" y="563"/>
                  <a:pt x="204" y="582"/>
                  <a:pt x="152" y="583"/>
                </a:cubicBezTo>
                <a:cubicBezTo>
                  <a:pt x="106" y="583"/>
                  <a:pt x="69" y="567"/>
                  <a:pt x="41" y="537"/>
                </a:cubicBezTo>
                <a:cubicBezTo>
                  <a:pt x="14" y="506"/>
                  <a:pt x="0" y="472"/>
                  <a:pt x="0" y="433"/>
                </a:cubicBezTo>
                <a:cubicBezTo>
                  <a:pt x="0" y="419"/>
                  <a:pt x="3" y="409"/>
                  <a:pt x="9" y="401"/>
                </a:cubicBezTo>
                <a:cubicBezTo>
                  <a:pt x="15" y="393"/>
                  <a:pt x="22" y="388"/>
                  <a:pt x="29" y="386"/>
                </a:cubicBezTo>
                <a:cubicBezTo>
                  <a:pt x="35" y="383"/>
                  <a:pt x="42" y="382"/>
                  <a:pt x="48" y="382"/>
                </a:cubicBezTo>
                <a:cubicBezTo>
                  <a:pt x="62" y="382"/>
                  <a:pt x="74" y="387"/>
                  <a:pt x="83" y="397"/>
                </a:cubicBezTo>
                <a:cubicBezTo>
                  <a:pt x="92" y="406"/>
                  <a:pt x="97" y="417"/>
                  <a:pt x="97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7" name=""/>
          <p:cNvSpPr/>
          <p:nvPr/>
        </p:nvSpPr>
        <p:spPr>
          <a:xfrm>
            <a:off x="6365880" y="5165280"/>
            <a:ext cx="121680" cy="209880"/>
          </a:xfrm>
          <a:custGeom>
            <a:avLst/>
            <a:gdLst/>
            <a:ahLst/>
            <a:rect l="0" t="0" r="r" b="b"/>
            <a:pathLst>
              <a:path w="338" h="583">
                <a:moveTo>
                  <a:pt x="97" y="430"/>
                </a:moveTo>
                <a:cubicBezTo>
                  <a:pt x="97" y="444"/>
                  <a:pt x="93" y="455"/>
                  <a:pt x="84" y="464"/>
                </a:cubicBezTo>
                <a:cubicBezTo>
                  <a:pt x="75" y="474"/>
                  <a:pt x="64" y="479"/>
                  <a:pt x="51" y="479"/>
                </a:cubicBezTo>
                <a:lnTo>
                  <a:pt x="45" y="479"/>
                </a:lnTo>
                <a:cubicBezTo>
                  <a:pt x="71" y="523"/>
                  <a:pt x="105" y="545"/>
                  <a:pt x="148" y="545"/>
                </a:cubicBezTo>
                <a:cubicBezTo>
                  <a:pt x="188" y="545"/>
                  <a:pt x="216" y="528"/>
                  <a:pt x="234" y="495"/>
                </a:cubicBezTo>
                <a:cubicBezTo>
                  <a:pt x="245" y="476"/>
                  <a:pt x="250" y="439"/>
                  <a:pt x="250" y="386"/>
                </a:cubicBezTo>
                <a:cubicBezTo>
                  <a:pt x="250" y="328"/>
                  <a:pt x="243" y="288"/>
                  <a:pt x="228" y="268"/>
                </a:cubicBezTo>
                <a:cubicBezTo>
                  <a:pt x="213" y="250"/>
                  <a:pt x="197" y="240"/>
                  <a:pt x="179" y="240"/>
                </a:cubicBezTo>
                <a:lnTo>
                  <a:pt x="174" y="240"/>
                </a:lnTo>
                <a:cubicBezTo>
                  <a:pt x="130" y="240"/>
                  <a:pt x="96" y="259"/>
                  <a:pt x="74" y="298"/>
                </a:cubicBezTo>
                <a:cubicBezTo>
                  <a:pt x="72" y="302"/>
                  <a:pt x="70" y="304"/>
                  <a:pt x="68" y="304"/>
                </a:cubicBezTo>
                <a:cubicBezTo>
                  <a:pt x="66" y="305"/>
                  <a:pt x="62" y="306"/>
                  <a:pt x="55" y="306"/>
                </a:cubicBezTo>
                <a:cubicBezTo>
                  <a:pt x="46" y="306"/>
                  <a:pt x="40" y="304"/>
                  <a:pt x="39" y="301"/>
                </a:cubicBezTo>
                <a:cubicBezTo>
                  <a:pt x="38" y="299"/>
                  <a:pt x="38" y="250"/>
                  <a:pt x="38" y="153"/>
                </a:cubicBezTo>
                <a:lnTo>
                  <a:pt x="38" y="44"/>
                </a:lnTo>
                <a:cubicBezTo>
                  <a:pt x="38" y="16"/>
                  <a:pt x="39" y="2"/>
                  <a:pt x="42" y="2"/>
                </a:cubicBezTo>
                <a:cubicBezTo>
                  <a:pt x="43" y="1"/>
                  <a:pt x="44" y="0"/>
                  <a:pt x="45" y="0"/>
                </a:cubicBezTo>
                <a:cubicBezTo>
                  <a:pt x="46" y="0"/>
                  <a:pt x="52" y="3"/>
                  <a:pt x="63" y="7"/>
                </a:cubicBezTo>
                <a:cubicBezTo>
                  <a:pt x="74" y="12"/>
                  <a:pt x="90" y="16"/>
                  <a:pt x="109" y="21"/>
                </a:cubicBezTo>
                <a:cubicBezTo>
                  <a:pt x="129" y="25"/>
                  <a:pt x="150" y="27"/>
                  <a:pt x="173" y="27"/>
                </a:cubicBezTo>
                <a:cubicBezTo>
                  <a:pt x="213" y="27"/>
                  <a:pt x="251" y="20"/>
                  <a:pt x="288" y="4"/>
                </a:cubicBezTo>
                <a:cubicBezTo>
                  <a:pt x="292" y="2"/>
                  <a:pt x="296" y="0"/>
                  <a:pt x="299" y="0"/>
                </a:cubicBezTo>
                <a:cubicBezTo>
                  <a:pt x="303" y="0"/>
                  <a:pt x="305" y="5"/>
                  <a:pt x="305" y="16"/>
                </a:cubicBezTo>
                <a:lnTo>
                  <a:pt x="305" y="27"/>
                </a:lnTo>
                <a:cubicBezTo>
                  <a:pt x="259" y="81"/>
                  <a:pt x="201" y="109"/>
                  <a:pt x="132" y="109"/>
                </a:cubicBezTo>
                <a:cubicBezTo>
                  <a:pt x="115" y="109"/>
                  <a:pt x="99" y="107"/>
                  <a:pt x="85" y="103"/>
                </a:cubicBezTo>
                <a:lnTo>
                  <a:pt x="76" y="102"/>
                </a:lnTo>
                <a:lnTo>
                  <a:pt x="76" y="247"/>
                </a:lnTo>
                <a:cubicBezTo>
                  <a:pt x="87" y="239"/>
                  <a:pt x="96" y="233"/>
                  <a:pt x="102" y="228"/>
                </a:cubicBezTo>
                <a:cubicBezTo>
                  <a:pt x="108" y="224"/>
                  <a:pt x="118" y="219"/>
                  <a:pt x="132" y="215"/>
                </a:cubicBezTo>
                <a:cubicBezTo>
                  <a:pt x="146" y="210"/>
                  <a:pt x="161" y="208"/>
                  <a:pt x="175" y="208"/>
                </a:cubicBezTo>
                <a:cubicBezTo>
                  <a:pt x="221" y="208"/>
                  <a:pt x="259" y="226"/>
                  <a:pt x="291" y="263"/>
                </a:cubicBezTo>
                <a:cubicBezTo>
                  <a:pt x="322" y="300"/>
                  <a:pt x="338" y="343"/>
                  <a:pt x="338" y="393"/>
                </a:cubicBezTo>
                <a:cubicBezTo>
                  <a:pt x="338" y="445"/>
                  <a:pt x="320" y="490"/>
                  <a:pt x="284" y="527"/>
                </a:cubicBezTo>
                <a:cubicBezTo>
                  <a:pt x="248" y="563"/>
                  <a:pt x="204" y="582"/>
                  <a:pt x="152" y="583"/>
                </a:cubicBezTo>
                <a:cubicBezTo>
                  <a:pt x="107" y="583"/>
                  <a:pt x="70" y="567"/>
                  <a:pt x="43" y="537"/>
                </a:cubicBezTo>
                <a:cubicBezTo>
                  <a:pt x="15" y="506"/>
                  <a:pt x="0" y="472"/>
                  <a:pt x="0" y="433"/>
                </a:cubicBezTo>
                <a:cubicBezTo>
                  <a:pt x="0" y="419"/>
                  <a:pt x="3" y="409"/>
                  <a:pt x="9" y="401"/>
                </a:cubicBezTo>
                <a:cubicBezTo>
                  <a:pt x="17" y="393"/>
                  <a:pt x="23" y="388"/>
                  <a:pt x="30" y="386"/>
                </a:cubicBezTo>
                <a:cubicBezTo>
                  <a:pt x="37" y="383"/>
                  <a:pt x="43" y="382"/>
                  <a:pt x="49" y="382"/>
                </a:cubicBezTo>
                <a:cubicBezTo>
                  <a:pt x="63" y="382"/>
                  <a:pt x="75" y="387"/>
                  <a:pt x="84" y="397"/>
                </a:cubicBezTo>
                <a:cubicBezTo>
                  <a:pt x="93" y="406"/>
                  <a:pt x="97" y="417"/>
                  <a:pt x="97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8" name=""/>
          <p:cNvSpPr/>
          <p:nvPr/>
        </p:nvSpPr>
        <p:spPr>
          <a:xfrm>
            <a:off x="6526440" y="533124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2"/>
                </a:moveTo>
                <a:cubicBezTo>
                  <a:pt x="0" y="72"/>
                  <a:pt x="0" y="65"/>
                  <a:pt x="0" y="51"/>
                </a:cubicBezTo>
                <a:cubicBezTo>
                  <a:pt x="0" y="37"/>
                  <a:pt x="5" y="25"/>
                  <a:pt x="14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5"/>
                  <a:pt x="112" y="60"/>
                  <a:pt x="113" y="95"/>
                </a:cubicBezTo>
                <a:cubicBezTo>
                  <a:pt x="113" y="115"/>
                  <a:pt x="110" y="134"/>
                  <a:pt x="105" y="153"/>
                </a:cubicBezTo>
                <a:cubicBezTo>
                  <a:pt x="100" y="171"/>
                  <a:pt x="94" y="187"/>
                  <a:pt x="87" y="201"/>
                </a:cubicBezTo>
                <a:cubicBezTo>
                  <a:pt x="81" y="214"/>
                  <a:pt x="73" y="227"/>
                  <a:pt x="65" y="236"/>
                </a:cubicBezTo>
                <a:cubicBezTo>
                  <a:pt x="57" y="246"/>
                  <a:pt x="51" y="254"/>
                  <a:pt x="45" y="259"/>
                </a:cubicBezTo>
                <a:cubicBezTo>
                  <a:pt x="39" y="265"/>
                  <a:pt x="36" y="267"/>
                  <a:pt x="34" y="267"/>
                </a:cubicBezTo>
                <a:cubicBezTo>
                  <a:pt x="32" y="267"/>
                  <a:pt x="28" y="264"/>
                  <a:pt x="23" y="259"/>
                </a:cubicBezTo>
                <a:cubicBezTo>
                  <a:pt x="17" y="254"/>
                  <a:pt x="15" y="250"/>
                  <a:pt x="15" y="248"/>
                </a:cubicBezTo>
                <a:cubicBezTo>
                  <a:pt x="15" y="246"/>
                  <a:pt x="18" y="241"/>
                  <a:pt x="25" y="235"/>
                </a:cubicBezTo>
                <a:cubicBezTo>
                  <a:pt x="31" y="228"/>
                  <a:pt x="38" y="218"/>
                  <a:pt x="46" y="208"/>
                </a:cubicBezTo>
                <a:cubicBezTo>
                  <a:pt x="54" y="198"/>
                  <a:pt x="61" y="184"/>
                  <a:pt x="68" y="166"/>
                </a:cubicBezTo>
                <a:cubicBezTo>
                  <a:pt x="75" y="148"/>
                  <a:pt x="79" y="128"/>
                  <a:pt x="81" y="104"/>
                </a:cubicBezTo>
                <a:lnTo>
                  <a:pt x="81" y="94"/>
                </a:lnTo>
                <a:lnTo>
                  <a:pt x="81" y="95"/>
                </a:lnTo>
                <a:cubicBezTo>
                  <a:pt x="79" y="96"/>
                  <a:pt x="78" y="96"/>
                  <a:pt x="76" y="97"/>
                </a:cubicBezTo>
                <a:cubicBezTo>
                  <a:pt x="75" y="97"/>
                  <a:pt x="73" y="98"/>
                  <a:pt x="71" y="99"/>
                </a:cubicBezTo>
                <a:cubicBezTo>
                  <a:pt x="70" y="101"/>
                  <a:pt x="67" y="101"/>
                  <a:pt x="64" y="101"/>
                </a:cubicBezTo>
                <a:cubicBezTo>
                  <a:pt x="60" y="101"/>
                  <a:pt x="57" y="101"/>
                  <a:pt x="54" y="102"/>
                </a:cubicBezTo>
                <a:cubicBezTo>
                  <a:pt x="38" y="102"/>
                  <a:pt x="26" y="97"/>
                  <a:pt x="15" y="88"/>
                </a:cubicBez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9" name=""/>
          <p:cNvSpPr/>
          <p:nvPr/>
        </p:nvSpPr>
        <p:spPr>
          <a:xfrm>
            <a:off x="6663240" y="5165280"/>
            <a:ext cx="105120" cy="203040"/>
          </a:xfrm>
          <a:custGeom>
            <a:avLst/>
            <a:gdLst/>
            <a:ahLst/>
            <a:rect l="0" t="0" r="r" b="b"/>
            <a:pathLst>
              <a:path w="292" h="564">
                <a:moveTo>
                  <a:pt x="110" y="75"/>
                </a:moveTo>
                <a:lnTo>
                  <a:pt x="99" y="79"/>
                </a:lnTo>
                <a:cubicBezTo>
                  <a:pt x="91" y="82"/>
                  <a:pt x="80" y="85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3" y="53"/>
                  <a:pt x="67" y="49"/>
                  <a:pt x="90" y="42"/>
                </a:cubicBezTo>
                <a:cubicBezTo>
                  <a:pt x="112" y="34"/>
                  <a:pt x="128" y="28"/>
                  <a:pt x="137" y="22"/>
                </a:cubicBezTo>
                <a:cubicBezTo>
                  <a:pt x="146" y="15"/>
                  <a:pt x="154" y="9"/>
                  <a:pt x="160" y="3"/>
                </a:cubicBezTo>
                <a:cubicBezTo>
                  <a:pt x="162" y="1"/>
                  <a:pt x="165" y="0"/>
                  <a:pt x="171" y="0"/>
                </a:cubicBezTo>
                <a:cubicBezTo>
                  <a:pt x="176" y="0"/>
                  <a:pt x="180" y="2"/>
                  <a:pt x="185" y="5"/>
                </a:cubicBezTo>
                <a:lnTo>
                  <a:pt x="185" y="258"/>
                </a:lnTo>
                <a:lnTo>
                  <a:pt x="186" y="511"/>
                </a:lnTo>
                <a:cubicBezTo>
                  <a:pt x="190" y="515"/>
                  <a:pt x="193" y="518"/>
                  <a:pt x="196" y="519"/>
                </a:cubicBezTo>
                <a:cubicBezTo>
                  <a:pt x="200" y="520"/>
                  <a:pt x="207" y="521"/>
                  <a:pt x="217" y="522"/>
                </a:cubicBezTo>
                <a:cubicBezTo>
                  <a:pt x="228" y="524"/>
                  <a:pt x="245" y="524"/>
                  <a:pt x="270" y="524"/>
                </a:cubicBezTo>
                <a:lnTo>
                  <a:pt x="292" y="524"/>
                </a:lnTo>
                <a:lnTo>
                  <a:pt x="292" y="564"/>
                </a:lnTo>
                <a:lnTo>
                  <a:pt x="282" y="564"/>
                </a:lnTo>
                <a:cubicBezTo>
                  <a:pt x="270" y="562"/>
                  <a:pt x="226" y="561"/>
                  <a:pt x="147" y="561"/>
                </a:cubicBezTo>
                <a:cubicBezTo>
                  <a:pt x="70" y="561"/>
                  <a:pt x="26" y="562"/>
                  <a:pt x="14" y="564"/>
                </a:cubicBezTo>
                <a:lnTo>
                  <a:pt x="4" y="564"/>
                </a:lnTo>
                <a:lnTo>
                  <a:pt x="4" y="524"/>
                </a:lnTo>
                <a:lnTo>
                  <a:pt x="26" y="524"/>
                </a:lnTo>
                <a:cubicBezTo>
                  <a:pt x="39" y="524"/>
                  <a:pt x="49" y="524"/>
                  <a:pt x="58" y="524"/>
                </a:cubicBezTo>
                <a:cubicBezTo>
                  <a:pt x="67" y="524"/>
                  <a:pt x="74" y="524"/>
                  <a:pt x="79" y="523"/>
                </a:cubicBezTo>
                <a:cubicBezTo>
                  <a:pt x="84" y="523"/>
                  <a:pt x="89" y="522"/>
                  <a:pt x="93" y="521"/>
                </a:cubicBezTo>
                <a:cubicBezTo>
                  <a:pt x="97" y="520"/>
                  <a:pt x="99" y="519"/>
                  <a:pt x="100" y="519"/>
                </a:cubicBezTo>
                <a:cubicBezTo>
                  <a:pt x="100" y="519"/>
                  <a:pt x="102" y="518"/>
                  <a:pt x="105" y="515"/>
                </a:cubicBezTo>
                <a:cubicBezTo>
                  <a:pt x="108" y="512"/>
                  <a:pt x="109" y="511"/>
                  <a:pt x="110" y="511"/>
                </a:cubicBezTo>
                <a:lnTo>
                  <a:pt x="110" y="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0" name=""/>
          <p:cNvSpPr/>
          <p:nvPr/>
        </p:nvSpPr>
        <p:spPr>
          <a:xfrm>
            <a:off x="6805080" y="5165280"/>
            <a:ext cx="121680" cy="209880"/>
          </a:xfrm>
          <a:custGeom>
            <a:avLst/>
            <a:gdLst/>
            <a:ahLst/>
            <a:rect l="0" t="0" r="r" b="b"/>
            <a:pathLst>
              <a:path w="338" h="583">
                <a:moveTo>
                  <a:pt x="97" y="430"/>
                </a:moveTo>
                <a:cubicBezTo>
                  <a:pt x="97" y="444"/>
                  <a:pt x="92" y="455"/>
                  <a:pt x="83" y="464"/>
                </a:cubicBezTo>
                <a:cubicBezTo>
                  <a:pt x="74" y="474"/>
                  <a:pt x="63" y="479"/>
                  <a:pt x="50" y="479"/>
                </a:cubicBezTo>
                <a:lnTo>
                  <a:pt x="44" y="479"/>
                </a:lnTo>
                <a:cubicBezTo>
                  <a:pt x="70" y="523"/>
                  <a:pt x="105" y="545"/>
                  <a:pt x="148" y="545"/>
                </a:cubicBezTo>
                <a:cubicBezTo>
                  <a:pt x="188" y="545"/>
                  <a:pt x="217" y="528"/>
                  <a:pt x="235" y="495"/>
                </a:cubicBezTo>
                <a:cubicBezTo>
                  <a:pt x="245" y="476"/>
                  <a:pt x="251" y="439"/>
                  <a:pt x="251" y="386"/>
                </a:cubicBezTo>
                <a:cubicBezTo>
                  <a:pt x="251" y="328"/>
                  <a:pt x="243" y="288"/>
                  <a:pt x="228" y="268"/>
                </a:cubicBezTo>
                <a:cubicBezTo>
                  <a:pt x="213" y="250"/>
                  <a:pt x="197" y="240"/>
                  <a:pt x="179" y="240"/>
                </a:cubicBezTo>
                <a:lnTo>
                  <a:pt x="174" y="240"/>
                </a:lnTo>
                <a:cubicBezTo>
                  <a:pt x="129" y="240"/>
                  <a:pt x="96" y="259"/>
                  <a:pt x="73" y="298"/>
                </a:cubicBezTo>
                <a:cubicBezTo>
                  <a:pt x="71" y="302"/>
                  <a:pt x="69" y="304"/>
                  <a:pt x="67" y="304"/>
                </a:cubicBezTo>
                <a:cubicBezTo>
                  <a:pt x="65" y="305"/>
                  <a:pt x="61" y="306"/>
                  <a:pt x="54" y="306"/>
                </a:cubicBezTo>
                <a:cubicBezTo>
                  <a:pt x="45" y="306"/>
                  <a:pt x="40" y="304"/>
                  <a:pt x="38" y="301"/>
                </a:cubicBezTo>
                <a:cubicBezTo>
                  <a:pt x="37" y="299"/>
                  <a:pt x="37" y="250"/>
                  <a:pt x="37" y="153"/>
                </a:cubicBezTo>
                <a:lnTo>
                  <a:pt x="37" y="44"/>
                </a:lnTo>
                <a:cubicBezTo>
                  <a:pt x="37" y="16"/>
                  <a:pt x="38" y="2"/>
                  <a:pt x="41" y="2"/>
                </a:cubicBezTo>
                <a:cubicBezTo>
                  <a:pt x="42" y="1"/>
                  <a:pt x="43" y="0"/>
                  <a:pt x="44" y="0"/>
                </a:cubicBezTo>
                <a:cubicBezTo>
                  <a:pt x="45" y="0"/>
                  <a:pt x="51" y="3"/>
                  <a:pt x="62" y="7"/>
                </a:cubicBezTo>
                <a:cubicBezTo>
                  <a:pt x="73" y="12"/>
                  <a:pt x="89" y="16"/>
                  <a:pt x="109" y="21"/>
                </a:cubicBezTo>
                <a:cubicBezTo>
                  <a:pt x="128" y="25"/>
                  <a:pt x="150" y="27"/>
                  <a:pt x="173" y="27"/>
                </a:cubicBezTo>
                <a:cubicBezTo>
                  <a:pt x="213" y="27"/>
                  <a:pt x="251" y="20"/>
                  <a:pt x="288" y="4"/>
                </a:cubicBezTo>
                <a:cubicBezTo>
                  <a:pt x="292" y="2"/>
                  <a:pt x="296" y="0"/>
                  <a:pt x="299" y="0"/>
                </a:cubicBezTo>
                <a:cubicBezTo>
                  <a:pt x="303" y="0"/>
                  <a:pt x="306" y="5"/>
                  <a:pt x="306" y="16"/>
                </a:cubicBezTo>
                <a:lnTo>
                  <a:pt x="306" y="27"/>
                </a:lnTo>
                <a:cubicBezTo>
                  <a:pt x="259" y="81"/>
                  <a:pt x="202" y="109"/>
                  <a:pt x="131" y="109"/>
                </a:cubicBezTo>
                <a:cubicBezTo>
                  <a:pt x="114" y="109"/>
                  <a:pt x="98" y="107"/>
                  <a:pt x="84" y="103"/>
                </a:cubicBezTo>
                <a:lnTo>
                  <a:pt x="76" y="102"/>
                </a:lnTo>
                <a:lnTo>
                  <a:pt x="76" y="247"/>
                </a:lnTo>
                <a:cubicBezTo>
                  <a:pt x="86" y="239"/>
                  <a:pt x="95" y="233"/>
                  <a:pt x="101" y="228"/>
                </a:cubicBezTo>
                <a:cubicBezTo>
                  <a:pt x="107" y="224"/>
                  <a:pt x="117" y="219"/>
                  <a:pt x="131" y="215"/>
                </a:cubicBezTo>
                <a:cubicBezTo>
                  <a:pt x="146" y="210"/>
                  <a:pt x="161" y="208"/>
                  <a:pt x="175" y="208"/>
                </a:cubicBezTo>
                <a:cubicBezTo>
                  <a:pt x="221" y="208"/>
                  <a:pt x="260" y="226"/>
                  <a:pt x="291" y="263"/>
                </a:cubicBezTo>
                <a:cubicBezTo>
                  <a:pt x="323" y="300"/>
                  <a:pt x="338" y="343"/>
                  <a:pt x="338" y="393"/>
                </a:cubicBezTo>
                <a:cubicBezTo>
                  <a:pt x="338" y="445"/>
                  <a:pt x="320" y="490"/>
                  <a:pt x="284" y="527"/>
                </a:cubicBezTo>
                <a:cubicBezTo>
                  <a:pt x="248" y="563"/>
                  <a:pt x="204" y="582"/>
                  <a:pt x="153" y="583"/>
                </a:cubicBezTo>
                <a:cubicBezTo>
                  <a:pt x="106" y="583"/>
                  <a:pt x="69" y="567"/>
                  <a:pt x="42" y="537"/>
                </a:cubicBezTo>
                <a:cubicBezTo>
                  <a:pt x="14" y="506"/>
                  <a:pt x="0" y="472"/>
                  <a:pt x="0" y="433"/>
                </a:cubicBezTo>
                <a:cubicBezTo>
                  <a:pt x="0" y="419"/>
                  <a:pt x="4" y="409"/>
                  <a:pt x="10" y="401"/>
                </a:cubicBezTo>
                <a:cubicBezTo>
                  <a:pt x="16" y="393"/>
                  <a:pt x="22" y="388"/>
                  <a:pt x="29" y="386"/>
                </a:cubicBezTo>
                <a:cubicBezTo>
                  <a:pt x="36" y="383"/>
                  <a:pt x="42" y="382"/>
                  <a:pt x="49" y="382"/>
                </a:cubicBezTo>
                <a:cubicBezTo>
                  <a:pt x="63" y="382"/>
                  <a:pt x="74" y="387"/>
                  <a:pt x="83" y="397"/>
                </a:cubicBezTo>
                <a:cubicBezTo>
                  <a:pt x="92" y="406"/>
                  <a:pt x="97" y="417"/>
                  <a:pt x="97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1" name=""/>
          <p:cNvSpPr/>
          <p:nvPr/>
        </p:nvSpPr>
        <p:spPr>
          <a:xfrm>
            <a:off x="6962760" y="5105160"/>
            <a:ext cx="86400" cy="143640"/>
          </a:xfrm>
          <a:custGeom>
            <a:avLst/>
            <a:gdLst/>
            <a:ahLst/>
            <a:rect l="0" t="0" r="r" b="b"/>
            <a:pathLst>
              <a:path w="240" h="399">
                <a:moveTo>
                  <a:pt x="35" y="142"/>
                </a:moveTo>
                <a:cubicBezTo>
                  <a:pt x="25" y="142"/>
                  <a:pt x="16" y="138"/>
                  <a:pt x="10" y="131"/>
                </a:cubicBezTo>
                <a:cubicBezTo>
                  <a:pt x="3" y="124"/>
                  <a:pt x="0" y="115"/>
                  <a:pt x="0" y="105"/>
                </a:cubicBezTo>
                <a:cubicBezTo>
                  <a:pt x="0" y="76"/>
                  <a:pt x="11" y="52"/>
                  <a:pt x="32" y="31"/>
                </a:cubicBezTo>
                <a:cubicBezTo>
                  <a:pt x="53" y="11"/>
                  <a:pt x="80" y="0"/>
                  <a:pt x="112" y="0"/>
                </a:cubicBezTo>
                <a:cubicBezTo>
                  <a:pt x="148" y="0"/>
                  <a:pt x="178" y="11"/>
                  <a:pt x="203" y="34"/>
                </a:cubicBezTo>
                <a:cubicBezTo>
                  <a:pt x="227" y="56"/>
                  <a:pt x="239" y="85"/>
                  <a:pt x="240" y="120"/>
                </a:cubicBezTo>
                <a:cubicBezTo>
                  <a:pt x="240" y="137"/>
                  <a:pt x="236" y="154"/>
                  <a:pt x="228" y="169"/>
                </a:cubicBezTo>
                <a:cubicBezTo>
                  <a:pt x="220" y="185"/>
                  <a:pt x="210" y="198"/>
                  <a:pt x="199" y="210"/>
                </a:cubicBezTo>
                <a:cubicBezTo>
                  <a:pt x="188" y="221"/>
                  <a:pt x="172" y="236"/>
                  <a:pt x="151" y="254"/>
                </a:cubicBezTo>
                <a:cubicBezTo>
                  <a:pt x="137" y="266"/>
                  <a:pt x="117" y="285"/>
                  <a:pt x="91" y="309"/>
                </a:cubicBezTo>
                <a:lnTo>
                  <a:pt x="55" y="343"/>
                </a:lnTo>
                <a:lnTo>
                  <a:pt x="102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2"/>
                  <a:pt x="216" y="287"/>
                </a:cubicBezTo>
                <a:lnTo>
                  <a:pt x="216" y="285"/>
                </a:lnTo>
                <a:lnTo>
                  <a:pt x="240" y="285"/>
                </a:lnTo>
                <a:lnTo>
                  <a:pt x="240" y="287"/>
                </a:lnTo>
                <a:cubicBezTo>
                  <a:pt x="239" y="288"/>
                  <a:pt x="237" y="306"/>
                  <a:pt x="232" y="342"/>
                </a:cubicBezTo>
                <a:cubicBezTo>
                  <a:pt x="227" y="377"/>
                  <a:pt x="224" y="396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0"/>
                </a:lnTo>
                <a:cubicBezTo>
                  <a:pt x="0" y="378"/>
                  <a:pt x="1" y="375"/>
                  <a:pt x="4" y="371"/>
                </a:cubicBezTo>
                <a:cubicBezTo>
                  <a:pt x="6" y="368"/>
                  <a:pt x="12" y="361"/>
                  <a:pt x="22" y="351"/>
                </a:cubicBezTo>
                <a:cubicBezTo>
                  <a:pt x="33" y="338"/>
                  <a:pt x="43" y="327"/>
                  <a:pt x="52" y="317"/>
                </a:cubicBezTo>
                <a:cubicBezTo>
                  <a:pt x="55" y="313"/>
                  <a:pt x="63" y="305"/>
                  <a:pt x="73" y="294"/>
                </a:cubicBezTo>
                <a:cubicBezTo>
                  <a:pt x="83" y="283"/>
                  <a:pt x="90" y="276"/>
                  <a:pt x="93" y="272"/>
                </a:cubicBezTo>
                <a:cubicBezTo>
                  <a:pt x="97" y="268"/>
                  <a:pt x="103" y="261"/>
                  <a:pt x="111" y="252"/>
                </a:cubicBezTo>
                <a:cubicBezTo>
                  <a:pt x="119" y="243"/>
                  <a:pt x="124" y="236"/>
                  <a:pt x="127" y="232"/>
                </a:cubicBezTo>
                <a:cubicBezTo>
                  <a:pt x="130" y="228"/>
                  <a:pt x="135" y="222"/>
                  <a:pt x="141" y="214"/>
                </a:cubicBezTo>
                <a:cubicBezTo>
                  <a:pt x="147" y="206"/>
                  <a:pt x="151" y="200"/>
                  <a:pt x="154" y="195"/>
                </a:cubicBezTo>
                <a:cubicBezTo>
                  <a:pt x="156" y="190"/>
                  <a:pt x="159" y="184"/>
                  <a:pt x="162" y="178"/>
                </a:cubicBezTo>
                <a:cubicBezTo>
                  <a:pt x="166" y="171"/>
                  <a:pt x="169" y="165"/>
                  <a:pt x="170" y="158"/>
                </a:cubicBezTo>
                <a:cubicBezTo>
                  <a:pt x="172" y="152"/>
                  <a:pt x="173" y="146"/>
                  <a:pt x="174" y="141"/>
                </a:cubicBezTo>
                <a:cubicBezTo>
                  <a:pt x="176" y="135"/>
                  <a:pt x="176" y="128"/>
                  <a:pt x="176" y="121"/>
                </a:cubicBezTo>
                <a:cubicBezTo>
                  <a:pt x="176" y="96"/>
                  <a:pt x="169" y="74"/>
                  <a:pt x="156" y="56"/>
                </a:cubicBezTo>
                <a:cubicBezTo>
                  <a:pt x="142" y="37"/>
                  <a:pt x="123" y="28"/>
                  <a:pt x="98" y="28"/>
                </a:cubicBezTo>
                <a:cubicBezTo>
                  <a:pt x="85" y="28"/>
                  <a:pt x="73" y="32"/>
                  <a:pt x="63" y="38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70"/>
                  <a:pt x="36" y="70"/>
                  <a:pt x="38" y="70"/>
                </a:cubicBezTo>
                <a:cubicBezTo>
                  <a:pt x="46" y="70"/>
                  <a:pt x="53" y="73"/>
                  <a:pt x="62" y="78"/>
                </a:cubicBezTo>
                <a:cubicBezTo>
                  <a:pt x="69" y="84"/>
                  <a:pt x="73" y="93"/>
                  <a:pt x="73" y="106"/>
                </a:cubicBezTo>
                <a:cubicBezTo>
                  <a:pt x="73" y="116"/>
                  <a:pt x="70" y="124"/>
                  <a:pt x="63" y="131"/>
                </a:cubicBezTo>
                <a:cubicBezTo>
                  <a:pt x="57" y="138"/>
                  <a:pt x="47" y="141"/>
                  <a:pt x="35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2" name=""/>
          <p:cNvSpPr/>
          <p:nvPr/>
        </p:nvSpPr>
        <p:spPr>
          <a:xfrm>
            <a:off x="7091640" y="513972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0" y="21"/>
                </a:lnTo>
                <a:cubicBezTo>
                  <a:pt x="103" y="69"/>
                  <a:pt x="142" y="128"/>
                  <a:pt x="166" y="200"/>
                </a:cubicBezTo>
                <a:cubicBezTo>
                  <a:pt x="190" y="271"/>
                  <a:pt x="203" y="346"/>
                  <a:pt x="203" y="423"/>
                </a:cubicBezTo>
                <a:cubicBezTo>
                  <a:pt x="203" y="461"/>
                  <a:pt x="200" y="499"/>
                  <a:pt x="194" y="534"/>
                </a:cubicBezTo>
                <a:cubicBezTo>
                  <a:pt x="188" y="570"/>
                  <a:pt x="182" y="600"/>
                  <a:pt x="175" y="625"/>
                </a:cubicBezTo>
                <a:cubicBezTo>
                  <a:pt x="167" y="650"/>
                  <a:pt x="157" y="674"/>
                  <a:pt x="143" y="699"/>
                </a:cubicBezTo>
                <a:cubicBezTo>
                  <a:pt x="130" y="724"/>
                  <a:pt x="119" y="743"/>
                  <a:pt x="111" y="756"/>
                </a:cubicBezTo>
                <a:cubicBezTo>
                  <a:pt x="103" y="769"/>
                  <a:pt x="91" y="783"/>
                  <a:pt x="76" y="799"/>
                </a:cubicBezTo>
                <a:cubicBezTo>
                  <a:pt x="60" y="815"/>
                  <a:pt x="51" y="824"/>
                  <a:pt x="49" y="827"/>
                </a:cubicBezTo>
                <a:cubicBezTo>
                  <a:pt x="46" y="829"/>
                  <a:pt x="39" y="835"/>
                  <a:pt x="29" y="843"/>
                </a:cubicBezTo>
                <a:cubicBezTo>
                  <a:pt x="28" y="844"/>
                  <a:pt x="26" y="846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6" y="846"/>
                </a:cubicBezTo>
                <a:cubicBezTo>
                  <a:pt x="5" y="846"/>
                  <a:pt x="3" y="845"/>
                  <a:pt x="2" y="844"/>
                </a:cubicBezTo>
                <a:cubicBezTo>
                  <a:pt x="1" y="842"/>
                  <a:pt x="0" y="839"/>
                  <a:pt x="0" y="836"/>
                </a:cubicBezTo>
                <a:cubicBezTo>
                  <a:pt x="0" y="835"/>
                  <a:pt x="3" y="832"/>
                  <a:pt x="9" y="825"/>
                </a:cubicBezTo>
                <a:cubicBezTo>
                  <a:pt x="96" y="734"/>
                  <a:pt x="141" y="601"/>
                  <a:pt x="141" y="423"/>
                </a:cubicBezTo>
                <a:cubicBezTo>
                  <a:pt x="141" y="246"/>
                  <a:pt x="96" y="112"/>
                  <a:pt x="9" y="22"/>
                </a:cubicBezTo>
                <a:cubicBezTo>
                  <a:pt x="3" y="15"/>
                  <a:pt x="0" y="11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1333080" y="5133960"/>
            <a:ext cx="1888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Location + Scale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4" name=""/>
          <p:cNvSpPr/>
          <p:nvPr/>
        </p:nvSpPr>
        <p:spPr>
          <a:xfrm>
            <a:off x="577080" y="5801040"/>
            <a:ext cx="144000" cy="117000"/>
          </a:xfrm>
          <a:custGeom>
            <a:avLst/>
            <a:gdLst/>
            <a:ahLst/>
            <a:rect l="0" t="0" r="r" b="b"/>
            <a:pathLst>
              <a:path w="400" h="325">
                <a:moveTo>
                  <a:pt x="0" y="111"/>
                </a:moveTo>
                <a:cubicBezTo>
                  <a:pt x="0" y="108"/>
                  <a:pt x="1" y="104"/>
                  <a:pt x="2" y="99"/>
                </a:cubicBezTo>
                <a:cubicBezTo>
                  <a:pt x="3" y="95"/>
                  <a:pt x="6" y="86"/>
                  <a:pt x="11" y="72"/>
                </a:cubicBezTo>
                <a:cubicBezTo>
                  <a:pt x="15" y="59"/>
                  <a:pt x="20" y="48"/>
                  <a:pt x="25" y="39"/>
                </a:cubicBezTo>
                <a:cubicBezTo>
                  <a:pt x="30" y="30"/>
                  <a:pt x="37" y="21"/>
                  <a:pt x="48" y="12"/>
                </a:cubicBezTo>
                <a:cubicBezTo>
                  <a:pt x="59" y="4"/>
                  <a:pt x="70" y="0"/>
                  <a:pt x="81" y="0"/>
                </a:cubicBezTo>
                <a:cubicBezTo>
                  <a:pt x="98" y="0"/>
                  <a:pt x="113" y="4"/>
                  <a:pt x="124" y="13"/>
                </a:cubicBezTo>
                <a:cubicBezTo>
                  <a:pt x="136" y="21"/>
                  <a:pt x="143" y="30"/>
                  <a:pt x="146" y="37"/>
                </a:cubicBezTo>
                <a:cubicBezTo>
                  <a:pt x="148" y="45"/>
                  <a:pt x="150" y="50"/>
                  <a:pt x="150" y="52"/>
                </a:cubicBezTo>
                <a:cubicBezTo>
                  <a:pt x="150" y="53"/>
                  <a:pt x="150" y="54"/>
                  <a:pt x="151" y="54"/>
                </a:cubicBezTo>
                <a:lnTo>
                  <a:pt x="158" y="46"/>
                </a:lnTo>
                <a:cubicBezTo>
                  <a:pt x="188" y="15"/>
                  <a:pt x="222" y="0"/>
                  <a:pt x="259" y="0"/>
                </a:cubicBezTo>
                <a:cubicBezTo>
                  <a:pt x="285" y="0"/>
                  <a:pt x="305" y="6"/>
                  <a:pt x="321" y="19"/>
                </a:cubicBezTo>
                <a:cubicBezTo>
                  <a:pt x="337" y="32"/>
                  <a:pt x="345" y="51"/>
                  <a:pt x="345" y="76"/>
                </a:cubicBezTo>
                <a:cubicBezTo>
                  <a:pt x="346" y="101"/>
                  <a:pt x="337" y="138"/>
                  <a:pt x="318" y="188"/>
                </a:cubicBezTo>
                <a:cubicBezTo>
                  <a:pt x="300" y="239"/>
                  <a:pt x="291" y="269"/>
                  <a:pt x="291" y="280"/>
                </a:cubicBezTo>
                <a:cubicBezTo>
                  <a:pt x="291" y="292"/>
                  <a:pt x="295" y="298"/>
                  <a:pt x="303" y="298"/>
                </a:cubicBezTo>
                <a:cubicBezTo>
                  <a:pt x="306" y="298"/>
                  <a:pt x="308" y="298"/>
                  <a:pt x="310" y="298"/>
                </a:cubicBezTo>
                <a:cubicBezTo>
                  <a:pt x="323" y="295"/>
                  <a:pt x="336" y="286"/>
                  <a:pt x="347" y="270"/>
                </a:cubicBezTo>
                <a:cubicBezTo>
                  <a:pt x="358" y="255"/>
                  <a:pt x="366" y="236"/>
                  <a:pt x="372" y="213"/>
                </a:cubicBezTo>
                <a:cubicBezTo>
                  <a:pt x="373" y="209"/>
                  <a:pt x="377" y="208"/>
                  <a:pt x="386" y="208"/>
                </a:cubicBezTo>
                <a:cubicBezTo>
                  <a:pt x="396" y="208"/>
                  <a:pt x="400" y="209"/>
                  <a:pt x="400" y="213"/>
                </a:cubicBezTo>
                <a:cubicBezTo>
                  <a:pt x="400" y="214"/>
                  <a:pt x="399" y="217"/>
                  <a:pt x="398" y="224"/>
                </a:cubicBezTo>
                <a:cubicBezTo>
                  <a:pt x="394" y="238"/>
                  <a:pt x="388" y="251"/>
                  <a:pt x="382" y="265"/>
                </a:cubicBezTo>
                <a:cubicBezTo>
                  <a:pt x="375" y="278"/>
                  <a:pt x="364" y="291"/>
                  <a:pt x="349" y="305"/>
                </a:cubicBezTo>
                <a:cubicBezTo>
                  <a:pt x="334" y="318"/>
                  <a:pt x="317" y="325"/>
                  <a:pt x="300" y="324"/>
                </a:cubicBezTo>
                <a:cubicBezTo>
                  <a:pt x="277" y="324"/>
                  <a:pt x="261" y="318"/>
                  <a:pt x="251" y="305"/>
                </a:cubicBezTo>
                <a:cubicBezTo>
                  <a:pt x="241" y="292"/>
                  <a:pt x="236" y="279"/>
                  <a:pt x="236" y="265"/>
                </a:cubicBezTo>
                <a:cubicBezTo>
                  <a:pt x="236" y="256"/>
                  <a:pt x="245" y="227"/>
                  <a:pt x="262" y="178"/>
                </a:cubicBezTo>
                <a:cubicBezTo>
                  <a:pt x="279" y="130"/>
                  <a:pt x="288" y="94"/>
                  <a:pt x="288" y="69"/>
                </a:cubicBezTo>
                <a:cubicBezTo>
                  <a:pt x="288" y="41"/>
                  <a:pt x="278" y="27"/>
                  <a:pt x="257" y="27"/>
                </a:cubicBezTo>
                <a:lnTo>
                  <a:pt x="253" y="27"/>
                </a:lnTo>
                <a:cubicBezTo>
                  <a:pt x="212" y="27"/>
                  <a:pt x="177" y="51"/>
                  <a:pt x="148" y="99"/>
                </a:cubicBezTo>
                <a:lnTo>
                  <a:pt x="143" y="108"/>
                </a:lnTo>
                <a:lnTo>
                  <a:pt x="120" y="205"/>
                </a:lnTo>
                <a:cubicBezTo>
                  <a:pt x="104" y="267"/>
                  <a:pt x="95" y="301"/>
                  <a:pt x="93" y="306"/>
                </a:cubicBezTo>
                <a:cubicBezTo>
                  <a:pt x="87" y="318"/>
                  <a:pt x="76" y="325"/>
                  <a:pt x="62" y="325"/>
                </a:cubicBezTo>
                <a:cubicBezTo>
                  <a:pt x="56" y="325"/>
                  <a:pt x="51" y="323"/>
                  <a:pt x="47" y="321"/>
                </a:cubicBezTo>
                <a:cubicBezTo>
                  <a:pt x="43" y="318"/>
                  <a:pt x="41" y="315"/>
                  <a:pt x="39" y="312"/>
                </a:cubicBezTo>
                <a:cubicBezTo>
                  <a:pt x="38" y="309"/>
                  <a:pt x="37" y="307"/>
                  <a:pt x="38" y="305"/>
                </a:cubicBezTo>
                <a:cubicBezTo>
                  <a:pt x="38" y="299"/>
                  <a:pt x="47" y="260"/>
                  <a:pt x="65" y="187"/>
                </a:cubicBezTo>
                <a:cubicBezTo>
                  <a:pt x="83" y="116"/>
                  <a:pt x="92" y="77"/>
                  <a:pt x="93" y="71"/>
                </a:cubicBezTo>
                <a:cubicBezTo>
                  <a:pt x="94" y="68"/>
                  <a:pt x="94" y="63"/>
                  <a:pt x="94" y="54"/>
                </a:cubicBezTo>
                <a:cubicBezTo>
                  <a:pt x="94" y="36"/>
                  <a:pt x="88" y="26"/>
                  <a:pt x="77" y="26"/>
                </a:cubicBezTo>
                <a:cubicBezTo>
                  <a:pt x="59" y="26"/>
                  <a:pt x="44" y="50"/>
                  <a:pt x="32" y="98"/>
                </a:cubicBezTo>
                <a:cubicBezTo>
                  <a:pt x="29" y="107"/>
                  <a:pt x="28" y="112"/>
                  <a:pt x="28" y="113"/>
                </a:cubicBezTo>
                <a:cubicBezTo>
                  <a:pt x="27" y="116"/>
                  <a:pt x="22" y="117"/>
                  <a:pt x="14" y="117"/>
                </a:cubicBezTo>
                <a:lnTo>
                  <a:pt x="4" y="117"/>
                </a:lnTo>
                <a:cubicBezTo>
                  <a:pt x="1" y="114"/>
                  <a:pt x="0" y="112"/>
                  <a:pt x="0" y="11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5" name=""/>
          <p:cNvSpPr/>
          <p:nvPr/>
        </p:nvSpPr>
        <p:spPr>
          <a:xfrm>
            <a:off x="811800" y="582048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4"/>
                </a:moveTo>
                <a:cubicBezTo>
                  <a:pt x="0" y="8"/>
                  <a:pt x="4" y="3"/>
                  <a:pt x="10" y="0"/>
                </a:cubicBezTo>
                <a:lnTo>
                  <a:pt x="467" y="0"/>
                </a:lnTo>
                <a:cubicBezTo>
                  <a:pt x="474" y="3"/>
                  <a:pt x="477" y="8"/>
                  <a:pt x="477" y="14"/>
                </a:cubicBezTo>
                <a:cubicBezTo>
                  <a:pt x="477" y="19"/>
                  <a:pt x="474" y="24"/>
                  <a:pt x="467" y="27"/>
                </a:cubicBezTo>
                <a:lnTo>
                  <a:pt x="239" y="28"/>
                </a:lnTo>
                <a:lnTo>
                  <a:pt x="12" y="28"/>
                </a:lnTo>
                <a:cubicBezTo>
                  <a:pt x="4" y="26"/>
                  <a:pt x="0" y="21"/>
                  <a:pt x="0" y="14"/>
                </a:cubicBezTo>
                <a:moveTo>
                  <a:pt x="0" y="154"/>
                </a:moveTo>
                <a:cubicBezTo>
                  <a:pt x="0" y="146"/>
                  <a:pt x="4" y="142"/>
                  <a:pt x="12" y="139"/>
                </a:cubicBezTo>
                <a:lnTo>
                  <a:pt x="467" y="139"/>
                </a:lnTo>
                <a:cubicBezTo>
                  <a:pt x="474" y="144"/>
                  <a:pt x="477" y="149"/>
                  <a:pt x="477" y="154"/>
                </a:cubicBezTo>
                <a:cubicBezTo>
                  <a:pt x="477" y="160"/>
                  <a:pt x="474" y="165"/>
                  <a:pt x="467" y="168"/>
                </a:cubicBezTo>
                <a:lnTo>
                  <a:pt x="10" y="168"/>
                </a:lnTo>
                <a:cubicBezTo>
                  <a:pt x="4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6" name=""/>
          <p:cNvSpPr/>
          <p:nvPr/>
        </p:nvSpPr>
        <p:spPr>
          <a:xfrm>
            <a:off x="1082160" y="5743440"/>
            <a:ext cx="102960" cy="177480"/>
          </a:xfrm>
          <a:custGeom>
            <a:avLst/>
            <a:gdLst/>
            <a:ahLst/>
            <a:rect l="0" t="0" r="r" b="b"/>
            <a:pathLst>
              <a:path w="286" h="493">
                <a:moveTo>
                  <a:pt x="81" y="365"/>
                </a:moveTo>
                <a:cubicBezTo>
                  <a:pt x="81" y="376"/>
                  <a:pt x="77" y="386"/>
                  <a:pt x="70" y="393"/>
                </a:cubicBezTo>
                <a:cubicBezTo>
                  <a:pt x="62" y="401"/>
                  <a:pt x="53" y="405"/>
                  <a:pt x="42" y="405"/>
                </a:cubicBezTo>
                <a:lnTo>
                  <a:pt x="37" y="405"/>
                </a:lnTo>
                <a:cubicBezTo>
                  <a:pt x="59" y="442"/>
                  <a:pt x="88" y="461"/>
                  <a:pt x="124" y="461"/>
                </a:cubicBezTo>
                <a:cubicBezTo>
                  <a:pt x="157" y="461"/>
                  <a:pt x="182" y="447"/>
                  <a:pt x="197" y="418"/>
                </a:cubicBezTo>
                <a:cubicBezTo>
                  <a:pt x="206" y="403"/>
                  <a:pt x="211" y="372"/>
                  <a:pt x="211" y="327"/>
                </a:cubicBezTo>
                <a:cubicBezTo>
                  <a:pt x="211" y="278"/>
                  <a:pt x="204" y="245"/>
                  <a:pt x="191" y="227"/>
                </a:cubicBezTo>
                <a:cubicBezTo>
                  <a:pt x="179" y="212"/>
                  <a:pt x="165" y="204"/>
                  <a:pt x="150" y="204"/>
                </a:cubicBezTo>
                <a:lnTo>
                  <a:pt x="146" y="204"/>
                </a:lnTo>
                <a:cubicBezTo>
                  <a:pt x="108" y="204"/>
                  <a:pt x="80" y="220"/>
                  <a:pt x="61" y="252"/>
                </a:cubicBezTo>
                <a:cubicBezTo>
                  <a:pt x="59" y="256"/>
                  <a:pt x="58" y="258"/>
                  <a:pt x="56" y="258"/>
                </a:cubicBezTo>
                <a:cubicBezTo>
                  <a:pt x="55" y="259"/>
                  <a:pt x="51" y="259"/>
                  <a:pt x="45" y="260"/>
                </a:cubicBezTo>
                <a:cubicBezTo>
                  <a:pt x="37" y="260"/>
                  <a:pt x="33" y="258"/>
                  <a:pt x="32" y="255"/>
                </a:cubicBezTo>
                <a:cubicBezTo>
                  <a:pt x="31" y="253"/>
                  <a:pt x="30" y="212"/>
                  <a:pt x="30" y="130"/>
                </a:cubicBezTo>
                <a:lnTo>
                  <a:pt x="30" y="38"/>
                </a:lnTo>
                <a:cubicBezTo>
                  <a:pt x="30" y="14"/>
                  <a:pt x="32" y="1"/>
                  <a:pt x="34" y="1"/>
                </a:cubicBezTo>
                <a:cubicBezTo>
                  <a:pt x="35" y="0"/>
                  <a:pt x="36" y="0"/>
                  <a:pt x="37" y="0"/>
                </a:cubicBezTo>
                <a:cubicBezTo>
                  <a:pt x="37" y="0"/>
                  <a:pt x="42" y="2"/>
                  <a:pt x="52" y="7"/>
                </a:cubicBezTo>
                <a:cubicBezTo>
                  <a:pt x="61" y="10"/>
                  <a:pt x="74" y="14"/>
                  <a:pt x="91" y="18"/>
                </a:cubicBezTo>
                <a:cubicBezTo>
                  <a:pt x="108" y="22"/>
                  <a:pt x="126" y="24"/>
                  <a:pt x="145" y="24"/>
                </a:cubicBezTo>
                <a:cubicBezTo>
                  <a:pt x="179" y="24"/>
                  <a:pt x="211" y="17"/>
                  <a:pt x="242" y="3"/>
                </a:cubicBezTo>
                <a:cubicBezTo>
                  <a:pt x="246" y="1"/>
                  <a:pt x="249" y="0"/>
                  <a:pt x="251" y="0"/>
                </a:cubicBezTo>
                <a:cubicBezTo>
                  <a:pt x="255" y="0"/>
                  <a:pt x="257" y="5"/>
                  <a:pt x="257" y="14"/>
                </a:cubicBezTo>
                <a:lnTo>
                  <a:pt x="257" y="23"/>
                </a:lnTo>
                <a:cubicBezTo>
                  <a:pt x="218" y="69"/>
                  <a:pt x="169" y="92"/>
                  <a:pt x="110" y="92"/>
                </a:cubicBezTo>
                <a:cubicBezTo>
                  <a:pt x="96" y="92"/>
                  <a:pt x="82" y="91"/>
                  <a:pt x="70" y="88"/>
                </a:cubicBezTo>
                <a:lnTo>
                  <a:pt x="63" y="87"/>
                </a:lnTo>
                <a:lnTo>
                  <a:pt x="63" y="210"/>
                </a:lnTo>
                <a:cubicBezTo>
                  <a:pt x="72" y="203"/>
                  <a:pt x="80" y="198"/>
                  <a:pt x="85" y="194"/>
                </a:cubicBezTo>
                <a:cubicBezTo>
                  <a:pt x="90" y="190"/>
                  <a:pt x="99" y="186"/>
                  <a:pt x="110" y="182"/>
                </a:cubicBezTo>
                <a:cubicBezTo>
                  <a:pt x="122" y="179"/>
                  <a:pt x="135" y="177"/>
                  <a:pt x="147" y="177"/>
                </a:cubicBezTo>
                <a:cubicBezTo>
                  <a:pt x="186" y="177"/>
                  <a:pt x="218" y="192"/>
                  <a:pt x="245" y="223"/>
                </a:cubicBezTo>
                <a:cubicBezTo>
                  <a:pt x="273" y="254"/>
                  <a:pt x="286" y="291"/>
                  <a:pt x="286" y="333"/>
                </a:cubicBezTo>
                <a:cubicBezTo>
                  <a:pt x="286" y="377"/>
                  <a:pt x="270" y="415"/>
                  <a:pt x="239" y="445"/>
                </a:cubicBezTo>
                <a:cubicBezTo>
                  <a:pt x="209" y="476"/>
                  <a:pt x="171" y="492"/>
                  <a:pt x="128" y="493"/>
                </a:cubicBezTo>
                <a:cubicBezTo>
                  <a:pt x="89" y="493"/>
                  <a:pt x="58" y="480"/>
                  <a:pt x="35" y="454"/>
                </a:cubicBezTo>
                <a:cubicBezTo>
                  <a:pt x="11" y="428"/>
                  <a:pt x="0" y="399"/>
                  <a:pt x="0" y="367"/>
                </a:cubicBezTo>
                <a:cubicBezTo>
                  <a:pt x="0" y="355"/>
                  <a:pt x="2" y="346"/>
                  <a:pt x="8" y="340"/>
                </a:cubicBezTo>
                <a:cubicBezTo>
                  <a:pt x="13" y="333"/>
                  <a:pt x="18" y="329"/>
                  <a:pt x="24" y="327"/>
                </a:cubicBezTo>
                <a:cubicBezTo>
                  <a:pt x="30" y="325"/>
                  <a:pt x="35" y="324"/>
                  <a:pt x="40" y="324"/>
                </a:cubicBezTo>
                <a:cubicBezTo>
                  <a:pt x="52" y="324"/>
                  <a:pt x="62" y="328"/>
                  <a:pt x="70" y="336"/>
                </a:cubicBezTo>
                <a:cubicBezTo>
                  <a:pt x="77" y="344"/>
                  <a:pt x="81" y="354"/>
                  <a:pt x="81" y="3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7" name=""/>
          <p:cNvSpPr/>
          <p:nvPr/>
        </p:nvSpPr>
        <p:spPr>
          <a:xfrm>
            <a:off x="1207800" y="574344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9"/>
                </a:moveTo>
                <a:cubicBezTo>
                  <a:pt x="68" y="20"/>
                  <a:pt x="105" y="0"/>
                  <a:pt x="151" y="0"/>
                </a:cubicBezTo>
                <a:cubicBezTo>
                  <a:pt x="174" y="0"/>
                  <a:pt x="197" y="7"/>
                  <a:pt x="220" y="19"/>
                </a:cubicBezTo>
                <a:cubicBezTo>
                  <a:pt x="243" y="32"/>
                  <a:pt x="261" y="54"/>
                  <a:pt x="276" y="85"/>
                </a:cubicBezTo>
                <a:cubicBezTo>
                  <a:pt x="293" y="125"/>
                  <a:pt x="302" y="179"/>
                  <a:pt x="302" y="248"/>
                </a:cubicBezTo>
                <a:cubicBezTo>
                  <a:pt x="302" y="322"/>
                  <a:pt x="292" y="379"/>
                  <a:pt x="271" y="418"/>
                </a:cubicBezTo>
                <a:cubicBezTo>
                  <a:pt x="262" y="438"/>
                  <a:pt x="249" y="454"/>
                  <a:pt x="232" y="466"/>
                </a:cubicBezTo>
                <a:cubicBezTo>
                  <a:pt x="215" y="477"/>
                  <a:pt x="201" y="485"/>
                  <a:pt x="189" y="488"/>
                </a:cubicBezTo>
                <a:cubicBezTo>
                  <a:pt x="176" y="491"/>
                  <a:pt x="164" y="492"/>
                  <a:pt x="152" y="493"/>
                </a:cubicBezTo>
                <a:cubicBezTo>
                  <a:pt x="140" y="493"/>
                  <a:pt x="127" y="491"/>
                  <a:pt x="115" y="488"/>
                </a:cubicBezTo>
                <a:cubicBezTo>
                  <a:pt x="102" y="486"/>
                  <a:pt x="87" y="478"/>
                  <a:pt x="70" y="466"/>
                </a:cubicBezTo>
                <a:cubicBezTo>
                  <a:pt x="54" y="453"/>
                  <a:pt x="40" y="437"/>
                  <a:pt x="31" y="418"/>
                </a:cubicBezTo>
                <a:cubicBezTo>
                  <a:pt x="10" y="379"/>
                  <a:pt x="0" y="322"/>
                  <a:pt x="0" y="248"/>
                </a:cubicBezTo>
                <a:cubicBezTo>
                  <a:pt x="0" y="165"/>
                  <a:pt x="14" y="102"/>
                  <a:pt x="41" y="59"/>
                </a:cubicBezTo>
                <a:moveTo>
                  <a:pt x="203" y="50"/>
                </a:moveTo>
                <a:cubicBezTo>
                  <a:pt x="189" y="35"/>
                  <a:pt x="172" y="27"/>
                  <a:pt x="152" y="27"/>
                </a:cubicBezTo>
                <a:cubicBezTo>
                  <a:pt x="132" y="27"/>
                  <a:pt x="115" y="35"/>
                  <a:pt x="101" y="50"/>
                </a:cubicBezTo>
                <a:cubicBezTo>
                  <a:pt x="88" y="63"/>
                  <a:pt x="80" y="80"/>
                  <a:pt x="76" y="102"/>
                </a:cubicBezTo>
                <a:cubicBezTo>
                  <a:pt x="72" y="124"/>
                  <a:pt x="70" y="169"/>
                  <a:pt x="70" y="239"/>
                </a:cubicBezTo>
                <a:cubicBezTo>
                  <a:pt x="70" y="314"/>
                  <a:pt x="72" y="364"/>
                  <a:pt x="76" y="388"/>
                </a:cubicBezTo>
                <a:cubicBezTo>
                  <a:pt x="80" y="411"/>
                  <a:pt x="88" y="430"/>
                  <a:pt x="103" y="444"/>
                </a:cubicBezTo>
                <a:cubicBezTo>
                  <a:pt x="116" y="458"/>
                  <a:pt x="133" y="466"/>
                  <a:pt x="152" y="466"/>
                </a:cubicBezTo>
                <a:cubicBezTo>
                  <a:pt x="171" y="466"/>
                  <a:pt x="187" y="458"/>
                  <a:pt x="201" y="444"/>
                </a:cubicBezTo>
                <a:cubicBezTo>
                  <a:pt x="214" y="430"/>
                  <a:pt x="223" y="410"/>
                  <a:pt x="226" y="384"/>
                </a:cubicBezTo>
                <a:cubicBezTo>
                  <a:pt x="230" y="358"/>
                  <a:pt x="232" y="310"/>
                  <a:pt x="232" y="239"/>
                </a:cubicBezTo>
                <a:cubicBezTo>
                  <a:pt x="232" y="170"/>
                  <a:pt x="230" y="124"/>
                  <a:pt x="226" y="102"/>
                </a:cubicBezTo>
                <a:cubicBezTo>
                  <a:pt x="223" y="80"/>
                  <a:pt x="215" y="63"/>
                  <a:pt x="203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8" name=""/>
          <p:cNvSpPr/>
          <p:nvPr/>
        </p:nvSpPr>
        <p:spPr>
          <a:xfrm>
            <a:off x="1346760" y="5883480"/>
            <a:ext cx="34200" cy="81720"/>
          </a:xfrm>
          <a:custGeom>
            <a:avLst/>
            <a:gdLst/>
            <a:ahLst/>
            <a:rect l="0" t="0" r="r" b="b"/>
            <a:pathLst>
              <a:path w="95" h="227">
                <a:moveTo>
                  <a:pt x="0" y="62"/>
                </a:moveTo>
                <a:cubicBezTo>
                  <a:pt x="0" y="62"/>
                  <a:pt x="0" y="56"/>
                  <a:pt x="0" y="44"/>
                </a:cubicBezTo>
                <a:cubicBezTo>
                  <a:pt x="0" y="32"/>
                  <a:pt x="3" y="22"/>
                  <a:pt x="11" y="13"/>
                </a:cubicBezTo>
                <a:cubicBezTo>
                  <a:pt x="19" y="5"/>
                  <a:pt x="29" y="0"/>
                  <a:pt x="42" y="0"/>
                </a:cubicBezTo>
                <a:cubicBezTo>
                  <a:pt x="55" y="0"/>
                  <a:pt x="68" y="6"/>
                  <a:pt x="78" y="18"/>
                </a:cubicBezTo>
                <a:cubicBezTo>
                  <a:pt x="89" y="30"/>
                  <a:pt x="94" y="51"/>
                  <a:pt x="95" y="81"/>
                </a:cubicBezTo>
                <a:cubicBezTo>
                  <a:pt x="95" y="98"/>
                  <a:pt x="93" y="114"/>
                  <a:pt x="88" y="130"/>
                </a:cubicBezTo>
                <a:cubicBezTo>
                  <a:pt x="84" y="146"/>
                  <a:pt x="79" y="159"/>
                  <a:pt x="73" y="171"/>
                </a:cubicBezTo>
                <a:cubicBezTo>
                  <a:pt x="68" y="182"/>
                  <a:pt x="61" y="192"/>
                  <a:pt x="54" y="201"/>
                </a:cubicBezTo>
                <a:cubicBezTo>
                  <a:pt x="47" y="209"/>
                  <a:pt x="41" y="215"/>
                  <a:pt x="37" y="220"/>
                </a:cubicBezTo>
                <a:cubicBezTo>
                  <a:pt x="32" y="225"/>
                  <a:pt x="29" y="227"/>
                  <a:pt x="27" y="227"/>
                </a:cubicBezTo>
                <a:cubicBezTo>
                  <a:pt x="25" y="227"/>
                  <a:pt x="22" y="224"/>
                  <a:pt x="18" y="220"/>
                </a:cubicBezTo>
                <a:cubicBezTo>
                  <a:pt x="14" y="216"/>
                  <a:pt x="12" y="213"/>
                  <a:pt x="12" y="211"/>
                </a:cubicBezTo>
                <a:cubicBezTo>
                  <a:pt x="12" y="209"/>
                  <a:pt x="14" y="205"/>
                  <a:pt x="20" y="199"/>
                </a:cubicBezTo>
                <a:cubicBezTo>
                  <a:pt x="25" y="193"/>
                  <a:pt x="31" y="186"/>
                  <a:pt x="37" y="177"/>
                </a:cubicBezTo>
                <a:cubicBezTo>
                  <a:pt x="44" y="168"/>
                  <a:pt x="50" y="157"/>
                  <a:pt x="56" y="141"/>
                </a:cubicBezTo>
                <a:cubicBezTo>
                  <a:pt x="62" y="126"/>
                  <a:pt x="67" y="109"/>
                  <a:pt x="68" y="89"/>
                </a:cubicBezTo>
                <a:lnTo>
                  <a:pt x="68" y="81"/>
                </a:lnTo>
                <a:cubicBezTo>
                  <a:pt x="67" y="82"/>
                  <a:pt x="65" y="82"/>
                  <a:pt x="63" y="83"/>
                </a:cubicBezTo>
                <a:cubicBezTo>
                  <a:pt x="62" y="83"/>
                  <a:pt x="60" y="84"/>
                  <a:pt x="59" y="85"/>
                </a:cubicBezTo>
                <a:cubicBezTo>
                  <a:pt x="57" y="86"/>
                  <a:pt x="55" y="86"/>
                  <a:pt x="52" y="86"/>
                </a:cubicBezTo>
                <a:cubicBezTo>
                  <a:pt x="50" y="86"/>
                  <a:pt x="47" y="86"/>
                  <a:pt x="44" y="87"/>
                </a:cubicBezTo>
                <a:cubicBezTo>
                  <a:pt x="31" y="87"/>
                  <a:pt x="20" y="83"/>
                  <a:pt x="12" y="75"/>
                </a:cubicBezTo>
                <a:lnTo>
                  <a:pt x="0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9" name=""/>
          <p:cNvSpPr/>
          <p:nvPr/>
        </p:nvSpPr>
        <p:spPr>
          <a:xfrm>
            <a:off x="1462320" y="5743440"/>
            <a:ext cx="88920" cy="171720"/>
          </a:xfrm>
          <a:custGeom>
            <a:avLst/>
            <a:gdLst/>
            <a:ahLst/>
            <a:rect l="0" t="0" r="r" b="b"/>
            <a:pathLst>
              <a:path w="247" h="477">
                <a:moveTo>
                  <a:pt x="93" y="63"/>
                </a:moveTo>
                <a:lnTo>
                  <a:pt x="84" y="66"/>
                </a:lnTo>
                <a:cubicBezTo>
                  <a:pt x="77" y="69"/>
                  <a:pt x="67" y="71"/>
                  <a:pt x="55" y="73"/>
                </a:cubicBezTo>
                <a:cubicBezTo>
                  <a:pt x="43" y="76"/>
                  <a:pt x="29" y="78"/>
                  <a:pt x="13" y="79"/>
                </a:cubicBezTo>
                <a:lnTo>
                  <a:pt x="0" y="79"/>
                </a:lnTo>
                <a:lnTo>
                  <a:pt x="0" y="46"/>
                </a:lnTo>
                <a:lnTo>
                  <a:pt x="13" y="46"/>
                </a:lnTo>
                <a:cubicBezTo>
                  <a:pt x="36" y="45"/>
                  <a:pt x="57" y="41"/>
                  <a:pt x="76" y="35"/>
                </a:cubicBezTo>
                <a:cubicBezTo>
                  <a:pt x="95" y="29"/>
                  <a:pt x="108" y="23"/>
                  <a:pt x="116" y="18"/>
                </a:cubicBezTo>
                <a:cubicBezTo>
                  <a:pt x="123" y="13"/>
                  <a:pt x="130" y="7"/>
                  <a:pt x="136" y="2"/>
                </a:cubicBezTo>
                <a:cubicBezTo>
                  <a:pt x="137" y="1"/>
                  <a:pt x="140" y="0"/>
                  <a:pt x="144" y="0"/>
                </a:cubicBezTo>
                <a:cubicBezTo>
                  <a:pt x="149" y="0"/>
                  <a:pt x="153" y="1"/>
                  <a:pt x="156" y="4"/>
                </a:cubicBezTo>
                <a:lnTo>
                  <a:pt x="156" y="218"/>
                </a:lnTo>
                <a:lnTo>
                  <a:pt x="157" y="432"/>
                </a:lnTo>
                <a:cubicBezTo>
                  <a:pt x="160" y="436"/>
                  <a:pt x="163" y="438"/>
                  <a:pt x="166" y="439"/>
                </a:cubicBezTo>
                <a:cubicBezTo>
                  <a:pt x="168" y="440"/>
                  <a:pt x="174" y="441"/>
                  <a:pt x="183" y="442"/>
                </a:cubicBezTo>
                <a:cubicBezTo>
                  <a:pt x="192" y="443"/>
                  <a:pt x="207" y="443"/>
                  <a:pt x="228" y="443"/>
                </a:cubicBezTo>
                <a:lnTo>
                  <a:pt x="247" y="443"/>
                </a:lnTo>
                <a:lnTo>
                  <a:pt x="247" y="477"/>
                </a:lnTo>
                <a:lnTo>
                  <a:pt x="239" y="477"/>
                </a:lnTo>
                <a:cubicBezTo>
                  <a:pt x="229" y="476"/>
                  <a:pt x="190" y="475"/>
                  <a:pt x="124" y="475"/>
                </a:cubicBezTo>
                <a:cubicBezTo>
                  <a:pt x="59" y="475"/>
                  <a:pt x="22" y="476"/>
                  <a:pt x="12" y="477"/>
                </a:cubicBezTo>
                <a:lnTo>
                  <a:pt x="3" y="477"/>
                </a:lnTo>
                <a:lnTo>
                  <a:pt x="3" y="443"/>
                </a:lnTo>
                <a:lnTo>
                  <a:pt x="22" y="443"/>
                </a:lnTo>
                <a:cubicBezTo>
                  <a:pt x="33" y="443"/>
                  <a:pt x="42" y="443"/>
                  <a:pt x="49" y="443"/>
                </a:cubicBezTo>
                <a:cubicBezTo>
                  <a:pt x="57" y="443"/>
                  <a:pt x="63" y="443"/>
                  <a:pt x="67" y="442"/>
                </a:cubicBezTo>
                <a:cubicBezTo>
                  <a:pt x="71" y="442"/>
                  <a:pt x="75" y="441"/>
                  <a:pt x="79" y="440"/>
                </a:cubicBezTo>
                <a:cubicBezTo>
                  <a:pt x="82" y="439"/>
                  <a:pt x="84" y="439"/>
                  <a:pt x="84" y="439"/>
                </a:cubicBezTo>
                <a:cubicBezTo>
                  <a:pt x="85" y="439"/>
                  <a:pt x="86" y="438"/>
                  <a:pt x="89" y="435"/>
                </a:cubicBezTo>
                <a:cubicBezTo>
                  <a:pt x="91" y="433"/>
                  <a:pt x="92" y="432"/>
                  <a:pt x="93" y="432"/>
                </a:cubicBezTo>
                <a:lnTo>
                  <a:pt x="93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0" name=""/>
          <p:cNvSpPr/>
          <p:nvPr/>
        </p:nvSpPr>
        <p:spPr>
          <a:xfrm>
            <a:off x="1579680" y="574344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9"/>
                </a:moveTo>
                <a:cubicBezTo>
                  <a:pt x="67" y="20"/>
                  <a:pt x="104" y="0"/>
                  <a:pt x="150" y="0"/>
                </a:cubicBezTo>
                <a:cubicBezTo>
                  <a:pt x="173" y="0"/>
                  <a:pt x="196" y="7"/>
                  <a:pt x="219" y="19"/>
                </a:cubicBezTo>
                <a:cubicBezTo>
                  <a:pt x="241" y="32"/>
                  <a:pt x="260" y="54"/>
                  <a:pt x="275" y="85"/>
                </a:cubicBezTo>
                <a:cubicBezTo>
                  <a:pt x="293" y="125"/>
                  <a:pt x="302" y="179"/>
                  <a:pt x="302" y="248"/>
                </a:cubicBezTo>
                <a:cubicBezTo>
                  <a:pt x="302" y="322"/>
                  <a:pt x="292" y="379"/>
                  <a:pt x="271" y="418"/>
                </a:cubicBezTo>
                <a:cubicBezTo>
                  <a:pt x="261" y="438"/>
                  <a:pt x="247" y="454"/>
                  <a:pt x="231" y="466"/>
                </a:cubicBezTo>
                <a:cubicBezTo>
                  <a:pt x="214" y="477"/>
                  <a:pt x="200" y="485"/>
                  <a:pt x="187" y="488"/>
                </a:cubicBezTo>
                <a:cubicBezTo>
                  <a:pt x="175" y="491"/>
                  <a:pt x="163" y="492"/>
                  <a:pt x="151" y="493"/>
                </a:cubicBezTo>
                <a:cubicBezTo>
                  <a:pt x="138" y="493"/>
                  <a:pt x="126" y="491"/>
                  <a:pt x="114" y="488"/>
                </a:cubicBezTo>
                <a:cubicBezTo>
                  <a:pt x="101" y="486"/>
                  <a:pt x="87" y="478"/>
                  <a:pt x="70" y="466"/>
                </a:cubicBezTo>
                <a:cubicBezTo>
                  <a:pt x="53" y="453"/>
                  <a:pt x="40" y="437"/>
                  <a:pt x="31" y="418"/>
                </a:cubicBezTo>
                <a:cubicBezTo>
                  <a:pt x="10" y="379"/>
                  <a:pt x="0" y="322"/>
                  <a:pt x="0" y="248"/>
                </a:cubicBezTo>
                <a:cubicBezTo>
                  <a:pt x="0" y="165"/>
                  <a:pt x="13" y="102"/>
                  <a:pt x="41" y="59"/>
                </a:cubicBezTo>
                <a:moveTo>
                  <a:pt x="201" y="50"/>
                </a:moveTo>
                <a:cubicBezTo>
                  <a:pt x="187" y="35"/>
                  <a:pt x="170" y="27"/>
                  <a:pt x="151" y="27"/>
                </a:cubicBezTo>
                <a:cubicBezTo>
                  <a:pt x="131" y="27"/>
                  <a:pt x="114" y="35"/>
                  <a:pt x="99" y="50"/>
                </a:cubicBezTo>
                <a:cubicBezTo>
                  <a:pt x="87" y="63"/>
                  <a:pt x="79" y="80"/>
                  <a:pt x="76" y="102"/>
                </a:cubicBezTo>
                <a:cubicBezTo>
                  <a:pt x="72" y="124"/>
                  <a:pt x="70" y="169"/>
                  <a:pt x="70" y="239"/>
                </a:cubicBezTo>
                <a:cubicBezTo>
                  <a:pt x="70" y="314"/>
                  <a:pt x="72" y="364"/>
                  <a:pt x="76" y="388"/>
                </a:cubicBezTo>
                <a:cubicBezTo>
                  <a:pt x="79" y="411"/>
                  <a:pt x="88" y="430"/>
                  <a:pt x="101" y="444"/>
                </a:cubicBezTo>
                <a:cubicBezTo>
                  <a:pt x="115" y="458"/>
                  <a:pt x="131" y="466"/>
                  <a:pt x="151" y="466"/>
                </a:cubicBezTo>
                <a:cubicBezTo>
                  <a:pt x="170" y="466"/>
                  <a:pt x="186" y="458"/>
                  <a:pt x="199" y="444"/>
                </a:cubicBezTo>
                <a:cubicBezTo>
                  <a:pt x="213" y="430"/>
                  <a:pt x="222" y="410"/>
                  <a:pt x="225" y="384"/>
                </a:cubicBezTo>
                <a:cubicBezTo>
                  <a:pt x="228" y="358"/>
                  <a:pt x="230" y="310"/>
                  <a:pt x="231" y="239"/>
                </a:cubicBezTo>
                <a:cubicBezTo>
                  <a:pt x="231" y="170"/>
                  <a:pt x="229" y="124"/>
                  <a:pt x="225" y="102"/>
                </a:cubicBezTo>
                <a:cubicBezTo>
                  <a:pt x="221" y="80"/>
                  <a:pt x="213" y="63"/>
                  <a:pt x="201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1" name=""/>
          <p:cNvSpPr/>
          <p:nvPr/>
        </p:nvSpPr>
        <p:spPr>
          <a:xfrm>
            <a:off x="1708200" y="574344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9"/>
                </a:moveTo>
                <a:cubicBezTo>
                  <a:pt x="68" y="20"/>
                  <a:pt x="104" y="0"/>
                  <a:pt x="150" y="0"/>
                </a:cubicBezTo>
                <a:cubicBezTo>
                  <a:pt x="173" y="0"/>
                  <a:pt x="196" y="7"/>
                  <a:pt x="220" y="19"/>
                </a:cubicBezTo>
                <a:cubicBezTo>
                  <a:pt x="243" y="32"/>
                  <a:pt x="261" y="54"/>
                  <a:pt x="276" y="85"/>
                </a:cubicBezTo>
                <a:cubicBezTo>
                  <a:pt x="293" y="125"/>
                  <a:pt x="302" y="179"/>
                  <a:pt x="302" y="248"/>
                </a:cubicBezTo>
                <a:cubicBezTo>
                  <a:pt x="302" y="322"/>
                  <a:pt x="292" y="379"/>
                  <a:pt x="271" y="418"/>
                </a:cubicBezTo>
                <a:cubicBezTo>
                  <a:pt x="262" y="438"/>
                  <a:pt x="249" y="454"/>
                  <a:pt x="232" y="466"/>
                </a:cubicBezTo>
                <a:cubicBezTo>
                  <a:pt x="215" y="477"/>
                  <a:pt x="200" y="485"/>
                  <a:pt x="188" y="488"/>
                </a:cubicBezTo>
                <a:cubicBezTo>
                  <a:pt x="175" y="491"/>
                  <a:pt x="163" y="492"/>
                  <a:pt x="151" y="493"/>
                </a:cubicBezTo>
                <a:cubicBezTo>
                  <a:pt x="139" y="493"/>
                  <a:pt x="126" y="491"/>
                  <a:pt x="114" y="488"/>
                </a:cubicBezTo>
                <a:cubicBezTo>
                  <a:pt x="102" y="486"/>
                  <a:pt x="87" y="478"/>
                  <a:pt x="70" y="466"/>
                </a:cubicBezTo>
                <a:cubicBezTo>
                  <a:pt x="54" y="453"/>
                  <a:pt x="41" y="437"/>
                  <a:pt x="31" y="418"/>
                </a:cubicBezTo>
                <a:cubicBezTo>
                  <a:pt x="11" y="379"/>
                  <a:pt x="0" y="322"/>
                  <a:pt x="0" y="248"/>
                </a:cubicBezTo>
                <a:cubicBezTo>
                  <a:pt x="0" y="165"/>
                  <a:pt x="14" y="102"/>
                  <a:pt x="41" y="59"/>
                </a:cubicBezTo>
                <a:moveTo>
                  <a:pt x="202" y="50"/>
                </a:moveTo>
                <a:cubicBezTo>
                  <a:pt x="188" y="35"/>
                  <a:pt x="171" y="27"/>
                  <a:pt x="151" y="27"/>
                </a:cubicBezTo>
                <a:cubicBezTo>
                  <a:pt x="131" y="27"/>
                  <a:pt x="114" y="35"/>
                  <a:pt x="100" y="50"/>
                </a:cubicBezTo>
                <a:cubicBezTo>
                  <a:pt x="88" y="63"/>
                  <a:pt x="80" y="80"/>
                  <a:pt x="76" y="102"/>
                </a:cubicBezTo>
                <a:cubicBezTo>
                  <a:pt x="72" y="124"/>
                  <a:pt x="70" y="169"/>
                  <a:pt x="70" y="239"/>
                </a:cubicBezTo>
                <a:cubicBezTo>
                  <a:pt x="70" y="314"/>
                  <a:pt x="72" y="364"/>
                  <a:pt x="76" y="388"/>
                </a:cubicBezTo>
                <a:cubicBezTo>
                  <a:pt x="80" y="411"/>
                  <a:pt x="88" y="430"/>
                  <a:pt x="102" y="444"/>
                </a:cubicBezTo>
                <a:cubicBezTo>
                  <a:pt x="115" y="458"/>
                  <a:pt x="132" y="466"/>
                  <a:pt x="151" y="466"/>
                </a:cubicBezTo>
                <a:cubicBezTo>
                  <a:pt x="170" y="466"/>
                  <a:pt x="186" y="458"/>
                  <a:pt x="200" y="444"/>
                </a:cubicBezTo>
                <a:cubicBezTo>
                  <a:pt x="215" y="430"/>
                  <a:pt x="223" y="410"/>
                  <a:pt x="226" y="384"/>
                </a:cubicBezTo>
                <a:cubicBezTo>
                  <a:pt x="230" y="358"/>
                  <a:pt x="232" y="310"/>
                  <a:pt x="232" y="239"/>
                </a:cubicBezTo>
                <a:cubicBezTo>
                  <a:pt x="232" y="170"/>
                  <a:pt x="230" y="124"/>
                  <a:pt x="226" y="102"/>
                </a:cubicBezTo>
                <a:cubicBezTo>
                  <a:pt x="223" y="80"/>
                  <a:pt x="215" y="63"/>
                  <a:pt x="202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2" name=""/>
          <p:cNvSpPr/>
          <p:nvPr/>
        </p:nvSpPr>
        <p:spPr>
          <a:xfrm>
            <a:off x="1847160" y="5883480"/>
            <a:ext cx="34200" cy="81720"/>
          </a:xfrm>
          <a:custGeom>
            <a:avLst/>
            <a:gdLst/>
            <a:ahLst/>
            <a:rect l="0" t="0" r="r" b="b"/>
            <a:pathLst>
              <a:path w="95" h="227">
                <a:moveTo>
                  <a:pt x="0" y="62"/>
                </a:moveTo>
                <a:cubicBezTo>
                  <a:pt x="0" y="62"/>
                  <a:pt x="0" y="56"/>
                  <a:pt x="0" y="44"/>
                </a:cubicBezTo>
                <a:cubicBezTo>
                  <a:pt x="0" y="32"/>
                  <a:pt x="3" y="22"/>
                  <a:pt x="11" y="13"/>
                </a:cubicBezTo>
                <a:cubicBezTo>
                  <a:pt x="19" y="5"/>
                  <a:pt x="29" y="0"/>
                  <a:pt x="42" y="0"/>
                </a:cubicBezTo>
                <a:cubicBezTo>
                  <a:pt x="55" y="0"/>
                  <a:pt x="67" y="6"/>
                  <a:pt x="77" y="18"/>
                </a:cubicBezTo>
                <a:cubicBezTo>
                  <a:pt x="89" y="30"/>
                  <a:pt x="94" y="51"/>
                  <a:pt x="95" y="81"/>
                </a:cubicBezTo>
                <a:cubicBezTo>
                  <a:pt x="95" y="98"/>
                  <a:pt x="93" y="114"/>
                  <a:pt x="88" y="130"/>
                </a:cubicBezTo>
                <a:cubicBezTo>
                  <a:pt x="83" y="146"/>
                  <a:pt x="78" y="159"/>
                  <a:pt x="72" y="171"/>
                </a:cubicBezTo>
                <a:cubicBezTo>
                  <a:pt x="67" y="182"/>
                  <a:pt x="61" y="192"/>
                  <a:pt x="54" y="201"/>
                </a:cubicBezTo>
                <a:cubicBezTo>
                  <a:pt x="47" y="209"/>
                  <a:pt x="41" y="215"/>
                  <a:pt x="37" y="220"/>
                </a:cubicBezTo>
                <a:cubicBezTo>
                  <a:pt x="32" y="225"/>
                  <a:pt x="29" y="227"/>
                  <a:pt x="27" y="227"/>
                </a:cubicBezTo>
                <a:cubicBezTo>
                  <a:pt x="26" y="227"/>
                  <a:pt x="22" y="224"/>
                  <a:pt x="18" y="220"/>
                </a:cubicBezTo>
                <a:cubicBezTo>
                  <a:pt x="14" y="216"/>
                  <a:pt x="12" y="213"/>
                  <a:pt x="12" y="211"/>
                </a:cubicBezTo>
                <a:cubicBezTo>
                  <a:pt x="12" y="209"/>
                  <a:pt x="14" y="205"/>
                  <a:pt x="20" y="199"/>
                </a:cubicBezTo>
                <a:cubicBezTo>
                  <a:pt x="25" y="193"/>
                  <a:pt x="31" y="186"/>
                  <a:pt x="37" y="177"/>
                </a:cubicBezTo>
                <a:cubicBezTo>
                  <a:pt x="44" y="168"/>
                  <a:pt x="50" y="157"/>
                  <a:pt x="56" y="141"/>
                </a:cubicBezTo>
                <a:cubicBezTo>
                  <a:pt x="62" y="126"/>
                  <a:pt x="66" y="109"/>
                  <a:pt x="67" y="89"/>
                </a:cubicBezTo>
                <a:lnTo>
                  <a:pt x="67" y="81"/>
                </a:lnTo>
                <a:cubicBezTo>
                  <a:pt x="66" y="82"/>
                  <a:pt x="65" y="82"/>
                  <a:pt x="63" y="83"/>
                </a:cubicBezTo>
                <a:cubicBezTo>
                  <a:pt x="62" y="83"/>
                  <a:pt x="60" y="84"/>
                  <a:pt x="59" y="85"/>
                </a:cubicBezTo>
                <a:cubicBezTo>
                  <a:pt x="57" y="86"/>
                  <a:pt x="55" y="86"/>
                  <a:pt x="52" y="86"/>
                </a:cubicBezTo>
                <a:cubicBezTo>
                  <a:pt x="50" y="86"/>
                  <a:pt x="47" y="86"/>
                  <a:pt x="44" y="87"/>
                </a:cubicBezTo>
                <a:cubicBezTo>
                  <a:pt x="31" y="87"/>
                  <a:pt x="21" y="83"/>
                  <a:pt x="12" y="75"/>
                </a:cubicBezTo>
                <a:lnTo>
                  <a:pt x="0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3" name=""/>
          <p:cNvSpPr/>
          <p:nvPr/>
        </p:nvSpPr>
        <p:spPr>
          <a:xfrm>
            <a:off x="1954080" y="5743440"/>
            <a:ext cx="103320" cy="171720"/>
          </a:xfrm>
          <a:custGeom>
            <a:avLst/>
            <a:gdLst/>
            <a:ahLst/>
            <a:rect l="0" t="0" r="r" b="b"/>
            <a:pathLst>
              <a:path w="287" h="477">
                <a:moveTo>
                  <a:pt x="43" y="169"/>
                </a:moveTo>
                <a:cubicBezTo>
                  <a:pt x="30" y="169"/>
                  <a:pt x="19" y="165"/>
                  <a:pt x="12" y="156"/>
                </a:cubicBezTo>
                <a:cubicBezTo>
                  <a:pt x="4" y="148"/>
                  <a:pt x="0" y="137"/>
                  <a:pt x="0" y="125"/>
                </a:cubicBezTo>
                <a:cubicBezTo>
                  <a:pt x="0" y="91"/>
                  <a:pt x="13" y="62"/>
                  <a:pt x="38" y="37"/>
                </a:cubicBezTo>
                <a:cubicBezTo>
                  <a:pt x="64" y="12"/>
                  <a:pt x="95" y="0"/>
                  <a:pt x="134" y="0"/>
                </a:cubicBezTo>
                <a:cubicBezTo>
                  <a:pt x="177" y="0"/>
                  <a:pt x="213" y="13"/>
                  <a:pt x="242" y="40"/>
                </a:cubicBezTo>
                <a:cubicBezTo>
                  <a:pt x="271" y="67"/>
                  <a:pt x="286" y="101"/>
                  <a:pt x="287" y="144"/>
                </a:cubicBezTo>
                <a:cubicBezTo>
                  <a:pt x="287" y="164"/>
                  <a:pt x="282" y="184"/>
                  <a:pt x="272" y="202"/>
                </a:cubicBezTo>
                <a:cubicBezTo>
                  <a:pt x="263" y="221"/>
                  <a:pt x="251" y="237"/>
                  <a:pt x="238" y="251"/>
                </a:cubicBezTo>
                <a:cubicBezTo>
                  <a:pt x="225" y="265"/>
                  <a:pt x="206" y="282"/>
                  <a:pt x="181" y="304"/>
                </a:cubicBezTo>
                <a:cubicBezTo>
                  <a:pt x="164" y="318"/>
                  <a:pt x="140" y="340"/>
                  <a:pt x="108" y="369"/>
                </a:cubicBezTo>
                <a:lnTo>
                  <a:pt x="66" y="409"/>
                </a:lnTo>
                <a:lnTo>
                  <a:pt x="121" y="410"/>
                </a:lnTo>
                <a:cubicBezTo>
                  <a:pt x="196" y="410"/>
                  <a:pt x="236" y="409"/>
                  <a:pt x="241" y="407"/>
                </a:cubicBezTo>
                <a:cubicBezTo>
                  <a:pt x="244" y="406"/>
                  <a:pt x="250" y="384"/>
                  <a:pt x="258" y="343"/>
                </a:cubicBezTo>
                <a:lnTo>
                  <a:pt x="258" y="341"/>
                </a:lnTo>
                <a:lnTo>
                  <a:pt x="287" y="341"/>
                </a:lnTo>
                <a:lnTo>
                  <a:pt x="287" y="343"/>
                </a:lnTo>
                <a:cubicBezTo>
                  <a:pt x="286" y="344"/>
                  <a:pt x="283" y="366"/>
                  <a:pt x="277" y="408"/>
                </a:cubicBezTo>
                <a:cubicBezTo>
                  <a:pt x="272" y="450"/>
                  <a:pt x="268" y="473"/>
                  <a:pt x="267" y="475"/>
                </a:cubicBezTo>
                <a:lnTo>
                  <a:pt x="267" y="477"/>
                </a:lnTo>
                <a:lnTo>
                  <a:pt x="0" y="477"/>
                </a:lnTo>
                <a:lnTo>
                  <a:pt x="0" y="462"/>
                </a:lnTo>
                <a:lnTo>
                  <a:pt x="0" y="454"/>
                </a:lnTo>
                <a:cubicBezTo>
                  <a:pt x="0" y="450"/>
                  <a:pt x="2" y="447"/>
                  <a:pt x="5" y="443"/>
                </a:cubicBezTo>
                <a:cubicBezTo>
                  <a:pt x="8" y="439"/>
                  <a:pt x="15" y="431"/>
                  <a:pt x="26" y="418"/>
                </a:cubicBezTo>
                <a:cubicBezTo>
                  <a:pt x="40" y="403"/>
                  <a:pt x="52" y="389"/>
                  <a:pt x="62" y="378"/>
                </a:cubicBezTo>
                <a:cubicBezTo>
                  <a:pt x="66" y="373"/>
                  <a:pt x="74" y="364"/>
                  <a:pt x="86" y="352"/>
                </a:cubicBezTo>
                <a:cubicBezTo>
                  <a:pt x="98" y="339"/>
                  <a:pt x="106" y="330"/>
                  <a:pt x="110" y="325"/>
                </a:cubicBezTo>
                <a:cubicBezTo>
                  <a:pt x="115" y="320"/>
                  <a:pt x="122" y="312"/>
                  <a:pt x="132" y="302"/>
                </a:cubicBezTo>
                <a:cubicBezTo>
                  <a:pt x="142" y="291"/>
                  <a:pt x="148" y="282"/>
                  <a:pt x="152" y="277"/>
                </a:cubicBezTo>
                <a:cubicBezTo>
                  <a:pt x="156" y="272"/>
                  <a:pt x="162" y="265"/>
                  <a:pt x="169" y="256"/>
                </a:cubicBezTo>
                <a:cubicBezTo>
                  <a:pt x="176" y="247"/>
                  <a:pt x="181" y="239"/>
                  <a:pt x="184" y="233"/>
                </a:cubicBezTo>
                <a:cubicBezTo>
                  <a:pt x="187" y="227"/>
                  <a:pt x="190" y="220"/>
                  <a:pt x="194" y="212"/>
                </a:cubicBezTo>
                <a:cubicBezTo>
                  <a:pt x="199" y="205"/>
                  <a:pt x="202" y="197"/>
                  <a:pt x="204" y="189"/>
                </a:cubicBezTo>
                <a:cubicBezTo>
                  <a:pt x="206" y="182"/>
                  <a:pt x="207" y="175"/>
                  <a:pt x="209" y="168"/>
                </a:cubicBezTo>
                <a:cubicBezTo>
                  <a:pt x="210" y="161"/>
                  <a:pt x="211" y="153"/>
                  <a:pt x="211" y="144"/>
                </a:cubicBezTo>
                <a:cubicBezTo>
                  <a:pt x="211" y="114"/>
                  <a:pt x="203" y="88"/>
                  <a:pt x="187" y="66"/>
                </a:cubicBezTo>
                <a:cubicBezTo>
                  <a:pt x="170" y="44"/>
                  <a:pt x="147" y="33"/>
                  <a:pt x="116" y="33"/>
                </a:cubicBezTo>
                <a:cubicBezTo>
                  <a:pt x="100" y="33"/>
                  <a:pt x="87" y="38"/>
                  <a:pt x="75" y="46"/>
                </a:cubicBezTo>
                <a:cubicBezTo>
                  <a:pt x="63" y="54"/>
                  <a:pt x="55" y="62"/>
                  <a:pt x="50" y="69"/>
                </a:cubicBezTo>
                <a:cubicBezTo>
                  <a:pt x="45" y="77"/>
                  <a:pt x="43" y="81"/>
                  <a:pt x="43" y="83"/>
                </a:cubicBezTo>
                <a:cubicBezTo>
                  <a:pt x="43" y="83"/>
                  <a:pt x="44" y="84"/>
                  <a:pt x="46" y="84"/>
                </a:cubicBezTo>
                <a:cubicBezTo>
                  <a:pt x="55" y="84"/>
                  <a:pt x="64" y="87"/>
                  <a:pt x="73" y="94"/>
                </a:cubicBezTo>
                <a:cubicBezTo>
                  <a:pt x="82" y="100"/>
                  <a:pt x="86" y="111"/>
                  <a:pt x="86" y="126"/>
                </a:cubicBezTo>
                <a:cubicBezTo>
                  <a:pt x="86" y="138"/>
                  <a:pt x="82" y="148"/>
                  <a:pt x="75" y="156"/>
                </a:cubicBezTo>
                <a:cubicBezTo>
                  <a:pt x="67" y="165"/>
                  <a:pt x="56" y="169"/>
                  <a:pt x="43" y="16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4" name=""/>
          <p:cNvSpPr/>
          <p:nvPr/>
        </p:nvSpPr>
        <p:spPr>
          <a:xfrm>
            <a:off x="2080080" y="574344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9"/>
                </a:moveTo>
                <a:cubicBezTo>
                  <a:pt x="67" y="20"/>
                  <a:pt x="105" y="0"/>
                  <a:pt x="151" y="0"/>
                </a:cubicBezTo>
                <a:cubicBezTo>
                  <a:pt x="174" y="0"/>
                  <a:pt x="197" y="7"/>
                  <a:pt x="220" y="19"/>
                </a:cubicBezTo>
                <a:cubicBezTo>
                  <a:pt x="243" y="32"/>
                  <a:pt x="261" y="54"/>
                  <a:pt x="275" y="85"/>
                </a:cubicBezTo>
                <a:cubicBezTo>
                  <a:pt x="293" y="125"/>
                  <a:pt x="302" y="179"/>
                  <a:pt x="302" y="248"/>
                </a:cubicBezTo>
                <a:cubicBezTo>
                  <a:pt x="302" y="322"/>
                  <a:pt x="292" y="379"/>
                  <a:pt x="271" y="418"/>
                </a:cubicBezTo>
                <a:cubicBezTo>
                  <a:pt x="262" y="438"/>
                  <a:pt x="249" y="454"/>
                  <a:pt x="232" y="466"/>
                </a:cubicBezTo>
                <a:cubicBezTo>
                  <a:pt x="215" y="477"/>
                  <a:pt x="201" y="485"/>
                  <a:pt x="188" y="488"/>
                </a:cubicBezTo>
                <a:cubicBezTo>
                  <a:pt x="176" y="491"/>
                  <a:pt x="164" y="492"/>
                  <a:pt x="152" y="493"/>
                </a:cubicBezTo>
                <a:cubicBezTo>
                  <a:pt x="139" y="493"/>
                  <a:pt x="127" y="491"/>
                  <a:pt x="115" y="488"/>
                </a:cubicBezTo>
                <a:cubicBezTo>
                  <a:pt x="102" y="486"/>
                  <a:pt x="88" y="478"/>
                  <a:pt x="70" y="466"/>
                </a:cubicBezTo>
                <a:cubicBezTo>
                  <a:pt x="53" y="453"/>
                  <a:pt x="40" y="437"/>
                  <a:pt x="31" y="418"/>
                </a:cubicBezTo>
                <a:cubicBezTo>
                  <a:pt x="10" y="379"/>
                  <a:pt x="0" y="322"/>
                  <a:pt x="0" y="248"/>
                </a:cubicBezTo>
                <a:cubicBezTo>
                  <a:pt x="0" y="165"/>
                  <a:pt x="14" y="102"/>
                  <a:pt x="41" y="59"/>
                </a:cubicBezTo>
                <a:moveTo>
                  <a:pt x="203" y="50"/>
                </a:moveTo>
                <a:cubicBezTo>
                  <a:pt x="188" y="35"/>
                  <a:pt x="171" y="27"/>
                  <a:pt x="152" y="27"/>
                </a:cubicBezTo>
                <a:cubicBezTo>
                  <a:pt x="132" y="27"/>
                  <a:pt x="115" y="35"/>
                  <a:pt x="100" y="50"/>
                </a:cubicBezTo>
                <a:cubicBezTo>
                  <a:pt x="88" y="63"/>
                  <a:pt x="81" y="80"/>
                  <a:pt x="77" y="102"/>
                </a:cubicBezTo>
                <a:cubicBezTo>
                  <a:pt x="73" y="124"/>
                  <a:pt x="70" y="169"/>
                  <a:pt x="70" y="239"/>
                </a:cubicBezTo>
                <a:cubicBezTo>
                  <a:pt x="70" y="314"/>
                  <a:pt x="73" y="364"/>
                  <a:pt x="77" y="388"/>
                </a:cubicBezTo>
                <a:cubicBezTo>
                  <a:pt x="81" y="411"/>
                  <a:pt x="89" y="430"/>
                  <a:pt x="102" y="444"/>
                </a:cubicBezTo>
                <a:cubicBezTo>
                  <a:pt x="116" y="458"/>
                  <a:pt x="132" y="466"/>
                  <a:pt x="152" y="466"/>
                </a:cubicBezTo>
                <a:cubicBezTo>
                  <a:pt x="171" y="466"/>
                  <a:pt x="187" y="458"/>
                  <a:pt x="200" y="444"/>
                </a:cubicBezTo>
                <a:cubicBezTo>
                  <a:pt x="214" y="430"/>
                  <a:pt x="223" y="410"/>
                  <a:pt x="226" y="384"/>
                </a:cubicBezTo>
                <a:cubicBezTo>
                  <a:pt x="229" y="358"/>
                  <a:pt x="231" y="310"/>
                  <a:pt x="232" y="239"/>
                </a:cubicBezTo>
                <a:cubicBezTo>
                  <a:pt x="232" y="170"/>
                  <a:pt x="230" y="124"/>
                  <a:pt x="226" y="102"/>
                </a:cubicBezTo>
                <a:cubicBezTo>
                  <a:pt x="222" y="80"/>
                  <a:pt x="214" y="63"/>
                  <a:pt x="203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5" name=""/>
          <p:cNvSpPr/>
          <p:nvPr/>
        </p:nvSpPr>
        <p:spPr>
          <a:xfrm>
            <a:off x="2208600" y="574344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2" y="59"/>
                </a:moveTo>
                <a:cubicBezTo>
                  <a:pt x="69" y="20"/>
                  <a:pt x="105" y="0"/>
                  <a:pt x="151" y="0"/>
                </a:cubicBezTo>
                <a:cubicBezTo>
                  <a:pt x="174" y="0"/>
                  <a:pt x="197" y="7"/>
                  <a:pt x="220" y="19"/>
                </a:cubicBezTo>
                <a:cubicBezTo>
                  <a:pt x="243" y="32"/>
                  <a:pt x="262" y="54"/>
                  <a:pt x="276" y="85"/>
                </a:cubicBezTo>
                <a:cubicBezTo>
                  <a:pt x="293" y="125"/>
                  <a:pt x="302" y="179"/>
                  <a:pt x="302" y="248"/>
                </a:cubicBezTo>
                <a:cubicBezTo>
                  <a:pt x="302" y="322"/>
                  <a:pt x="292" y="379"/>
                  <a:pt x="272" y="418"/>
                </a:cubicBezTo>
                <a:cubicBezTo>
                  <a:pt x="262" y="438"/>
                  <a:pt x="249" y="454"/>
                  <a:pt x="232" y="466"/>
                </a:cubicBezTo>
                <a:cubicBezTo>
                  <a:pt x="216" y="477"/>
                  <a:pt x="201" y="485"/>
                  <a:pt x="189" y="488"/>
                </a:cubicBezTo>
                <a:cubicBezTo>
                  <a:pt x="176" y="491"/>
                  <a:pt x="164" y="492"/>
                  <a:pt x="152" y="493"/>
                </a:cubicBezTo>
                <a:cubicBezTo>
                  <a:pt x="140" y="493"/>
                  <a:pt x="127" y="491"/>
                  <a:pt x="115" y="488"/>
                </a:cubicBezTo>
                <a:cubicBezTo>
                  <a:pt x="103" y="486"/>
                  <a:pt x="88" y="478"/>
                  <a:pt x="71" y="466"/>
                </a:cubicBezTo>
                <a:cubicBezTo>
                  <a:pt x="55" y="453"/>
                  <a:pt x="42" y="437"/>
                  <a:pt x="32" y="418"/>
                </a:cubicBezTo>
                <a:cubicBezTo>
                  <a:pt x="11" y="379"/>
                  <a:pt x="0" y="322"/>
                  <a:pt x="0" y="248"/>
                </a:cubicBezTo>
                <a:cubicBezTo>
                  <a:pt x="0" y="165"/>
                  <a:pt x="14" y="102"/>
                  <a:pt x="42" y="59"/>
                </a:cubicBezTo>
                <a:moveTo>
                  <a:pt x="203" y="50"/>
                </a:moveTo>
                <a:cubicBezTo>
                  <a:pt x="189" y="35"/>
                  <a:pt x="172" y="27"/>
                  <a:pt x="152" y="27"/>
                </a:cubicBezTo>
                <a:cubicBezTo>
                  <a:pt x="132" y="27"/>
                  <a:pt x="115" y="35"/>
                  <a:pt x="101" y="50"/>
                </a:cubicBezTo>
                <a:cubicBezTo>
                  <a:pt x="89" y="63"/>
                  <a:pt x="81" y="80"/>
                  <a:pt x="77" y="102"/>
                </a:cubicBezTo>
                <a:cubicBezTo>
                  <a:pt x="73" y="124"/>
                  <a:pt x="71" y="169"/>
                  <a:pt x="71" y="239"/>
                </a:cubicBezTo>
                <a:cubicBezTo>
                  <a:pt x="71" y="314"/>
                  <a:pt x="73" y="364"/>
                  <a:pt x="77" y="388"/>
                </a:cubicBezTo>
                <a:cubicBezTo>
                  <a:pt x="81" y="411"/>
                  <a:pt x="90" y="430"/>
                  <a:pt x="103" y="444"/>
                </a:cubicBezTo>
                <a:cubicBezTo>
                  <a:pt x="116" y="458"/>
                  <a:pt x="133" y="466"/>
                  <a:pt x="152" y="466"/>
                </a:cubicBezTo>
                <a:cubicBezTo>
                  <a:pt x="171" y="466"/>
                  <a:pt x="187" y="458"/>
                  <a:pt x="201" y="444"/>
                </a:cubicBezTo>
                <a:cubicBezTo>
                  <a:pt x="215" y="430"/>
                  <a:pt x="223" y="410"/>
                  <a:pt x="227" y="384"/>
                </a:cubicBezTo>
                <a:cubicBezTo>
                  <a:pt x="230" y="358"/>
                  <a:pt x="232" y="310"/>
                  <a:pt x="232" y="239"/>
                </a:cubicBezTo>
                <a:cubicBezTo>
                  <a:pt x="232" y="170"/>
                  <a:pt x="230" y="124"/>
                  <a:pt x="227" y="102"/>
                </a:cubicBezTo>
                <a:cubicBezTo>
                  <a:pt x="223" y="80"/>
                  <a:pt x="215" y="63"/>
                  <a:pt x="203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7793280" y="513396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0.347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7" name=""/>
          <p:cNvSpPr/>
          <p:nvPr/>
        </p:nvSpPr>
        <p:spPr>
          <a:xfrm>
            <a:off x="5428800" y="5733720"/>
            <a:ext cx="185760" cy="176400"/>
          </a:xfrm>
          <a:custGeom>
            <a:avLst/>
            <a:gdLst/>
            <a:ahLst/>
            <a:rect l="0" t="0" r="r" b="b"/>
            <a:pathLst>
              <a:path w="516" h="490">
                <a:moveTo>
                  <a:pt x="141" y="33"/>
                </a:moveTo>
                <a:cubicBezTo>
                  <a:pt x="128" y="33"/>
                  <a:pt x="121" y="33"/>
                  <a:pt x="118" y="33"/>
                </a:cubicBezTo>
                <a:cubicBezTo>
                  <a:pt x="116" y="32"/>
                  <a:pt x="115" y="29"/>
                  <a:pt x="115" y="25"/>
                </a:cubicBezTo>
                <a:cubicBezTo>
                  <a:pt x="115" y="12"/>
                  <a:pt x="117" y="4"/>
                  <a:pt x="123" y="1"/>
                </a:cubicBezTo>
                <a:cubicBezTo>
                  <a:pt x="123" y="1"/>
                  <a:pt x="154" y="0"/>
                  <a:pt x="215" y="0"/>
                </a:cubicBezTo>
                <a:cubicBezTo>
                  <a:pt x="339" y="0"/>
                  <a:pt x="404" y="1"/>
                  <a:pt x="411" y="2"/>
                </a:cubicBezTo>
                <a:cubicBezTo>
                  <a:pt x="441" y="7"/>
                  <a:pt x="466" y="17"/>
                  <a:pt x="486" y="34"/>
                </a:cubicBezTo>
                <a:cubicBezTo>
                  <a:pt x="506" y="51"/>
                  <a:pt x="516" y="73"/>
                  <a:pt x="516" y="100"/>
                </a:cubicBezTo>
                <a:cubicBezTo>
                  <a:pt x="516" y="130"/>
                  <a:pt x="503" y="158"/>
                  <a:pt x="475" y="182"/>
                </a:cubicBezTo>
                <a:cubicBezTo>
                  <a:pt x="447" y="206"/>
                  <a:pt x="416" y="223"/>
                  <a:pt x="380" y="231"/>
                </a:cubicBezTo>
                <a:lnTo>
                  <a:pt x="373" y="233"/>
                </a:lnTo>
                <a:cubicBezTo>
                  <a:pt x="403" y="238"/>
                  <a:pt x="428" y="249"/>
                  <a:pt x="448" y="266"/>
                </a:cubicBezTo>
                <a:cubicBezTo>
                  <a:pt x="467" y="284"/>
                  <a:pt x="477" y="306"/>
                  <a:pt x="478" y="332"/>
                </a:cubicBezTo>
                <a:cubicBezTo>
                  <a:pt x="478" y="367"/>
                  <a:pt x="461" y="400"/>
                  <a:pt x="426" y="434"/>
                </a:cubicBezTo>
                <a:cubicBezTo>
                  <a:pt x="392" y="466"/>
                  <a:pt x="350" y="485"/>
                  <a:pt x="300" y="489"/>
                </a:cubicBezTo>
                <a:cubicBezTo>
                  <a:pt x="296" y="489"/>
                  <a:pt x="246" y="490"/>
                  <a:pt x="149" y="490"/>
                </a:cubicBezTo>
                <a:cubicBezTo>
                  <a:pt x="53" y="490"/>
                  <a:pt x="4" y="489"/>
                  <a:pt x="3" y="488"/>
                </a:cubicBezTo>
                <a:cubicBezTo>
                  <a:pt x="1" y="487"/>
                  <a:pt x="0" y="485"/>
                  <a:pt x="0" y="482"/>
                </a:cubicBezTo>
                <a:cubicBezTo>
                  <a:pt x="0" y="479"/>
                  <a:pt x="1" y="476"/>
                  <a:pt x="2" y="472"/>
                </a:cubicBezTo>
                <a:cubicBezTo>
                  <a:pt x="4" y="463"/>
                  <a:pt x="6" y="458"/>
                  <a:pt x="9" y="457"/>
                </a:cubicBezTo>
                <a:cubicBezTo>
                  <a:pt x="11" y="457"/>
                  <a:pt x="14" y="457"/>
                  <a:pt x="19" y="457"/>
                </a:cubicBezTo>
                <a:lnTo>
                  <a:pt x="24" y="457"/>
                </a:lnTo>
                <a:cubicBezTo>
                  <a:pt x="37" y="457"/>
                  <a:pt x="51" y="456"/>
                  <a:pt x="67" y="454"/>
                </a:cubicBezTo>
                <a:cubicBezTo>
                  <a:pt x="73" y="453"/>
                  <a:pt x="78" y="450"/>
                  <a:pt x="80" y="446"/>
                </a:cubicBezTo>
                <a:cubicBezTo>
                  <a:pt x="82" y="444"/>
                  <a:pt x="99" y="377"/>
                  <a:pt x="133" y="246"/>
                </a:cubicBezTo>
                <a:cubicBezTo>
                  <a:pt x="165" y="116"/>
                  <a:pt x="182" y="47"/>
                  <a:pt x="182" y="40"/>
                </a:cubicBezTo>
                <a:cubicBezTo>
                  <a:pt x="182" y="36"/>
                  <a:pt x="168" y="34"/>
                  <a:pt x="141" y="33"/>
                </a:cubicBezTo>
                <a:moveTo>
                  <a:pt x="440" y="100"/>
                </a:moveTo>
                <a:cubicBezTo>
                  <a:pt x="440" y="85"/>
                  <a:pt x="436" y="72"/>
                  <a:pt x="429" y="60"/>
                </a:cubicBezTo>
                <a:cubicBezTo>
                  <a:pt x="422" y="47"/>
                  <a:pt x="410" y="39"/>
                  <a:pt x="394" y="35"/>
                </a:cubicBezTo>
                <a:cubicBezTo>
                  <a:pt x="391" y="34"/>
                  <a:pt x="369" y="34"/>
                  <a:pt x="328" y="33"/>
                </a:cubicBezTo>
                <a:cubicBezTo>
                  <a:pt x="319" y="33"/>
                  <a:pt x="309" y="33"/>
                  <a:pt x="298" y="33"/>
                </a:cubicBezTo>
                <a:cubicBezTo>
                  <a:pt x="288" y="33"/>
                  <a:pt x="280" y="34"/>
                  <a:pt x="273" y="34"/>
                </a:cubicBezTo>
                <a:lnTo>
                  <a:pt x="264" y="34"/>
                </a:lnTo>
                <a:cubicBezTo>
                  <a:pt x="257" y="34"/>
                  <a:pt x="252" y="37"/>
                  <a:pt x="251" y="41"/>
                </a:cubicBezTo>
                <a:cubicBezTo>
                  <a:pt x="250" y="43"/>
                  <a:pt x="242" y="72"/>
                  <a:pt x="228" y="127"/>
                </a:cubicBezTo>
                <a:cubicBezTo>
                  <a:pt x="228" y="128"/>
                  <a:pt x="227" y="130"/>
                  <a:pt x="227" y="131"/>
                </a:cubicBezTo>
                <a:lnTo>
                  <a:pt x="205" y="221"/>
                </a:lnTo>
                <a:lnTo>
                  <a:pt x="263" y="221"/>
                </a:lnTo>
                <a:cubicBezTo>
                  <a:pt x="301" y="221"/>
                  <a:pt x="323" y="221"/>
                  <a:pt x="329" y="220"/>
                </a:cubicBezTo>
                <a:cubicBezTo>
                  <a:pt x="358" y="215"/>
                  <a:pt x="383" y="201"/>
                  <a:pt x="406" y="178"/>
                </a:cubicBezTo>
                <a:cubicBezTo>
                  <a:pt x="428" y="155"/>
                  <a:pt x="439" y="129"/>
                  <a:pt x="440" y="100"/>
                </a:cubicBezTo>
                <a:moveTo>
                  <a:pt x="401" y="325"/>
                </a:moveTo>
                <a:cubicBezTo>
                  <a:pt x="401" y="304"/>
                  <a:pt x="396" y="287"/>
                  <a:pt x="385" y="273"/>
                </a:cubicBezTo>
                <a:cubicBezTo>
                  <a:pt x="374" y="259"/>
                  <a:pt x="360" y="251"/>
                  <a:pt x="342" y="248"/>
                </a:cubicBezTo>
                <a:cubicBezTo>
                  <a:pt x="339" y="248"/>
                  <a:pt x="319" y="248"/>
                  <a:pt x="283" y="248"/>
                </a:cubicBezTo>
                <a:cubicBezTo>
                  <a:pt x="226" y="248"/>
                  <a:pt x="198" y="248"/>
                  <a:pt x="198" y="248"/>
                </a:cubicBezTo>
                <a:cubicBezTo>
                  <a:pt x="198" y="249"/>
                  <a:pt x="194" y="267"/>
                  <a:pt x="185" y="301"/>
                </a:cubicBezTo>
                <a:cubicBezTo>
                  <a:pt x="177" y="334"/>
                  <a:pt x="169" y="368"/>
                  <a:pt x="160" y="401"/>
                </a:cubicBezTo>
                <a:lnTo>
                  <a:pt x="148" y="452"/>
                </a:lnTo>
                <a:cubicBezTo>
                  <a:pt x="148" y="454"/>
                  <a:pt x="150" y="455"/>
                  <a:pt x="156" y="455"/>
                </a:cubicBezTo>
                <a:cubicBezTo>
                  <a:pt x="162" y="455"/>
                  <a:pt x="181" y="456"/>
                  <a:pt x="214" y="457"/>
                </a:cubicBezTo>
                <a:cubicBezTo>
                  <a:pt x="256" y="457"/>
                  <a:pt x="279" y="456"/>
                  <a:pt x="283" y="456"/>
                </a:cubicBezTo>
                <a:cubicBezTo>
                  <a:pt x="312" y="453"/>
                  <a:pt x="339" y="439"/>
                  <a:pt x="364" y="413"/>
                </a:cubicBezTo>
                <a:cubicBezTo>
                  <a:pt x="389" y="389"/>
                  <a:pt x="401" y="360"/>
                  <a:pt x="401" y="32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8" name=""/>
          <p:cNvSpPr/>
          <p:nvPr/>
        </p:nvSpPr>
        <p:spPr>
          <a:xfrm>
            <a:off x="5700960" y="581508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5"/>
                </a:moveTo>
                <a:cubicBezTo>
                  <a:pt x="0" y="8"/>
                  <a:pt x="3" y="4"/>
                  <a:pt x="10" y="0"/>
                </a:cubicBezTo>
                <a:lnTo>
                  <a:pt x="466" y="0"/>
                </a:lnTo>
                <a:cubicBezTo>
                  <a:pt x="473" y="4"/>
                  <a:pt x="477" y="9"/>
                  <a:pt x="477" y="15"/>
                </a:cubicBezTo>
                <a:cubicBezTo>
                  <a:pt x="477" y="20"/>
                  <a:pt x="474" y="24"/>
                  <a:pt x="467" y="28"/>
                </a:cubicBezTo>
                <a:lnTo>
                  <a:pt x="240" y="29"/>
                </a:lnTo>
                <a:lnTo>
                  <a:pt x="11" y="29"/>
                </a:lnTo>
                <a:cubicBezTo>
                  <a:pt x="4" y="26"/>
                  <a:pt x="0" y="22"/>
                  <a:pt x="0" y="15"/>
                </a:cubicBezTo>
                <a:moveTo>
                  <a:pt x="0" y="154"/>
                </a:moveTo>
                <a:cubicBezTo>
                  <a:pt x="0" y="147"/>
                  <a:pt x="4" y="142"/>
                  <a:pt x="11" y="140"/>
                </a:cubicBezTo>
                <a:lnTo>
                  <a:pt x="467" y="140"/>
                </a:lnTo>
                <a:cubicBezTo>
                  <a:pt x="474" y="145"/>
                  <a:pt x="477" y="149"/>
                  <a:pt x="477" y="154"/>
                </a:cubicBezTo>
                <a:cubicBezTo>
                  <a:pt x="477" y="160"/>
                  <a:pt x="473" y="165"/>
                  <a:pt x="466" y="168"/>
                </a:cubicBezTo>
                <a:lnTo>
                  <a:pt x="10" y="168"/>
                </a:lnTo>
                <a:cubicBezTo>
                  <a:pt x="3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9" name=""/>
          <p:cNvSpPr/>
          <p:nvPr/>
        </p:nvSpPr>
        <p:spPr>
          <a:xfrm>
            <a:off x="5970960" y="5738400"/>
            <a:ext cx="102960" cy="171720"/>
          </a:xfrm>
          <a:custGeom>
            <a:avLst/>
            <a:gdLst/>
            <a:ahLst/>
            <a:rect l="0" t="0" r="r" b="b"/>
            <a:pathLst>
              <a:path w="286" h="477">
                <a:moveTo>
                  <a:pt x="42" y="169"/>
                </a:moveTo>
                <a:cubicBezTo>
                  <a:pt x="30" y="169"/>
                  <a:pt x="19" y="165"/>
                  <a:pt x="12" y="156"/>
                </a:cubicBezTo>
                <a:cubicBezTo>
                  <a:pt x="4" y="147"/>
                  <a:pt x="0" y="137"/>
                  <a:pt x="0" y="125"/>
                </a:cubicBezTo>
                <a:cubicBezTo>
                  <a:pt x="0" y="91"/>
                  <a:pt x="13" y="61"/>
                  <a:pt x="38" y="37"/>
                </a:cubicBezTo>
                <a:cubicBezTo>
                  <a:pt x="63" y="12"/>
                  <a:pt x="96" y="0"/>
                  <a:pt x="133" y="0"/>
                </a:cubicBezTo>
                <a:cubicBezTo>
                  <a:pt x="177" y="0"/>
                  <a:pt x="213" y="13"/>
                  <a:pt x="242" y="40"/>
                </a:cubicBezTo>
                <a:cubicBezTo>
                  <a:pt x="271" y="66"/>
                  <a:pt x="286" y="101"/>
                  <a:pt x="286" y="143"/>
                </a:cubicBezTo>
                <a:cubicBezTo>
                  <a:pt x="286" y="164"/>
                  <a:pt x="282" y="183"/>
                  <a:pt x="272" y="202"/>
                </a:cubicBezTo>
                <a:cubicBezTo>
                  <a:pt x="263" y="220"/>
                  <a:pt x="251" y="237"/>
                  <a:pt x="238" y="250"/>
                </a:cubicBezTo>
                <a:cubicBezTo>
                  <a:pt x="224" y="264"/>
                  <a:pt x="205" y="282"/>
                  <a:pt x="181" y="303"/>
                </a:cubicBezTo>
                <a:cubicBezTo>
                  <a:pt x="163" y="318"/>
                  <a:pt x="140" y="340"/>
                  <a:pt x="109" y="369"/>
                </a:cubicBezTo>
                <a:lnTo>
                  <a:pt x="66" y="409"/>
                </a:lnTo>
                <a:lnTo>
                  <a:pt x="121" y="410"/>
                </a:lnTo>
                <a:cubicBezTo>
                  <a:pt x="196" y="410"/>
                  <a:pt x="236" y="409"/>
                  <a:pt x="241" y="406"/>
                </a:cubicBezTo>
                <a:cubicBezTo>
                  <a:pt x="244" y="405"/>
                  <a:pt x="250" y="384"/>
                  <a:pt x="258" y="343"/>
                </a:cubicBezTo>
                <a:lnTo>
                  <a:pt x="258" y="340"/>
                </a:lnTo>
                <a:lnTo>
                  <a:pt x="286" y="340"/>
                </a:lnTo>
                <a:lnTo>
                  <a:pt x="286" y="343"/>
                </a:lnTo>
                <a:cubicBezTo>
                  <a:pt x="286" y="344"/>
                  <a:pt x="283" y="366"/>
                  <a:pt x="277" y="408"/>
                </a:cubicBezTo>
                <a:cubicBezTo>
                  <a:pt x="271" y="451"/>
                  <a:pt x="268" y="472"/>
                  <a:pt x="266" y="474"/>
                </a:cubicBezTo>
                <a:lnTo>
                  <a:pt x="266" y="477"/>
                </a:lnTo>
                <a:lnTo>
                  <a:pt x="0" y="477"/>
                </a:lnTo>
                <a:lnTo>
                  <a:pt x="0" y="463"/>
                </a:lnTo>
                <a:lnTo>
                  <a:pt x="0" y="454"/>
                </a:lnTo>
                <a:cubicBezTo>
                  <a:pt x="0" y="451"/>
                  <a:pt x="2" y="446"/>
                  <a:pt x="5" y="443"/>
                </a:cubicBezTo>
                <a:cubicBezTo>
                  <a:pt x="7" y="439"/>
                  <a:pt x="15" y="430"/>
                  <a:pt x="26" y="418"/>
                </a:cubicBezTo>
                <a:cubicBezTo>
                  <a:pt x="40" y="402"/>
                  <a:pt x="52" y="389"/>
                  <a:pt x="62" y="378"/>
                </a:cubicBezTo>
                <a:cubicBezTo>
                  <a:pt x="66" y="373"/>
                  <a:pt x="74" y="364"/>
                  <a:pt x="86" y="351"/>
                </a:cubicBezTo>
                <a:cubicBezTo>
                  <a:pt x="99" y="338"/>
                  <a:pt x="107" y="329"/>
                  <a:pt x="111" y="325"/>
                </a:cubicBezTo>
                <a:cubicBezTo>
                  <a:pt x="116" y="320"/>
                  <a:pt x="123" y="312"/>
                  <a:pt x="132" y="301"/>
                </a:cubicBezTo>
                <a:cubicBezTo>
                  <a:pt x="142" y="290"/>
                  <a:pt x="148" y="282"/>
                  <a:pt x="152" y="277"/>
                </a:cubicBezTo>
                <a:cubicBezTo>
                  <a:pt x="156" y="272"/>
                  <a:pt x="161" y="264"/>
                  <a:pt x="168" y="255"/>
                </a:cubicBezTo>
                <a:cubicBezTo>
                  <a:pt x="176" y="246"/>
                  <a:pt x="181" y="239"/>
                  <a:pt x="183" y="233"/>
                </a:cubicBezTo>
                <a:cubicBezTo>
                  <a:pt x="186" y="226"/>
                  <a:pt x="190" y="219"/>
                  <a:pt x="194" y="212"/>
                </a:cubicBezTo>
                <a:cubicBezTo>
                  <a:pt x="199" y="204"/>
                  <a:pt x="202" y="197"/>
                  <a:pt x="204" y="189"/>
                </a:cubicBezTo>
                <a:cubicBezTo>
                  <a:pt x="205" y="181"/>
                  <a:pt x="207" y="174"/>
                  <a:pt x="209" y="168"/>
                </a:cubicBezTo>
                <a:cubicBezTo>
                  <a:pt x="210" y="161"/>
                  <a:pt x="211" y="153"/>
                  <a:pt x="211" y="144"/>
                </a:cubicBezTo>
                <a:cubicBezTo>
                  <a:pt x="211" y="114"/>
                  <a:pt x="203" y="88"/>
                  <a:pt x="186" y="66"/>
                </a:cubicBezTo>
                <a:cubicBezTo>
                  <a:pt x="170" y="44"/>
                  <a:pt x="147" y="33"/>
                  <a:pt x="117" y="33"/>
                </a:cubicBezTo>
                <a:cubicBezTo>
                  <a:pt x="101" y="33"/>
                  <a:pt x="86" y="37"/>
                  <a:pt x="75" y="45"/>
                </a:cubicBezTo>
                <a:cubicBezTo>
                  <a:pt x="63" y="53"/>
                  <a:pt x="54" y="61"/>
                  <a:pt x="50" y="69"/>
                </a:cubicBezTo>
                <a:cubicBezTo>
                  <a:pt x="45" y="77"/>
                  <a:pt x="42" y="81"/>
                  <a:pt x="42" y="82"/>
                </a:cubicBezTo>
                <a:cubicBezTo>
                  <a:pt x="42" y="83"/>
                  <a:pt x="44" y="83"/>
                  <a:pt x="46" y="83"/>
                </a:cubicBezTo>
                <a:cubicBezTo>
                  <a:pt x="55" y="83"/>
                  <a:pt x="63" y="87"/>
                  <a:pt x="72" y="93"/>
                </a:cubicBezTo>
                <a:cubicBezTo>
                  <a:pt x="81" y="100"/>
                  <a:pt x="86" y="111"/>
                  <a:pt x="86" y="126"/>
                </a:cubicBezTo>
                <a:cubicBezTo>
                  <a:pt x="86" y="138"/>
                  <a:pt x="82" y="148"/>
                  <a:pt x="75" y="156"/>
                </a:cubicBezTo>
                <a:cubicBezTo>
                  <a:pt x="67" y="164"/>
                  <a:pt x="56" y="168"/>
                  <a:pt x="42" y="16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0" name=""/>
          <p:cNvSpPr/>
          <p:nvPr/>
        </p:nvSpPr>
        <p:spPr>
          <a:xfrm>
            <a:off x="6107040" y="5878440"/>
            <a:ext cx="34200" cy="81360"/>
          </a:xfrm>
          <a:custGeom>
            <a:avLst/>
            <a:gdLst/>
            <a:ahLst/>
            <a:rect l="0" t="0" r="r" b="b"/>
            <a:pathLst>
              <a:path w="95" h="226">
                <a:moveTo>
                  <a:pt x="0" y="61"/>
                </a:moveTo>
                <a:cubicBezTo>
                  <a:pt x="0" y="61"/>
                  <a:pt x="0" y="56"/>
                  <a:pt x="0" y="44"/>
                </a:cubicBezTo>
                <a:cubicBezTo>
                  <a:pt x="0" y="32"/>
                  <a:pt x="4" y="21"/>
                  <a:pt x="12" y="13"/>
                </a:cubicBezTo>
                <a:cubicBezTo>
                  <a:pt x="20" y="4"/>
                  <a:pt x="30" y="0"/>
                  <a:pt x="43" y="0"/>
                </a:cubicBezTo>
                <a:cubicBezTo>
                  <a:pt x="56" y="0"/>
                  <a:pt x="68" y="6"/>
                  <a:pt x="78" y="18"/>
                </a:cubicBezTo>
                <a:cubicBezTo>
                  <a:pt x="89" y="30"/>
                  <a:pt x="94" y="51"/>
                  <a:pt x="95" y="81"/>
                </a:cubicBezTo>
                <a:cubicBezTo>
                  <a:pt x="95" y="97"/>
                  <a:pt x="93" y="114"/>
                  <a:pt x="88" y="129"/>
                </a:cubicBezTo>
                <a:cubicBezTo>
                  <a:pt x="84" y="145"/>
                  <a:pt x="79" y="159"/>
                  <a:pt x="73" y="170"/>
                </a:cubicBezTo>
                <a:cubicBezTo>
                  <a:pt x="68" y="182"/>
                  <a:pt x="62" y="191"/>
                  <a:pt x="55" y="199"/>
                </a:cubicBezTo>
                <a:cubicBezTo>
                  <a:pt x="48" y="208"/>
                  <a:pt x="43" y="215"/>
                  <a:pt x="38" y="220"/>
                </a:cubicBezTo>
                <a:cubicBezTo>
                  <a:pt x="33" y="224"/>
                  <a:pt x="30" y="227"/>
                  <a:pt x="28" y="226"/>
                </a:cubicBezTo>
                <a:cubicBezTo>
                  <a:pt x="27" y="226"/>
                  <a:pt x="23" y="224"/>
                  <a:pt x="19" y="220"/>
                </a:cubicBezTo>
                <a:cubicBezTo>
                  <a:pt x="15" y="215"/>
                  <a:pt x="13" y="212"/>
                  <a:pt x="13" y="210"/>
                </a:cubicBezTo>
                <a:cubicBezTo>
                  <a:pt x="13" y="208"/>
                  <a:pt x="15" y="204"/>
                  <a:pt x="21" y="198"/>
                </a:cubicBezTo>
                <a:cubicBezTo>
                  <a:pt x="26" y="192"/>
                  <a:pt x="32" y="185"/>
                  <a:pt x="38" y="177"/>
                </a:cubicBezTo>
                <a:cubicBezTo>
                  <a:pt x="45" y="168"/>
                  <a:pt x="51" y="156"/>
                  <a:pt x="57" y="141"/>
                </a:cubicBezTo>
                <a:cubicBezTo>
                  <a:pt x="63" y="126"/>
                  <a:pt x="67" y="108"/>
                  <a:pt x="68" y="89"/>
                </a:cubicBezTo>
                <a:lnTo>
                  <a:pt x="68" y="80"/>
                </a:lnTo>
                <a:lnTo>
                  <a:pt x="68" y="81"/>
                </a:lnTo>
                <a:cubicBezTo>
                  <a:pt x="67" y="81"/>
                  <a:pt x="66" y="82"/>
                  <a:pt x="64" y="82"/>
                </a:cubicBezTo>
                <a:cubicBezTo>
                  <a:pt x="63" y="83"/>
                  <a:pt x="61" y="83"/>
                  <a:pt x="60" y="84"/>
                </a:cubicBezTo>
                <a:cubicBezTo>
                  <a:pt x="58" y="85"/>
                  <a:pt x="56" y="86"/>
                  <a:pt x="53" y="86"/>
                </a:cubicBezTo>
                <a:cubicBezTo>
                  <a:pt x="51" y="86"/>
                  <a:pt x="48" y="86"/>
                  <a:pt x="45" y="87"/>
                </a:cubicBezTo>
                <a:cubicBezTo>
                  <a:pt x="32" y="87"/>
                  <a:pt x="22" y="82"/>
                  <a:pt x="13" y="74"/>
                </a:cubicBezTo>
                <a:lnTo>
                  <a:pt x="0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1" name=""/>
          <p:cNvSpPr/>
          <p:nvPr/>
        </p:nvSpPr>
        <p:spPr>
          <a:xfrm>
            <a:off x="6168240" y="5738400"/>
            <a:ext cx="108720" cy="177120"/>
          </a:xfrm>
          <a:custGeom>
            <a:avLst/>
            <a:gdLst/>
            <a:ahLst/>
            <a:rect l="0" t="0" r="r" b="b"/>
            <a:pathLst>
              <a:path w="302" h="492">
                <a:moveTo>
                  <a:pt x="41" y="58"/>
                </a:moveTo>
                <a:cubicBezTo>
                  <a:pt x="68" y="20"/>
                  <a:pt x="104" y="0"/>
                  <a:pt x="151" y="0"/>
                </a:cubicBezTo>
                <a:cubicBezTo>
                  <a:pt x="174" y="0"/>
                  <a:pt x="197" y="6"/>
                  <a:pt x="220" y="19"/>
                </a:cubicBezTo>
                <a:cubicBezTo>
                  <a:pt x="243" y="32"/>
                  <a:pt x="262" y="53"/>
                  <a:pt x="276" y="85"/>
                </a:cubicBezTo>
                <a:cubicBezTo>
                  <a:pt x="293" y="124"/>
                  <a:pt x="302" y="179"/>
                  <a:pt x="302" y="248"/>
                </a:cubicBezTo>
                <a:cubicBezTo>
                  <a:pt x="302" y="322"/>
                  <a:pt x="292" y="378"/>
                  <a:pt x="272" y="417"/>
                </a:cubicBezTo>
                <a:cubicBezTo>
                  <a:pt x="262" y="437"/>
                  <a:pt x="249" y="453"/>
                  <a:pt x="232" y="465"/>
                </a:cubicBezTo>
                <a:cubicBezTo>
                  <a:pt x="216" y="477"/>
                  <a:pt x="201" y="484"/>
                  <a:pt x="189" y="487"/>
                </a:cubicBezTo>
                <a:cubicBezTo>
                  <a:pt x="176" y="490"/>
                  <a:pt x="164" y="492"/>
                  <a:pt x="152" y="492"/>
                </a:cubicBezTo>
                <a:cubicBezTo>
                  <a:pt x="140" y="492"/>
                  <a:pt x="127" y="491"/>
                  <a:pt x="114" y="488"/>
                </a:cubicBezTo>
                <a:cubicBezTo>
                  <a:pt x="102" y="485"/>
                  <a:pt x="87" y="477"/>
                  <a:pt x="70" y="465"/>
                </a:cubicBezTo>
                <a:cubicBezTo>
                  <a:pt x="54" y="453"/>
                  <a:pt x="41" y="437"/>
                  <a:pt x="31" y="417"/>
                </a:cubicBezTo>
                <a:cubicBezTo>
                  <a:pt x="11" y="378"/>
                  <a:pt x="0" y="322"/>
                  <a:pt x="0" y="248"/>
                </a:cubicBezTo>
                <a:cubicBezTo>
                  <a:pt x="0" y="165"/>
                  <a:pt x="14" y="102"/>
                  <a:pt x="41" y="58"/>
                </a:cubicBezTo>
                <a:moveTo>
                  <a:pt x="203" y="50"/>
                </a:moveTo>
                <a:cubicBezTo>
                  <a:pt x="189" y="35"/>
                  <a:pt x="172" y="27"/>
                  <a:pt x="152" y="27"/>
                </a:cubicBezTo>
                <a:cubicBezTo>
                  <a:pt x="132" y="27"/>
                  <a:pt x="114" y="35"/>
                  <a:pt x="100" y="50"/>
                </a:cubicBezTo>
                <a:cubicBezTo>
                  <a:pt x="88" y="62"/>
                  <a:pt x="80" y="79"/>
                  <a:pt x="76" y="101"/>
                </a:cubicBezTo>
                <a:cubicBezTo>
                  <a:pt x="72" y="123"/>
                  <a:pt x="70" y="169"/>
                  <a:pt x="70" y="239"/>
                </a:cubicBezTo>
                <a:cubicBezTo>
                  <a:pt x="70" y="314"/>
                  <a:pt x="72" y="363"/>
                  <a:pt x="76" y="387"/>
                </a:cubicBezTo>
                <a:cubicBezTo>
                  <a:pt x="80" y="411"/>
                  <a:pt x="89" y="430"/>
                  <a:pt x="102" y="444"/>
                </a:cubicBezTo>
                <a:cubicBezTo>
                  <a:pt x="115" y="458"/>
                  <a:pt x="133" y="465"/>
                  <a:pt x="152" y="465"/>
                </a:cubicBezTo>
                <a:cubicBezTo>
                  <a:pt x="171" y="465"/>
                  <a:pt x="187" y="458"/>
                  <a:pt x="201" y="444"/>
                </a:cubicBezTo>
                <a:cubicBezTo>
                  <a:pt x="215" y="429"/>
                  <a:pt x="223" y="409"/>
                  <a:pt x="226" y="384"/>
                </a:cubicBezTo>
                <a:cubicBezTo>
                  <a:pt x="230" y="358"/>
                  <a:pt x="232" y="310"/>
                  <a:pt x="232" y="239"/>
                </a:cubicBezTo>
                <a:cubicBezTo>
                  <a:pt x="232" y="169"/>
                  <a:pt x="230" y="124"/>
                  <a:pt x="226" y="102"/>
                </a:cubicBezTo>
                <a:cubicBezTo>
                  <a:pt x="223" y="80"/>
                  <a:pt x="215" y="63"/>
                  <a:pt x="203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2" name=""/>
          <p:cNvSpPr/>
          <p:nvPr/>
        </p:nvSpPr>
        <p:spPr>
          <a:xfrm>
            <a:off x="6297120" y="5738400"/>
            <a:ext cx="108720" cy="177120"/>
          </a:xfrm>
          <a:custGeom>
            <a:avLst/>
            <a:gdLst/>
            <a:ahLst/>
            <a:rect l="0" t="0" r="r" b="b"/>
            <a:pathLst>
              <a:path w="302" h="492">
                <a:moveTo>
                  <a:pt x="40" y="58"/>
                </a:moveTo>
                <a:cubicBezTo>
                  <a:pt x="68" y="20"/>
                  <a:pt x="105" y="0"/>
                  <a:pt x="151" y="0"/>
                </a:cubicBezTo>
                <a:cubicBezTo>
                  <a:pt x="174" y="0"/>
                  <a:pt x="197" y="6"/>
                  <a:pt x="219" y="19"/>
                </a:cubicBezTo>
                <a:cubicBezTo>
                  <a:pt x="242" y="32"/>
                  <a:pt x="261" y="53"/>
                  <a:pt x="275" y="85"/>
                </a:cubicBezTo>
                <a:cubicBezTo>
                  <a:pt x="293" y="124"/>
                  <a:pt x="302" y="179"/>
                  <a:pt x="302" y="248"/>
                </a:cubicBezTo>
                <a:cubicBezTo>
                  <a:pt x="302" y="322"/>
                  <a:pt x="291" y="378"/>
                  <a:pt x="271" y="417"/>
                </a:cubicBezTo>
                <a:cubicBezTo>
                  <a:pt x="261" y="437"/>
                  <a:pt x="248" y="453"/>
                  <a:pt x="232" y="465"/>
                </a:cubicBezTo>
                <a:cubicBezTo>
                  <a:pt x="215" y="477"/>
                  <a:pt x="200" y="484"/>
                  <a:pt x="188" y="487"/>
                </a:cubicBezTo>
                <a:cubicBezTo>
                  <a:pt x="176" y="490"/>
                  <a:pt x="163" y="492"/>
                  <a:pt x="151" y="492"/>
                </a:cubicBezTo>
                <a:cubicBezTo>
                  <a:pt x="139" y="492"/>
                  <a:pt x="127" y="491"/>
                  <a:pt x="114" y="488"/>
                </a:cubicBezTo>
                <a:cubicBezTo>
                  <a:pt x="102" y="485"/>
                  <a:pt x="87" y="477"/>
                  <a:pt x="71" y="465"/>
                </a:cubicBezTo>
                <a:cubicBezTo>
                  <a:pt x="53" y="453"/>
                  <a:pt x="40" y="437"/>
                  <a:pt x="30" y="417"/>
                </a:cubicBezTo>
                <a:cubicBezTo>
                  <a:pt x="10" y="378"/>
                  <a:pt x="0" y="322"/>
                  <a:pt x="0" y="248"/>
                </a:cubicBezTo>
                <a:cubicBezTo>
                  <a:pt x="0" y="165"/>
                  <a:pt x="13" y="102"/>
                  <a:pt x="40" y="58"/>
                </a:cubicBezTo>
                <a:moveTo>
                  <a:pt x="202" y="50"/>
                </a:moveTo>
                <a:cubicBezTo>
                  <a:pt x="188" y="35"/>
                  <a:pt x="171" y="27"/>
                  <a:pt x="151" y="27"/>
                </a:cubicBezTo>
                <a:cubicBezTo>
                  <a:pt x="131" y="27"/>
                  <a:pt x="114" y="35"/>
                  <a:pt x="100" y="50"/>
                </a:cubicBezTo>
                <a:cubicBezTo>
                  <a:pt x="88" y="62"/>
                  <a:pt x="80" y="79"/>
                  <a:pt x="76" y="101"/>
                </a:cubicBezTo>
                <a:cubicBezTo>
                  <a:pt x="73" y="123"/>
                  <a:pt x="71" y="169"/>
                  <a:pt x="71" y="239"/>
                </a:cubicBezTo>
                <a:cubicBezTo>
                  <a:pt x="71" y="314"/>
                  <a:pt x="73" y="363"/>
                  <a:pt x="76" y="387"/>
                </a:cubicBezTo>
                <a:cubicBezTo>
                  <a:pt x="80" y="411"/>
                  <a:pt x="89" y="430"/>
                  <a:pt x="102" y="444"/>
                </a:cubicBezTo>
                <a:cubicBezTo>
                  <a:pt x="116" y="458"/>
                  <a:pt x="132" y="465"/>
                  <a:pt x="151" y="465"/>
                </a:cubicBezTo>
                <a:cubicBezTo>
                  <a:pt x="171" y="465"/>
                  <a:pt x="187" y="458"/>
                  <a:pt x="200" y="444"/>
                </a:cubicBezTo>
                <a:cubicBezTo>
                  <a:pt x="214" y="429"/>
                  <a:pt x="222" y="409"/>
                  <a:pt x="226" y="384"/>
                </a:cubicBezTo>
                <a:cubicBezTo>
                  <a:pt x="229" y="358"/>
                  <a:pt x="231" y="310"/>
                  <a:pt x="232" y="239"/>
                </a:cubicBezTo>
                <a:cubicBezTo>
                  <a:pt x="232" y="169"/>
                  <a:pt x="230" y="124"/>
                  <a:pt x="226" y="102"/>
                </a:cubicBezTo>
                <a:cubicBezTo>
                  <a:pt x="222" y="80"/>
                  <a:pt x="214" y="63"/>
                  <a:pt x="202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3" name=""/>
          <p:cNvSpPr/>
          <p:nvPr/>
        </p:nvSpPr>
        <p:spPr>
          <a:xfrm>
            <a:off x="6425640" y="5738400"/>
            <a:ext cx="109080" cy="177120"/>
          </a:xfrm>
          <a:custGeom>
            <a:avLst/>
            <a:gdLst/>
            <a:ahLst/>
            <a:rect l="0" t="0" r="r" b="b"/>
            <a:pathLst>
              <a:path w="303" h="492">
                <a:moveTo>
                  <a:pt x="42" y="58"/>
                </a:moveTo>
                <a:cubicBezTo>
                  <a:pt x="68" y="20"/>
                  <a:pt x="105" y="0"/>
                  <a:pt x="151" y="0"/>
                </a:cubicBezTo>
                <a:cubicBezTo>
                  <a:pt x="174" y="0"/>
                  <a:pt x="197" y="6"/>
                  <a:pt x="220" y="19"/>
                </a:cubicBezTo>
                <a:cubicBezTo>
                  <a:pt x="243" y="32"/>
                  <a:pt x="261" y="53"/>
                  <a:pt x="275" y="85"/>
                </a:cubicBezTo>
                <a:cubicBezTo>
                  <a:pt x="293" y="124"/>
                  <a:pt x="303" y="179"/>
                  <a:pt x="303" y="248"/>
                </a:cubicBezTo>
                <a:cubicBezTo>
                  <a:pt x="303" y="322"/>
                  <a:pt x="292" y="378"/>
                  <a:pt x="271" y="417"/>
                </a:cubicBezTo>
                <a:cubicBezTo>
                  <a:pt x="262" y="437"/>
                  <a:pt x="249" y="453"/>
                  <a:pt x="232" y="465"/>
                </a:cubicBezTo>
                <a:cubicBezTo>
                  <a:pt x="215" y="477"/>
                  <a:pt x="201" y="484"/>
                  <a:pt x="188" y="487"/>
                </a:cubicBezTo>
                <a:cubicBezTo>
                  <a:pt x="176" y="490"/>
                  <a:pt x="164" y="492"/>
                  <a:pt x="152" y="492"/>
                </a:cubicBezTo>
                <a:cubicBezTo>
                  <a:pt x="139" y="492"/>
                  <a:pt x="127" y="491"/>
                  <a:pt x="115" y="488"/>
                </a:cubicBezTo>
                <a:cubicBezTo>
                  <a:pt x="102" y="485"/>
                  <a:pt x="88" y="477"/>
                  <a:pt x="71" y="465"/>
                </a:cubicBezTo>
                <a:cubicBezTo>
                  <a:pt x="54" y="453"/>
                  <a:pt x="41" y="437"/>
                  <a:pt x="32" y="417"/>
                </a:cubicBezTo>
                <a:cubicBezTo>
                  <a:pt x="11" y="378"/>
                  <a:pt x="0" y="322"/>
                  <a:pt x="0" y="248"/>
                </a:cubicBezTo>
                <a:cubicBezTo>
                  <a:pt x="0" y="165"/>
                  <a:pt x="15" y="102"/>
                  <a:pt x="42" y="58"/>
                </a:cubicBezTo>
                <a:moveTo>
                  <a:pt x="203" y="50"/>
                </a:moveTo>
                <a:cubicBezTo>
                  <a:pt x="188" y="35"/>
                  <a:pt x="171" y="27"/>
                  <a:pt x="152" y="27"/>
                </a:cubicBezTo>
                <a:cubicBezTo>
                  <a:pt x="132" y="27"/>
                  <a:pt x="115" y="35"/>
                  <a:pt x="100" y="50"/>
                </a:cubicBezTo>
                <a:cubicBezTo>
                  <a:pt x="88" y="62"/>
                  <a:pt x="81" y="79"/>
                  <a:pt x="77" y="101"/>
                </a:cubicBezTo>
                <a:cubicBezTo>
                  <a:pt x="73" y="123"/>
                  <a:pt x="71" y="169"/>
                  <a:pt x="71" y="239"/>
                </a:cubicBezTo>
                <a:cubicBezTo>
                  <a:pt x="71" y="314"/>
                  <a:pt x="73" y="363"/>
                  <a:pt x="77" y="387"/>
                </a:cubicBezTo>
                <a:cubicBezTo>
                  <a:pt x="81" y="411"/>
                  <a:pt x="89" y="430"/>
                  <a:pt x="102" y="444"/>
                </a:cubicBezTo>
                <a:cubicBezTo>
                  <a:pt x="116" y="458"/>
                  <a:pt x="132" y="465"/>
                  <a:pt x="152" y="465"/>
                </a:cubicBezTo>
                <a:cubicBezTo>
                  <a:pt x="171" y="465"/>
                  <a:pt x="187" y="458"/>
                  <a:pt x="200" y="444"/>
                </a:cubicBezTo>
                <a:cubicBezTo>
                  <a:pt x="214" y="429"/>
                  <a:pt x="223" y="409"/>
                  <a:pt x="226" y="384"/>
                </a:cubicBezTo>
                <a:cubicBezTo>
                  <a:pt x="229" y="358"/>
                  <a:pt x="231" y="310"/>
                  <a:pt x="232" y="239"/>
                </a:cubicBezTo>
                <a:cubicBezTo>
                  <a:pt x="232" y="169"/>
                  <a:pt x="230" y="124"/>
                  <a:pt x="226" y="102"/>
                </a:cubicBezTo>
                <a:cubicBezTo>
                  <a:pt x="222" y="80"/>
                  <a:pt x="214" y="63"/>
                  <a:pt x="203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2327760" y="5705640"/>
            <a:ext cx="30945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per region; 10,000 replications;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6542280" y="5705640"/>
            <a:ext cx="20667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bootstrap resamples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6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571320" y="151920"/>
            <a:ext cx="656964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Simulation Design: Seven Scenarios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4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5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6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7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8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9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0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1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pic>
        <p:nvPicPr>
          <p:cNvPr id="1042" name=""/>
          <p:cNvPicPr/>
          <p:nvPr/>
        </p:nvPicPr>
        <p:blipFill>
          <a:blip r:embed="rId1"/>
          <a:stretch/>
        </p:blipFill>
        <p:spPr>
          <a:xfrm>
            <a:off x="1523880" y="1000080"/>
            <a:ext cx="91436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3" name=""/>
          <p:cNvSpPr txBox="1"/>
          <p:nvPr/>
        </p:nvSpPr>
        <p:spPr>
          <a:xfrm>
            <a:off x="623880" y="5743440"/>
            <a:ext cx="1122048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Distribution pairs for scenarios S1--S7 — covering null, pure location shifts, scale-only, skewness, and combined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623880" y="6019920"/>
            <a:ext cx="263340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location+scale differences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5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571320" y="151920"/>
            <a:ext cx="695376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Simulation Design: Scenario Overview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3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4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5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6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7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8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9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0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1" name=""/>
          <p:cNvSpPr/>
          <p:nvPr/>
        </p:nvSpPr>
        <p:spPr>
          <a:xfrm>
            <a:off x="580680" y="3228840"/>
            <a:ext cx="1981800" cy="524160"/>
          </a:xfrm>
          <a:custGeom>
            <a:avLst/>
            <a:gdLst/>
            <a:ahLst/>
            <a:rect l="0" t="0" r="r" b="b"/>
            <a:pathLst>
              <a:path w="5505" h="1456">
                <a:moveTo>
                  <a:pt x="0" y="0"/>
                </a:moveTo>
                <a:lnTo>
                  <a:pt x="5505" y="0"/>
                </a:lnTo>
                <a:lnTo>
                  <a:pt x="5505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2" name=""/>
          <p:cNvSpPr/>
          <p:nvPr/>
        </p:nvSpPr>
        <p:spPr>
          <a:xfrm>
            <a:off x="2562120" y="3228840"/>
            <a:ext cx="1209960" cy="524160"/>
          </a:xfrm>
          <a:custGeom>
            <a:avLst/>
            <a:gdLst/>
            <a:ahLst/>
            <a:rect l="0" t="0" r="r" b="b"/>
            <a:pathLst>
              <a:path w="3361" h="1456">
                <a:moveTo>
                  <a:pt x="0" y="0"/>
                </a:moveTo>
                <a:lnTo>
                  <a:pt x="3361" y="0"/>
                </a:lnTo>
                <a:lnTo>
                  <a:pt x="336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3" name=""/>
          <p:cNvSpPr/>
          <p:nvPr/>
        </p:nvSpPr>
        <p:spPr>
          <a:xfrm>
            <a:off x="3771720" y="3228840"/>
            <a:ext cx="1352880" cy="524160"/>
          </a:xfrm>
          <a:custGeom>
            <a:avLst/>
            <a:gdLst/>
            <a:ahLst/>
            <a:rect l="0" t="0" r="r" b="b"/>
            <a:pathLst>
              <a:path w="3758" h="1456">
                <a:moveTo>
                  <a:pt x="0" y="0"/>
                </a:moveTo>
                <a:lnTo>
                  <a:pt x="3758" y="0"/>
                </a:lnTo>
                <a:lnTo>
                  <a:pt x="375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4" name=""/>
          <p:cNvSpPr/>
          <p:nvPr/>
        </p:nvSpPr>
        <p:spPr>
          <a:xfrm>
            <a:off x="5124240" y="3228840"/>
            <a:ext cx="1362600" cy="524160"/>
          </a:xfrm>
          <a:custGeom>
            <a:avLst/>
            <a:gdLst/>
            <a:ahLst/>
            <a:rect l="0" t="0" r="r" b="b"/>
            <a:pathLst>
              <a:path w="3785" h="1456">
                <a:moveTo>
                  <a:pt x="0" y="0"/>
                </a:moveTo>
                <a:lnTo>
                  <a:pt x="3785" y="0"/>
                </a:lnTo>
                <a:lnTo>
                  <a:pt x="3785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5" name=""/>
          <p:cNvSpPr/>
          <p:nvPr/>
        </p:nvSpPr>
        <p:spPr>
          <a:xfrm>
            <a:off x="580680" y="3228840"/>
            <a:ext cx="1981800" cy="524160"/>
          </a:xfrm>
          <a:custGeom>
            <a:avLst/>
            <a:gdLst/>
            <a:ahLst/>
            <a:rect l="0" t="0" r="r" b="b"/>
            <a:pathLst>
              <a:path w="5505" h="1456">
                <a:moveTo>
                  <a:pt x="0" y="0"/>
                </a:moveTo>
                <a:lnTo>
                  <a:pt x="5505" y="0"/>
                </a:lnTo>
                <a:lnTo>
                  <a:pt x="5505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6" name=""/>
          <p:cNvSpPr/>
          <p:nvPr/>
        </p:nvSpPr>
        <p:spPr>
          <a:xfrm>
            <a:off x="2562120" y="3228840"/>
            <a:ext cx="1209960" cy="524160"/>
          </a:xfrm>
          <a:custGeom>
            <a:avLst/>
            <a:gdLst/>
            <a:ahLst/>
            <a:rect l="0" t="0" r="r" b="b"/>
            <a:pathLst>
              <a:path w="3361" h="1456">
                <a:moveTo>
                  <a:pt x="0" y="0"/>
                </a:moveTo>
                <a:lnTo>
                  <a:pt x="3361" y="0"/>
                </a:lnTo>
                <a:lnTo>
                  <a:pt x="336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7" name=""/>
          <p:cNvSpPr/>
          <p:nvPr/>
        </p:nvSpPr>
        <p:spPr>
          <a:xfrm>
            <a:off x="3771720" y="3228840"/>
            <a:ext cx="1352880" cy="524160"/>
          </a:xfrm>
          <a:custGeom>
            <a:avLst/>
            <a:gdLst/>
            <a:ahLst/>
            <a:rect l="0" t="0" r="r" b="b"/>
            <a:pathLst>
              <a:path w="3758" h="1456">
                <a:moveTo>
                  <a:pt x="0" y="0"/>
                </a:moveTo>
                <a:lnTo>
                  <a:pt x="3758" y="0"/>
                </a:lnTo>
                <a:lnTo>
                  <a:pt x="375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8" name=""/>
          <p:cNvSpPr/>
          <p:nvPr/>
        </p:nvSpPr>
        <p:spPr>
          <a:xfrm>
            <a:off x="5124240" y="3228840"/>
            <a:ext cx="1362600" cy="524160"/>
          </a:xfrm>
          <a:custGeom>
            <a:avLst/>
            <a:gdLst/>
            <a:ahLst/>
            <a:rect l="0" t="0" r="r" b="b"/>
            <a:pathLst>
              <a:path w="3785" h="1456">
                <a:moveTo>
                  <a:pt x="0" y="0"/>
                </a:moveTo>
                <a:lnTo>
                  <a:pt x="3785" y="0"/>
                </a:lnTo>
                <a:lnTo>
                  <a:pt x="3785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9" name=""/>
          <p:cNvSpPr/>
          <p:nvPr/>
        </p:nvSpPr>
        <p:spPr>
          <a:xfrm>
            <a:off x="580680" y="3752640"/>
            <a:ext cx="1981800" cy="486000"/>
          </a:xfrm>
          <a:custGeom>
            <a:avLst/>
            <a:gdLst/>
            <a:ahLst/>
            <a:rect l="0" t="0" r="r" b="b"/>
            <a:pathLst>
              <a:path w="5505" h="1350">
                <a:moveTo>
                  <a:pt x="0" y="0"/>
                </a:moveTo>
                <a:lnTo>
                  <a:pt x="5505" y="0"/>
                </a:lnTo>
                <a:lnTo>
                  <a:pt x="550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0" name=""/>
          <p:cNvSpPr/>
          <p:nvPr/>
        </p:nvSpPr>
        <p:spPr>
          <a:xfrm>
            <a:off x="2562120" y="3752640"/>
            <a:ext cx="1209960" cy="486000"/>
          </a:xfrm>
          <a:custGeom>
            <a:avLst/>
            <a:gdLst/>
            <a:ahLst/>
            <a:rect l="0" t="0" r="r" b="b"/>
            <a:pathLst>
              <a:path w="3361" h="1350">
                <a:moveTo>
                  <a:pt x="0" y="0"/>
                </a:moveTo>
                <a:lnTo>
                  <a:pt x="3361" y="0"/>
                </a:lnTo>
                <a:lnTo>
                  <a:pt x="336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1" name=""/>
          <p:cNvSpPr/>
          <p:nvPr/>
        </p:nvSpPr>
        <p:spPr>
          <a:xfrm>
            <a:off x="3771720" y="3752640"/>
            <a:ext cx="1352880" cy="486000"/>
          </a:xfrm>
          <a:custGeom>
            <a:avLst/>
            <a:gdLst/>
            <a:ahLst/>
            <a:rect l="0" t="0" r="r" b="b"/>
            <a:pathLst>
              <a:path w="3758" h="1350">
                <a:moveTo>
                  <a:pt x="0" y="0"/>
                </a:moveTo>
                <a:lnTo>
                  <a:pt x="3758" y="0"/>
                </a:lnTo>
                <a:lnTo>
                  <a:pt x="375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2" name=""/>
          <p:cNvSpPr/>
          <p:nvPr/>
        </p:nvSpPr>
        <p:spPr>
          <a:xfrm>
            <a:off x="5124240" y="3752640"/>
            <a:ext cx="1362600" cy="486000"/>
          </a:xfrm>
          <a:custGeom>
            <a:avLst/>
            <a:gdLst/>
            <a:ahLst/>
            <a:rect l="0" t="0" r="r" b="b"/>
            <a:pathLst>
              <a:path w="3785" h="1350">
                <a:moveTo>
                  <a:pt x="0" y="0"/>
                </a:moveTo>
                <a:lnTo>
                  <a:pt x="3785" y="0"/>
                </a:lnTo>
                <a:lnTo>
                  <a:pt x="378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3" name=""/>
          <p:cNvSpPr/>
          <p:nvPr/>
        </p:nvSpPr>
        <p:spPr>
          <a:xfrm>
            <a:off x="580680" y="4238280"/>
            <a:ext cx="1981800" cy="486360"/>
          </a:xfrm>
          <a:custGeom>
            <a:avLst/>
            <a:gdLst/>
            <a:ahLst/>
            <a:rect l="0" t="0" r="r" b="b"/>
            <a:pathLst>
              <a:path w="5505" h="1351">
                <a:moveTo>
                  <a:pt x="0" y="0"/>
                </a:moveTo>
                <a:lnTo>
                  <a:pt x="5505" y="0"/>
                </a:lnTo>
                <a:lnTo>
                  <a:pt x="5505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4" name=""/>
          <p:cNvSpPr/>
          <p:nvPr/>
        </p:nvSpPr>
        <p:spPr>
          <a:xfrm>
            <a:off x="2562120" y="4238280"/>
            <a:ext cx="1209960" cy="486360"/>
          </a:xfrm>
          <a:custGeom>
            <a:avLst/>
            <a:gdLst/>
            <a:ahLst/>
            <a:rect l="0" t="0" r="r" b="b"/>
            <a:pathLst>
              <a:path w="3361" h="1351">
                <a:moveTo>
                  <a:pt x="0" y="0"/>
                </a:moveTo>
                <a:lnTo>
                  <a:pt x="3361" y="0"/>
                </a:lnTo>
                <a:lnTo>
                  <a:pt x="336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5" name=""/>
          <p:cNvSpPr/>
          <p:nvPr/>
        </p:nvSpPr>
        <p:spPr>
          <a:xfrm>
            <a:off x="3771720" y="4238280"/>
            <a:ext cx="1352880" cy="486360"/>
          </a:xfrm>
          <a:custGeom>
            <a:avLst/>
            <a:gdLst/>
            <a:ahLst/>
            <a:rect l="0" t="0" r="r" b="b"/>
            <a:pathLst>
              <a:path w="3758" h="1351">
                <a:moveTo>
                  <a:pt x="0" y="0"/>
                </a:moveTo>
                <a:lnTo>
                  <a:pt x="3758" y="0"/>
                </a:lnTo>
                <a:lnTo>
                  <a:pt x="375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6" name=""/>
          <p:cNvSpPr/>
          <p:nvPr/>
        </p:nvSpPr>
        <p:spPr>
          <a:xfrm>
            <a:off x="5124240" y="4238280"/>
            <a:ext cx="1362600" cy="486360"/>
          </a:xfrm>
          <a:custGeom>
            <a:avLst/>
            <a:gdLst/>
            <a:ahLst/>
            <a:rect l="0" t="0" r="r" b="b"/>
            <a:pathLst>
              <a:path w="3785" h="1351">
                <a:moveTo>
                  <a:pt x="0" y="0"/>
                </a:moveTo>
                <a:lnTo>
                  <a:pt x="3785" y="0"/>
                </a:lnTo>
                <a:lnTo>
                  <a:pt x="3785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7" name=""/>
          <p:cNvSpPr/>
          <p:nvPr/>
        </p:nvSpPr>
        <p:spPr>
          <a:xfrm>
            <a:off x="580680" y="4238280"/>
            <a:ext cx="1981800" cy="486360"/>
          </a:xfrm>
          <a:custGeom>
            <a:avLst/>
            <a:gdLst/>
            <a:ahLst/>
            <a:rect l="0" t="0" r="r" b="b"/>
            <a:pathLst>
              <a:path w="5505" h="1351">
                <a:moveTo>
                  <a:pt x="0" y="0"/>
                </a:moveTo>
                <a:lnTo>
                  <a:pt x="5505" y="0"/>
                </a:lnTo>
                <a:lnTo>
                  <a:pt x="5505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8" name=""/>
          <p:cNvSpPr/>
          <p:nvPr/>
        </p:nvSpPr>
        <p:spPr>
          <a:xfrm>
            <a:off x="2562120" y="4238280"/>
            <a:ext cx="1209960" cy="486360"/>
          </a:xfrm>
          <a:custGeom>
            <a:avLst/>
            <a:gdLst/>
            <a:ahLst/>
            <a:rect l="0" t="0" r="r" b="b"/>
            <a:pathLst>
              <a:path w="3361" h="1351">
                <a:moveTo>
                  <a:pt x="0" y="0"/>
                </a:moveTo>
                <a:lnTo>
                  <a:pt x="3361" y="0"/>
                </a:lnTo>
                <a:lnTo>
                  <a:pt x="336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9" name=""/>
          <p:cNvSpPr/>
          <p:nvPr/>
        </p:nvSpPr>
        <p:spPr>
          <a:xfrm>
            <a:off x="3771720" y="4238280"/>
            <a:ext cx="1352880" cy="486360"/>
          </a:xfrm>
          <a:custGeom>
            <a:avLst/>
            <a:gdLst/>
            <a:ahLst/>
            <a:rect l="0" t="0" r="r" b="b"/>
            <a:pathLst>
              <a:path w="3758" h="1351">
                <a:moveTo>
                  <a:pt x="0" y="0"/>
                </a:moveTo>
                <a:lnTo>
                  <a:pt x="3758" y="0"/>
                </a:lnTo>
                <a:lnTo>
                  <a:pt x="375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0" name=""/>
          <p:cNvSpPr/>
          <p:nvPr/>
        </p:nvSpPr>
        <p:spPr>
          <a:xfrm>
            <a:off x="5124240" y="4238280"/>
            <a:ext cx="1362600" cy="486360"/>
          </a:xfrm>
          <a:custGeom>
            <a:avLst/>
            <a:gdLst/>
            <a:ahLst/>
            <a:rect l="0" t="0" r="r" b="b"/>
            <a:pathLst>
              <a:path w="3785" h="1351">
                <a:moveTo>
                  <a:pt x="0" y="0"/>
                </a:moveTo>
                <a:lnTo>
                  <a:pt x="3785" y="0"/>
                </a:lnTo>
                <a:lnTo>
                  <a:pt x="3785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1" name=""/>
          <p:cNvSpPr/>
          <p:nvPr/>
        </p:nvSpPr>
        <p:spPr>
          <a:xfrm>
            <a:off x="580680" y="4724280"/>
            <a:ext cx="1981800" cy="476640"/>
          </a:xfrm>
          <a:custGeom>
            <a:avLst/>
            <a:gdLst/>
            <a:ahLst/>
            <a:rect l="0" t="0" r="r" b="b"/>
            <a:pathLst>
              <a:path w="5505" h="1324">
                <a:moveTo>
                  <a:pt x="0" y="0"/>
                </a:moveTo>
                <a:lnTo>
                  <a:pt x="5505" y="0"/>
                </a:lnTo>
                <a:lnTo>
                  <a:pt x="5505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2" name=""/>
          <p:cNvSpPr/>
          <p:nvPr/>
        </p:nvSpPr>
        <p:spPr>
          <a:xfrm>
            <a:off x="2562120" y="4724280"/>
            <a:ext cx="1209960" cy="476640"/>
          </a:xfrm>
          <a:custGeom>
            <a:avLst/>
            <a:gdLst/>
            <a:ahLst/>
            <a:rect l="0" t="0" r="r" b="b"/>
            <a:pathLst>
              <a:path w="3361" h="1324">
                <a:moveTo>
                  <a:pt x="0" y="0"/>
                </a:moveTo>
                <a:lnTo>
                  <a:pt x="3361" y="0"/>
                </a:lnTo>
                <a:lnTo>
                  <a:pt x="336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3" name=""/>
          <p:cNvSpPr/>
          <p:nvPr/>
        </p:nvSpPr>
        <p:spPr>
          <a:xfrm>
            <a:off x="3771720" y="4724280"/>
            <a:ext cx="1352880" cy="476640"/>
          </a:xfrm>
          <a:custGeom>
            <a:avLst/>
            <a:gdLst/>
            <a:ahLst/>
            <a:rect l="0" t="0" r="r" b="b"/>
            <a:pathLst>
              <a:path w="3758" h="1324">
                <a:moveTo>
                  <a:pt x="0" y="0"/>
                </a:moveTo>
                <a:lnTo>
                  <a:pt x="3758" y="0"/>
                </a:lnTo>
                <a:lnTo>
                  <a:pt x="375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4" name=""/>
          <p:cNvSpPr/>
          <p:nvPr/>
        </p:nvSpPr>
        <p:spPr>
          <a:xfrm>
            <a:off x="5124240" y="4724280"/>
            <a:ext cx="1362600" cy="476640"/>
          </a:xfrm>
          <a:custGeom>
            <a:avLst/>
            <a:gdLst/>
            <a:ahLst/>
            <a:rect l="0" t="0" r="r" b="b"/>
            <a:pathLst>
              <a:path w="3785" h="1324">
                <a:moveTo>
                  <a:pt x="0" y="0"/>
                </a:moveTo>
                <a:lnTo>
                  <a:pt x="3785" y="0"/>
                </a:lnTo>
                <a:lnTo>
                  <a:pt x="3785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5" name=""/>
          <p:cNvSpPr/>
          <p:nvPr/>
        </p:nvSpPr>
        <p:spPr>
          <a:xfrm>
            <a:off x="580680" y="5200560"/>
            <a:ext cx="1981800" cy="486000"/>
          </a:xfrm>
          <a:custGeom>
            <a:avLst/>
            <a:gdLst/>
            <a:ahLst/>
            <a:rect l="0" t="0" r="r" b="b"/>
            <a:pathLst>
              <a:path w="5505" h="1350">
                <a:moveTo>
                  <a:pt x="0" y="0"/>
                </a:moveTo>
                <a:lnTo>
                  <a:pt x="5505" y="0"/>
                </a:lnTo>
                <a:lnTo>
                  <a:pt x="550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6" name=""/>
          <p:cNvSpPr/>
          <p:nvPr/>
        </p:nvSpPr>
        <p:spPr>
          <a:xfrm>
            <a:off x="2562120" y="5200560"/>
            <a:ext cx="1209960" cy="486000"/>
          </a:xfrm>
          <a:custGeom>
            <a:avLst/>
            <a:gdLst/>
            <a:ahLst/>
            <a:rect l="0" t="0" r="r" b="b"/>
            <a:pathLst>
              <a:path w="3361" h="1350">
                <a:moveTo>
                  <a:pt x="0" y="0"/>
                </a:moveTo>
                <a:lnTo>
                  <a:pt x="3361" y="0"/>
                </a:lnTo>
                <a:lnTo>
                  <a:pt x="336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7" name=""/>
          <p:cNvSpPr/>
          <p:nvPr/>
        </p:nvSpPr>
        <p:spPr>
          <a:xfrm>
            <a:off x="3771720" y="5200560"/>
            <a:ext cx="1352880" cy="486000"/>
          </a:xfrm>
          <a:custGeom>
            <a:avLst/>
            <a:gdLst/>
            <a:ahLst/>
            <a:rect l="0" t="0" r="r" b="b"/>
            <a:pathLst>
              <a:path w="3758" h="1350">
                <a:moveTo>
                  <a:pt x="0" y="0"/>
                </a:moveTo>
                <a:lnTo>
                  <a:pt x="3758" y="0"/>
                </a:lnTo>
                <a:lnTo>
                  <a:pt x="375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8" name=""/>
          <p:cNvSpPr/>
          <p:nvPr/>
        </p:nvSpPr>
        <p:spPr>
          <a:xfrm>
            <a:off x="5124240" y="5200560"/>
            <a:ext cx="1362600" cy="486000"/>
          </a:xfrm>
          <a:custGeom>
            <a:avLst/>
            <a:gdLst/>
            <a:ahLst/>
            <a:rect l="0" t="0" r="r" b="b"/>
            <a:pathLst>
              <a:path w="3785" h="1350">
                <a:moveTo>
                  <a:pt x="0" y="0"/>
                </a:moveTo>
                <a:lnTo>
                  <a:pt x="3785" y="0"/>
                </a:lnTo>
                <a:lnTo>
                  <a:pt x="378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9" name=""/>
          <p:cNvSpPr/>
          <p:nvPr/>
        </p:nvSpPr>
        <p:spPr>
          <a:xfrm>
            <a:off x="580680" y="5200560"/>
            <a:ext cx="1981800" cy="486000"/>
          </a:xfrm>
          <a:custGeom>
            <a:avLst/>
            <a:gdLst/>
            <a:ahLst/>
            <a:rect l="0" t="0" r="r" b="b"/>
            <a:pathLst>
              <a:path w="5505" h="1350">
                <a:moveTo>
                  <a:pt x="0" y="0"/>
                </a:moveTo>
                <a:lnTo>
                  <a:pt x="5505" y="0"/>
                </a:lnTo>
                <a:lnTo>
                  <a:pt x="550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0" name=""/>
          <p:cNvSpPr/>
          <p:nvPr/>
        </p:nvSpPr>
        <p:spPr>
          <a:xfrm>
            <a:off x="2562120" y="5200560"/>
            <a:ext cx="1209960" cy="486000"/>
          </a:xfrm>
          <a:custGeom>
            <a:avLst/>
            <a:gdLst/>
            <a:ahLst/>
            <a:rect l="0" t="0" r="r" b="b"/>
            <a:pathLst>
              <a:path w="3361" h="1350">
                <a:moveTo>
                  <a:pt x="0" y="0"/>
                </a:moveTo>
                <a:lnTo>
                  <a:pt x="3361" y="0"/>
                </a:lnTo>
                <a:lnTo>
                  <a:pt x="336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1" name=""/>
          <p:cNvSpPr/>
          <p:nvPr/>
        </p:nvSpPr>
        <p:spPr>
          <a:xfrm>
            <a:off x="3771720" y="5200560"/>
            <a:ext cx="1352880" cy="486000"/>
          </a:xfrm>
          <a:custGeom>
            <a:avLst/>
            <a:gdLst/>
            <a:ahLst/>
            <a:rect l="0" t="0" r="r" b="b"/>
            <a:pathLst>
              <a:path w="3758" h="1350">
                <a:moveTo>
                  <a:pt x="0" y="0"/>
                </a:moveTo>
                <a:lnTo>
                  <a:pt x="3758" y="0"/>
                </a:lnTo>
                <a:lnTo>
                  <a:pt x="375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2" name=""/>
          <p:cNvSpPr/>
          <p:nvPr/>
        </p:nvSpPr>
        <p:spPr>
          <a:xfrm>
            <a:off x="5124240" y="5200560"/>
            <a:ext cx="1362600" cy="486000"/>
          </a:xfrm>
          <a:custGeom>
            <a:avLst/>
            <a:gdLst/>
            <a:ahLst/>
            <a:rect l="0" t="0" r="r" b="b"/>
            <a:pathLst>
              <a:path w="3785" h="1350">
                <a:moveTo>
                  <a:pt x="0" y="0"/>
                </a:moveTo>
                <a:lnTo>
                  <a:pt x="3785" y="0"/>
                </a:lnTo>
                <a:lnTo>
                  <a:pt x="378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3" name=""/>
          <p:cNvSpPr/>
          <p:nvPr/>
        </p:nvSpPr>
        <p:spPr>
          <a:xfrm>
            <a:off x="571320" y="32288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4" name=""/>
          <p:cNvSpPr/>
          <p:nvPr/>
        </p:nvSpPr>
        <p:spPr>
          <a:xfrm>
            <a:off x="571320" y="322884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5" name=""/>
          <p:cNvSpPr/>
          <p:nvPr/>
        </p:nvSpPr>
        <p:spPr>
          <a:xfrm>
            <a:off x="2552400" y="32288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6" name=""/>
          <p:cNvSpPr/>
          <p:nvPr/>
        </p:nvSpPr>
        <p:spPr>
          <a:xfrm>
            <a:off x="2562120" y="3228840"/>
            <a:ext cx="1209960" cy="9720"/>
          </a:xfrm>
          <a:custGeom>
            <a:avLst/>
            <a:gdLst/>
            <a:ahLst/>
            <a:rect l="0" t="0" r="r" b="b"/>
            <a:pathLst>
              <a:path w="3361" h="27">
                <a:moveTo>
                  <a:pt x="0" y="0"/>
                </a:moveTo>
                <a:lnTo>
                  <a:pt x="3361" y="0"/>
                </a:lnTo>
                <a:lnTo>
                  <a:pt x="33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7" name=""/>
          <p:cNvSpPr/>
          <p:nvPr/>
        </p:nvSpPr>
        <p:spPr>
          <a:xfrm>
            <a:off x="3762360" y="32288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8" name=""/>
          <p:cNvSpPr/>
          <p:nvPr/>
        </p:nvSpPr>
        <p:spPr>
          <a:xfrm>
            <a:off x="3771720" y="3228840"/>
            <a:ext cx="1362600" cy="9720"/>
          </a:xfrm>
          <a:custGeom>
            <a:avLst/>
            <a:gdLst/>
            <a:ahLst/>
            <a:rect l="0" t="0" r="r" b="b"/>
            <a:pathLst>
              <a:path w="3785" h="27">
                <a:moveTo>
                  <a:pt x="0" y="0"/>
                </a:moveTo>
                <a:lnTo>
                  <a:pt x="3785" y="0"/>
                </a:lnTo>
                <a:lnTo>
                  <a:pt x="3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9" name=""/>
          <p:cNvSpPr/>
          <p:nvPr/>
        </p:nvSpPr>
        <p:spPr>
          <a:xfrm>
            <a:off x="5124240" y="3228840"/>
            <a:ext cx="10440" cy="533880"/>
          </a:xfrm>
          <a:custGeom>
            <a:avLst/>
            <a:gdLst/>
            <a:ahLst/>
            <a:rect l="0" t="0" r="r" b="b"/>
            <a:pathLst>
              <a:path w="29" h="1483">
                <a:moveTo>
                  <a:pt x="0" y="0"/>
                </a:moveTo>
                <a:lnTo>
                  <a:pt x="29" y="0"/>
                </a:lnTo>
                <a:lnTo>
                  <a:pt x="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0" name=""/>
          <p:cNvSpPr/>
          <p:nvPr/>
        </p:nvSpPr>
        <p:spPr>
          <a:xfrm>
            <a:off x="5133960" y="322884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1" name=""/>
          <p:cNvSpPr/>
          <p:nvPr/>
        </p:nvSpPr>
        <p:spPr>
          <a:xfrm>
            <a:off x="6476760" y="32288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2" name=""/>
          <p:cNvSpPr/>
          <p:nvPr/>
        </p:nvSpPr>
        <p:spPr>
          <a:xfrm>
            <a:off x="571320" y="375264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3" name=""/>
          <p:cNvSpPr/>
          <p:nvPr/>
        </p:nvSpPr>
        <p:spPr>
          <a:xfrm>
            <a:off x="2562120" y="3752640"/>
            <a:ext cx="1209960" cy="10080"/>
          </a:xfrm>
          <a:custGeom>
            <a:avLst/>
            <a:gdLst/>
            <a:ahLst/>
            <a:rect l="0" t="0" r="r" b="b"/>
            <a:pathLst>
              <a:path w="3361" h="28">
                <a:moveTo>
                  <a:pt x="0" y="0"/>
                </a:moveTo>
                <a:lnTo>
                  <a:pt x="3361" y="0"/>
                </a:lnTo>
                <a:lnTo>
                  <a:pt x="33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4" name=""/>
          <p:cNvSpPr/>
          <p:nvPr/>
        </p:nvSpPr>
        <p:spPr>
          <a:xfrm>
            <a:off x="3771720" y="3752640"/>
            <a:ext cx="1362600" cy="10080"/>
          </a:xfrm>
          <a:custGeom>
            <a:avLst/>
            <a:gdLst/>
            <a:ahLst/>
            <a:rect l="0" t="0" r="r" b="b"/>
            <a:pathLst>
              <a:path w="3785" h="28">
                <a:moveTo>
                  <a:pt x="0" y="0"/>
                </a:moveTo>
                <a:lnTo>
                  <a:pt x="3785" y="0"/>
                </a:lnTo>
                <a:lnTo>
                  <a:pt x="3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5" name=""/>
          <p:cNvSpPr/>
          <p:nvPr/>
        </p:nvSpPr>
        <p:spPr>
          <a:xfrm>
            <a:off x="5133960" y="375264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6" name=""/>
          <p:cNvSpPr/>
          <p:nvPr/>
        </p:nvSpPr>
        <p:spPr>
          <a:xfrm>
            <a:off x="571320" y="3762360"/>
            <a:ext cx="9720" cy="476280"/>
          </a:xfrm>
          <a:custGeom>
            <a:avLst/>
            <a:gdLst/>
            <a:ahLst/>
            <a:rect l="0" t="0" r="r" b="b"/>
            <a:pathLst>
              <a:path w="27" h="1323">
                <a:moveTo>
                  <a:pt x="0" y="0"/>
                </a:moveTo>
                <a:lnTo>
                  <a:pt x="27" y="0"/>
                </a:lnTo>
                <a:lnTo>
                  <a:pt x="27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7" name=""/>
          <p:cNvSpPr/>
          <p:nvPr/>
        </p:nvSpPr>
        <p:spPr>
          <a:xfrm>
            <a:off x="2552400" y="3762360"/>
            <a:ext cx="10080" cy="476280"/>
          </a:xfrm>
          <a:custGeom>
            <a:avLst/>
            <a:gdLst/>
            <a:ahLst/>
            <a:rect l="0" t="0" r="r" b="b"/>
            <a:pathLst>
              <a:path w="28" h="1323">
                <a:moveTo>
                  <a:pt x="0" y="0"/>
                </a:moveTo>
                <a:lnTo>
                  <a:pt x="28" y="0"/>
                </a:lnTo>
                <a:lnTo>
                  <a:pt x="28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8" name=""/>
          <p:cNvSpPr/>
          <p:nvPr/>
        </p:nvSpPr>
        <p:spPr>
          <a:xfrm>
            <a:off x="3762360" y="3762360"/>
            <a:ext cx="9720" cy="476280"/>
          </a:xfrm>
          <a:custGeom>
            <a:avLst/>
            <a:gdLst/>
            <a:ahLst/>
            <a:rect l="0" t="0" r="r" b="b"/>
            <a:pathLst>
              <a:path w="27" h="1323">
                <a:moveTo>
                  <a:pt x="0" y="0"/>
                </a:moveTo>
                <a:lnTo>
                  <a:pt x="27" y="0"/>
                </a:lnTo>
                <a:lnTo>
                  <a:pt x="27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9" name=""/>
          <p:cNvSpPr/>
          <p:nvPr/>
        </p:nvSpPr>
        <p:spPr>
          <a:xfrm>
            <a:off x="5124240" y="3762360"/>
            <a:ext cx="10440" cy="476280"/>
          </a:xfrm>
          <a:custGeom>
            <a:avLst/>
            <a:gdLst/>
            <a:ahLst/>
            <a:rect l="0" t="0" r="r" b="b"/>
            <a:pathLst>
              <a:path w="29" h="1323">
                <a:moveTo>
                  <a:pt x="0" y="0"/>
                </a:moveTo>
                <a:lnTo>
                  <a:pt x="29" y="0"/>
                </a:lnTo>
                <a:lnTo>
                  <a:pt x="29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0" name=""/>
          <p:cNvSpPr/>
          <p:nvPr/>
        </p:nvSpPr>
        <p:spPr>
          <a:xfrm>
            <a:off x="6476760" y="3762360"/>
            <a:ext cx="10080" cy="476280"/>
          </a:xfrm>
          <a:custGeom>
            <a:avLst/>
            <a:gdLst/>
            <a:ahLst/>
            <a:rect l="0" t="0" r="r" b="b"/>
            <a:pathLst>
              <a:path w="28" h="1323">
                <a:moveTo>
                  <a:pt x="0" y="0"/>
                </a:moveTo>
                <a:lnTo>
                  <a:pt x="28" y="0"/>
                </a:lnTo>
                <a:lnTo>
                  <a:pt x="28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1" name=""/>
          <p:cNvSpPr/>
          <p:nvPr/>
        </p:nvSpPr>
        <p:spPr>
          <a:xfrm>
            <a:off x="571320" y="42382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2" name=""/>
          <p:cNvSpPr/>
          <p:nvPr/>
        </p:nvSpPr>
        <p:spPr>
          <a:xfrm>
            <a:off x="571320" y="422892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3" name=""/>
          <p:cNvSpPr/>
          <p:nvPr/>
        </p:nvSpPr>
        <p:spPr>
          <a:xfrm>
            <a:off x="2552400" y="423828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4" name=""/>
          <p:cNvSpPr/>
          <p:nvPr/>
        </p:nvSpPr>
        <p:spPr>
          <a:xfrm>
            <a:off x="2562120" y="4228920"/>
            <a:ext cx="1209960" cy="9720"/>
          </a:xfrm>
          <a:custGeom>
            <a:avLst/>
            <a:gdLst/>
            <a:ahLst/>
            <a:rect l="0" t="0" r="r" b="b"/>
            <a:pathLst>
              <a:path w="3361" h="27">
                <a:moveTo>
                  <a:pt x="0" y="0"/>
                </a:moveTo>
                <a:lnTo>
                  <a:pt x="3361" y="0"/>
                </a:lnTo>
                <a:lnTo>
                  <a:pt x="33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5" name=""/>
          <p:cNvSpPr/>
          <p:nvPr/>
        </p:nvSpPr>
        <p:spPr>
          <a:xfrm>
            <a:off x="3762360" y="42382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6" name=""/>
          <p:cNvSpPr/>
          <p:nvPr/>
        </p:nvSpPr>
        <p:spPr>
          <a:xfrm>
            <a:off x="3771720" y="4228920"/>
            <a:ext cx="1362600" cy="9720"/>
          </a:xfrm>
          <a:custGeom>
            <a:avLst/>
            <a:gdLst/>
            <a:ahLst/>
            <a:rect l="0" t="0" r="r" b="b"/>
            <a:pathLst>
              <a:path w="3785" h="27">
                <a:moveTo>
                  <a:pt x="0" y="0"/>
                </a:moveTo>
                <a:lnTo>
                  <a:pt x="3785" y="0"/>
                </a:lnTo>
                <a:lnTo>
                  <a:pt x="3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7" name=""/>
          <p:cNvSpPr/>
          <p:nvPr/>
        </p:nvSpPr>
        <p:spPr>
          <a:xfrm>
            <a:off x="5124240" y="4238280"/>
            <a:ext cx="10440" cy="486360"/>
          </a:xfrm>
          <a:custGeom>
            <a:avLst/>
            <a:gdLst/>
            <a:ahLst/>
            <a:rect l="0" t="0" r="r" b="b"/>
            <a:pathLst>
              <a:path w="29" h="1351">
                <a:moveTo>
                  <a:pt x="0" y="0"/>
                </a:moveTo>
                <a:lnTo>
                  <a:pt x="29" y="0"/>
                </a:lnTo>
                <a:lnTo>
                  <a:pt x="29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8" name=""/>
          <p:cNvSpPr/>
          <p:nvPr/>
        </p:nvSpPr>
        <p:spPr>
          <a:xfrm>
            <a:off x="5133960" y="422892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9" name=""/>
          <p:cNvSpPr/>
          <p:nvPr/>
        </p:nvSpPr>
        <p:spPr>
          <a:xfrm>
            <a:off x="6476760" y="423828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0" name=""/>
          <p:cNvSpPr/>
          <p:nvPr/>
        </p:nvSpPr>
        <p:spPr>
          <a:xfrm>
            <a:off x="571320" y="47242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1" name=""/>
          <p:cNvSpPr/>
          <p:nvPr/>
        </p:nvSpPr>
        <p:spPr>
          <a:xfrm>
            <a:off x="571320" y="471456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2" name=""/>
          <p:cNvSpPr/>
          <p:nvPr/>
        </p:nvSpPr>
        <p:spPr>
          <a:xfrm>
            <a:off x="2552400" y="472428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3" name=""/>
          <p:cNvSpPr/>
          <p:nvPr/>
        </p:nvSpPr>
        <p:spPr>
          <a:xfrm>
            <a:off x="2562120" y="4714560"/>
            <a:ext cx="1209960" cy="10080"/>
          </a:xfrm>
          <a:custGeom>
            <a:avLst/>
            <a:gdLst/>
            <a:ahLst/>
            <a:rect l="0" t="0" r="r" b="b"/>
            <a:pathLst>
              <a:path w="3361" h="28">
                <a:moveTo>
                  <a:pt x="0" y="0"/>
                </a:moveTo>
                <a:lnTo>
                  <a:pt x="3361" y="0"/>
                </a:lnTo>
                <a:lnTo>
                  <a:pt x="33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4" name=""/>
          <p:cNvSpPr/>
          <p:nvPr/>
        </p:nvSpPr>
        <p:spPr>
          <a:xfrm>
            <a:off x="3762360" y="47242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5" name=""/>
          <p:cNvSpPr/>
          <p:nvPr/>
        </p:nvSpPr>
        <p:spPr>
          <a:xfrm>
            <a:off x="3771720" y="4714560"/>
            <a:ext cx="1362600" cy="10080"/>
          </a:xfrm>
          <a:custGeom>
            <a:avLst/>
            <a:gdLst/>
            <a:ahLst/>
            <a:rect l="0" t="0" r="r" b="b"/>
            <a:pathLst>
              <a:path w="3785" h="28">
                <a:moveTo>
                  <a:pt x="0" y="0"/>
                </a:moveTo>
                <a:lnTo>
                  <a:pt x="3785" y="0"/>
                </a:lnTo>
                <a:lnTo>
                  <a:pt x="3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6" name=""/>
          <p:cNvSpPr/>
          <p:nvPr/>
        </p:nvSpPr>
        <p:spPr>
          <a:xfrm>
            <a:off x="5124240" y="4724280"/>
            <a:ext cx="10440" cy="486000"/>
          </a:xfrm>
          <a:custGeom>
            <a:avLst/>
            <a:gdLst/>
            <a:ahLst/>
            <a:rect l="0" t="0" r="r" b="b"/>
            <a:pathLst>
              <a:path w="29" h="1350">
                <a:moveTo>
                  <a:pt x="0" y="0"/>
                </a:moveTo>
                <a:lnTo>
                  <a:pt x="29" y="0"/>
                </a:lnTo>
                <a:lnTo>
                  <a:pt x="29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7" name=""/>
          <p:cNvSpPr/>
          <p:nvPr/>
        </p:nvSpPr>
        <p:spPr>
          <a:xfrm>
            <a:off x="5133960" y="471456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8" name=""/>
          <p:cNvSpPr/>
          <p:nvPr/>
        </p:nvSpPr>
        <p:spPr>
          <a:xfrm>
            <a:off x="6476760" y="472428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9" name=""/>
          <p:cNvSpPr/>
          <p:nvPr/>
        </p:nvSpPr>
        <p:spPr>
          <a:xfrm>
            <a:off x="571320" y="52099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0" name=""/>
          <p:cNvSpPr/>
          <p:nvPr/>
        </p:nvSpPr>
        <p:spPr>
          <a:xfrm>
            <a:off x="571320" y="520056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1" name=""/>
          <p:cNvSpPr/>
          <p:nvPr/>
        </p:nvSpPr>
        <p:spPr>
          <a:xfrm>
            <a:off x="2552400" y="520992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2" name=""/>
          <p:cNvSpPr/>
          <p:nvPr/>
        </p:nvSpPr>
        <p:spPr>
          <a:xfrm>
            <a:off x="2562120" y="5200560"/>
            <a:ext cx="1209960" cy="9720"/>
          </a:xfrm>
          <a:custGeom>
            <a:avLst/>
            <a:gdLst/>
            <a:ahLst/>
            <a:rect l="0" t="0" r="r" b="b"/>
            <a:pathLst>
              <a:path w="3361" h="27">
                <a:moveTo>
                  <a:pt x="0" y="0"/>
                </a:moveTo>
                <a:lnTo>
                  <a:pt x="3361" y="0"/>
                </a:lnTo>
                <a:lnTo>
                  <a:pt x="33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3" name=""/>
          <p:cNvSpPr/>
          <p:nvPr/>
        </p:nvSpPr>
        <p:spPr>
          <a:xfrm>
            <a:off x="3762360" y="52099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4" name=""/>
          <p:cNvSpPr/>
          <p:nvPr/>
        </p:nvSpPr>
        <p:spPr>
          <a:xfrm>
            <a:off x="3771720" y="5200560"/>
            <a:ext cx="1362600" cy="9720"/>
          </a:xfrm>
          <a:custGeom>
            <a:avLst/>
            <a:gdLst/>
            <a:ahLst/>
            <a:rect l="0" t="0" r="r" b="b"/>
            <a:pathLst>
              <a:path w="3785" h="27">
                <a:moveTo>
                  <a:pt x="0" y="0"/>
                </a:moveTo>
                <a:lnTo>
                  <a:pt x="3785" y="0"/>
                </a:lnTo>
                <a:lnTo>
                  <a:pt x="3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5" name=""/>
          <p:cNvSpPr/>
          <p:nvPr/>
        </p:nvSpPr>
        <p:spPr>
          <a:xfrm>
            <a:off x="5124240" y="5209920"/>
            <a:ext cx="10440" cy="486360"/>
          </a:xfrm>
          <a:custGeom>
            <a:avLst/>
            <a:gdLst/>
            <a:ahLst/>
            <a:rect l="0" t="0" r="r" b="b"/>
            <a:pathLst>
              <a:path w="29" h="1351">
                <a:moveTo>
                  <a:pt x="0" y="0"/>
                </a:moveTo>
                <a:lnTo>
                  <a:pt x="29" y="0"/>
                </a:lnTo>
                <a:lnTo>
                  <a:pt x="29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6" name=""/>
          <p:cNvSpPr/>
          <p:nvPr/>
        </p:nvSpPr>
        <p:spPr>
          <a:xfrm>
            <a:off x="5133960" y="520056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7" name=""/>
          <p:cNvSpPr/>
          <p:nvPr/>
        </p:nvSpPr>
        <p:spPr>
          <a:xfrm>
            <a:off x="6476760" y="520992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8" name=""/>
          <p:cNvSpPr/>
          <p:nvPr/>
        </p:nvSpPr>
        <p:spPr>
          <a:xfrm>
            <a:off x="571320" y="568620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9" name=""/>
          <p:cNvSpPr/>
          <p:nvPr/>
        </p:nvSpPr>
        <p:spPr>
          <a:xfrm>
            <a:off x="2562120" y="5686200"/>
            <a:ext cx="1209960" cy="10080"/>
          </a:xfrm>
          <a:custGeom>
            <a:avLst/>
            <a:gdLst/>
            <a:ahLst/>
            <a:rect l="0" t="0" r="r" b="b"/>
            <a:pathLst>
              <a:path w="3361" h="28">
                <a:moveTo>
                  <a:pt x="0" y="0"/>
                </a:moveTo>
                <a:lnTo>
                  <a:pt x="3361" y="0"/>
                </a:lnTo>
                <a:lnTo>
                  <a:pt x="33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0" name=""/>
          <p:cNvSpPr/>
          <p:nvPr/>
        </p:nvSpPr>
        <p:spPr>
          <a:xfrm>
            <a:off x="3771720" y="5686200"/>
            <a:ext cx="1362600" cy="10080"/>
          </a:xfrm>
          <a:custGeom>
            <a:avLst/>
            <a:gdLst/>
            <a:ahLst/>
            <a:rect l="0" t="0" r="r" b="b"/>
            <a:pathLst>
              <a:path w="3785" h="28">
                <a:moveTo>
                  <a:pt x="0" y="0"/>
                </a:moveTo>
                <a:lnTo>
                  <a:pt x="3785" y="0"/>
                </a:lnTo>
                <a:lnTo>
                  <a:pt x="3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1" name=""/>
          <p:cNvSpPr/>
          <p:nvPr/>
        </p:nvSpPr>
        <p:spPr>
          <a:xfrm>
            <a:off x="5133960" y="568620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2" name=""/>
          <p:cNvSpPr/>
          <p:nvPr/>
        </p:nvSpPr>
        <p:spPr>
          <a:xfrm>
            <a:off x="1292760" y="1521000"/>
            <a:ext cx="183240" cy="148680"/>
          </a:xfrm>
          <a:custGeom>
            <a:avLst/>
            <a:gdLst/>
            <a:ahLst/>
            <a:rect l="0" t="0" r="r" b="b"/>
            <a:pathLst>
              <a:path w="509" h="413">
                <a:moveTo>
                  <a:pt x="0" y="142"/>
                </a:moveTo>
                <a:cubicBezTo>
                  <a:pt x="1" y="138"/>
                  <a:pt x="1" y="133"/>
                  <a:pt x="3" y="127"/>
                </a:cubicBezTo>
                <a:cubicBezTo>
                  <a:pt x="4" y="121"/>
                  <a:pt x="8" y="110"/>
                  <a:pt x="14" y="92"/>
                </a:cubicBezTo>
                <a:cubicBezTo>
                  <a:pt x="20" y="75"/>
                  <a:pt x="26" y="61"/>
                  <a:pt x="32" y="49"/>
                </a:cubicBezTo>
                <a:cubicBezTo>
                  <a:pt x="38" y="38"/>
                  <a:pt x="48" y="26"/>
                  <a:pt x="62" y="15"/>
                </a:cubicBezTo>
                <a:cubicBezTo>
                  <a:pt x="76" y="4"/>
                  <a:pt x="90" y="-1"/>
                  <a:pt x="104" y="0"/>
                </a:cubicBezTo>
                <a:cubicBezTo>
                  <a:pt x="125" y="0"/>
                  <a:pt x="144" y="5"/>
                  <a:pt x="158" y="16"/>
                </a:cubicBezTo>
                <a:cubicBezTo>
                  <a:pt x="173" y="27"/>
                  <a:pt x="182" y="38"/>
                  <a:pt x="186" y="47"/>
                </a:cubicBezTo>
                <a:cubicBezTo>
                  <a:pt x="189" y="57"/>
                  <a:pt x="191" y="63"/>
                  <a:pt x="191" y="66"/>
                </a:cubicBezTo>
                <a:cubicBezTo>
                  <a:pt x="191" y="68"/>
                  <a:pt x="191" y="68"/>
                  <a:pt x="192" y="68"/>
                </a:cubicBezTo>
                <a:lnTo>
                  <a:pt x="202" y="58"/>
                </a:lnTo>
                <a:cubicBezTo>
                  <a:pt x="240" y="19"/>
                  <a:pt x="282" y="0"/>
                  <a:pt x="329" y="0"/>
                </a:cubicBezTo>
                <a:cubicBezTo>
                  <a:pt x="362" y="0"/>
                  <a:pt x="388" y="8"/>
                  <a:pt x="409" y="25"/>
                </a:cubicBezTo>
                <a:cubicBezTo>
                  <a:pt x="429" y="41"/>
                  <a:pt x="439" y="65"/>
                  <a:pt x="439" y="96"/>
                </a:cubicBezTo>
                <a:cubicBezTo>
                  <a:pt x="440" y="129"/>
                  <a:pt x="429" y="177"/>
                  <a:pt x="405" y="240"/>
                </a:cubicBezTo>
                <a:cubicBezTo>
                  <a:pt x="381" y="304"/>
                  <a:pt x="370" y="342"/>
                  <a:pt x="370" y="356"/>
                </a:cubicBezTo>
                <a:cubicBezTo>
                  <a:pt x="370" y="372"/>
                  <a:pt x="375" y="379"/>
                  <a:pt x="386" y="379"/>
                </a:cubicBezTo>
                <a:cubicBezTo>
                  <a:pt x="389" y="379"/>
                  <a:pt x="392" y="379"/>
                  <a:pt x="394" y="378"/>
                </a:cubicBezTo>
                <a:cubicBezTo>
                  <a:pt x="412" y="375"/>
                  <a:pt x="427" y="364"/>
                  <a:pt x="441" y="344"/>
                </a:cubicBezTo>
                <a:cubicBezTo>
                  <a:pt x="455" y="324"/>
                  <a:pt x="466" y="300"/>
                  <a:pt x="473" y="271"/>
                </a:cubicBezTo>
                <a:cubicBezTo>
                  <a:pt x="474" y="266"/>
                  <a:pt x="480" y="264"/>
                  <a:pt x="491" y="264"/>
                </a:cubicBezTo>
                <a:cubicBezTo>
                  <a:pt x="503" y="264"/>
                  <a:pt x="509" y="266"/>
                  <a:pt x="509" y="271"/>
                </a:cubicBezTo>
                <a:cubicBezTo>
                  <a:pt x="509" y="272"/>
                  <a:pt x="508" y="276"/>
                  <a:pt x="506" y="285"/>
                </a:cubicBezTo>
                <a:cubicBezTo>
                  <a:pt x="501" y="302"/>
                  <a:pt x="494" y="320"/>
                  <a:pt x="486" y="337"/>
                </a:cubicBezTo>
                <a:cubicBezTo>
                  <a:pt x="477" y="354"/>
                  <a:pt x="463" y="371"/>
                  <a:pt x="444" y="388"/>
                </a:cubicBezTo>
                <a:cubicBezTo>
                  <a:pt x="425" y="405"/>
                  <a:pt x="404" y="413"/>
                  <a:pt x="381" y="412"/>
                </a:cubicBezTo>
                <a:cubicBezTo>
                  <a:pt x="353" y="412"/>
                  <a:pt x="332" y="404"/>
                  <a:pt x="319" y="388"/>
                </a:cubicBezTo>
                <a:cubicBezTo>
                  <a:pt x="307" y="371"/>
                  <a:pt x="300" y="354"/>
                  <a:pt x="300" y="337"/>
                </a:cubicBezTo>
                <a:cubicBezTo>
                  <a:pt x="300" y="325"/>
                  <a:pt x="311" y="289"/>
                  <a:pt x="333" y="227"/>
                </a:cubicBezTo>
                <a:cubicBezTo>
                  <a:pt x="355" y="166"/>
                  <a:pt x="366" y="120"/>
                  <a:pt x="367" y="88"/>
                </a:cubicBezTo>
                <a:cubicBezTo>
                  <a:pt x="367" y="52"/>
                  <a:pt x="353" y="35"/>
                  <a:pt x="327" y="35"/>
                </a:cubicBezTo>
                <a:lnTo>
                  <a:pt x="322" y="35"/>
                </a:lnTo>
                <a:cubicBezTo>
                  <a:pt x="270" y="35"/>
                  <a:pt x="226" y="65"/>
                  <a:pt x="189" y="127"/>
                </a:cubicBezTo>
                <a:lnTo>
                  <a:pt x="183" y="138"/>
                </a:lnTo>
                <a:lnTo>
                  <a:pt x="153" y="260"/>
                </a:lnTo>
                <a:cubicBezTo>
                  <a:pt x="133" y="340"/>
                  <a:pt x="121" y="382"/>
                  <a:pt x="118" y="388"/>
                </a:cubicBezTo>
                <a:cubicBezTo>
                  <a:pt x="110" y="405"/>
                  <a:pt x="97" y="413"/>
                  <a:pt x="79" y="413"/>
                </a:cubicBezTo>
                <a:cubicBezTo>
                  <a:pt x="71" y="413"/>
                  <a:pt x="65" y="411"/>
                  <a:pt x="60" y="408"/>
                </a:cubicBezTo>
                <a:cubicBezTo>
                  <a:pt x="55" y="404"/>
                  <a:pt x="52" y="400"/>
                  <a:pt x="50" y="397"/>
                </a:cubicBezTo>
                <a:cubicBezTo>
                  <a:pt x="48" y="393"/>
                  <a:pt x="48" y="390"/>
                  <a:pt x="48" y="388"/>
                </a:cubicBezTo>
                <a:cubicBezTo>
                  <a:pt x="48" y="380"/>
                  <a:pt x="60" y="330"/>
                  <a:pt x="83" y="239"/>
                </a:cubicBezTo>
                <a:cubicBezTo>
                  <a:pt x="106" y="148"/>
                  <a:pt x="118" y="98"/>
                  <a:pt x="119" y="90"/>
                </a:cubicBezTo>
                <a:cubicBezTo>
                  <a:pt x="120" y="87"/>
                  <a:pt x="120" y="80"/>
                  <a:pt x="120" y="69"/>
                </a:cubicBezTo>
                <a:cubicBezTo>
                  <a:pt x="120" y="45"/>
                  <a:pt x="113" y="34"/>
                  <a:pt x="98" y="34"/>
                </a:cubicBezTo>
                <a:cubicBezTo>
                  <a:pt x="75" y="34"/>
                  <a:pt x="56" y="64"/>
                  <a:pt x="41" y="126"/>
                </a:cubicBezTo>
                <a:cubicBezTo>
                  <a:pt x="37" y="138"/>
                  <a:pt x="35" y="144"/>
                  <a:pt x="35" y="145"/>
                </a:cubicBezTo>
                <a:cubicBezTo>
                  <a:pt x="34" y="148"/>
                  <a:pt x="28" y="150"/>
                  <a:pt x="18" y="150"/>
                </a:cubicBezTo>
                <a:lnTo>
                  <a:pt x="5" y="150"/>
                </a:lnTo>
                <a:cubicBezTo>
                  <a:pt x="2" y="147"/>
                  <a:pt x="0" y="144"/>
                  <a:pt x="0" y="142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3" name=""/>
          <p:cNvSpPr/>
          <p:nvPr/>
        </p:nvSpPr>
        <p:spPr>
          <a:xfrm>
            <a:off x="1591560" y="154548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5" y="4"/>
                  <a:pt x="13" y="0"/>
                </a:cubicBezTo>
                <a:lnTo>
                  <a:pt x="594" y="0"/>
                </a:lnTo>
                <a:cubicBezTo>
                  <a:pt x="603" y="5"/>
                  <a:pt x="607" y="11"/>
                  <a:pt x="607" y="18"/>
                </a:cubicBezTo>
                <a:cubicBezTo>
                  <a:pt x="607" y="25"/>
                  <a:pt x="603" y="31"/>
                  <a:pt x="594" y="36"/>
                </a:cubicBezTo>
                <a:lnTo>
                  <a:pt x="305" y="37"/>
                </a:lnTo>
                <a:lnTo>
                  <a:pt x="15" y="37"/>
                </a:lnTo>
                <a:cubicBezTo>
                  <a:pt x="5" y="34"/>
                  <a:pt x="0" y="27"/>
                  <a:pt x="0" y="18"/>
                </a:cubicBezTo>
                <a:moveTo>
                  <a:pt x="0" y="196"/>
                </a:moveTo>
                <a:cubicBezTo>
                  <a:pt x="0" y="187"/>
                  <a:pt x="5" y="181"/>
                  <a:pt x="15" y="178"/>
                </a:cubicBezTo>
                <a:lnTo>
                  <a:pt x="594" y="178"/>
                </a:lnTo>
                <a:cubicBezTo>
                  <a:pt x="603" y="184"/>
                  <a:pt x="607" y="190"/>
                  <a:pt x="607" y="196"/>
                </a:cubicBezTo>
                <a:cubicBezTo>
                  <a:pt x="607" y="204"/>
                  <a:pt x="603" y="210"/>
                  <a:pt x="594" y="214"/>
                </a:cubicBezTo>
                <a:lnTo>
                  <a:pt x="13" y="214"/>
                </a:lnTo>
                <a:cubicBezTo>
                  <a:pt x="5" y="210"/>
                  <a:pt x="0" y="204"/>
                  <a:pt x="0" y="196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4" name=""/>
          <p:cNvSpPr/>
          <p:nvPr/>
        </p:nvSpPr>
        <p:spPr>
          <a:xfrm>
            <a:off x="1946160" y="144756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20" y="80"/>
                </a:moveTo>
                <a:lnTo>
                  <a:pt x="108" y="85"/>
                </a:lnTo>
                <a:cubicBezTo>
                  <a:pt x="99" y="88"/>
                  <a:pt x="87" y="91"/>
                  <a:pt x="71" y="94"/>
                </a:cubicBezTo>
                <a:cubicBezTo>
                  <a:pt x="56" y="97"/>
                  <a:pt x="37" y="99"/>
                  <a:pt x="18" y="100"/>
                </a:cubicBezTo>
                <a:lnTo>
                  <a:pt x="0" y="100"/>
                </a:lnTo>
                <a:lnTo>
                  <a:pt x="0" y="58"/>
                </a:lnTo>
                <a:lnTo>
                  <a:pt x="18" y="58"/>
                </a:lnTo>
                <a:cubicBezTo>
                  <a:pt x="46" y="57"/>
                  <a:pt x="74" y="53"/>
                  <a:pt x="98" y="45"/>
                </a:cubicBezTo>
                <a:cubicBezTo>
                  <a:pt x="122" y="37"/>
                  <a:pt x="139" y="30"/>
                  <a:pt x="149" y="23"/>
                </a:cubicBezTo>
                <a:cubicBezTo>
                  <a:pt x="158" y="16"/>
                  <a:pt x="167" y="10"/>
                  <a:pt x="174" y="3"/>
                </a:cubicBezTo>
                <a:cubicBezTo>
                  <a:pt x="175" y="1"/>
                  <a:pt x="179" y="0"/>
                  <a:pt x="185" y="0"/>
                </a:cubicBezTo>
                <a:cubicBezTo>
                  <a:pt x="191" y="0"/>
                  <a:pt x="196" y="2"/>
                  <a:pt x="201" y="6"/>
                </a:cubicBezTo>
                <a:lnTo>
                  <a:pt x="201" y="278"/>
                </a:lnTo>
                <a:lnTo>
                  <a:pt x="202" y="552"/>
                </a:lnTo>
                <a:cubicBezTo>
                  <a:pt x="206" y="556"/>
                  <a:pt x="209" y="559"/>
                  <a:pt x="212" y="560"/>
                </a:cubicBezTo>
                <a:cubicBezTo>
                  <a:pt x="215" y="561"/>
                  <a:pt x="223" y="562"/>
                  <a:pt x="234" y="563"/>
                </a:cubicBezTo>
                <a:cubicBezTo>
                  <a:pt x="246" y="565"/>
                  <a:pt x="265" y="565"/>
                  <a:pt x="291" y="565"/>
                </a:cubicBezTo>
                <a:lnTo>
                  <a:pt x="314" y="565"/>
                </a:lnTo>
                <a:lnTo>
                  <a:pt x="314" y="607"/>
                </a:lnTo>
                <a:lnTo>
                  <a:pt x="304" y="607"/>
                </a:lnTo>
                <a:cubicBezTo>
                  <a:pt x="292" y="605"/>
                  <a:pt x="243" y="604"/>
                  <a:pt x="160" y="604"/>
                </a:cubicBezTo>
                <a:cubicBezTo>
                  <a:pt x="77" y="604"/>
                  <a:pt x="29" y="605"/>
                  <a:pt x="16" y="607"/>
                </a:cubicBezTo>
                <a:lnTo>
                  <a:pt x="5" y="607"/>
                </a:lnTo>
                <a:lnTo>
                  <a:pt x="5" y="565"/>
                </a:lnTo>
                <a:lnTo>
                  <a:pt x="29" y="565"/>
                </a:lnTo>
                <a:cubicBezTo>
                  <a:pt x="42" y="565"/>
                  <a:pt x="53" y="565"/>
                  <a:pt x="64" y="565"/>
                </a:cubicBezTo>
                <a:cubicBezTo>
                  <a:pt x="74" y="565"/>
                  <a:pt x="81" y="565"/>
                  <a:pt x="87" y="564"/>
                </a:cubicBezTo>
                <a:cubicBezTo>
                  <a:pt x="92" y="564"/>
                  <a:pt x="97" y="563"/>
                  <a:pt x="101" y="562"/>
                </a:cubicBezTo>
                <a:cubicBezTo>
                  <a:pt x="106" y="560"/>
                  <a:pt x="108" y="560"/>
                  <a:pt x="109" y="560"/>
                </a:cubicBezTo>
                <a:cubicBezTo>
                  <a:pt x="109" y="560"/>
                  <a:pt x="111" y="558"/>
                  <a:pt x="114" y="555"/>
                </a:cubicBezTo>
                <a:cubicBezTo>
                  <a:pt x="117" y="552"/>
                  <a:pt x="119" y="551"/>
                  <a:pt x="120" y="552"/>
                </a:cubicBezTo>
                <a:lnTo>
                  <a:pt x="120" y="80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5" name=""/>
          <p:cNvSpPr/>
          <p:nvPr/>
        </p:nvSpPr>
        <p:spPr>
          <a:xfrm>
            <a:off x="2095560" y="144756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5"/>
                </a:moveTo>
                <a:cubicBezTo>
                  <a:pt x="86" y="25"/>
                  <a:pt x="133" y="0"/>
                  <a:pt x="192" y="0"/>
                </a:cubicBezTo>
                <a:cubicBezTo>
                  <a:pt x="221" y="0"/>
                  <a:pt x="250" y="8"/>
                  <a:pt x="280" y="24"/>
                </a:cubicBezTo>
                <a:cubicBezTo>
                  <a:pt x="309" y="40"/>
                  <a:pt x="332" y="68"/>
                  <a:pt x="351" y="109"/>
                </a:cubicBezTo>
                <a:cubicBezTo>
                  <a:pt x="373" y="159"/>
                  <a:pt x="384" y="228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6" y="577"/>
                  <a:pt x="295" y="592"/>
                </a:cubicBezTo>
                <a:cubicBezTo>
                  <a:pt x="274" y="608"/>
                  <a:pt x="255" y="617"/>
                  <a:pt x="240" y="621"/>
                </a:cubicBezTo>
                <a:cubicBezTo>
                  <a:pt x="224" y="624"/>
                  <a:pt x="208" y="626"/>
                  <a:pt x="193" y="627"/>
                </a:cubicBezTo>
                <a:cubicBezTo>
                  <a:pt x="177" y="627"/>
                  <a:pt x="162" y="625"/>
                  <a:pt x="146" y="622"/>
                </a:cubicBezTo>
                <a:cubicBezTo>
                  <a:pt x="130" y="618"/>
                  <a:pt x="112" y="608"/>
                  <a:pt x="89" y="592"/>
                </a:cubicBezTo>
                <a:cubicBezTo>
                  <a:pt x="68" y="577"/>
                  <a:pt x="51" y="556"/>
                  <a:pt x="39" y="532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0"/>
                  <a:pt x="18" y="130"/>
                  <a:pt x="52" y="75"/>
                </a:cubicBezTo>
                <a:moveTo>
                  <a:pt x="258" y="64"/>
                </a:moveTo>
                <a:cubicBezTo>
                  <a:pt x="240" y="45"/>
                  <a:pt x="218" y="34"/>
                  <a:pt x="193" y="34"/>
                </a:cubicBezTo>
                <a:cubicBezTo>
                  <a:pt x="168" y="34"/>
                  <a:pt x="146" y="45"/>
                  <a:pt x="128" y="64"/>
                </a:cubicBezTo>
                <a:cubicBezTo>
                  <a:pt x="113" y="80"/>
                  <a:pt x="103" y="102"/>
                  <a:pt x="97" y="129"/>
                </a:cubicBezTo>
                <a:cubicBezTo>
                  <a:pt x="92" y="157"/>
                  <a:pt x="89" y="216"/>
                  <a:pt x="89" y="304"/>
                </a:cubicBezTo>
                <a:cubicBezTo>
                  <a:pt x="89" y="400"/>
                  <a:pt x="92" y="463"/>
                  <a:pt x="97" y="493"/>
                </a:cubicBezTo>
                <a:cubicBezTo>
                  <a:pt x="103" y="524"/>
                  <a:pt x="113" y="548"/>
                  <a:pt x="130" y="565"/>
                </a:cubicBezTo>
                <a:cubicBezTo>
                  <a:pt x="147" y="583"/>
                  <a:pt x="168" y="592"/>
                  <a:pt x="193" y="592"/>
                </a:cubicBezTo>
                <a:cubicBezTo>
                  <a:pt x="217" y="592"/>
                  <a:pt x="238" y="583"/>
                  <a:pt x="255" y="565"/>
                </a:cubicBezTo>
                <a:cubicBezTo>
                  <a:pt x="273" y="547"/>
                  <a:pt x="284" y="522"/>
                  <a:pt x="288" y="489"/>
                </a:cubicBezTo>
                <a:cubicBezTo>
                  <a:pt x="292" y="456"/>
                  <a:pt x="294" y="394"/>
                  <a:pt x="295" y="304"/>
                </a:cubicBezTo>
                <a:cubicBezTo>
                  <a:pt x="295" y="216"/>
                  <a:pt x="293" y="158"/>
                  <a:pt x="288" y="130"/>
                </a:cubicBezTo>
                <a:cubicBezTo>
                  <a:pt x="283" y="102"/>
                  <a:pt x="273" y="80"/>
                  <a:pt x="258" y="64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6" name=""/>
          <p:cNvSpPr/>
          <p:nvPr/>
        </p:nvSpPr>
        <p:spPr>
          <a:xfrm>
            <a:off x="2259360" y="144756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3" y="75"/>
                </a:moveTo>
                <a:cubicBezTo>
                  <a:pt x="87" y="25"/>
                  <a:pt x="133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9" y="40"/>
                  <a:pt x="332" y="68"/>
                  <a:pt x="350" y="109"/>
                </a:cubicBezTo>
                <a:cubicBezTo>
                  <a:pt x="373" y="159"/>
                  <a:pt x="384" y="228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6" y="577"/>
                  <a:pt x="295" y="592"/>
                </a:cubicBezTo>
                <a:cubicBezTo>
                  <a:pt x="274" y="608"/>
                  <a:pt x="255" y="617"/>
                  <a:pt x="239" y="621"/>
                </a:cubicBezTo>
                <a:cubicBezTo>
                  <a:pt x="224" y="624"/>
                  <a:pt x="208" y="626"/>
                  <a:pt x="193" y="627"/>
                </a:cubicBezTo>
                <a:cubicBezTo>
                  <a:pt x="177" y="627"/>
                  <a:pt x="162" y="625"/>
                  <a:pt x="146" y="622"/>
                </a:cubicBezTo>
                <a:cubicBezTo>
                  <a:pt x="130" y="618"/>
                  <a:pt x="111" y="608"/>
                  <a:pt x="90" y="592"/>
                </a:cubicBezTo>
                <a:cubicBezTo>
                  <a:pt x="69" y="577"/>
                  <a:pt x="52" y="556"/>
                  <a:pt x="40" y="532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0"/>
                  <a:pt x="17" y="130"/>
                  <a:pt x="53" y="75"/>
                </a:cubicBezTo>
                <a:moveTo>
                  <a:pt x="258" y="64"/>
                </a:moveTo>
                <a:cubicBezTo>
                  <a:pt x="239" y="45"/>
                  <a:pt x="218" y="34"/>
                  <a:pt x="193" y="34"/>
                </a:cubicBezTo>
                <a:cubicBezTo>
                  <a:pt x="168" y="34"/>
                  <a:pt x="146" y="45"/>
                  <a:pt x="128" y="64"/>
                </a:cubicBezTo>
                <a:cubicBezTo>
                  <a:pt x="112" y="80"/>
                  <a:pt x="102" y="102"/>
                  <a:pt x="98" y="129"/>
                </a:cubicBezTo>
                <a:cubicBezTo>
                  <a:pt x="93" y="157"/>
                  <a:pt x="90" y="216"/>
                  <a:pt x="90" y="304"/>
                </a:cubicBezTo>
                <a:cubicBezTo>
                  <a:pt x="90" y="400"/>
                  <a:pt x="93" y="463"/>
                  <a:pt x="98" y="493"/>
                </a:cubicBezTo>
                <a:cubicBezTo>
                  <a:pt x="102" y="524"/>
                  <a:pt x="113" y="548"/>
                  <a:pt x="130" y="565"/>
                </a:cubicBezTo>
                <a:cubicBezTo>
                  <a:pt x="147" y="583"/>
                  <a:pt x="168" y="592"/>
                  <a:pt x="193" y="592"/>
                </a:cubicBezTo>
                <a:cubicBezTo>
                  <a:pt x="217" y="592"/>
                  <a:pt x="238" y="583"/>
                  <a:pt x="255" y="565"/>
                </a:cubicBezTo>
                <a:cubicBezTo>
                  <a:pt x="272" y="547"/>
                  <a:pt x="283" y="522"/>
                  <a:pt x="288" y="489"/>
                </a:cubicBezTo>
                <a:cubicBezTo>
                  <a:pt x="292" y="456"/>
                  <a:pt x="294" y="394"/>
                  <a:pt x="295" y="304"/>
                </a:cubicBezTo>
                <a:cubicBezTo>
                  <a:pt x="295" y="216"/>
                  <a:pt x="293" y="158"/>
                  <a:pt x="288" y="130"/>
                </a:cubicBezTo>
                <a:cubicBezTo>
                  <a:pt x="283" y="102"/>
                  <a:pt x="273" y="80"/>
                  <a:pt x="258" y="64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571320" y="1357560"/>
            <a:ext cx="6336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Bias (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8" name=""/>
          <p:cNvSpPr/>
          <p:nvPr/>
        </p:nvSpPr>
        <p:spPr>
          <a:xfrm>
            <a:off x="857160" y="1990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2410200" y="1357560"/>
            <a:ext cx="266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0" name=""/>
          <p:cNvSpPr/>
          <p:nvPr/>
        </p:nvSpPr>
        <p:spPr>
          <a:xfrm>
            <a:off x="2307240" y="1950480"/>
            <a:ext cx="157680" cy="199800"/>
          </a:xfrm>
          <a:custGeom>
            <a:avLst/>
            <a:gdLst/>
            <a:ahLst/>
            <a:rect l="0" t="0" r="r" b="b"/>
            <a:pathLst>
              <a:path w="438" h="555">
                <a:moveTo>
                  <a:pt x="0" y="15"/>
                </a:moveTo>
                <a:cubicBezTo>
                  <a:pt x="0" y="11"/>
                  <a:pt x="1" y="8"/>
                  <a:pt x="4" y="5"/>
                </a:cubicBezTo>
                <a:cubicBezTo>
                  <a:pt x="7" y="2"/>
                  <a:pt x="10" y="0"/>
                  <a:pt x="12" y="0"/>
                </a:cubicBezTo>
                <a:cubicBezTo>
                  <a:pt x="15" y="0"/>
                  <a:pt x="52" y="17"/>
                  <a:pt x="122" y="49"/>
                </a:cubicBezTo>
                <a:cubicBezTo>
                  <a:pt x="191" y="81"/>
                  <a:pt x="260" y="114"/>
                  <a:pt x="329" y="147"/>
                </a:cubicBezTo>
                <a:cubicBezTo>
                  <a:pt x="398" y="180"/>
                  <a:pt x="433" y="197"/>
                  <a:pt x="433" y="197"/>
                </a:cubicBezTo>
                <a:cubicBezTo>
                  <a:pt x="436" y="199"/>
                  <a:pt x="438" y="203"/>
                  <a:pt x="438" y="208"/>
                </a:cubicBezTo>
                <a:cubicBezTo>
                  <a:pt x="438" y="212"/>
                  <a:pt x="436" y="216"/>
                  <a:pt x="433" y="218"/>
                </a:cubicBezTo>
                <a:cubicBezTo>
                  <a:pt x="432" y="219"/>
                  <a:pt x="362" y="253"/>
                  <a:pt x="223" y="318"/>
                </a:cubicBezTo>
                <a:lnTo>
                  <a:pt x="17" y="416"/>
                </a:lnTo>
                <a:lnTo>
                  <a:pt x="13" y="416"/>
                </a:lnTo>
                <a:cubicBezTo>
                  <a:pt x="4" y="415"/>
                  <a:pt x="0" y="410"/>
                  <a:pt x="0" y="402"/>
                </a:cubicBezTo>
                <a:cubicBezTo>
                  <a:pt x="0" y="401"/>
                  <a:pt x="0" y="400"/>
                  <a:pt x="0" y="400"/>
                </a:cubicBezTo>
                <a:cubicBezTo>
                  <a:pt x="0" y="396"/>
                  <a:pt x="3" y="392"/>
                  <a:pt x="11" y="387"/>
                </a:cubicBezTo>
                <a:cubicBezTo>
                  <a:pt x="20" y="382"/>
                  <a:pt x="56" y="365"/>
                  <a:pt x="118" y="336"/>
                </a:cubicBezTo>
                <a:cubicBezTo>
                  <a:pt x="155" y="318"/>
                  <a:pt x="186" y="303"/>
                  <a:pt x="211" y="292"/>
                </a:cubicBezTo>
                <a:lnTo>
                  <a:pt x="389" y="208"/>
                </a:lnTo>
                <a:lnTo>
                  <a:pt x="198" y="118"/>
                </a:lnTo>
                <a:cubicBezTo>
                  <a:pt x="165" y="102"/>
                  <a:pt x="127" y="84"/>
                  <a:pt x="84" y="63"/>
                </a:cubicBezTo>
                <a:cubicBezTo>
                  <a:pt x="42" y="44"/>
                  <a:pt x="17" y="32"/>
                  <a:pt x="11" y="28"/>
                </a:cubicBezTo>
                <a:cubicBezTo>
                  <a:pt x="4" y="25"/>
                  <a:pt x="1" y="20"/>
                  <a:pt x="0" y="15"/>
                </a:cubicBezTo>
                <a:moveTo>
                  <a:pt x="1" y="540"/>
                </a:moveTo>
                <a:cubicBezTo>
                  <a:pt x="1" y="536"/>
                  <a:pt x="4" y="531"/>
                  <a:pt x="12" y="526"/>
                </a:cubicBezTo>
                <a:lnTo>
                  <a:pt x="426" y="526"/>
                </a:lnTo>
                <a:cubicBezTo>
                  <a:pt x="434" y="529"/>
                  <a:pt x="438" y="534"/>
                  <a:pt x="438" y="540"/>
                </a:cubicBezTo>
                <a:cubicBezTo>
                  <a:pt x="438" y="546"/>
                  <a:pt x="434" y="551"/>
                  <a:pt x="427" y="555"/>
                </a:cubicBezTo>
                <a:lnTo>
                  <a:pt x="11" y="555"/>
                </a:lnTo>
                <a:cubicBezTo>
                  <a:pt x="4" y="551"/>
                  <a:pt x="1" y="547"/>
                  <a:pt x="1" y="5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1" name=""/>
          <p:cNvSpPr/>
          <p:nvPr/>
        </p:nvSpPr>
        <p:spPr>
          <a:xfrm>
            <a:off x="2567520" y="194292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8" y="19"/>
                  <a:pt x="104" y="0"/>
                  <a:pt x="150" y="0"/>
                </a:cubicBezTo>
                <a:cubicBezTo>
                  <a:pt x="173" y="0"/>
                  <a:pt x="196" y="6"/>
                  <a:pt x="220" y="19"/>
                </a:cubicBezTo>
                <a:cubicBezTo>
                  <a:pt x="243" y="31"/>
                  <a:pt x="261" y="53"/>
                  <a:pt x="276" y="84"/>
                </a:cubicBezTo>
                <a:cubicBezTo>
                  <a:pt x="293" y="124"/>
                  <a:pt x="302" y="178"/>
                  <a:pt x="302" y="247"/>
                </a:cubicBezTo>
                <a:cubicBezTo>
                  <a:pt x="302" y="322"/>
                  <a:pt x="292" y="379"/>
                  <a:pt x="271" y="418"/>
                </a:cubicBezTo>
                <a:cubicBezTo>
                  <a:pt x="262" y="438"/>
                  <a:pt x="249" y="454"/>
                  <a:pt x="232" y="466"/>
                </a:cubicBezTo>
                <a:cubicBezTo>
                  <a:pt x="214" y="477"/>
                  <a:pt x="200" y="485"/>
                  <a:pt x="187" y="488"/>
                </a:cubicBezTo>
                <a:cubicBezTo>
                  <a:pt x="175" y="491"/>
                  <a:pt x="163" y="492"/>
                  <a:pt x="151" y="493"/>
                </a:cubicBezTo>
                <a:cubicBezTo>
                  <a:pt x="139" y="493"/>
                  <a:pt x="126" y="491"/>
                  <a:pt x="114" y="488"/>
                </a:cubicBezTo>
                <a:cubicBezTo>
                  <a:pt x="101" y="486"/>
                  <a:pt x="87" y="478"/>
                  <a:pt x="70" y="466"/>
                </a:cubicBezTo>
                <a:cubicBezTo>
                  <a:pt x="54" y="453"/>
                  <a:pt x="40" y="437"/>
                  <a:pt x="31" y="418"/>
                </a:cubicBezTo>
                <a:cubicBezTo>
                  <a:pt x="10" y="379"/>
                  <a:pt x="0" y="322"/>
                  <a:pt x="0" y="247"/>
                </a:cubicBezTo>
                <a:cubicBezTo>
                  <a:pt x="0" y="164"/>
                  <a:pt x="14" y="101"/>
                  <a:pt x="41" y="58"/>
                </a:cubicBezTo>
                <a:moveTo>
                  <a:pt x="202" y="49"/>
                </a:moveTo>
                <a:cubicBezTo>
                  <a:pt x="187" y="34"/>
                  <a:pt x="171" y="26"/>
                  <a:pt x="151" y="26"/>
                </a:cubicBezTo>
                <a:cubicBezTo>
                  <a:pt x="131" y="26"/>
                  <a:pt x="114" y="34"/>
                  <a:pt x="100" y="49"/>
                </a:cubicBezTo>
                <a:cubicBezTo>
                  <a:pt x="88" y="62"/>
                  <a:pt x="80" y="79"/>
                  <a:pt x="76" y="101"/>
                </a:cubicBezTo>
                <a:cubicBezTo>
                  <a:pt x="72" y="123"/>
                  <a:pt x="70" y="168"/>
                  <a:pt x="70" y="238"/>
                </a:cubicBezTo>
                <a:cubicBezTo>
                  <a:pt x="70" y="314"/>
                  <a:pt x="72" y="364"/>
                  <a:pt x="76" y="388"/>
                </a:cubicBezTo>
                <a:cubicBezTo>
                  <a:pt x="80" y="411"/>
                  <a:pt x="88" y="430"/>
                  <a:pt x="102" y="444"/>
                </a:cubicBezTo>
                <a:cubicBezTo>
                  <a:pt x="115" y="458"/>
                  <a:pt x="132" y="466"/>
                  <a:pt x="151" y="466"/>
                </a:cubicBezTo>
                <a:cubicBezTo>
                  <a:pt x="170" y="466"/>
                  <a:pt x="186" y="458"/>
                  <a:pt x="200" y="444"/>
                </a:cubicBezTo>
                <a:cubicBezTo>
                  <a:pt x="213" y="430"/>
                  <a:pt x="223" y="410"/>
                  <a:pt x="226" y="384"/>
                </a:cubicBezTo>
                <a:cubicBezTo>
                  <a:pt x="230" y="358"/>
                  <a:pt x="232" y="310"/>
                  <a:pt x="232" y="238"/>
                </a:cubicBezTo>
                <a:cubicBezTo>
                  <a:pt x="232" y="169"/>
                  <a:pt x="230" y="123"/>
                  <a:pt x="226" y="101"/>
                </a:cubicBezTo>
                <a:cubicBezTo>
                  <a:pt x="223" y="80"/>
                  <a:pt x="214" y="62"/>
                  <a:pt x="202" y="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2" name=""/>
          <p:cNvSpPr/>
          <p:nvPr/>
        </p:nvSpPr>
        <p:spPr>
          <a:xfrm>
            <a:off x="2706120" y="2083320"/>
            <a:ext cx="31680" cy="31320"/>
          </a:xfrm>
          <a:custGeom>
            <a:avLst/>
            <a:gdLst/>
            <a:ahLst/>
            <a:rect l="0" t="0" r="r" b="b"/>
            <a:pathLst>
              <a:path w="88" h="87">
                <a:moveTo>
                  <a:pt x="0" y="44"/>
                </a:moveTo>
                <a:cubicBezTo>
                  <a:pt x="0" y="32"/>
                  <a:pt x="5" y="22"/>
                  <a:pt x="14" y="13"/>
                </a:cubicBezTo>
                <a:cubicBezTo>
                  <a:pt x="22" y="5"/>
                  <a:pt x="32" y="0"/>
                  <a:pt x="44" y="0"/>
                </a:cubicBezTo>
                <a:cubicBezTo>
                  <a:pt x="56" y="0"/>
                  <a:pt x="66" y="4"/>
                  <a:pt x="74" y="12"/>
                </a:cubicBezTo>
                <a:cubicBezTo>
                  <a:pt x="83" y="19"/>
                  <a:pt x="87" y="30"/>
                  <a:pt x="88" y="43"/>
                </a:cubicBezTo>
                <a:cubicBezTo>
                  <a:pt x="88" y="55"/>
                  <a:pt x="84" y="66"/>
                  <a:pt x="76" y="74"/>
                </a:cubicBezTo>
                <a:cubicBezTo>
                  <a:pt x="68" y="83"/>
                  <a:pt x="57" y="87"/>
                  <a:pt x="45" y="87"/>
                </a:cubicBezTo>
                <a:cubicBezTo>
                  <a:pt x="33" y="87"/>
                  <a:pt x="22" y="83"/>
                  <a:pt x="14" y="75"/>
                </a:cubicBezTo>
                <a:cubicBezTo>
                  <a:pt x="5" y="67"/>
                  <a:pt x="1" y="57"/>
                  <a:pt x="0" y="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3" name=""/>
          <p:cNvSpPr/>
          <p:nvPr/>
        </p:nvSpPr>
        <p:spPr>
          <a:xfrm>
            <a:off x="2779200" y="1942920"/>
            <a:ext cx="88920" cy="171720"/>
          </a:xfrm>
          <a:custGeom>
            <a:avLst/>
            <a:gdLst/>
            <a:ahLst/>
            <a:rect l="0" t="0" r="r" b="b"/>
            <a:pathLst>
              <a:path w="247" h="477">
                <a:moveTo>
                  <a:pt x="93" y="63"/>
                </a:moveTo>
                <a:lnTo>
                  <a:pt x="83" y="66"/>
                </a:lnTo>
                <a:cubicBezTo>
                  <a:pt x="77" y="69"/>
                  <a:pt x="67" y="71"/>
                  <a:pt x="55" y="74"/>
                </a:cubicBezTo>
                <a:cubicBezTo>
                  <a:pt x="42" y="76"/>
                  <a:pt x="29" y="79"/>
                  <a:pt x="13" y="80"/>
                </a:cubicBezTo>
                <a:lnTo>
                  <a:pt x="0" y="80"/>
                </a:lnTo>
                <a:lnTo>
                  <a:pt x="0" y="46"/>
                </a:lnTo>
                <a:lnTo>
                  <a:pt x="13" y="46"/>
                </a:lnTo>
                <a:cubicBezTo>
                  <a:pt x="36" y="45"/>
                  <a:pt x="56" y="41"/>
                  <a:pt x="76" y="35"/>
                </a:cubicBezTo>
                <a:cubicBezTo>
                  <a:pt x="95" y="29"/>
                  <a:pt x="108" y="23"/>
                  <a:pt x="116" y="18"/>
                </a:cubicBezTo>
                <a:cubicBezTo>
                  <a:pt x="123" y="13"/>
                  <a:pt x="130" y="7"/>
                  <a:pt x="136" y="2"/>
                </a:cubicBezTo>
                <a:cubicBezTo>
                  <a:pt x="136" y="1"/>
                  <a:pt x="139" y="0"/>
                  <a:pt x="144" y="0"/>
                </a:cubicBezTo>
                <a:cubicBezTo>
                  <a:pt x="148" y="0"/>
                  <a:pt x="152" y="1"/>
                  <a:pt x="156" y="4"/>
                </a:cubicBezTo>
                <a:lnTo>
                  <a:pt x="156" y="219"/>
                </a:lnTo>
                <a:lnTo>
                  <a:pt x="157" y="433"/>
                </a:lnTo>
                <a:cubicBezTo>
                  <a:pt x="160" y="437"/>
                  <a:pt x="163" y="439"/>
                  <a:pt x="166" y="440"/>
                </a:cubicBezTo>
                <a:cubicBezTo>
                  <a:pt x="168" y="441"/>
                  <a:pt x="174" y="442"/>
                  <a:pt x="183" y="443"/>
                </a:cubicBezTo>
                <a:cubicBezTo>
                  <a:pt x="192" y="444"/>
                  <a:pt x="207" y="444"/>
                  <a:pt x="227" y="444"/>
                </a:cubicBezTo>
                <a:lnTo>
                  <a:pt x="247" y="444"/>
                </a:lnTo>
                <a:lnTo>
                  <a:pt x="247" y="477"/>
                </a:lnTo>
                <a:lnTo>
                  <a:pt x="238" y="477"/>
                </a:lnTo>
                <a:cubicBezTo>
                  <a:pt x="228" y="476"/>
                  <a:pt x="190" y="475"/>
                  <a:pt x="124" y="475"/>
                </a:cubicBezTo>
                <a:cubicBezTo>
                  <a:pt x="59" y="475"/>
                  <a:pt x="22" y="476"/>
                  <a:pt x="12" y="477"/>
                </a:cubicBezTo>
                <a:lnTo>
                  <a:pt x="3" y="477"/>
                </a:lnTo>
                <a:lnTo>
                  <a:pt x="3" y="444"/>
                </a:lnTo>
                <a:lnTo>
                  <a:pt x="22" y="444"/>
                </a:lnTo>
                <a:cubicBezTo>
                  <a:pt x="32" y="444"/>
                  <a:pt x="41" y="444"/>
                  <a:pt x="49" y="444"/>
                </a:cubicBezTo>
                <a:cubicBezTo>
                  <a:pt x="57" y="444"/>
                  <a:pt x="63" y="444"/>
                  <a:pt x="67" y="443"/>
                </a:cubicBezTo>
                <a:cubicBezTo>
                  <a:pt x="71" y="443"/>
                  <a:pt x="75" y="442"/>
                  <a:pt x="78" y="441"/>
                </a:cubicBezTo>
                <a:cubicBezTo>
                  <a:pt x="82" y="440"/>
                  <a:pt x="84" y="440"/>
                  <a:pt x="84" y="440"/>
                </a:cubicBezTo>
                <a:cubicBezTo>
                  <a:pt x="85" y="440"/>
                  <a:pt x="86" y="439"/>
                  <a:pt x="88" y="436"/>
                </a:cubicBezTo>
                <a:cubicBezTo>
                  <a:pt x="91" y="434"/>
                  <a:pt x="92" y="433"/>
                  <a:pt x="93" y="433"/>
                </a:cubicBezTo>
                <a:lnTo>
                  <a:pt x="93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1085760" y="1905120"/>
            <a:ext cx="12110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True nABCD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5" name=""/>
          <p:cNvSpPr/>
          <p:nvPr/>
        </p:nvSpPr>
        <p:spPr>
          <a:xfrm>
            <a:off x="3469680" y="1975320"/>
            <a:ext cx="157320" cy="149400"/>
          </a:xfrm>
          <a:custGeom>
            <a:avLst/>
            <a:gdLst/>
            <a:ahLst/>
            <a:rect l="0" t="0" r="r" b="b"/>
            <a:pathLst>
              <a:path w="437" h="415">
                <a:moveTo>
                  <a:pt x="433" y="410"/>
                </a:moveTo>
                <a:cubicBezTo>
                  <a:pt x="430" y="413"/>
                  <a:pt x="428" y="415"/>
                  <a:pt x="426" y="415"/>
                </a:cubicBezTo>
                <a:cubicBezTo>
                  <a:pt x="422" y="415"/>
                  <a:pt x="386" y="399"/>
                  <a:pt x="316" y="366"/>
                </a:cubicBezTo>
                <a:cubicBezTo>
                  <a:pt x="246" y="333"/>
                  <a:pt x="177" y="301"/>
                  <a:pt x="107" y="268"/>
                </a:cubicBezTo>
                <a:lnTo>
                  <a:pt x="5" y="219"/>
                </a:lnTo>
                <a:cubicBezTo>
                  <a:pt x="1" y="217"/>
                  <a:pt x="0" y="213"/>
                  <a:pt x="0" y="208"/>
                </a:cubicBezTo>
                <a:cubicBezTo>
                  <a:pt x="0" y="203"/>
                  <a:pt x="1" y="199"/>
                  <a:pt x="5" y="197"/>
                </a:cubicBezTo>
                <a:cubicBezTo>
                  <a:pt x="279" y="65"/>
                  <a:pt x="419" y="0"/>
                  <a:pt x="426" y="0"/>
                </a:cubicBezTo>
                <a:cubicBezTo>
                  <a:pt x="427" y="0"/>
                  <a:pt x="429" y="1"/>
                  <a:pt x="432" y="4"/>
                </a:cubicBezTo>
                <a:cubicBezTo>
                  <a:pt x="435" y="7"/>
                  <a:pt x="437" y="11"/>
                  <a:pt x="437" y="15"/>
                </a:cubicBezTo>
                <a:cubicBezTo>
                  <a:pt x="438" y="19"/>
                  <a:pt x="436" y="23"/>
                  <a:pt x="432" y="25"/>
                </a:cubicBezTo>
                <a:cubicBezTo>
                  <a:pt x="432" y="25"/>
                  <a:pt x="367" y="56"/>
                  <a:pt x="239" y="118"/>
                </a:cubicBezTo>
                <a:lnTo>
                  <a:pt x="48" y="208"/>
                </a:lnTo>
                <a:lnTo>
                  <a:pt x="239" y="298"/>
                </a:lnTo>
                <a:cubicBezTo>
                  <a:pt x="367" y="359"/>
                  <a:pt x="432" y="390"/>
                  <a:pt x="432" y="390"/>
                </a:cubicBezTo>
                <a:cubicBezTo>
                  <a:pt x="435" y="393"/>
                  <a:pt x="437" y="397"/>
                  <a:pt x="437" y="400"/>
                </a:cubicBezTo>
                <a:cubicBezTo>
                  <a:pt x="437" y="404"/>
                  <a:pt x="436" y="408"/>
                  <a:pt x="433" y="4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6" name=""/>
          <p:cNvSpPr/>
          <p:nvPr/>
        </p:nvSpPr>
        <p:spPr>
          <a:xfrm>
            <a:off x="3729600" y="194292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8" y="19"/>
                  <a:pt x="104" y="0"/>
                  <a:pt x="150" y="0"/>
                </a:cubicBezTo>
                <a:cubicBezTo>
                  <a:pt x="173" y="0"/>
                  <a:pt x="196" y="6"/>
                  <a:pt x="219" y="19"/>
                </a:cubicBezTo>
                <a:cubicBezTo>
                  <a:pt x="242" y="31"/>
                  <a:pt x="260" y="53"/>
                  <a:pt x="275" y="84"/>
                </a:cubicBezTo>
                <a:cubicBezTo>
                  <a:pt x="293" y="124"/>
                  <a:pt x="302" y="178"/>
                  <a:pt x="302" y="247"/>
                </a:cubicBezTo>
                <a:cubicBezTo>
                  <a:pt x="302" y="322"/>
                  <a:pt x="292" y="378"/>
                  <a:pt x="270" y="417"/>
                </a:cubicBezTo>
                <a:cubicBezTo>
                  <a:pt x="261" y="437"/>
                  <a:pt x="248" y="453"/>
                  <a:pt x="231" y="465"/>
                </a:cubicBezTo>
                <a:cubicBezTo>
                  <a:pt x="214" y="477"/>
                  <a:pt x="200" y="485"/>
                  <a:pt x="188" y="488"/>
                </a:cubicBezTo>
                <a:cubicBezTo>
                  <a:pt x="175" y="490"/>
                  <a:pt x="163" y="492"/>
                  <a:pt x="151" y="493"/>
                </a:cubicBezTo>
                <a:cubicBezTo>
                  <a:pt x="139" y="493"/>
                  <a:pt x="126" y="491"/>
                  <a:pt x="114" y="488"/>
                </a:cubicBezTo>
                <a:cubicBezTo>
                  <a:pt x="102" y="485"/>
                  <a:pt x="87" y="478"/>
                  <a:pt x="70" y="465"/>
                </a:cubicBezTo>
                <a:cubicBezTo>
                  <a:pt x="54" y="453"/>
                  <a:pt x="41" y="437"/>
                  <a:pt x="31" y="417"/>
                </a:cubicBezTo>
                <a:cubicBezTo>
                  <a:pt x="11" y="378"/>
                  <a:pt x="0" y="322"/>
                  <a:pt x="0" y="247"/>
                </a:cubicBezTo>
                <a:cubicBezTo>
                  <a:pt x="0" y="164"/>
                  <a:pt x="14" y="101"/>
                  <a:pt x="41" y="58"/>
                </a:cubicBezTo>
                <a:moveTo>
                  <a:pt x="202" y="49"/>
                </a:moveTo>
                <a:cubicBezTo>
                  <a:pt x="188" y="34"/>
                  <a:pt x="171" y="26"/>
                  <a:pt x="151" y="26"/>
                </a:cubicBezTo>
                <a:cubicBezTo>
                  <a:pt x="131" y="26"/>
                  <a:pt x="114" y="34"/>
                  <a:pt x="100" y="49"/>
                </a:cubicBezTo>
                <a:cubicBezTo>
                  <a:pt x="88" y="62"/>
                  <a:pt x="80" y="79"/>
                  <a:pt x="76" y="101"/>
                </a:cubicBezTo>
                <a:cubicBezTo>
                  <a:pt x="72" y="123"/>
                  <a:pt x="70" y="168"/>
                  <a:pt x="70" y="238"/>
                </a:cubicBezTo>
                <a:cubicBezTo>
                  <a:pt x="70" y="314"/>
                  <a:pt x="72" y="364"/>
                  <a:pt x="76" y="387"/>
                </a:cubicBezTo>
                <a:cubicBezTo>
                  <a:pt x="80" y="411"/>
                  <a:pt x="88" y="430"/>
                  <a:pt x="102" y="444"/>
                </a:cubicBezTo>
                <a:cubicBezTo>
                  <a:pt x="115" y="458"/>
                  <a:pt x="132" y="465"/>
                  <a:pt x="151" y="465"/>
                </a:cubicBezTo>
                <a:cubicBezTo>
                  <a:pt x="170" y="465"/>
                  <a:pt x="186" y="458"/>
                  <a:pt x="200" y="444"/>
                </a:cubicBezTo>
                <a:cubicBezTo>
                  <a:pt x="214" y="430"/>
                  <a:pt x="222" y="410"/>
                  <a:pt x="225" y="384"/>
                </a:cubicBezTo>
                <a:cubicBezTo>
                  <a:pt x="229" y="358"/>
                  <a:pt x="231" y="310"/>
                  <a:pt x="231" y="238"/>
                </a:cubicBezTo>
                <a:cubicBezTo>
                  <a:pt x="231" y="169"/>
                  <a:pt x="229" y="123"/>
                  <a:pt x="225" y="101"/>
                </a:cubicBezTo>
                <a:cubicBezTo>
                  <a:pt x="222" y="80"/>
                  <a:pt x="214" y="62"/>
                  <a:pt x="202" y="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7" name=""/>
          <p:cNvSpPr/>
          <p:nvPr/>
        </p:nvSpPr>
        <p:spPr>
          <a:xfrm>
            <a:off x="3868200" y="2083320"/>
            <a:ext cx="31680" cy="31320"/>
          </a:xfrm>
          <a:custGeom>
            <a:avLst/>
            <a:gdLst/>
            <a:ahLst/>
            <a:rect l="0" t="0" r="r" b="b"/>
            <a:pathLst>
              <a:path w="88" h="87">
                <a:moveTo>
                  <a:pt x="0" y="44"/>
                </a:moveTo>
                <a:cubicBezTo>
                  <a:pt x="0" y="31"/>
                  <a:pt x="4" y="21"/>
                  <a:pt x="13" y="13"/>
                </a:cubicBezTo>
                <a:cubicBezTo>
                  <a:pt x="21" y="4"/>
                  <a:pt x="31" y="0"/>
                  <a:pt x="43" y="0"/>
                </a:cubicBezTo>
                <a:cubicBezTo>
                  <a:pt x="56" y="0"/>
                  <a:pt x="66" y="4"/>
                  <a:pt x="74" y="11"/>
                </a:cubicBezTo>
                <a:cubicBezTo>
                  <a:pt x="83" y="19"/>
                  <a:pt x="87" y="29"/>
                  <a:pt x="88" y="43"/>
                </a:cubicBezTo>
                <a:cubicBezTo>
                  <a:pt x="88" y="55"/>
                  <a:pt x="84" y="65"/>
                  <a:pt x="76" y="74"/>
                </a:cubicBezTo>
                <a:cubicBezTo>
                  <a:pt x="68" y="82"/>
                  <a:pt x="57" y="87"/>
                  <a:pt x="44" y="87"/>
                </a:cubicBezTo>
                <a:cubicBezTo>
                  <a:pt x="32" y="87"/>
                  <a:pt x="21" y="83"/>
                  <a:pt x="13" y="75"/>
                </a:cubicBezTo>
                <a:cubicBezTo>
                  <a:pt x="5" y="67"/>
                  <a:pt x="1" y="56"/>
                  <a:pt x="0" y="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8" name=""/>
          <p:cNvSpPr/>
          <p:nvPr/>
        </p:nvSpPr>
        <p:spPr>
          <a:xfrm>
            <a:off x="3929760" y="194292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2" y="58"/>
                </a:moveTo>
                <a:cubicBezTo>
                  <a:pt x="69" y="19"/>
                  <a:pt x="105" y="0"/>
                  <a:pt x="151" y="0"/>
                </a:cubicBezTo>
                <a:cubicBezTo>
                  <a:pt x="174" y="0"/>
                  <a:pt x="197" y="6"/>
                  <a:pt x="220" y="19"/>
                </a:cubicBezTo>
                <a:cubicBezTo>
                  <a:pt x="243" y="31"/>
                  <a:pt x="261" y="53"/>
                  <a:pt x="276" y="84"/>
                </a:cubicBezTo>
                <a:cubicBezTo>
                  <a:pt x="293" y="124"/>
                  <a:pt x="302" y="178"/>
                  <a:pt x="302" y="247"/>
                </a:cubicBezTo>
                <a:cubicBezTo>
                  <a:pt x="302" y="322"/>
                  <a:pt x="292" y="378"/>
                  <a:pt x="271" y="417"/>
                </a:cubicBezTo>
                <a:cubicBezTo>
                  <a:pt x="262" y="437"/>
                  <a:pt x="249" y="453"/>
                  <a:pt x="232" y="465"/>
                </a:cubicBezTo>
                <a:cubicBezTo>
                  <a:pt x="215" y="477"/>
                  <a:pt x="201" y="485"/>
                  <a:pt x="188" y="488"/>
                </a:cubicBezTo>
                <a:cubicBezTo>
                  <a:pt x="176" y="490"/>
                  <a:pt x="164" y="492"/>
                  <a:pt x="152" y="493"/>
                </a:cubicBezTo>
                <a:cubicBezTo>
                  <a:pt x="140" y="493"/>
                  <a:pt x="127" y="491"/>
                  <a:pt x="115" y="488"/>
                </a:cubicBezTo>
                <a:cubicBezTo>
                  <a:pt x="102" y="485"/>
                  <a:pt x="88" y="478"/>
                  <a:pt x="71" y="465"/>
                </a:cubicBezTo>
                <a:cubicBezTo>
                  <a:pt x="55" y="453"/>
                  <a:pt x="41" y="437"/>
                  <a:pt x="31" y="417"/>
                </a:cubicBezTo>
                <a:cubicBezTo>
                  <a:pt x="10" y="378"/>
                  <a:pt x="0" y="322"/>
                  <a:pt x="0" y="247"/>
                </a:cubicBezTo>
                <a:cubicBezTo>
                  <a:pt x="0" y="164"/>
                  <a:pt x="14" y="101"/>
                  <a:pt x="42" y="58"/>
                </a:cubicBezTo>
                <a:moveTo>
                  <a:pt x="203" y="49"/>
                </a:moveTo>
                <a:cubicBezTo>
                  <a:pt x="188" y="34"/>
                  <a:pt x="171" y="26"/>
                  <a:pt x="152" y="26"/>
                </a:cubicBezTo>
                <a:cubicBezTo>
                  <a:pt x="132" y="26"/>
                  <a:pt x="115" y="34"/>
                  <a:pt x="100" y="49"/>
                </a:cubicBezTo>
                <a:cubicBezTo>
                  <a:pt x="89" y="62"/>
                  <a:pt x="81" y="79"/>
                  <a:pt x="77" y="101"/>
                </a:cubicBezTo>
                <a:cubicBezTo>
                  <a:pt x="73" y="123"/>
                  <a:pt x="71" y="168"/>
                  <a:pt x="71" y="238"/>
                </a:cubicBezTo>
                <a:cubicBezTo>
                  <a:pt x="71" y="314"/>
                  <a:pt x="73" y="364"/>
                  <a:pt x="77" y="387"/>
                </a:cubicBezTo>
                <a:cubicBezTo>
                  <a:pt x="81" y="411"/>
                  <a:pt x="89" y="430"/>
                  <a:pt x="103" y="444"/>
                </a:cubicBezTo>
                <a:cubicBezTo>
                  <a:pt x="116" y="458"/>
                  <a:pt x="132" y="465"/>
                  <a:pt x="152" y="465"/>
                </a:cubicBezTo>
                <a:cubicBezTo>
                  <a:pt x="171" y="465"/>
                  <a:pt x="187" y="458"/>
                  <a:pt x="200" y="444"/>
                </a:cubicBezTo>
                <a:cubicBezTo>
                  <a:pt x="214" y="430"/>
                  <a:pt x="223" y="410"/>
                  <a:pt x="226" y="384"/>
                </a:cubicBezTo>
                <a:cubicBezTo>
                  <a:pt x="230" y="358"/>
                  <a:pt x="231" y="310"/>
                  <a:pt x="232" y="238"/>
                </a:cubicBezTo>
                <a:cubicBezTo>
                  <a:pt x="232" y="169"/>
                  <a:pt x="230" y="123"/>
                  <a:pt x="226" y="101"/>
                </a:cubicBezTo>
                <a:cubicBezTo>
                  <a:pt x="222" y="80"/>
                  <a:pt x="215" y="62"/>
                  <a:pt x="203" y="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9" name=""/>
          <p:cNvSpPr/>
          <p:nvPr/>
        </p:nvSpPr>
        <p:spPr>
          <a:xfrm>
            <a:off x="4061160" y="1942920"/>
            <a:ext cx="102960" cy="171720"/>
          </a:xfrm>
          <a:custGeom>
            <a:avLst/>
            <a:gdLst/>
            <a:ahLst/>
            <a:rect l="0" t="0" r="r" b="b"/>
            <a:pathLst>
              <a:path w="286" h="477">
                <a:moveTo>
                  <a:pt x="42" y="170"/>
                </a:moveTo>
                <a:cubicBezTo>
                  <a:pt x="30" y="170"/>
                  <a:pt x="19" y="166"/>
                  <a:pt x="12" y="157"/>
                </a:cubicBezTo>
                <a:cubicBezTo>
                  <a:pt x="4" y="149"/>
                  <a:pt x="0" y="138"/>
                  <a:pt x="0" y="126"/>
                </a:cubicBezTo>
                <a:cubicBezTo>
                  <a:pt x="0" y="92"/>
                  <a:pt x="13" y="62"/>
                  <a:pt x="38" y="37"/>
                </a:cubicBezTo>
                <a:cubicBezTo>
                  <a:pt x="63" y="12"/>
                  <a:pt x="95" y="0"/>
                  <a:pt x="132" y="0"/>
                </a:cubicBezTo>
                <a:cubicBezTo>
                  <a:pt x="176" y="0"/>
                  <a:pt x="212" y="13"/>
                  <a:pt x="241" y="40"/>
                </a:cubicBezTo>
                <a:cubicBezTo>
                  <a:pt x="271" y="68"/>
                  <a:pt x="286" y="102"/>
                  <a:pt x="286" y="145"/>
                </a:cubicBezTo>
                <a:cubicBezTo>
                  <a:pt x="286" y="165"/>
                  <a:pt x="282" y="185"/>
                  <a:pt x="272" y="203"/>
                </a:cubicBezTo>
                <a:cubicBezTo>
                  <a:pt x="261" y="222"/>
                  <a:pt x="250" y="238"/>
                  <a:pt x="237" y="252"/>
                </a:cubicBezTo>
                <a:cubicBezTo>
                  <a:pt x="223" y="266"/>
                  <a:pt x="204" y="283"/>
                  <a:pt x="180" y="305"/>
                </a:cubicBezTo>
                <a:cubicBezTo>
                  <a:pt x="162" y="319"/>
                  <a:pt x="139" y="341"/>
                  <a:pt x="108" y="370"/>
                </a:cubicBezTo>
                <a:lnTo>
                  <a:pt x="66" y="410"/>
                </a:lnTo>
                <a:lnTo>
                  <a:pt x="120" y="411"/>
                </a:lnTo>
                <a:cubicBezTo>
                  <a:pt x="195" y="411"/>
                  <a:pt x="235" y="410"/>
                  <a:pt x="240" y="407"/>
                </a:cubicBezTo>
                <a:cubicBezTo>
                  <a:pt x="243" y="407"/>
                  <a:pt x="249" y="385"/>
                  <a:pt x="257" y="344"/>
                </a:cubicBezTo>
                <a:lnTo>
                  <a:pt x="257" y="342"/>
                </a:lnTo>
                <a:lnTo>
                  <a:pt x="286" y="342"/>
                </a:lnTo>
                <a:lnTo>
                  <a:pt x="286" y="344"/>
                </a:lnTo>
                <a:cubicBezTo>
                  <a:pt x="286" y="345"/>
                  <a:pt x="283" y="367"/>
                  <a:pt x="277" y="409"/>
                </a:cubicBezTo>
                <a:cubicBezTo>
                  <a:pt x="271" y="451"/>
                  <a:pt x="268" y="473"/>
                  <a:pt x="266" y="475"/>
                </a:cubicBezTo>
                <a:lnTo>
                  <a:pt x="266" y="477"/>
                </a:lnTo>
                <a:lnTo>
                  <a:pt x="0" y="477"/>
                </a:lnTo>
                <a:lnTo>
                  <a:pt x="0" y="463"/>
                </a:lnTo>
                <a:lnTo>
                  <a:pt x="0" y="455"/>
                </a:lnTo>
                <a:cubicBezTo>
                  <a:pt x="0" y="451"/>
                  <a:pt x="2" y="448"/>
                  <a:pt x="5" y="444"/>
                </a:cubicBezTo>
                <a:cubicBezTo>
                  <a:pt x="7" y="440"/>
                  <a:pt x="15" y="432"/>
                  <a:pt x="26" y="419"/>
                </a:cubicBezTo>
                <a:cubicBezTo>
                  <a:pt x="40" y="404"/>
                  <a:pt x="52" y="390"/>
                  <a:pt x="62" y="379"/>
                </a:cubicBezTo>
                <a:cubicBezTo>
                  <a:pt x="66" y="374"/>
                  <a:pt x="74" y="365"/>
                  <a:pt x="86" y="352"/>
                </a:cubicBezTo>
                <a:cubicBezTo>
                  <a:pt x="98" y="340"/>
                  <a:pt x="106" y="331"/>
                  <a:pt x="110" y="326"/>
                </a:cubicBezTo>
                <a:cubicBezTo>
                  <a:pt x="115" y="321"/>
                  <a:pt x="121" y="313"/>
                  <a:pt x="131" y="302"/>
                </a:cubicBezTo>
                <a:cubicBezTo>
                  <a:pt x="140" y="292"/>
                  <a:pt x="147" y="283"/>
                  <a:pt x="151" y="278"/>
                </a:cubicBezTo>
                <a:cubicBezTo>
                  <a:pt x="155" y="273"/>
                  <a:pt x="160" y="266"/>
                  <a:pt x="167" y="257"/>
                </a:cubicBezTo>
                <a:cubicBezTo>
                  <a:pt x="175" y="248"/>
                  <a:pt x="180" y="240"/>
                  <a:pt x="182" y="234"/>
                </a:cubicBezTo>
                <a:cubicBezTo>
                  <a:pt x="185" y="228"/>
                  <a:pt x="189" y="221"/>
                  <a:pt x="193" y="213"/>
                </a:cubicBezTo>
                <a:cubicBezTo>
                  <a:pt x="197" y="206"/>
                  <a:pt x="200" y="198"/>
                  <a:pt x="202" y="190"/>
                </a:cubicBezTo>
                <a:cubicBezTo>
                  <a:pt x="204" y="183"/>
                  <a:pt x="206" y="176"/>
                  <a:pt x="207" y="169"/>
                </a:cubicBezTo>
                <a:cubicBezTo>
                  <a:pt x="209" y="162"/>
                  <a:pt x="210" y="154"/>
                  <a:pt x="210" y="145"/>
                </a:cubicBezTo>
                <a:cubicBezTo>
                  <a:pt x="210" y="115"/>
                  <a:pt x="201" y="89"/>
                  <a:pt x="185" y="67"/>
                </a:cubicBezTo>
                <a:cubicBezTo>
                  <a:pt x="169" y="45"/>
                  <a:pt x="146" y="34"/>
                  <a:pt x="116" y="34"/>
                </a:cubicBezTo>
                <a:cubicBezTo>
                  <a:pt x="100" y="34"/>
                  <a:pt x="86" y="38"/>
                  <a:pt x="75" y="46"/>
                </a:cubicBezTo>
                <a:cubicBezTo>
                  <a:pt x="63" y="54"/>
                  <a:pt x="54" y="62"/>
                  <a:pt x="50" y="70"/>
                </a:cubicBezTo>
                <a:cubicBezTo>
                  <a:pt x="45" y="78"/>
                  <a:pt x="42" y="82"/>
                  <a:pt x="42" y="84"/>
                </a:cubicBezTo>
                <a:cubicBezTo>
                  <a:pt x="42" y="84"/>
                  <a:pt x="44" y="85"/>
                  <a:pt x="46" y="85"/>
                </a:cubicBezTo>
                <a:cubicBezTo>
                  <a:pt x="55" y="85"/>
                  <a:pt x="63" y="88"/>
                  <a:pt x="72" y="95"/>
                </a:cubicBezTo>
                <a:cubicBezTo>
                  <a:pt x="81" y="101"/>
                  <a:pt x="86" y="112"/>
                  <a:pt x="86" y="127"/>
                </a:cubicBezTo>
                <a:cubicBezTo>
                  <a:pt x="86" y="139"/>
                  <a:pt x="82" y="149"/>
                  <a:pt x="75" y="157"/>
                </a:cubicBezTo>
                <a:cubicBezTo>
                  <a:pt x="67" y="166"/>
                  <a:pt x="56" y="170"/>
                  <a:pt x="42" y="1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2890080" y="1905120"/>
            <a:ext cx="5540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bias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1" name=""/>
          <p:cNvSpPr/>
          <p:nvPr/>
        </p:nvSpPr>
        <p:spPr>
          <a:xfrm>
            <a:off x="857160" y="2333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4174920" y="1905120"/>
            <a:ext cx="27532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(S3, S4: +0.003 — negligible)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1085760" y="2247840"/>
            <a:ext cx="68868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Near-boundary (S1): larger positive bias from non-negativity constraint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571320" y="2710080"/>
            <a:ext cx="34617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Coverage Probability (95% CI)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5" name=""/>
          <p:cNvSpPr/>
          <p:nvPr/>
        </p:nvSpPr>
        <p:spPr>
          <a:xfrm>
            <a:off x="2721240" y="3468240"/>
            <a:ext cx="170280" cy="138240"/>
          </a:xfrm>
          <a:custGeom>
            <a:avLst/>
            <a:gdLst/>
            <a:ahLst/>
            <a:rect l="0" t="0" r="r" b="b"/>
            <a:pathLst>
              <a:path w="473" h="384">
                <a:moveTo>
                  <a:pt x="0" y="132"/>
                </a:moveTo>
                <a:cubicBezTo>
                  <a:pt x="0" y="129"/>
                  <a:pt x="1" y="124"/>
                  <a:pt x="2" y="119"/>
                </a:cubicBezTo>
                <a:cubicBezTo>
                  <a:pt x="3" y="113"/>
                  <a:pt x="7" y="101"/>
                  <a:pt x="12" y="86"/>
                </a:cubicBezTo>
                <a:cubicBezTo>
                  <a:pt x="18" y="70"/>
                  <a:pt x="23" y="57"/>
                  <a:pt x="29" y="46"/>
                </a:cubicBezTo>
                <a:cubicBezTo>
                  <a:pt x="35" y="35"/>
                  <a:pt x="44" y="25"/>
                  <a:pt x="57" y="15"/>
                </a:cubicBezTo>
                <a:cubicBezTo>
                  <a:pt x="70" y="5"/>
                  <a:pt x="83" y="0"/>
                  <a:pt x="96" y="0"/>
                </a:cubicBezTo>
                <a:cubicBezTo>
                  <a:pt x="116" y="0"/>
                  <a:pt x="133" y="5"/>
                  <a:pt x="146" y="15"/>
                </a:cubicBezTo>
                <a:cubicBezTo>
                  <a:pt x="160" y="26"/>
                  <a:pt x="168" y="35"/>
                  <a:pt x="172" y="44"/>
                </a:cubicBezTo>
                <a:cubicBezTo>
                  <a:pt x="175" y="53"/>
                  <a:pt x="177" y="59"/>
                  <a:pt x="177" y="62"/>
                </a:cubicBezTo>
                <a:cubicBezTo>
                  <a:pt x="177" y="63"/>
                  <a:pt x="177" y="64"/>
                  <a:pt x="178" y="64"/>
                </a:cubicBezTo>
                <a:lnTo>
                  <a:pt x="187" y="54"/>
                </a:lnTo>
                <a:cubicBezTo>
                  <a:pt x="221" y="18"/>
                  <a:pt x="261" y="0"/>
                  <a:pt x="305" y="0"/>
                </a:cubicBezTo>
                <a:cubicBezTo>
                  <a:pt x="336" y="0"/>
                  <a:pt x="360" y="8"/>
                  <a:pt x="379" y="23"/>
                </a:cubicBezTo>
                <a:cubicBezTo>
                  <a:pt x="397" y="38"/>
                  <a:pt x="407" y="61"/>
                  <a:pt x="408" y="90"/>
                </a:cubicBezTo>
                <a:cubicBezTo>
                  <a:pt x="408" y="120"/>
                  <a:pt x="397" y="164"/>
                  <a:pt x="376" y="223"/>
                </a:cubicBezTo>
                <a:cubicBezTo>
                  <a:pt x="354" y="283"/>
                  <a:pt x="343" y="318"/>
                  <a:pt x="343" y="331"/>
                </a:cubicBezTo>
                <a:cubicBezTo>
                  <a:pt x="343" y="345"/>
                  <a:pt x="348" y="353"/>
                  <a:pt x="358" y="353"/>
                </a:cubicBezTo>
                <a:cubicBezTo>
                  <a:pt x="361" y="353"/>
                  <a:pt x="364" y="352"/>
                  <a:pt x="365" y="352"/>
                </a:cubicBezTo>
                <a:cubicBezTo>
                  <a:pt x="382" y="349"/>
                  <a:pt x="396" y="338"/>
                  <a:pt x="409" y="320"/>
                </a:cubicBezTo>
                <a:cubicBezTo>
                  <a:pt x="422" y="301"/>
                  <a:pt x="432" y="279"/>
                  <a:pt x="439" y="252"/>
                </a:cubicBezTo>
                <a:cubicBezTo>
                  <a:pt x="440" y="248"/>
                  <a:pt x="446" y="245"/>
                  <a:pt x="456" y="245"/>
                </a:cubicBezTo>
                <a:cubicBezTo>
                  <a:pt x="467" y="245"/>
                  <a:pt x="473" y="248"/>
                  <a:pt x="473" y="252"/>
                </a:cubicBezTo>
                <a:cubicBezTo>
                  <a:pt x="473" y="253"/>
                  <a:pt x="471" y="257"/>
                  <a:pt x="469" y="265"/>
                </a:cubicBezTo>
                <a:cubicBezTo>
                  <a:pt x="465" y="281"/>
                  <a:pt x="459" y="297"/>
                  <a:pt x="451" y="313"/>
                </a:cubicBezTo>
                <a:cubicBezTo>
                  <a:pt x="443" y="329"/>
                  <a:pt x="430" y="344"/>
                  <a:pt x="412" y="360"/>
                </a:cubicBezTo>
                <a:cubicBezTo>
                  <a:pt x="394" y="376"/>
                  <a:pt x="374" y="384"/>
                  <a:pt x="354" y="383"/>
                </a:cubicBezTo>
                <a:cubicBezTo>
                  <a:pt x="327" y="383"/>
                  <a:pt x="308" y="375"/>
                  <a:pt x="296" y="360"/>
                </a:cubicBezTo>
                <a:cubicBezTo>
                  <a:pt x="284" y="345"/>
                  <a:pt x="278" y="329"/>
                  <a:pt x="278" y="313"/>
                </a:cubicBezTo>
                <a:cubicBezTo>
                  <a:pt x="278" y="302"/>
                  <a:pt x="289" y="268"/>
                  <a:pt x="309" y="212"/>
                </a:cubicBezTo>
                <a:cubicBezTo>
                  <a:pt x="329" y="155"/>
                  <a:pt x="339" y="112"/>
                  <a:pt x="340" y="82"/>
                </a:cubicBezTo>
                <a:cubicBezTo>
                  <a:pt x="340" y="49"/>
                  <a:pt x="328" y="32"/>
                  <a:pt x="303" y="32"/>
                </a:cubicBezTo>
                <a:lnTo>
                  <a:pt x="299" y="32"/>
                </a:lnTo>
                <a:cubicBezTo>
                  <a:pt x="250" y="32"/>
                  <a:pt x="208" y="61"/>
                  <a:pt x="175" y="119"/>
                </a:cubicBezTo>
                <a:lnTo>
                  <a:pt x="169" y="129"/>
                </a:lnTo>
                <a:lnTo>
                  <a:pt x="141" y="242"/>
                </a:lnTo>
                <a:cubicBezTo>
                  <a:pt x="123" y="316"/>
                  <a:pt x="112" y="355"/>
                  <a:pt x="109" y="361"/>
                </a:cubicBezTo>
                <a:cubicBezTo>
                  <a:pt x="102" y="376"/>
                  <a:pt x="90" y="384"/>
                  <a:pt x="73" y="384"/>
                </a:cubicBezTo>
                <a:cubicBezTo>
                  <a:pt x="66" y="384"/>
                  <a:pt x="60" y="382"/>
                  <a:pt x="55" y="379"/>
                </a:cubicBezTo>
                <a:cubicBezTo>
                  <a:pt x="51" y="375"/>
                  <a:pt x="48" y="372"/>
                  <a:pt x="46" y="369"/>
                </a:cubicBezTo>
                <a:cubicBezTo>
                  <a:pt x="44" y="365"/>
                  <a:pt x="44" y="362"/>
                  <a:pt x="44" y="360"/>
                </a:cubicBezTo>
                <a:cubicBezTo>
                  <a:pt x="44" y="353"/>
                  <a:pt x="55" y="307"/>
                  <a:pt x="76" y="223"/>
                </a:cubicBezTo>
                <a:cubicBezTo>
                  <a:pt x="98" y="138"/>
                  <a:pt x="109" y="91"/>
                  <a:pt x="110" y="84"/>
                </a:cubicBezTo>
                <a:cubicBezTo>
                  <a:pt x="111" y="81"/>
                  <a:pt x="111" y="75"/>
                  <a:pt x="111" y="64"/>
                </a:cubicBezTo>
                <a:cubicBezTo>
                  <a:pt x="111" y="43"/>
                  <a:pt x="104" y="32"/>
                  <a:pt x="91" y="32"/>
                </a:cubicBezTo>
                <a:cubicBezTo>
                  <a:pt x="69" y="32"/>
                  <a:pt x="52" y="60"/>
                  <a:pt x="38" y="117"/>
                </a:cubicBezTo>
                <a:cubicBezTo>
                  <a:pt x="34" y="128"/>
                  <a:pt x="32" y="134"/>
                  <a:pt x="32" y="135"/>
                </a:cubicBezTo>
                <a:cubicBezTo>
                  <a:pt x="31" y="138"/>
                  <a:pt x="26" y="140"/>
                  <a:pt x="16" y="140"/>
                </a:cubicBezTo>
                <a:lnTo>
                  <a:pt x="5" y="140"/>
                </a:lnTo>
                <a:cubicBezTo>
                  <a:pt x="1" y="136"/>
                  <a:pt x="0" y="134"/>
                  <a:pt x="0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6" name=""/>
          <p:cNvSpPr/>
          <p:nvPr/>
        </p:nvSpPr>
        <p:spPr>
          <a:xfrm>
            <a:off x="2998440" y="3491280"/>
            <a:ext cx="203040" cy="71280"/>
          </a:xfrm>
          <a:custGeom>
            <a:avLst/>
            <a:gdLst/>
            <a:ahLst/>
            <a:rect l="0" t="0" r="r" b="b"/>
            <a:pathLst>
              <a:path w="564" h="198">
                <a:moveTo>
                  <a:pt x="0" y="17"/>
                </a:moveTo>
                <a:cubicBezTo>
                  <a:pt x="0" y="9"/>
                  <a:pt x="4" y="4"/>
                  <a:pt x="12" y="0"/>
                </a:cubicBezTo>
                <a:lnTo>
                  <a:pt x="551" y="0"/>
                </a:lnTo>
                <a:cubicBezTo>
                  <a:pt x="560" y="4"/>
                  <a:pt x="564" y="10"/>
                  <a:pt x="564" y="17"/>
                </a:cubicBezTo>
                <a:cubicBezTo>
                  <a:pt x="564" y="23"/>
                  <a:pt x="560" y="28"/>
                  <a:pt x="552" y="33"/>
                </a:cubicBezTo>
                <a:lnTo>
                  <a:pt x="282" y="33"/>
                </a:lnTo>
                <a:lnTo>
                  <a:pt x="14" y="33"/>
                </a:lnTo>
                <a:cubicBezTo>
                  <a:pt x="5" y="31"/>
                  <a:pt x="0" y="25"/>
                  <a:pt x="0" y="17"/>
                </a:cubicBezTo>
                <a:moveTo>
                  <a:pt x="0" y="181"/>
                </a:moveTo>
                <a:cubicBezTo>
                  <a:pt x="0" y="173"/>
                  <a:pt x="5" y="167"/>
                  <a:pt x="14" y="164"/>
                </a:cubicBezTo>
                <a:lnTo>
                  <a:pt x="552" y="164"/>
                </a:lnTo>
                <a:cubicBezTo>
                  <a:pt x="560" y="170"/>
                  <a:pt x="564" y="176"/>
                  <a:pt x="564" y="181"/>
                </a:cubicBezTo>
                <a:cubicBezTo>
                  <a:pt x="564" y="189"/>
                  <a:pt x="560" y="194"/>
                  <a:pt x="551" y="198"/>
                </a:cubicBezTo>
                <a:lnTo>
                  <a:pt x="12" y="198"/>
                </a:lnTo>
                <a:cubicBezTo>
                  <a:pt x="4" y="194"/>
                  <a:pt x="0" y="189"/>
                  <a:pt x="0" y="1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7" name=""/>
          <p:cNvSpPr/>
          <p:nvPr/>
        </p:nvSpPr>
        <p:spPr>
          <a:xfrm>
            <a:off x="3317760" y="340020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1"/>
                </a:moveTo>
                <a:cubicBezTo>
                  <a:pt x="97" y="444"/>
                  <a:pt x="93" y="456"/>
                  <a:pt x="84" y="465"/>
                </a:cubicBezTo>
                <a:cubicBezTo>
                  <a:pt x="75" y="474"/>
                  <a:pt x="64" y="478"/>
                  <a:pt x="51" y="478"/>
                </a:cubicBezTo>
                <a:lnTo>
                  <a:pt x="45" y="478"/>
                </a:lnTo>
                <a:cubicBezTo>
                  <a:pt x="71" y="523"/>
                  <a:pt x="105" y="545"/>
                  <a:pt x="148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6"/>
                  <a:pt x="250" y="440"/>
                  <a:pt x="250" y="386"/>
                </a:cubicBezTo>
                <a:cubicBezTo>
                  <a:pt x="250" y="328"/>
                  <a:pt x="243" y="289"/>
                  <a:pt x="227" y="269"/>
                </a:cubicBezTo>
                <a:cubicBezTo>
                  <a:pt x="213" y="250"/>
                  <a:pt x="196" y="241"/>
                  <a:pt x="178" y="241"/>
                </a:cubicBezTo>
                <a:lnTo>
                  <a:pt x="173" y="241"/>
                </a:lnTo>
                <a:cubicBezTo>
                  <a:pt x="129" y="241"/>
                  <a:pt x="96" y="260"/>
                  <a:pt x="74" y="298"/>
                </a:cubicBezTo>
                <a:cubicBezTo>
                  <a:pt x="71" y="302"/>
                  <a:pt x="69" y="305"/>
                  <a:pt x="68" y="305"/>
                </a:cubicBezTo>
                <a:cubicBezTo>
                  <a:pt x="66" y="306"/>
                  <a:pt x="62" y="306"/>
                  <a:pt x="55" y="307"/>
                </a:cubicBezTo>
                <a:cubicBezTo>
                  <a:pt x="45" y="307"/>
                  <a:pt x="40" y="305"/>
                  <a:pt x="39" y="302"/>
                </a:cubicBezTo>
                <a:cubicBezTo>
                  <a:pt x="38" y="300"/>
                  <a:pt x="37" y="250"/>
                  <a:pt x="37" y="154"/>
                </a:cubicBezTo>
                <a:lnTo>
                  <a:pt x="37" y="44"/>
                </a:lnTo>
                <a:cubicBezTo>
                  <a:pt x="37" y="16"/>
                  <a:pt x="39" y="2"/>
                  <a:pt x="42" y="2"/>
                </a:cubicBezTo>
                <a:cubicBezTo>
                  <a:pt x="43" y="1"/>
                  <a:pt x="44" y="0"/>
                  <a:pt x="45" y="0"/>
                </a:cubicBezTo>
                <a:cubicBezTo>
                  <a:pt x="45" y="0"/>
                  <a:pt x="51" y="2"/>
                  <a:pt x="63" y="7"/>
                </a:cubicBezTo>
                <a:cubicBezTo>
                  <a:pt x="74" y="11"/>
                  <a:pt x="89" y="16"/>
                  <a:pt x="109" y="20"/>
                </a:cubicBezTo>
                <a:cubicBezTo>
                  <a:pt x="129" y="25"/>
                  <a:pt x="150" y="27"/>
                  <a:pt x="172" y="27"/>
                </a:cubicBezTo>
                <a:cubicBezTo>
                  <a:pt x="212" y="27"/>
                  <a:pt x="251" y="19"/>
                  <a:pt x="287" y="4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1"/>
                  <a:pt x="201" y="108"/>
                  <a:pt x="132" y="108"/>
                </a:cubicBezTo>
                <a:cubicBezTo>
                  <a:pt x="114" y="108"/>
                  <a:pt x="99" y="107"/>
                  <a:pt x="85" y="103"/>
                </a:cubicBezTo>
                <a:lnTo>
                  <a:pt x="76" y="101"/>
                </a:lnTo>
                <a:lnTo>
                  <a:pt x="76" y="248"/>
                </a:lnTo>
                <a:cubicBezTo>
                  <a:pt x="87" y="240"/>
                  <a:pt x="95" y="234"/>
                  <a:pt x="101" y="229"/>
                </a:cubicBezTo>
                <a:cubicBezTo>
                  <a:pt x="108" y="225"/>
                  <a:pt x="118" y="220"/>
                  <a:pt x="132" y="216"/>
                </a:cubicBezTo>
                <a:cubicBezTo>
                  <a:pt x="146" y="211"/>
                  <a:pt x="160" y="209"/>
                  <a:pt x="175" y="209"/>
                </a:cubicBezTo>
                <a:cubicBezTo>
                  <a:pt x="221" y="209"/>
                  <a:pt x="259" y="227"/>
                  <a:pt x="291" y="264"/>
                </a:cubicBezTo>
                <a:cubicBezTo>
                  <a:pt x="322" y="300"/>
                  <a:pt x="338" y="344"/>
                  <a:pt x="338" y="394"/>
                </a:cubicBezTo>
                <a:cubicBezTo>
                  <a:pt x="338" y="446"/>
                  <a:pt x="320" y="490"/>
                  <a:pt x="284" y="526"/>
                </a:cubicBezTo>
                <a:cubicBezTo>
                  <a:pt x="248" y="563"/>
                  <a:pt x="204" y="582"/>
                  <a:pt x="152" y="582"/>
                </a:cubicBezTo>
                <a:cubicBezTo>
                  <a:pt x="107" y="582"/>
                  <a:pt x="70" y="567"/>
                  <a:pt x="42" y="537"/>
                </a:cubicBezTo>
                <a:cubicBezTo>
                  <a:pt x="14" y="506"/>
                  <a:pt x="0" y="472"/>
                  <a:pt x="0" y="434"/>
                </a:cubicBezTo>
                <a:cubicBezTo>
                  <a:pt x="0" y="420"/>
                  <a:pt x="3" y="409"/>
                  <a:pt x="9" y="401"/>
                </a:cubicBezTo>
                <a:cubicBezTo>
                  <a:pt x="15" y="394"/>
                  <a:pt x="22" y="388"/>
                  <a:pt x="30" y="386"/>
                </a:cubicBezTo>
                <a:cubicBezTo>
                  <a:pt x="36" y="384"/>
                  <a:pt x="43" y="383"/>
                  <a:pt x="49" y="383"/>
                </a:cubicBezTo>
                <a:cubicBezTo>
                  <a:pt x="63" y="383"/>
                  <a:pt x="75" y="388"/>
                  <a:pt x="84" y="397"/>
                </a:cubicBezTo>
                <a:cubicBezTo>
                  <a:pt x="93" y="407"/>
                  <a:pt x="97" y="418"/>
                  <a:pt x="97" y="4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8" name=""/>
          <p:cNvSpPr/>
          <p:nvPr/>
        </p:nvSpPr>
        <p:spPr>
          <a:xfrm>
            <a:off x="3466440" y="34002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8"/>
                  <a:pt x="356" y="212"/>
                  <a:pt x="356" y="293"/>
                </a:cubicBezTo>
                <a:cubicBezTo>
                  <a:pt x="356" y="381"/>
                  <a:pt x="344" y="447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80"/>
                  <a:pt x="193" y="582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4"/>
                  <a:pt x="102" y="565"/>
                  <a:pt x="83" y="550"/>
                </a:cubicBezTo>
                <a:cubicBezTo>
                  <a:pt x="63" y="535"/>
                  <a:pt x="48" y="517"/>
                  <a:pt x="36" y="493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4" y="486"/>
                  <a:pt x="104" y="508"/>
                  <a:pt x="120" y="525"/>
                </a:cubicBezTo>
                <a:cubicBezTo>
                  <a:pt x="137" y="542"/>
                  <a:pt x="156" y="550"/>
                  <a:pt x="179" y="550"/>
                </a:cubicBezTo>
                <a:cubicBezTo>
                  <a:pt x="202" y="550"/>
                  <a:pt x="221" y="542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1"/>
                  <a:pt x="271" y="147"/>
                  <a:pt x="267" y="120"/>
                </a:cubicBezTo>
                <a:cubicBezTo>
                  <a:pt x="262" y="94"/>
                  <a:pt x="253" y="74"/>
                  <a:pt x="239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9" name=""/>
          <p:cNvSpPr/>
          <p:nvPr/>
        </p:nvSpPr>
        <p:spPr>
          <a:xfrm>
            <a:off x="3930840" y="3468240"/>
            <a:ext cx="170280" cy="138240"/>
          </a:xfrm>
          <a:custGeom>
            <a:avLst/>
            <a:gdLst/>
            <a:ahLst/>
            <a:rect l="0" t="0" r="r" b="b"/>
            <a:pathLst>
              <a:path w="473" h="384">
                <a:moveTo>
                  <a:pt x="0" y="132"/>
                </a:moveTo>
                <a:cubicBezTo>
                  <a:pt x="0" y="129"/>
                  <a:pt x="1" y="124"/>
                  <a:pt x="2" y="119"/>
                </a:cubicBezTo>
                <a:cubicBezTo>
                  <a:pt x="4" y="113"/>
                  <a:pt x="7" y="101"/>
                  <a:pt x="13" y="86"/>
                </a:cubicBezTo>
                <a:cubicBezTo>
                  <a:pt x="18" y="70"/>
                  <a:pt x="24" y="57"/>
                  <a:pt x="29" y="46"/>
                </a:cubicBezTo>
                <a:cubicBezTo>
                  <a:pt x="35" y="35"/>
                  <a:pt x="44" y="25"/>
                  <a:pt x="57" y="15"/>
                </a:cubicBezTo>
                <a:cubicBezTo>
                  <a:pt x="70" y="5"/>
                  <a:pt x="83" y="0"/>
                  <a:pt x="96" y="0"/>
                </a:cubicBezTo>
                <a:cubicBezTo>
                  <a:pt x="116" y="0"/>
                  <a:pt x="133" y="5"/>
                  <a:pt x="147" y="15"/>
                </a:cubicBezTo>
                <a:cubicBezTo>
                  <a:pt x="160" y="26"/>
                  <a:pt x="169" y="35"/>
                  <a:pt x="172" y="44"/>
                </a:cubicBezTo>
                <a:cubicBezTo>
                  <a:pt x="177" y="53"/>
                  <a:pt x="178" y="59"/>
                  <a:pt x="178" y="62"/>
                </a:cubicBezTo>
                <a:cubicBezTo>
                  <a:pt x="178" y="63"/>
                  <a:pt x="179" y="64"/>
                  <a:pt x="179" y="64"/>
                </a:cubicBezTo>
                <a:lnTo>
                  <a:pt x="188" y="54"/>
                </a:lnTo>
                <a:cubicBezTo>
                  <a:pt x="223" y="18"/>
                  <a:pt x="262" y="0"/>
                  <a:pt x="306" y="0"/>
                </a:cubicBezTo>
                <a:cubicBezTo>
                  <a:pt x="336" y="0"/>
                  <a:pt x="361" y="8"/>
                  <a:pt x="379" y="23"/>
                </a:cubicBezTo>
                <a:cubicBezTo>
                  <a:pt x="398" y="38"/>
                  <a:pt x="407" y="61"/>
                  <a:pt x="408" y="90"/>
                </a:cubicBezTo>
                <a:cubicBezTo>
                  <a:pt x="408" y="120"/>
                  <a:pt x="398" y="164"/>
                  <a:pt x="376" y="223"/>
                </a:cubicBezTo>
                <a:cubicBezTo>
                  <a:pt x="354" y="283"/>
                  <a:pt x="343" y="318"/>
                  <a:pt x="344" y="331"/>
                </a:cubicBezTo>
                <a:cubicBezTo>
                  <a:pt x="344" y="345"/>
                  <a:pt x="349" y="353"/>
                  <a:pt x="358" y="353"/>
                </a:cubicBezTo>
                <a:cubicBezTo>
                  <a:pt x="361" y="353"/>
                  <a:pt x="364" y="352"/>
                  <a:pt x="366" y="352"/>
                </a:cubicBezTo>
                <a:cubicBezTo>
                  <a:pt x="382" y="349"/>
                  <a:pt x="397" y="338"/>
                  <a:pt x="410" y="320"/>
                </a:cubicBezTo>
                <a:cubicBezTo>
                  <a:pt x="423" y="301"/>
                  <a:pt x="432" y="279"/>
                  <a:pt x="439" y="252"/>
                </a:cubicBezTo>
                <a:cubicBezTo>
                  <a:pt x="440" y="248"/>
                  <a:pt x="446" y="245"/>
                  <a:pt x="456" y="245"/>
                </a:cubicBezTo>
                <a:cubicBezTo>
                  <a:pt x="467" y="245"/>
                  <a:pt x="473" y="248"/>
                  <a:pt x="473" y="252"/>
                </a:cubicBezTo>
                <a:cubicBezTo>
                  <a:pt x="473" y="253"/>
                  <a:pt x="472" y="257"/>
                  <a:pt x="470" y="265"/>
                </a:cubicBezTo>
                <a:cubicBezTo>
                  <a:pt x="465" y="281"/>
                  <a:pt x="459" y="297"/>
                  <a:pt x="451" y="313"/>
                </a:cubicBezTo>
                <a:cubicBezTo>
                  <a:pt x="443" y="329"/>
                  <a:pt x="430" y="344"/>
                  <a:pt x="412" y="360"/>
                </a:cubicBezTo>
                <a:cubicBezTo>
                  <a:pt x="394" y="376"/>
                  <a:pt x="375" y="384"/>
                  <a:pt x="354" y="383"/>
                </a:cubicBezTo>
                <a:cubicBezTo>
                  <a:pt x="327" y="383"/>
                  <a:pt x="308" y="375"/>
                  <a:pt x="296" y="360"/>
                </a:cubicBezTo>
                <a:cubicBezTo>
                  <a:pt x="285" y="345"/>
                  <a:pt x="279" y="329"/>
                  <a:pt x="279" y="313"/>
                </a:cubicBezTo>
                <a:cubicBezTo>
                  <a:pt x="279" y="302"/>
                  <a:pt x="289" y="268"/>
                  <a:pt x="309" y="212"/>
                </a:cubicBezTo>
                <a:cubicBezTo>
                  <a:pt x="329" y="155"/>
                  <a:pt x="340" y="112"/>
                  <a:pt x="340" y="82"/>
                </a:cubicBezTo>
                <a:cubicBezTo>
                  <a:pt x="340" y="49"/>
                  <a:pt x="328" y="32"/>
                  <a:pt x="303" y="32"/>
                </a:cubicBezTo>
                <a:lnTo>
                  <a:pt x="299" y="32"/>
                </a:lnTo>
                <a:cubicBezTo>
                  <a:pt x="251" y="32"/>
                  <a:pt x="210" y="61"/>
                  <a:pt x="177" y="119"/>
                </a:cubicBezTo>
                <a:lnTo>
                  <a:pt x="170" y="129"/>
                </a:lnTo>
                <a:lnTo>
                  <a:pt x="142" y="242"/>
                </a:lnTo>
                <a:cubicBezTo>
                  <a:pt x="123" y="316"/>
                  <a:pt x="112" y="355"/>
                  <a:pt x="110" y="361"/>
                </a:cubicBezTo>
                <a:cubicBezTo>
                  <a:pt x="102" y="376"/>
                  <a:pt x="90" y="384"/>
                  <a:pt x="73" y="384"/>
                </a:cubicBezTo>
                <a:cubicBezTo>
                  <a:pt x="66" y="384"/>
                  <a:pt x="60" y="382"/>
                  <a:pt x="56" y="379"/>
                </a:cubicBezTo>
                <a:cubicBezTo>
                  <a:pt x="51" y="375"/>
                  <a:pt x="48" y="372"/>
                  <a:pt x="46" y="369"/>
                </a:cubicBezTo>
                <a:cubicBezTo>
                  <a:pt x="45" y="365"/>
                  <a:pt x="44" y="362"/>
                  <a:pt x="45" y="360"/>
                </a:cubicBezTo>
                <a:cubicBezTo>
                  <a:pt x="45" y="353"/>
                  <a:pt x="55" y="307"/>
                  <a:pt x="77" y="223"/>
                </a:cubicBezTo>
                <a:cubicBezTo>
                  <a:pt x="98" y="138"/>
                  <a:pt x="109" y="91"/>
                  <a:pt x="111" y="84"/>
                </a:cubicBezTo>
                <a:cubicBezTo>
                  <a:pt x="111" y="81"/>
                  <a:pt x="111" y="75"/>
                  <a:pt x="111" y="64"/>
                </a:cubicBezTo>
                <a:cubicBezTo>
                  <a:pt x="111" y="43"/>
                  <a:pt x="105" y="32"/>
                  <a:pt x="91" y="32"/>
                </a:cubicBezTo>
                <a:cubicBezTo>
                  <a:pt x="70" y="32"/>
                  <a:pt x="52" y="60"/>
                  <a:pt x="38" y="117"/>
                </a:cubicBezTo>
                <a:cubicBezTo>
                  <a:pt x="34" y="128"/>
                  <a:pt x="33" y="134"/>
                  <a:pt x="33" y="135"/>
                </a:cubicBezTo>
                <a:cubicBezTo>
                  <a:pt x="32" y="138"/>
                  <a:pt x="26" y="140"/>
                  <a:pt x="17" y="140"/>
                </a:cubicBezTo>
                <a:lnTo>
                  <a:pt x="5" y="140"/>
                </a:lnTo>
                <a:cubicBezTo>
                  <a:pt x="2" y="136"/>
                  <a:pt x="0" y="134"/>
                  <a:pt x="0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0" name=""/>
          <p:cNvSpPr/>
          <p:nvPr/>
        </p:nvSpPr>
        <p:spPr>
          <a:xfrm>
            <a:off x="4208400" y="3491280"/>
            <a:ext cx="202680" cy="71280"/>
          </a:xfrm>
          <a:custGeom>
            <a:avLst/>
            <a:gdLst/>
            <a:ahLst/>
            <a:rect l="0" t="0" r="r" b="b"/>
            <a:pathLst>
              <a:path w="563" h="198">
                <a:moveTo>
                  <a:pt x="0" y="17"/>
                </a:moveTo>
                <a:cubicBezTo>
                  <a:pt x="0" y="9"/>
                  <a:pt x="4" y="4"/>
                  <a:pt x="12" y="0"/>
                </a:cubicBezTo>
                <a:lnTo>
                  <a:pt x="551" y="0"/>
                </a:lnTo>
                <a:cubicBezTo>
                  <a:pt x="559" y="4"/>
                  <a:pt x="563" y="10"/>
                  <a:pt x="563" y="17"/>
                </a:cubicBezTo>
                <a:cubicBezTo>
                  <a:pt x="563" y="23"/>
                  <a:pt x="559" y="28"/>
                  <a:pt x="551" y="33"/>
                </a:cubicBezTo>
                <a:lnTo>
                  <a:pt x="282" y="33"/>
                </a:lnTo>
                <a:lnTo>
                  <a:pt x="13" y="33"/>
                </a:lnTo>
                <a:cubicBezTo>
                  <a:pt x="4" y="31"/>
                  <a:pt x="0" y="25"/>
                  <a:pt x="0" y="17"/>
                </a:cubicBezTo>
                <a:moveTo>
                  <a:pt x="0" y="181"/>
                </a:moveTo>
                <a:cubicBezTo>
                  <a:pt x="0" y="173"/>
                  <a:pt x="4" y="167"/>
                  <a:pt x="13" y="164"/>
                </a:cubicBezTo>
                <a:lnTo>
                  <a:pt x="551" y="164"/>
                </a:lnTo>
                <a:cubicBezTo>
                  <a:pt x="559" y="170"/>
                  <a:pt x="563" y="176"/>
                  <a:pt x="563" y="181"/>
                </a:cubicBezTo>
                <a:cubicBezTo>
                  <a:pt x="563" y="189"/>
                  <a:pt x="559" y="194"/>
                  <a:pt x="551" y="198"/>
                </a:cubicBezTo>
                <a:lnTo>
                  <a:pt x="12" y="198"/>
                </a:lnTo>
                <a:cubicBezTo>
                  <a:pt x="4" y="194"/>
                  <a:pt x="0" y="189"/>
                  <a:pt x="0" y="1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1" name=""/>
          <p:cNvSpPr/>
          <p:nvPr/>
        </p:nvSpPr>
        <p:spPr>
          <a:xfrm>
            <a:off x="4537440" y="3400200"/>
            <a:ext cx="105120" cy="203040"/>
          </a:xfrm>
          <a:custGeom>
            <a:avLst/>
            <a:gdLst/>
            <a:ahLst/>
            <a:rect l="0" t="0" r="r" b="b"/>
            <a:pathLst>
              <a:path w="292" h="564">
                <a:moveTo>
                  <a:pt x="111" y="74"/>
                </a:moveTo>
                <a:lnTo>
                  <a:pt x="100" y="79"/>
                </a:lnTo>
                <a:cubicBezTo>
                  <a:pt x="92" y="81"/>
                  <a:pt x="81" y="84"/>
                  <a:pt x="66" y="87"/>
                </a:cubicBezTo>
                <a:cubicBezTo>
                  <a:pt x="52" y="90"/>
                  <a:pt x="35" y="92"/>
                  <a:pt x="17" y="93"/>
                </a:cubicBezTo>
                <a:lnTo>
                  <a:pt x="0" y="93"/>
                </a:lnTo>
                <a:lnTo>
                  <a:pt x="0" y="54"/>
                </a:lnTo>
                <a:lnTo>
                  <a:pt x="17" y="54"/>
                </a:lnTo>
                <a:cubicBezTo>
                  <a:pt x="44" y="53"/>
                  <a:pt x="68" y="49"/>
                  <a:pt x="91" y="42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5"/>
                  <a:pt x="155" y="9"/>
                  <a:pt x="162" y="3"/>
                </a:cubicBezTo>
                <a:cubicBezTo>
                  <a:pt x="163" y="1"/>
                  <a:pt x="166" y="0"/>
                  <a:pt x="172" y="0"/>
                </a:cubicBezTo>
                <a:cubicBezTo>
                  <a:pt x="177" y="0"/>
                  <a:pt x="182" y="2"/>
                  <a:pt x="186" y="5"/>
                </a:cubicBezTo>
                <a:lnTo>
                  <a:pt x="186" y="258"/>
                </a:lnTo>
                <a:lnTo>
                  <a:pt x="187" y="512"/>
                </a:lnTo>
                <a:cubicBezTo>
                  <a:pt x="191" y="516"/>
                  <a:pt x="194" y="519"/>
                  <a:pt x="197" y="520"/>
                </a:cubicBezTo>
                <a:cubicBezTo>
                  <a:pt x="200" y="521"/>
                  <a:pt x="207" y="522"/>
                  <a:pt x="217" y="523"/>
                </a:cubicBezTo>
                <a:cubicBezTo>
                  <a:pt x="228" y="524"/>
                  <a:pt x="246" y="525"/>
                  <a:pt x="270" y="525"/>
                </a:cubicBezTo>
                <a:lnTo>
                  <a:pt x="292" y="525"/>
                </a:lnTo>
                <a:lnTo>
                  <a:pt x="292" y="564"/>
                </a:lnTo>
                <a:lnTo>
                  <a:pt x="282" y="564"/>
                </a:lnTo>
                <a:cubicBezTo>
                  <a:pt x="271" y="562"/>
                  <a:pt x="226" y="561"/>
                  <a:pt x="148" y="561"/>
                </a:cubicBezTo>
                <a:cubicBezTo>
                  <a:pt x="72" y="561"/>
                  <a:pt x="27" y="562"/>
                  <a:pt x="16" y="564"/>
                </a:cubicBezTo>
                <a:lnTo>
                  <a:pt x="4" y="564"/>
                </a:lnTo>
                <a:lnTo>
                  <a:pt x="4" y="525"/>
                </a:lnTo>
                <a:lnTo>
                  <a:pt x="27" y="525"/>
                </a:lnTo>
                <a:cubicBezTo>
                  <a:pt x="40" y="525"/>
                  <a:pt x="50" y="525"/>
                  <a:pt x="59" y="525"/>
                </a:cubicBezTo>
                <a:cubicBezTo>
                  <a:pt x="68" y="525"/>
                  <a:pt x="75" y="524"/>
                  <a:pt x="81" y="524"/>
                </a:cubicBezTo>
                <a:cubicBezTo>
                  <a:pt x="86" y="523"/>
                  <a:pt x="90" y="522"/>
                  <a:pt x="94" y="521"/>
                </a:cubicBezTo>
                <a:cubicBezTo>
                  <a:pt x="98" y="520"/>
                  <a:pt x="100" y="520"/>
                  <a:pt x="101" y="520"/>
                </a:cubicBezTo>
                <a:cubicBezTo>
                  <a:pt x="101" y="520"/>
                  <a:pt x="103" y="518"/>
                  <a:pt x="106" y="515"/>
                </a:cubicBezTo>
                <a:cubicBezTo>
                  <a:pt x="109" y="513"/>
                  <a:pt x="110" y="511"/>
                  <a:pt x="111" y="512"/>
                </a:cubicBezTo>
                <a:lnTo>
                  <a:pt x="111" y="7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2" name=""/>
          <p:cNvSpPr/>
          <p:nvPr/>
        </p:nvSpPr>
        <p:spPr>
          <a:xfrm>
            <a:off x="4676040" y="34002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3"/>
                  <a:pt x="326" y="100"/>
                </a:cubicBezTo>
                <a:cubicBezTo>
                  <a:pt x="346" y="148"/>
                  <a:pt x="357" y="212"/>
                  <a:pt x="357" y="293"/>
                </a:cubicBezTo>
                <a:cubicBezTo>
                  <a:pt x="357" y="381"/>
                  <a:pt x="345" y="447"/>
                  <a:pt x="319" y="493"/>
                </a:cubicBezTo>
                <a:cubicBezTo>
                  <a:pt x="308" y="517"/>
                  <a:pt x="293" y="536"/>
                  <a:pt x="273" y="550"/>
                </a:cubicBezTo>
                <a:cubicBezTo>
                  <a:pt x="253" y="564"/>
                  <a:pt x="236" y="573"/>
                  <a:pt x="222" y="576"/>
                </a:cubicBezTo>
                <a:cubicBezTo>
                  <a:pt x="207" y="580"/>
                  <a:pt x="193" y="582"/>
                  <a:pt x="178" y="582"/>
                </a:cubicBezTo>
                <a:cubicBezTo>
                  <a:pt x="164" y="582"/>
                  <a:pt x="149" y="580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5"/>
                  <a:pt x="48" y="517"/>
                  <a:pt x="37" y="493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8"/>
                </a:moveTo>
                <a:cubicBezTo>
                  <a:pt x="222" y="40"/>
                  <a:pt x="202" y="31"/>
                  <a:pt x="178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30"/>
                  <a:pt x="90" y="458"/>
                </a:cubicBezTo>
                <a:cubicBezTo>
                  <a:pt x="94" y="486"/>
                  <a:pt x="104" y="508"/>
                  <a:pt x="120" y="525"/>
                </a:cubicBezTo>
                <a:cubicBezTo>
                  <a:pt x="136" y="542"/>
                  <a:pt x="155" y="550"/>
                  <a:pt x="178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2" y="508"/>
                  <a:pt x="262" y="484"/>
                  <a:pt x="266" y="454"/>
                </a:cubicBezTo>
                <a:cubicBezTo>
                  <a:pt x="270" y="423"/>
                  <a:pt x="272" y="366"/>
                  <a:pt x="273" y="282"/>
                </a:cubicBezTo>
                <a:cubicBezTo>
                  <a:pt x="273" y="201"/>
                  <a:pt x="271" y="147"/>
                  <a:pt x="266" y="120"/>
                </a:cubicBezTo>
                <a:cubicBezTo>
                  <a:pt x="262" y="94"/>
                  <a:pt x="253" y="74"/>
                  <a:pt x="238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3" name=""/>
          <p:cNvSpPr/>
          <p:nvPr/>
        </p:nvSpPr>
        <p:spPr>
          <a:xfrm>
            <a:off x="4828320" y="34002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2" y="0"/>
                  <a:pt x="177" y="0"/>
                </a:cubicBezTo>
                <a:cubicBezTo>
                  <a:pt x="204" y="0"/>
                  <a:pt x="231" y="7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8"/>
                  <a:pt x="356" y="212"/>
                  <a:pt x="356" y="293"/>
                </a:cubicBezTo>
                <a:cubicBezTo>
                  <a:pt x="356" y="381"/>
                  <a:pt x="344" y="447"/>
                  <a:pt x="320" y="493"/>
                </a:cubicBezTo>
                <a:cubicBezTo>
                  <a:pt x="308" y="517"/>
                  <a:pt x="293" y="536"/>
                  <a:pt x="273" y="550"/>
                </a:cubicBezTo>
                <a:cubicBezTo>
                  <a:pt x="253" y="564"/>
                  <a:pt x="235" y="573"/>
                  <a:pt x="221" y="576"/>
                </a:cubicBezTo>
                <a:cubicBezTo>
                  <a:pt x="206" y="580"/>
                  <a:pt x="192" y="582"/>
                  <a:pt x="178" y="582"/>
                </a:cubicBezTo>
                <a:cubicBezTo>
                  <a:pt x="163" y="582"/>
                  <a:pt x="148" y="580"/>
                  <a:pt x="134" y="577"/>
                </a:cubicBezTo>
                <a:cubicBezTo>
                  <a:pt x="119" y="574"/>
                  <a:pt x="102" y="565"/>
                  <a:pt x="82" y="550"/>
                </a:cubicBezTo>
                <a:cubicBezTo>
                  <a:pt x="63" y="535"/>
                  <a:pt x="47" y="517"/>
                  <a:pt x="36" y="493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6"/>
                  <a:pt x="82" y="200"/>
                  <a:pt x="82" y="282"/>
                </a:cubicBezTo>
                <a:cubicBezTo>
                  <a:pt x="82" y="371"/>
                  <a:pt x="85" y="430"/>
                  <a:pt x="89" y="458"/>
                </a:cubicBezTo>
                <a:cubicBezTo>
                  <a:pt x="94" y="486"/>
                  <a:pt x="104" y="508"/>
                  <a:pt x="119" y="525"/>
                </a:cubicBezTo>
                <a:cubicBezTo>
                  <a:pt x="135" y="542"/>
                  <a:pt x="155" y="550"/>
                  <a:pt x="178" y="550"/>
                </a:cubicBezTo>
                <a:cubicBezTo>
                  <a:pt x="200" y="550"/>
                  <a:pt x="219" y="542"/>
                  <a:pt x="235" y="525"/>
                </a:cubicBezTo>
                <a:cubicBezTo>
                  <a:pt x="251" y="508"/>
                  <a:pt x="263" y="484"/>
                  <a:pt x="267" y="454"/>
                </a:cubicBezTo>
                <a:cubicBezTo>
                  <a:pt x="270" y="423"/>
                  <a:pt x="273" y="366"/>
                  <a:pt x="273" y="282"/>
                </a:cubicBezTo>
                <a:cubicBezTo>
                  <a:pt x="273" y="201"/>
                  <a:pt x="271" y="147"/>
                  <a:pt x="267" y="120"/>
                </a:cubicBezTo>
                <a:cubicBezTo>
                  <a:pt x="262" y="94"/>
                  <a:pt x="252" y="74"/>
                  <a:pt x="238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4" name=""/>
          <p:cNvSpPr/>
          <p:nvPr/>
        </p:nvSpPr>
        <p:spPr>
          <a:xfrm>
            <a:off x="5292720" y="3468240"/>
            <a:ext cx="170280" cy="138240"/>
          </a:xfrm>
          <a:custGeom>
            <a:avLst/>
            <a:gdLst/>
            <a:ahLst/>
            <a:rect l="0" t="0" r="r" b="b"/>
            <a:pathLst>
              <a:path w="473" h="384">
                <a:moveTo>
                  <a:pt x="0" y="132"/>
                </a:moveTo>
                <a:cubicBezTo>
                  <a:pt x="1" y="129"/>
                  <a:pt x="2" y="124"/>
                  <a:pt x="3" y="119"/>
                </a:cubicBezTo>
                <a:cubicBezTo>
                  <a:pt x="4" y="113"/>
                  <a:pt x="7" y="101"/>
                  <a:pt x="13" y="86"/>
                </a:cubicBezTo>
                <a:cubicBezTo>
                  <a:pt x="19" y="70"/>
                  <a:pt x="24" y="57"/>
                  <a:pt x="30" y="46"/>
                </a:cubicBezTo>
                <a:cubicBezTo>
                  <a:pt x="36" y="35"/>
                  <a:pt x="45" y="25"/>
                  <a:pt x="58" y="15"/>
                </a:cubicBezTo>
                <a:cubicBezTo>
                  <a:pt x="71" y="5"/>
                  <a:pt x="84" y="0"/>
                  <a:pt x="97" y="0"/>
                </a:cubicBezTo>
                <a:cubicBezTo>
                  <a:pt x="117" y="0"/>
                  <a:pt x="134" y="5"/>
                  <a:pt x="147" y="15"/>
                </a:cubicBezTo>
                <a:cubicBezTo>
                  <a:pt x="161" y="26"/>
                  <a:pt x="170" y="35"/>
                  <a:pt x="174" y="44"/>
                </a:cubicBezTo>
                <a:cubicBezTo>
                  <a:pt x="177" y="53"/>
                  <a:pt x="179" y="59"/>
                  <a:pt x="179" y="62"/>
                </a:cubicBezTo>
                <a:cubicBezTo>
                  <a:pt x="179" y="63"/>
                  <a:pt x="179" y="64"/>
                  <a:pt x="180" y="64"/>
                </a:cubicBezTo>
                <a:lnTo>
                  <a:pt x="189" y="54"/>
                </a:lnTo>
                <a:cubicBezTo>
                  <a:pt x="223" y="18"/>
                  <a:pt x="262" y="0"/>
                  <a:pt x="306" y="0"/>
                </a:cubicBezTo>
                <a:cubicBezTo>
                  <a:pt x="337" y="0"/>
                  <a:pt x="361" y="8"/>
                  <a:pt x="380" y="23"/>
                </a:cubicBezTo>
                <a:cubicBezTo>
                  <a:pt x="398" y="38"/>
                  <a:pt x="408" y="61"/>
                  <a:pt x="408" y="90"/>
                </a:cubicBezTo>
                <a:cubicBezTo>
                  <a:pt x="409" y="120"/>
                  <a:pt x="398" y="164"/>
                  <a:pt x="376" y="223"/>
                </a:cubicBezTo>
                <a:cubicBezTo>
                  <a:pt x="354" y="283"/>
                  <a:pt x="344" y="318"/>
                  <a:pt x="344" y="331"/>
                </a:cubicBezTo>
                <a:cubicBezTo>
                  <a:pt x="344" y="345"/>
                  <a:pt x="349" y="353"/>
                  <a:pt x="359" y="353"/>
                </a:cubicBezTo>
                <a:cubicBezTo>
                  <a:pt x="362" y="353"/>
                  <a:pt x="365" y="352"/>
                  <a:pt x="366" y="352"/>
                </a:cubicBezTo>
                <a:cubicBezTo>
                  <a:pt x="383" y="349"/>
                  <a:pt x="397" y="338"/>
                  <a:pt x="410" y="320"/>
                </a:cubicBezTo>
                <a:cubicBezTo>
                  <a:pt x="423" y="301"/>
                  <a:pt x="433" y="279"/>
                  <a:pt x="440" y="252"/>
                </a:cubicBezTo>
                <a:cubicBezTo>
                  <a:pt x="441" y="248"/>
                  <a:pt x="446" y="245"/>
                  <a:pt x="457" y="245"/>
                </a:cubicBezTo>
                <a:cubicBezTo>
                  <a:pt x="468" y="245"/>
                  <a:pt x="473" y="248"/>
                  <a:pt x="473" y="252"/>
                </a:cubicBezTo>
                <a:cubicBezTo>
                  <a:pt x="473" y="253"/>
                  <a:pt x="472" y="257"/>
                  <a:pt x="470" y="265"/>
                </a:cubicBezTo>
                <a:cubicBezTo>
                  <a:pt x="466" y="281"/>
                  <a:pt x="459" y="297"/>
                  <a:pt x="452" y="313"/>
                </a:cubicBezTo>
                <a:cubicBezTo>
                  <a:pt x="444" y="329"/>
                  <a:pt x="431" y="344"/>
                  <a:pt x="413" y="360"/>
                </a:cubicBezTo>
                <a:cubicBezTo>
                  <a:pt x="395" y="376"/>
                  <a:pt x="375" y="384"/>
                  <a:pt x="354" y="383"/>
                </a:cubicBezTo>
                <a:cubicBezTo>
                  <a:pt x="328" y="383"/>
                  <a:pt x="309" y="375"/>
                  <a:pt x="297" y="360"/>
                </a:cubicBezTo>
                <a:cubicBezTo>
                  <a:pt x="285" y="345"/>
                  <a:pt x="279" y="329"/>
                  <a:pt x="279" y="313"/>
                </a:cubicBezTo>
                <a:cubicBezTo>
                  <a:pt x="279" y="302"/>
                  <a:pt x="289" y="268"/>
                  <a:pt x="310" y="212"/>
                </a:cubicBezTo>
                <a:cubicBezTo>
                  <a:pt x="330" y="155"/>
                  <a:pt x="340" y="112"/>
                  <a:pt x="341" y="82"/>
                </a:cubicBezTo>
                <a:cubicBezTo>
                  <a:pt x="341" y="49"/>
                  <a:pt x="329" y="32"/>
                  <a:pt x="304" y="32"/>
                </a:cubicBezTo>
                <a:lnTo>
                  <a:pt x="300" y="32"/>
                </a:lnTo>
                <a:cubicBezTo>
                  <a:pt x="251" y="32"/>
                  <a:pt x="210" y="61"/>
                  <a:pt x="177" y="119"/>
                </a:cubicBezTo>
                <a:lnTo>
                  <a:pt x="171" y="129"/>
                </a:lnTo>
                <a:lnTo>
                  <a:pt x="142" y="242"/>
                </a:lnTo>
                <a:cubicBezTo>
                  <a:pt x="124" y="316"/>
                  <a:pt x="113" y="355"/>
                  <a:pt x="110" y="361"/>
                </a:cubicBezTo>
                <a:cubicBezTo>
                  <a:pt x="103" y="376"/>
                  <a:pt x="91" y="384"/>
                  <a:pt x="74" y="384"/>
                </a:cubicBezTo>
                <a:cubicBezTo>
                  <a:pt x="67" y="384"/>
                  <a:pt x="61" y="382"/>
                  <a:pt x="56" y="379"/>
                </a:cubicBezTo>
                <a:cubicBezTo>
                  <a:pt x="52" y="375"/>
                  <a:pt x="49" y="372"/>
                  <a:pt x="47" y="369"/>
                </a:cubicBezTo>
                <a:cubicBezTo>
                  <a:pt x="45" y="365"/>
                  <a:pt x="45" y="362"/>
                  <a:pt x="45" y="360"/>
                </a:cubicBezTo>
                <a:cubicBezTo>
                  <a:pt x="45" y="353"/>
                  <a:pt x="56" y="307"/>
                  <a:pt x="77" y="223"/>
                </a:cubicBezTo>
                <a:cubicBezTo>
                  <a:pt x="99" y="138"/>
                  <a:pt x="110" y="91"/>
                  <a:pt x="111" y="84"/>
                </a:cubicBezTo>
                <a:cubicBezTo>
                  <a:pt x="112" y="81"/>
                  <a:pt x="112" y="75"/>
                  <a:pt x="112" y="64"/>
                </a:cubicBezTo>
                <a:cubicBezTo>
                  <a:pt x="112" y="43"/>
                  <a:pt x="105" y="32"/>
                  <a:pt x="92" y="32"/>
                </a:cubicBezTo>
                <a:cubicBezTo>
                  <a:pt x="70" y="32"/>
                  <a:pt x="52" y="60"/>
                  <a:pt x="38" y="117"/>
                </a:cubicBezTo>
                <a:cubicBezTo>
                  <a:pt x="35" y="128"/>
                  <a:pt x="33" y="134"/>
                  <a:pt x="33" y="135"/>
                </a:cubicBezTo>
                <a:cubicBezTo>
                  <a:pt x="32" y="138"/>
                  <a:pt x="27" y="140"/>
                  <a:pt x="17" y="140"/>
                </a:cubicBezTo>
                <a:lnTo>
                  <a:pt x="5" y="140"/>
                </a:lnTo>
                <a:cubicBezTo>
                  <a:pt x="2" y="136"/>
                  <a:pt x="0" y="134"/>
                  <a:pt x="0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5" name=""/>
          <p:cNvSpPr/>
          <p:nvPr/>
        </p:nvSpPr>
        <p:spPr>
          <a:xfrm>
            <a:off x="5570280" y="3491280"/>
            <a:ext cx="203040" cy="71280"/>
          </a:xfrm>
          <a:custGeom>
            <a:avLst/>
            <a:gdLst/>
            <a:ahLst/>
            <a:rect l="0" t="0" r="r" b="b"/>
            <a:pathLst>
              <a:path w="564" h="198">
                <a:moveTo>
                  <a:pt x="0" y="17"/>
                </a:moveTo>
                <a:cubicBezTo>
                  <a:pt x="0" y="9"/>
                  <a:pt x="4" y="4"/>
                  <a:pt x="12" y="0"/>
                </a:cubicBezTo>
                <a:lnTo>
                  <a:pt x="551" y="0"/>
                </a:lnTo>
                <a:cubicBezTo>
                  <a:pt x="560" y="4"/>
                  <a:pt x="564" y="10"/>
                  <a:pt x="564" y="17"/>
                </a:cubicBezTo>
                <a:cubicBezTo>
                  <a:pt x="564" y="23"/>
                  <a:pt x="560" y="28"/>
                  <a:pt x="552" y="33"/>
                </a:cubicBezTo>
                <a:lnTo>
                  <a:pt x="282" y="33"/>
                </a:lnTo>
                <a:lnTo>
                  <a:pt x="14" y="33"/>
                </a:lnTo>
                <a:cubicBezTo>
                  <a:pt x="5" y="31"/>
                  <a:pt x="0" y="25"/>
                  <a:pt x="0" y="17"/>
                </a:cubicBezTo>
                <a:moveTo>
                  <a:pt x="0" y="181"/>
                </a:moveTo>
                <a:cubicBezTo>
                  <a:pt x="0" y="173"/>
                  <a:pt x="5" y="167"/>
                  <a:pt x="14" y="164"/>
                </a:cubicBezTo>
                <a:lnTo>
                  <a:pt x="552" y="164"/>
                </a:lnTo>
                <a:cubicBezTo>
                  <a:pt x="560" y="170"/>
                  <a:pt x="564" y="176"/>
                  <a:pt x="564" y="181"/>
                </a:cubicBezTo>
                <a:cubicBezTo>
                  <a:pt x="564" y="189"/>
                  <a:pt x="560" y="194"/>
                  <a:pt x="551" y="198"/>
                </a:cubicBezTo>
                <a:lnTo>
                  <a:pt x="12" y="198"/>
                </a:lnTo>
                <a:cubicBezTo>
                  <a:pt x="4" y="194"/>
                  <a:pt x="0" y="189"/>
                  <a:pt x="0" y="1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6" name=""/>
          <p:cNvSpPr/>
          <p:nvPr/>
        </p:nvSpPr>
        <p:spPr>
          <a:xfrm>
            <a:off x="5889600" y="3400200"/>
            <a:ext cx="121680" cy="203040"/>
          </a:xfrm>
          <a:custGeom>
            <a:avLst/>
            <a:gdLst/>
            <a:ahLst/>
            <a:rect l="0" t="0" r="r" b="b"/>
            <a:pathLst>
              <a:path w="338" h="564">
                <a:moveTo>
                  <a:pt x="50" y="200"/>
                </a:moveTo>
                <a:cubicBezTo>
                  <a:pt x="34" y="200"/>
                  <a:pt x="22" y="195"/>
                  <a:pt x="13" y="185"/>
                </a:cubicBezTo>
                <a:cubicBezTo>
                  <a:pt x="4" y="175"/>
                  <a:pt x="0" y="163"/>
                  <a:pt x="0" y="148"/>
                </a:cubicBezTo>
                <a:cubicBezTo>
                  <a:pt x="0" y="108"/>
                  <a:pt x="15" y="73"/>
                  <a:pt x="45" y="44"/>
                </a:cubicBezTo>
                <a:cubicBezTo>
                  <a:pt x="74" y="15"/>
                  <a:pt x="112" y="0"/>
                  <a:pt x="156" y="0"/>
                </a:cubicBezTo>
                <a:cubicBezTo>
                  <a:pt x="207" y="0"/>
                  <a:pt x="250" y="16"/>
                  <a:pt x="285" y="47"/>
                </a:cubicBezTo>
                <a:cubicBezTo>
                  <a:pt x="320" y="79"/>
                  <a:pt x="337" y="120"/>
                  <a:pt x="338" y="170"/>
                </a:cubicBezTo>
                <a:cubicBezTo>
                  <a:pt x="338" y="194"/>
                  <a:pt x="332" y="217"/>
                  <a:pt x="321" y="239"/>
                </a:cubicBezTo>
                <a:cubicBezTo>
                  <a:pt x="310" y="261"/>
                  <a:pt x="296" y="280"/>
                  <a:pt x="280" y="297"/>
                </a:cubicBezTo>
                <a:cubicBezTo>
                  <a:pt x="264" y="313"/>
                  <a:pt x="241" y="334"/>
                  <a:pt x="212" y="359"/>
                </a:cubicBezTo>
                <a:cubicBezTo>
                  <a:pt x="192" y="376"/>
                  <a:pt x="163" y="403"/>
                  <a:pt x="127" y="438"/>
                </a:cubicBezTo>
                <a:lnTo>
                  <a:pt x="78" y="485"/>
                </a:lnTo>
                <a:lnTo>
                  <a:pt x="142" y="486"/>
                </a:lnTo>
                <a:cubicBezTo>
                  <a:pt x="230" y="486"/>
                  <a:pt x="278" y="484"/>
                  <a:pt x="284" y="482"/>
                </a:cubicBezTo>
                <a:cubicBezTo>
                  <a:pt x="288" y="481"/>
                  <a:pt x="294" y="455"/>
                  <a:pt x="304" y="406"/>
                </a:cubicBezTo>
                <a:lnTo>
                  <a:pt x="304" y="404"/>
                </a:lnTo>
                <a:lnTo>
                  <a:pt x="338" y="404"/>
                </a:lnTo>
                <a:lnTo>
                  <a:pt x="338" y="406"/>
                </a:lnTo>
                <a:cubicBezTo>
                  <a:pt x="337" y="408"/>
                  <a:pt x="334" y="434"/>
                  <a:pt x="327" y="483"/>
                </a:cubicBezTo>
                <a:cubicBezTo>
                  <a:pt x="320" y="533"/>
                  <a:pt x="316" y="559"/>
                  <a:pt x="314" y="561"/>
                </a:cubicBezTo>
                <a:lnTo>
                  <a:pt x="314" y="564"/>
                </a:lnTo>
                <a:lnTo>
                  <a:pt x="0" y="564"/>
                </a:lnTo>
                <a:lnTo>
                  <a:pt x="0" y="548"/>
                </a:lnTo>
                <a:lnTo>
                  <a:pt x="0" y="537"/>
                </a:lnTo>
                <a:cubicBezTo>
                  <a:pt x="0" y="533"/>
                  <a:pt x="2" y="529"/>
                  <a:pt x="5" y="525"/>
                </a:cubicBezTo>
                <a:cubicBezTo>
                  <a:pt x="8" y="520"/>
                  <a:pt x="17" y="510"/>
                  <a:pt x="30" y="495"/>
                </a:cubicBezTo>
                <a:cubicBezTo>
                  <a:pt x="47" y="477"/>
                  <a:pt x="61" y="461"/>
                  <a:pt x="72" y="448"/>
                </a:cubicBezTo>
                <a:cubicBezTo>
                  <a:pt x="78" y="442"/>
                  <a:pt x="87" y="432"/>
                  <a:pt x="101" y="417"/>
                </a:cubicBezTo>
                <a:cubicBezTo>
                  <a:pt x="115" y="401"/>
                  <a:pt x="125" y="391"/>
                  <a:pt x="130" y="384"/>
                </a:cubicBezTo>
                <a:cubicBezTo>
                  <a:pt x="135" y="379"/>
                  <a:pt x="143" y="369"/>
                  <a:pt x="154" y="357"/>
                </a:cubicBezTo>
                <a:cubicBezTo>
                  <a:pt x="166" y="344"/>
                  <a:pt x="174" y="334"/>
                  <a:pt x="178" y="328"/>
                </a:cubicBezTo>
                <a:cubicBezTo>
                  <a:pt x="183" y="322"/>
                  <a:pt x="189" y="313"/>
                  <a:pt x="197" y="302"/>
                </a:cubicBezTo>
                <a:cubicBezTo>
                  <a:pt x="206" y="292"/>
                  <a:pt x="212" y="283"/>
                  <a:pt x="215" y="275"/>
                </a:cubicBezTo>
                <a:cubicBezTo>
                  <a:pt x="219" y="268"/>
                  <a:pt x="223" y="260"/>
                  <a:pt x="228" y="251"/>
                </a:cubicBezTo>
                <a:cubicBezTo>
                  <a:pt x="233" y="242"/>
                  <a:pt x="237" y="233"/>
                  <a:pt x="239" y="224"/>
                </a:cubicBezTo>
                <a:cubicBezTo>
                  <a:pt x="241" y="215"/>
                  <a:pt x="243" y="206"/>
                  <a:pt x="245" y="199"/>
                </a:cubicBezTo>
                <a:cubicBezTo>
                  <a:pt x="246" y="191"/>
                  <a:pt x="247" y="181"/>
                  <a:pt x="247" y="171"/>
                </a:cubicBezTo>
                <a:cubicBezTo>
                  <a:pt x="247" y="135"/>
                  <a:pt x="238" y="105"/>
                  <a:pt x="219" y="79"/>
                </a:cubicBezTo>
                <a:cubicBezTo>
                  <a:pt x="199" y="53"/>
                  <a:pt x="172" y="40"/>
                  <a:pt x="137" y="40"/>
                </a:cubicBezTo>
                <a:cubicBezTo>
                  <a:pt x="118" y="40"/>
                  <a:pt x="102" y="45"/>
                  <a:pt x="88" y="54"/>
                </a:cubicBezTo>
                <a:cubicBezTo>
                  <a:pt x="74" y="64"/>
                  <a:pt x="64" y="73"/>
                  <a:pt x="58" y="82"/>
                </a:cubicBezTo>
                <a:cubicBezTo>
                  <a:pt x="52" y="91"/>
                  <a:pt x="50" y="96"/>
                  <a:pt x="50" y="98"/>
                </a:cubicBezTo>
                <a:cubicBezTo>
                  <a:pt x="50" y="99"/>
                  <a:pt x="51" y="99"/>
                  <a:pt x="54" y="99"/>
                </a:cubicBezTo>
                <a:cubicBezTo>
                  <a:pt x="64" y="99"/>
                  <a:pt x="74" y="103"/>
                  <a:pt x="85" y="111"/>
                </a:cubicBezTo>
                <a:cubicBezTo>
                  <a:pt x="96" y="119"/>
                  <a:pt x="101" y="132"/>
                  <a:pt x="101" y="150"/>
                </a:cubicBezTo>
                <a:cubicBezTo>
                  <a:pt x="101" y="164"/>
                  <a:pt x="97" y="176"/>
                  <a:pt x="88" y="185"/>
                </a:cubicBezTo>
                <a:cubicBezTo>
                  <a:pt x="79" y="195"/>
                  <a:pt x="66" y="200"/>
                  <a:pt x="50" y="2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7" name=""/>
          <p:cNvSpPr/>
          <p:nvPr/>
        </p:nvSpPr>
        <p:spPr>
          <a:xfrm>
            <a:off x="6038280" y="34002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4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8"/>
                  <a:pt x="356" y="212"/>
                  <a:pt x="356" y="293"/>
                </a:cubicBezTo>
                <a:cubicBezTo>
                  <a:pt x="356" y="381"/>
                  <a:pt x="344" y="447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5"/>
                  <a:pt x="47" y="517"/>
                  <a:pt x="36" y="493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5" y="93"/>
                  <a:pt x="89" y="119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5" y="486"/>
                  <a:pt x="105" y="508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2" y="550"/>
                  <a:pt x="221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1"/>
                  <a:pt x="271" y="147"/>
                  <a:pt x="267" y="120"/>
                </a:cubicBezTo>
                <a:cubicBezTo>
                  <a:pt x="262" y="94"/>
                  <a:pt x="253" y="74"/>
                  <a:pt x="239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8" name=""/>
          <p:cNvSpPr/>
          <p:nvPr/>
        </p:nvSpPr>
        <p:spPr>
          <a:xfrm>
            <a:off x="6190200" y="34002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9"/>
                </a:moveTo>
                <a:cubicBezTo>
                  <a:pt x="81" y="23"/>
                  <a:pt x="124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7" y="37"/>
                  <a:pt x="308" y="63"/>
                  <a:pt x="325" y="100"/>
                </a:cubicBezTo>
                <a:cubicBezTo>
                  <a:pt x="346" y="148"/>
                  <a:pt x="357" y="212"/>
                  <a:pt x="357" y="293"/>
                </a:cubicBezTo>
                <a:cubicBezTo>
                  <a:pt x="357" y="381"/>
                  <a:pt x="345" y="447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80"/>
                  <a:pt x="193" y="582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4"/>
                  <a:pt x="104" y="565"/>
                  <a:pt x="84" y="550"/>
                </a:cubicBezTo>
                <a:cubicBezTo>
                  <a:pt x="64" y="535"/>
                  <a:pt x="49" y="517"/>
                  <a:pt x="37" y="493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5"/>
                  <a:pt x="16" y="120"/>
                  <a:pt x="49" y="69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8" y="58"/>
                </a:cubicBezTo>
                <a:cubicBezTo>
                  <a:pt x="104" y="73"/>
                  <a:pt x="95" y="93"/>
                  <a:pt x="91" y="119"/>
                </a:cubicBezTo>
                <a:cubicBezTo>
                  <a:pt x="86" y="146"/>
                  <a:pt x="84" y="200"/>
                  <a:pt x="84" y="282"/>
                </a:cubicBezTo>
                <a:cubicBezTo>
                  <a:pt x="84" y="371"/>
                  <a:pt x="86" y="430"/>
                  <a:pt x="91" y="458"/>
                </a:cubicBezTo>
                <a:cubicBezTo>
                  <a:pt x="95" y="486"/>
                  <a:pt x="105" y="508"/>
                  <a:pt x="121" y="525"/>
                </a:cubicBezTo>
                <a:cubicBezTo>
                  <a:pt x="137" y="542"/>
                  <a:pt x="156" y="550"/>
                  <a:pt x="179" y="550"/>
                </a:cubicBezTo>
                <a:cubicBezTo>
                  <a:pt x="202" y="550"/>
                  <a:pt x="221" y="542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1"/>
                  <a:pt x="272" y="147"/>
                  <a:pt x="267" y="120"/>
                </a:cubicBezTo>
                <a:cubicBezTo>
                  <a:pt x="263" y="94"/>
                  <a:pt x="253" y="74"/>
                  <a:pt x="239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733320" y="3313080"/>
            <a:ext cx="96300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Scenario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0" name=""/>
          <p:cNvSpPr/>
          <p:nvPr/>
        </p:nvSpPr>
        <p:spPr>
          <a:xfrm>
            <a:off x="1514160" y="3971880"/>
            <a:ext cx="164880" cy="134640"/>
          </a:xfrm>
          <a:custGeom>
            <a:avLst/>
            <a:gdLst/>
            <a:ahLst/>
            <a:rect l="0" t="0" r="r" b="b"/>
            <a:pathLst>
              <a:path w="458" h="374">
                <a:moveTo>
                  <a:pt x="129" y="374"/>
                </a:moveTo>
                <a:cubicBezTo>
                  <a:pt x="91" y="374"/>
                  <a:pt x="60" y="361"/>
                  <a:pt x="37" y="335"/>
                </a:cubicBezTo>
                <a:cubicBezTo>
                  <a:pt x="13" y="310"/>
                  <a:pt x="1" y="278"/>
                  <a:pt x="0" y="239"/>
                </a:cubicBezTo>
                <a:cubicBezTo>
                  <a:pt x="0" y="183"/>
                  <a:pt x="21" y="131"/>
                  <a:pt x="62" y="82"/>
                </a:cubicBezTo>
                <a:cubicBezTo>
                  <a:pt x="103" y="34"/>
                  <a:pt x="152" y="7"/>
                  <a:pt x="206" y="0"/>
                </a:cubicBezTo>
                <a:cubicBezTo>
                  <a:pt x="207" y="0"/>
                  <a:pt x="246" y="0"/>
                  <a:pt x="325" y="0"/>
                </a:cubicBezTo>
                <a:lnTo>
                  <a:pt x="441" y="0"/>
                </a:lnTo>
                <a:cubicBezTo>
                  <a:pt x="442" y="0"/>
                  <a:pt x="443" y="1"/>
                  <a:pt x="444" y="1"/>
                </a:cubicBezTo>
                <a:cubicBezTo>
                  <a:pt x="445" y="2"/>
                  <a:pt x="446" y="2"/>
                  <a:pt x="447" y="3"/>
                </a:cubicBezTo>
                <a:cubicBezTo>
                  <a:pt x="448" y="4"/>
                  <a:pt x="449" y="4"/>
                  <a:pt x="450" y="5"/>
                </a:cubicBezTo>
                <a:cubicBezTo>
                  <a:pt x="450" y="5"/>
                  <a:pt x="451" y="6"/>
                  <a:pt x="452" y="7"/>
                </a:cubicBezTo>
                <a:cubicBezTo>
                  <a:pt x="453" y="8"/>
                  <a:pt x="454" y="9"/>
                  <a:pt x="454" y="9"/>
                </a:cubicBezTo>
                <a:cubicBezTo>
                  <a:pt x="454" y="9"/>
                  <a:pt x="454" y="10"/>
                  <a:pt x="456" y="12"/>
                </a:cubicBezTo>
                <a:cubicBezTo>
                  <a:pt x="457" y="15"/>
                  <a:pt x="457" y="16"/>
                  <a:pt x="456" y="16"/>
                </a:cubicBezTo>
                <a:cubicBezTo>
                  <a:pt x="456" y="16"/>
                  <a:pt x="456" y="17"/>
                  <a:pt x="457" y="20"/>
                </a:cubicBezTo>
                <a:cubicBezTo>
                  <a:pt x="458" y="23"/>
                  <a:pt x="459" y="24"/>
                  <a:pt x="458" y="25"/>
                </a:cubicBezTo>
                <a:cubicBezTo>
                  <a:pt x="458" y="50"/>
                  <a:pt x="440" y="62"/>
                  <a:pt x="403" y="62"/>
                </a:cubicBezTo>
                <a:cubicBezTo>
                  <a:pt x="399" y="62"/>
                  <a:pt x="394" y="62"/>
                  <a:pt x="389" y="62"/>
                </a:cubicBezTo>
                <a:cubicBezTo>
                  <a:pt x="383" y="62"/>
                  <a:pt x="379" y="62"/>
                  <a:pt x="377" y="61"/>
                </a:cubicBezTo>
                <a:lnTo>
                  <a:pt x="326" y="61"/>
                </a:lnTo>
                <a:lnTo>
                  <a:pt x="331" y="70"/>
                </a:lnTo>
                <a:cubicBezTo>
                  <a:pt x="341" y="91"/>
                  <a:pt x="346" y="115"/>
                  <a:pt x="346" y="142"/>
                </a:cubicBezTo>
                <a:cubicBezTo>
                  <a:pt x="346" y="203"/>
                  <a:pt x="323" y="258"/>
                  <a:pt x="278" y="304"/>
                </a:cubicBezTo>
                <a:cubicBezTo>
                  <a:pt x="233" y="351"/>
                  <a:pt x="184" y="374"/>
                  <a:pt x="129" y="374"/>
                </a:cubicBezTo>
                <a:moveTo>
                  <a:pt x="280" y="129"/>
                </a:moveTo>
                <a:cubicBezTo>
                  <a:pt x="280" y="84"/>
                  <a:pt x="256" y="61"/>
                  <a:pt x="208" y="61"/>
                </a:cubicBezTo>
                <a:cubicBezTo>
                  <a:pt x="138" y="61"/>
                  <a:pt x="92" y="110"/>
                  <a:pt x="71" y="208"/>
                </a:cubicBezTo>
                <a:cubicBezTo>
                  <a:pt x="71" y="210"/>
                  <a:pt x="70" y="212"/>
                  <a:pt x="70" y="213"/>
                </a:cubicBezTo>
                <a:cubicBezTo>
                  <a:pt x="66" y="234"/>
                  <a:pt x="64" y="251"/>
                  <a:pt x="64" y="265"/>
                </a:cubicBezTo>
                <a:cubicBezTo>
                  <a:pt x="64" y="293"/>
                  <a:pt x="71" y="313"/>
                  <a:pt x="85" y="324"/>
                </a:cubicBezTo>
                <a:cubicBezTo>
                  <a:pt x="99" y="335"/>
                  <a:pt x="115" y="341"/>
                  <a:pt x="133" y="342"/>
                </a:cubicBezTo>
                <a:cubicBezTo>
                  <a:pt x="164" y="342"/>
                  <a:pt x="192" y="328"/>
                  <a:pt x="217" y="302"/>
                </a:cubicBezTo>
                <a:cubicBezTo>
                  <a:pt x="234" y="285"/>
                  <a:pt x="247" y="263"/>
                  <a:pt x="257" y="234"/>
                </a:cubicBezTo>
                <a:cubicBezTo>
                  <a:pt x="267" y="206"/>
                  <a:pt x="273" y="184"/>
                  <a:pt x="276" y="167"/>
                </a:cubicBezTo>
                <a:cubicBezTo>
                  <a:pt x="278" y="150"/>
                  <a:pt x="279" y="137"/>
                  <a:pt x="280" y="1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733320" y="3857760"/>
            <a:ext cx="910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S3 (0.5 )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2717640" y="385776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0.947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3924360" y="385776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5283000" y="385776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0.947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5" name=""/>
          <p:cNvSpPr/>
          <p:nvPr/>
        </p:nvSpPr>
        <p:spPr>
          <a:xfrm>
            <a:off x="1514160" y="4457520"/>
            <a:ext cx="164880" cy="134640"/>
          </a:xfrm>
          <a:custGeom>
            <a:avLst/>
            <a:gdLst/>
            <a:ahLst/>
            <a:rect l="0" t="0" r="r" b="b"/>
            <a:pathLst>
              <a:path w="458" h="374">
                <a:moveTo>
                  <a:pt x="129" y="374"/>
                </a:moveTo>
                <a:cubicBezTo>
                  <a:pt x="91" y="374"/>
                  <a:pt x="60" y="362"/>
                  <a:pt x="37" y="336"/>
                </a:cubicBezTo>
                <a:cubicBezTo>
                  <a:pt x="13" y="311"/>
                  <a:pt x="1" y="279"/>
                  <a:pt x="0" y="241"/>
                </a:cubicBezTo>
                <a:cubicBezTo>
                  <a:pt x="0" y="185"/>
                  <a:pt x="21" y="132"/>
                  <a:pt x="62" y="83"/>
                </a:cubicBezTo>
                <a:cubicBezTo>
                  <a:pt x="103" y="34"/>
                  <a:pt x="152" y="7"/>
                  <a:pt x="206" y="1"/>
                </a:cubicBezTo>
                <a:cubicBezTo>
                  <a:pt x="207" y="0"/>
                  <a:pt x="246" y="0"/>
                  <a:pt x="325" y="0"/>
                </a:cubicBezTo>
                <a:lnTo>
                  <a:pt x="441" y="0"/>
                </a:lnTo>
                <a:cubicBezTo>
                  <a:pt x="442" y="1"/>
                  <a:pt x="443" y="1"/>
                  <a:pt x="444" y="2"/>
                </a:cubicBezTo>
                <a:cubicBezTo>
                  <a:pt x="445" y="2"/>
                  <a:pt x="446" y="3"/>
                  <a:pt x="447" y="3"/>
                </a:cubicBezTo>
                <a:cubicBezTo>
                  <a:pt x="448" y="4"/>
                  <a:pt x="449" y="5"/>
                  <a:pt x="450" y="5"/>
                </a:cubicBezTo>
                <a:cubicBezTo>
                  <a:pt x="450" y="6"/>
                  <a:pt x="451" y="6"/>
                  <a:pt x="452" y="8"/>
                </a:cubicBezTo>
                <a:cubicBezTo>
                  <a:pt x="453" y="9"/>
                  <a:pt x="454" y="9"/>
                  <a:pt x="454" y="9"/>
                </a:cubicBezTo>
                <a:cubicBezTo>
                  <a:pt x="454" y="9"/>
                  <a:pt x="454" y="10"/>
                  <a:pt x="456" y="13"/>
                </a:cubicBezTo>
                <a:cubicBezTo>
                  <a:pt x="457" y="15"/>
                  <a:pt x="457" y="16"/>
                  <a:pt x="456" y="16"/>
                </a:cubicBezTo>
                <a:cubicBezTo>
                  <a:pt x="456" y="16"/>
                  <a:pt x="456" y="17"/>
                  <a:pt x="457" y="20"/>
                </a:cubicBezTo>
                <a:cubicBezTo>
                  <a:pt x="458" y="23"/>
                  <a:pt x="459" y="25"/>
                  <a:pt x="458" y="25"/>
                </a:cubicBezTo>
                <a:cubicBezTo>
                  <a:pt x="458" y="50"/>
                  <a:pt x="440" y="62"/>
                  <a:pt x="403" y="62"/>
                </a:cubicBezTo>
                <a:cubicBezTo>
                  <a:pt x="399" y="62"/>
                  <a:pt x="394" y="62"/>
                  <a:pt x="389" y="62"/>
                </a:cubicBezTo>
                <a:cubicBezTo>
                  <a:pt x="383" y="62"/>
                  <a:pt x="379" y="62"/>
                  <a:pt x="377" y="62"/>
                </a:cubicBezTo>
                <a:lnTo>
                  <a:pt x="326" y="62"/>
                </a:lnTo>
                <a:lnTo>
                  <a:pt x="331" y="70"/>
                </a:lnTo>
                <a:cubicBezTo>
                  <a:pt x="341" y="91"/>
                  <a:pt x="346" y="116"/>
                  <a:pt x="346" y="143"/>
                </a:cubicBezTo>
                <a:cubicBezTo>
                  <a:pt x="346" y="205"/>
                  <a:pt x="323" y="259"/>
                  <a:pt x="278" y="305"/>
                </a:cubicBezTo>
                <a:cubicBezTo>
                  <a:pt x="233" y="351"/>
                  <a:pt x="184" y="374"/>
                  <a:pt x="129" y="374"/>
                </a:cubicBezTo>
                <a:moveTo>
                  <a:pt x="280" y="130"/>
                </a:moveTo>
                <a:cubicBezTo>
                  <a:pt x="280" y="84"/>
                  <a:pt x="256" y="62"/>
                  <a:pt x="208" y="62"/>
                </a:cubicBezTo>
                <a:cubicBezTo>
                  <a:pt x="138" y="62"/>
                  <a:pt x="92" y="111"/>
                  <a:pt x="71" y="210"/>
                </a:cubicBezTo>
                <a:cubicBezTo>
                  <a:pt x="71" y="212"/>
                  <a:pt x="70" y="214"/>
                  <a:pt x="70" y="215"/>
                </a:cubicBezTo>
                <a:cubicBezTo>
                  <a:pt x="66" y="236"/>
                  <a:pt x="64" y="253"/>
                  <a:pt x="64" y="266"/>
                </a:cubicBezTo>
                <a:cubicBezTo>
                  <a:pt x="64" y="294"/>
                  <a:pt x="71" y="314"/>
                  <a:pt x="85" y="325"/>
                </a:cubicBezTo>
                <a:cubicBezTo>
                  <a:pt x="99" y="337"/>
                  <a:pt x="115" y="342"/>
                  <a:pt x="133" y="343"/>
                </a:cubicBezTo>
                <a:cubicBezTo>
                  <a:pt x="164" y="343"/>
                  <a:pt x="192" y="330"/>
                  <a:pt x="217" y="303"/>
                </a:cubicBezTo>
                <a:cubicBezTo>
                  <a:pt x="234" y="286"/>
                  <a:pt x="247" y="264"/>
                  <a:pt x="257" y="236"/>
                </a:cubicBezTo>
                <a:cubicBezTo>
                  <a:pt x="267" y="208"/>
                  <a:pt x="273" y="185"/>
                  <a:pt x="276" y="168"/>
                </a:cubicBezTo>
                <a:cubicBezTo>
                  <a:pt x="278" y="151"/>
                  <a:pt x="279" y="139"/>
                  <a:pt x="280" y="1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733320" y="4334040"/>
            <a:ext cx="910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S4 (1.0 )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2717640" y="433404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3924360" y="433404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5283000" y="433404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733320" y="4819680"/>
            <a:ext cx="1132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S6 (Skew)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2717640" y="481968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0.953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3924360" y="481968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5283000" y="481968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733320" y="5305320"/>
            <a:ext cx="1683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S7 (Loc+Scale)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2717640" y="53053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0.917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3924360" y="53053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0.935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5283000" y="53053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0.944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571320" y="5833800"/>
            <a:ext cx="16617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Recommendation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9" name=""/>
          <p:cNvSpPr/>
          <p:nvPr/>
        </p:nvSpPr>
        <p:spPr>
          <a:xfrm>
            <a:off x="2510280" y="5963040"/>
            <a:ext cx="144360" cy="117000"/>
          </a:xfrm>
          <a:custGeom>
            <a:avLst/>
            <a:gdLst/>
            <a:ahLst/>
            <a:rect l="0" t="0" r="r" b="b"/>
            <a:pathLst>
              <a:path w="401" h="325">
                <a:moveTo>
                  <a:pt x="0" y="112"/>
                </a:moveTo>
                <a:cubicBezTo>
                  <a:pt x="1" y="109"/>
                  <a:pt x="2" y="105"/>
                  <a:pt x="3" y="100"/>
                </a:cubicBezTo>
                <a:cubicBezTo>
                  <a:pt x="4" y="95"/>
                  <a:pt x="6" y="86"/>
                  <a:pt x="12" y="73"/>
                </a:cubicBezTo>
                <a:cubicBezTo>
                  <a:pt x="17" y="59"/>
                  <a:pt x="22" y="47"/>
                  <a:pt x="26" y="38"/>
                </a:cubicBezTo>
                <a:cubicBezTo>
                  <a:pt x="31" y="29"/>
                  <a:pt x="39" y="20"/>
                  <a:pt x="50" y="12"/>
                </a:cubicBezTo>
                <a:cubicBezTo>
                  <a:pt x="61" y="3"/>
                  <a:pt x="72" y="-1"/>
                  <a:pt x="83" y="0"/>
                </a:cubicBezTo>
                <a:cubicBezTo>
                  <a:pt x="100" y="0"/>
                  <a:pt x="114" y="4"/>
                  <a:pt x="126" y="13"/>
                </a:cubicBezTo>
                <a:cubicBezTo>
                  <a:pt x="137" y="21"/>
                  <a:pt x="144" y="29"/>
                  <a:pt x="147" y="37"/>
                </a:cubicBezTo>
                <a:cubicBezTo>
                  <a:pt x="150" y="45"/>
                  <a:pt x="152" y="50"/>
                  <a:pt x="152" y="52"/>
                </a:cubicBezTo>
                <a:cubicBezTo>
                  <a:pt x="152" y="53"/>
                  <a:pt x="152" y="53"/>
                  <a:pt x="152" y="53"/>
                </a:cubicBezTo>
                <a:lnTo>
                  <a:pt x="160" y="46"/>
                </a:lnTo>
                <a:cubicBezTo>
                  <a:pt x="189" y="15"/>
                  <a:pt x="222" y="0"/>
                  <a:pt x="259" y="0"/>
                </a:cubicBezTo>
                <a:cubicBezTo>
                  <a:pt x="285" y="0"/>
                  <a:pt x="306" y="6"/>
                  <a:pt x="322" y="19"/>
                </a:cubicBezTo>
                <a:cubicBezTo>
                  <a:pt x="337" y="32"/>
                  <a:pt x="345" y="51"/>
                  <a:pt x="346" y="77"/>
                </a:cubicBezTo>
                <a:cubicBezTo>
                  <a:pt x="346" y="101"/>
                  <a:pt x="337" y="139"/>
                  <a:pt x="319" y="189"/>
                </a:cubicBezTo>
                <a:cubicBezTo>
                  <a:pt x="300" y="239"/>
                  <a:pt x="291" y="269"/>
                  <a:pt x="292" y="280"/>
                </a:cubicBezTo>
                <a:cubicBezTo>
                  <a:pt x="292" y="292"/>
                  <a:pt x="296" y="298"/>
                  <a:pt x="304" y="298"/>
                </a:cubicBezTo>
                <a:cubicBezTo>
                  <a:pt x="307" y="298"/>
                  <a:pt x="309" y="298"/>
                  <a:pt x="310" y="297"/>
                </a:cubicBezTo>
                <a:cubicBezTo>
                  <a:pt x="324" y="295"/>
                  <a:pt x="336" y="286"/>
                  <a:pt x="347" y="270"/>
                </a:cubicBezTo>
                <a:cubicBezTo>
                  <a:pt x="358" y="254"/>
                  <a:pt x="367" y="235"/>
                  <a:pt x="372" y="213"/>
                </a:cubicBezTo>
                <a:cubicBezTo>
                  <a:pt x="373" y="209"/>
                  <a:pt x="378" y="207"/>
                  <a:pt x="387" y="207"/>
                </a:cubicBezTo>
                <a:cubicBezTo>
                  <a:pt x="396" y="207"/>
                  <a:pt x="401" y="209"/>
                  <a:pt x="401" y="213"/>
                </a:cubicBezTo>
                <a:cubicBezTo>
                  <a:pt x="401" y="214"/>
                  <a:pt x="400" y="217"/>
                  <a:pt x="398" y="224"/>
                </a:cubicBezTo>
                <a:cubicBezTo>
                  <a:pt x="394" y="238"/>
                  <a:pt x="389" y="251"/>
                  <a:pt x="382" y="265"/>
                </a:cubicBezTo>
                <a:cubicBezTo>
                  <a:pt x="376" y="278"/>
                  <a:pt x="365" y="291"/>
                  <a:pt x="349" y="305"/>
                </a:cubicBezTo>
                <a:cubicBezTo>
                  <a:pt x="334" y="318"/>
                  <a:pt x="318" y="324"/>
                  <a:pt x="300" y="324"/>
                </a:cubicBezTo>
                <a:cubicBezTo>
                  <a:pt x="278" y="324"/>
                  <a:pt x="262" y="317"/>
                  <a:pt x="252" y="305"/>
                </a:cubicBezTo>
                <a:cubicBezTo>
                  <a:pt x="242" y="292"/>
                  <a:pt x="237" y="278"/>
                  <a:pt x="237" y="265"/>
                </a:cubicBezTo>
                <a:cubicBezTo>
                  <a:pt x="237" y="255"/>
                  <a:pt x="245" y="227"/>
                  <a:pt x="262" y="179"/>
                </a:cubicBezTo>
                <a:cubicBezTo>
                  <a:pt x="279" y="131"/>
                  <a:pt x="288" y="94"/>
                  <a:pt x="289" y="69"/>
                </a:cubicBezTo>
                <a:cubicBezTo>
                  <a:pt x="289" y="41"/>
                  <a:pt x="278" y="27"/>
                  <a:pt x="257" y="27"/>
                </a:cubicBezTo>
                <a:lnTo>
                  <a:pt x="254" y="27"/>
                </a:lnTo>
                <a:cubicBezTo>
                  <a:pt x="213" y="27"/>
                  <a:pt x="178" y="51"/>
                  <a:pt x="150" y="100"/>
                </a:cubicBezTo>
                <a:lnTo>
                  <a:pt x="145" y="109"/>
                </a:lnTo>
                <a:lnTo>
                  <a:pt x="121" y="204"/>
                </a:lnTo>
                <a:cubicBezTo>
                  <a:pt x="106" y="267"/>
                  <a:pt x="97" y="300"/>
                  <a:pt x="94" y="305"/>
                </a:cubicBezTo>
                <a:cubicBezTo>
                  <a:pt x="88" y="318"/>
                  <a:pt x="78" y="325"/>
                  <a:pt x="64" y="325"/>
                </a:cubicBezTo>
                <a:cubicBezTo>
                  <a:pt x="57" y="325"/>
                  <a:pt x="52" y="323"/>
                  <a:pt x="49" y="320"/>
                </a:cubicBezTo>
                <a:cubicBezTo>
                  <a:pt x="45" y="317"/>
                  <a:pt x="42" y="315"/>
                  <a:pt x="41" y="312"/>
                </a:cubicBezTo>
                <a:cubicBezTo>
                  <a:pt x="39" y="309"/>
                  <a:pt x="39" y="306"/>
                  <a:pt x="39" y="305"/>
                </a:cubicBezTo>
                <a:cubicBezTo>
                  <a:pt x="39" y="298"/>
                  <a:pt x="48" y="259"/>
                  <a:pt x="66" y="188"/>
                </a:cubicBezTo>
                <a:cubicBezTo>
                  <a:pt x="85" y="117"/>
                  <a:pt x="94" y="78"/>
                  <a:pt x="95" y="72"/>
                </a:cubicBezTo>
                <a:cubicBezTo>
                  <a:pt x="96" y="68"/>
                  <a:pt x="96" y="63"/>
                  <a:pt x="96" y="54"/>
                </a:cubicBezTo>
                <a:cubicBezTo>
                  <a:pt x="96" y="36"/>
                  <a:pt x="90" y="26"/>
                  <a:pt x="79" y="26"/>
                </a:cubicBezTo>
                <a:cubicBezTo>
                  <a:pt x="61" y="26"/>
                  <a:pt x="45" y="50"/>
                  <a:pt x="34" y="99"/>
                </a:cubicBezTo>
                <a:cubicBezTo>
                  <a:pt x="31" y="108"/>
                  <a:pt x="29" y="113"/>
                  <a:pt x="29" y="114"/>
                </a:cubicBezTo>
                <a:cubicBezTo>
                  <a:pt x="28" y="117"/>
                  <a:pt x="24" y="118"/>
                  <a:pt x="16" y="118"/>
                </a:cubicBezTo>
                <a:lnTo>
                  <a:pt x="5" y="118"/>
                </a:lnTo>
                <a:cubicBezTo>
                  <a:pt x="2" y="115"/>
                  <a:pt x="0" y="113"/>
                  <a:pt x="0" y="11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0" name=""/>
          <p:cNvSpPr/>
          <p:nvPr/>
        </p:nvSpPr>
        <p:spPr>
          <a:xfrm>
            <a:off x="2752200" y="5913000"/>
            <a:ext cx="157680" cy="199440"/>
          </a:xfrm>
          <a:custGeom>
            <a:avLst/>
            <a:gdLst/>
            <a:ahLst/>
            <a:rect l="0" t="0" r="r" b="b"/>
            <a:pathLst>
              <a:path w="438" h="554">
                <a:moveTo>
                  <a:pt x="0" y="14"/>
                </a:moveTo>
                <a:cubicBezTo>
                  <a:pt x="0" y="11"/>
                  <a:pt x="2" y="7"/>
                  <a:pt x="4" y="4"/>
                </a:cubicBezTo>
                <a:cubicBezTo>
                  <a:pt x="7" y="2"/>
                  <a:pt x="10" y="0"/>
                  <a:pt x="12" y="0"/>
                </a:cubicBezTo>
                <a:cubicBezTo>
                  <a:pt x="15" y="0"/>
                  <a:pt x="52" y="16"/>
                  <a:pt x="122" y="49"/>
                </a:cubicBezTo>
                <a:cubicBezTo>
                  <a:pt x="191" y="81"/>
                  <a:pt x="260" y="114"/>
                  <a:pt x="329" y="147"/>
                </a:cubicBezTo>
                <a:cubicBezTo>
                  <a:pt x="398" y="180"/>
                  <a:pt x="433" y="196"/>
                  <a:pt x="433" y="197"/>
                </a:cubicBezTo>
                <a:cubicBezTo>
                  <a:pt x="436" y="199"/>
                  <a:pt x="438" y="203"/>
                  <a:pt x="438" y="207"/>
                </a:cubicBezTo>
                <a:cubicBezTo>
                  <a:pt x="438" y="212"/>
                  <a:pt x="436" y="216"/>
                  <a:pt x="433" y="218"/>
                </a:cubicBezTo>
                <a:cubicBezTo>
                  <a:pt x="432" y="219"/>
                  <a:pt x="361" y="252"/>
                  <a:pt x="223" y="317"/>
                </a:cubicBezTo>
                <a:lnTo>
                  <a:pt x="17" y="415"/>
                </a:lnTo>
                <a:lnTo>
                  <a:pt x="13" y="415"/>
                </a:lnTo>
                <a:cubicBezTo>
                  <a:pt x="4" y="414"/>
                  <a:pt x="0" y="409"/>
                  <a:pt x="0" y="400"/>
                </a:cubicBezTo>
                <a:cubicBezTo>
                  <a:pt x="0" y="400"/>
                  <a:pt x="0" y="399"/>
                  <a:pt x="0" y="398"/>
                </a:cubicBezTo>
                <a:cubicBezTo>
                  <a:pt x="0" y="395"/>
                  <a:pt x="3" y="391"/>
                  <a:pt x="11" y="387"/>
                </a:cubicBezTo>
                <a:cubicBezTo>
                  <a:pt x="20" y="382"/>
                  <a:pt x="56" y="365"/>
                  <a:pt x="118" y="335"/>
                </a:cubicBezTo>
                <a:cubicBezTo>
                  <a:pt x="155" y="318"/>
                  <a:pt x="186" y="303"/>
                  <a:pt x="211" y="292"/>
                </a:cubicBezTo>
                <a:lnTo>
                  <a:pt x="388" y="207"/>
                </a:lnTo>
                <a:lnTo>
                  <a:pt x="198" y="117"/>
                </a:lnTo>
                <a:cubicBezTo>
                  <a:pt x="165" y="102"/>
                  <a:pt x="127" y="83"/>
                  <a:pt x="84" y="63"/>
                </a:cubicBezTo>
                <a:cubicBezTo>
                  <a:pt x="42" y="43"/>
                  <a:pt x="18" y="32"/>
                  <a:pt x="11" y="28"/>
                </a:cubicBezTo>
                <a:cubicBezTo>
                  <a:pt x="4" y="24"/>
                  <a:pt x="1" y="20"/>
                  <a:pt x="0" y="14"/>
                </a:cubicBezTo>
                <a:moveTo>
                  <a:pt x="1" y="540"/>
                </a:moveTo>
                <a:cubicBezTo>
                  <a:pt x="1" y="535"/>
                  <a:pt x="4" y="530"/>
                  <a:pt x="12" y="526"/>
                </a:cubicBezTo>
                <a:lnTo>
                  <a:pt x="426" y="526"/>
                </a:lnTo>
                <a:cubicBezTo>
                  <a:pt x="434" y="529"/>
                  <a:pt x="438" y="533"/>
                  <a:pt x="438" y="540"/>
                </a:cubicBezTo>
                <a:cubicBezTo>
                  <a:pt x="438" y="546"/>
                  <a:pt x="434" y="550"/>
                  <a:pt x="427" y="554"/>
                </a:cubicBezTo>
                <a:lnTo>
                  <a:pt x="11" y="554"/>
                </a:lnTo>
                <a:cubicBezTo>
                  <a:pt x="4" y="551"/>
                  <a:pt x="1" y="546"/>
                  <a:pt x="1" y="5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1" name=""/>
          <p:cNvSpPr/>
          <p:nvPr/>
        </p:nvSpPr>
        <p:spPr>
          <a:xfrm>
            <a:off x="3024000" y="5905440"/>
            <a:ext cx="88920" cy="171720"/>
          </a:xfrm>
          <a:custGeom>
            <a:avLst/>
            <a:gdLst/>
            <a:ahLst/>
            <a:rect l="0" t="0" r="r" b="b"/>
            <a:pathLst>
              <a:path w="247" h="477">
                <a:moveTo>
                  <a:pt x="94" y="64"/>
                </a:moveTo>
                <a:lnTo>
                  <a:pt x="84" y="67"/>
                </a:lnTo>
                <a:cubicBezTo>
                  <a:pt x="78" y="70"/>
                  <a:pt x="68" y="72"/>
                  <a:pt x="56" y="74"/>
                </a:cubicBezTo>
                <a:cubicBezTo>
                  <a:pt x="42" y="77"/>
                  <a:pt x="29" y="78"/>
                  <a:pt x="13" y="79"/>
                </a:cubicBezTo>
                <a:lnTo>
                  <a:pt x="0" y="79"/>
                </a:lnTo>
                <a:lnTo>
                  <a:pt x="0" y="46"/>
                </a:lnTo>
                <a:lnTo>
                  <a:pt x="13" y="46"/>
                </a:lnTo>
                <a:cubicBezTo>
                  <a:pt x="36" y="45"/>
                  <a:pt x="57" y="42"/>
                  <a:pt x="76" y="36"/>
                </a:cubicBezTo>
                <a:cubicBezTo>
                  <a:pt x="96" y="29"/>
                  <a:pt x="109" y="24"/>
                  <a:pt x="117" y="19"/>
                </a:cubicBezTo>
                <a:cubicBezTo>
                  <a:pt x="124" y="12"/>
                  <a:pt x="131" y="7"/>
                  <a:pt x="137" y="2"/>
                </a:cubicBezTo>
                <a:cubicBezTo>
                  <a:pt x="137" y="0"/>
                  <a:pt x="140" y="0"/>
                  <a:pt x="145" y="0"/>
                </a:cubicBezTo>
                <a:cubicBezTo>
                  <a:pt x="149" y="0"/>
                  <a:pt x="153" y="1"/>
                  <a:pt x="157" y="4"/>
                </a:cubicBezTo>
                <a:lnTo>
                  <a:pt x="157" y="219"/>
                </a:lnTo>
                <a:lnTo>
                  <a:pt x="158" y="433"/>
                </a:lnTo>
                <a:cubicBezTo>
                  <a:pt x="161" y="436"/>
                  <a:pt x="164" y="439"/>
                  <a:pt x="167" y="440"/>
                </a:cubicBezTo>
                <a:cubicBezTo>
                  <a:pt x="169" y="440"/>
                  <a:pt x="175" y="441"/>
                  <a:pt x="184" y="442"/>
                </a:cubicBezTo>
                <a:cubicBezTo>
                  <a:pt x="193" y="443"/>
                  <a:pt x="208" y="444"/>
                  <a:pt x="228" y="444"/>
                </a:cubicBezTo>
                <a:lnTo>
                  <a:pt x="247" y="444"/>
                </a:lnTo>
                <a:lnTo>
                  <a:pt x="247" y="477"/>
                </a:lnTo>
                <a:lnTo>
                  <a:pt x="239" y="477"/>
                </a:lnTo>
                <a:cubicBezTo>
                  <a:pt x="229" y="475"/>
                  <a:pt x="191" y="475"/>
                  <a:pt x="125" y="475"/>
                </a:cubicBezTo>
                <a:cubicBezTo>
                  <a:pt x="60" y="475"/>
                  <a:pt x="22" y="475"/>
                  <a:pt x="12" y="477"/>
                </a:cubicBezTo>
                <a:lnTo>
                  <a:pt x="3" y="477"/>
                </a:lnTo>
                <a:lnTo>
                  <a:pt x="3" y="444"/>
                </a:lnTo>
                <a:lnTo>
                  <a:pt x="22" y="444"/>
                </a:lnTo>
                <a:cubicBezTo>
                  <a:pt x="32" y="444"/>
                  <a:pt x="41" y="444"/>
                  <a:pt x="49" y="444"/>
                </a:cubicBezTo>
                <a:cubicBezTo>
                  <a:pt x="58" y="444"/>
                  <a:pt x="64" y="444"/>
                  <a:pt x="68" y="443"/>
                </a:cubicBezTo>
                <a:cubicBezTo>
                  <a:pt x="72" y="443"/>
                  <a:pt x="76" y="442"/>
                  <a:pt x="79" y="441"/>
                </a:cubicBezTo>
                <a:cubicBezTo>
                  <a:pt x="83" y="440"/>
                  <a:pt x="85" y="440"/>
                  <a:pt x="85" y="440"/>
                </a:cubicBezTo>
                <a:cubicBezTo>
                  <a:pt x="86" y="440"/>
                  <a:pt x="87" y="438"/>
                  <a:pt x="89" y="436"/>
                </a:cubicBezTo>
                <a:cubicBezTo>
                  <a:pt x="92" y="434"/>
                  <a:pt x="93" y="433"/>
                  <a:pt x="94" y="433"/>
                </a:cubicBezTo>
                <a:lnTo>
                  <a:pt x="94" y="6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2" name=""/>
          <p:cNvSpPr/>
          <p:nvPr/>
        </p:nvSpPr>
        <p:spPr>
          <a:xfrm>
            <a:off x="3141360" y="5905440"/>
            <a:ext cx="108720" cy="177120"/>
          </a:xfrm>
          <a:custGeom>
            <a:avLst/>
            <a:gdLst/>
            <a:ahLst/>
            <a:rect l="0" t="0" r="r" b="b"/>
            <a:pathLst>
              <a:path w="302" h="492">
                <a:moveTo>
                  <a:pt x="40" y="59"/>
                </a:moveTo>
                <a:cubicBezTo>
                  <a:pt x="67" y="19"/>
                  <a:pt x="104" y="0"/>
                  <a:pt x="151" y="0"/>
                </a:cubicBezTo>
                <a:cubicBezTo>
                  <a:pt x="174" y="0"/>
                  <a:pt x="196" y="6"/>
                  <a:pt x="219" y="18"/>
                </a:cubicBezTo>
                <a:cubicBezTo>
                  <a:pt x="242" y="31"/>
                  <a:pt x="261" y="54"/>
                  <a:pt x="275" y="85"/>
                </a:cubicBezTo>
                <a:cubicBezTo>
                  <a:pt x="293" y="125"/>
                  <a:pt x="302" y="179"/>
                  <a:pt x="302" y="248"/>
                </a:cubicBezTo>
                <a:cubicBezTo>
                  <a:pt x="302" y="322"/>
                  <a:pt x="291" y="378"/>
                  <a:pt x="271" y="417"/>
                </a:cubicBezTo>
                <a:cubicBezTo>
                  <a:pt x="261" y="437"/>
                  <a:pt x="248" y="453"/>
                  <a:pt x="232" y="465"/>
                </a:cubicBezTo>
                <a:cubicBezTo>
                  <a:pt x="215" y="477"/>
                  <a:pt x="200" y="485"/>
                  <a:pt x="188" y="487"/>
                </a:cubicBezTo>
                <a:cubicBezTo>
                  <a:pt x="176" y="490"/>
                  <a:pt x="163" y="492"/>
                  <a:pt x="151" y="492"/>
                </a:cubicBezTo>
                <a:cubicBezTo>
                  <a:pt x="139" y="492"/>
                  <a:pt x="127" y="491"/>
                  <a:pt x="113" y="488"/>
                </a:cubicBezTo>
                <a:cubicBezTo>
                  <a:pt x="101" y="485"/>
                  <a:pt x="86" y="478"/>
                  <a:pt x="70" y="465"/>
                </a:cubicBezTo>
                <a:cubicBezTo>
                  <a:pt x="53" y="453"/>
                  <a:pt x="40" y="437"/>
                  <a:pt x="30" y="417"/>
                </a:cubicBezTo>
                <a:cubicBezTo>
                  <a:pt x="10" y="378"/>
                  <a:pt x="0" y="322"/>
                  <a:pt x="0" y="248"/>
                </a:cubicBezTo>
                <a:cubicBezTo>
                  <a:pt x="0" y="165"/>
                  <a:pt x="13" y="102"/>
                  <a:pt x="40" y="59"/>
                </a:cubicBezTo>
                <a:moveTo>
                  <a:pt x="202" y="50"/>
                </a:moveTo>
                <a:cubicBezTo>
                  <a:pt x="188" y="34"/>
                  <a:pt x="171" y="26"/>
                  <a:pt x="151" y="26"/>
                </a:cubicBezTo>
                <a:cubicBezTo>
                  <a:pt x="131" y="26"/>
                  <a:pt x="113" y="34"/>
                  <a:pt x="99" y="50"/>
                </a:cubicBezTo>
                <a:cubicBezTo>
                  <a:pt x="87" y="62"/>
                  <a:pt x="79" y="80"/>
                  <a:pt x="75" y="101"/>
                </a:cubicBezTo>
                <a:cubicBezTo>
                  <a:pt x="72" y="123"/>
                  <a:pt x="70" y="169"/>
                  <a:pt x="70" y="239"/>
                </a:cubicBezTo>
                <a:cubicBezTo>
                  <a:pt x="70" y="314"/>
                  <a:pt x="72" y="364"/>
                  <a:pt x="75" y="387"/>
                </a:cubicBezTo>
                <a:cubicBezTo>
                  <a:pt x="79" y="411"/>
                  <a:pt x="88" y="430"/>
                  <a:pt x="101" y="444"/>
                </a:cubicBezTo>
                <a:cubicBezTo>
                  <a:pt x="114" y="458"/>
                  <a:pt x="132" y="465"/>
                  <a:pt x="151" y="465"/>
                </a:cubicBezTo>
                <a:cubicBezTo>
                  <a:pt x="171" y="465"/>
                  <a:pt x="187" y="458"/>
                  <a:pt x="200" y="444"/>
                </a:cubicBezTo>
                <a:cubicBezTo>
                  <a:pt x="214" y="430"/>
                  <a:pt x="222" y="409"/>
                  <a:pt x="226" y="384"/>
                </a:cubicBezTo>
                <a:cubicBezTo>
                  <a:pt x="229" y="358"/>
                  <a:pt x="231" y="310"/>
                  <a:pt x="232" y="239"/>
                </a:cubicBezTo>
                <a:cubicBezTo>
                  <a:pt x="232" y="170"/>
                  <a:pt x="230" y="124"/>
                  <a:pt x="226" y="102"/>
                </a:cubicBezTo>
                <a:cubicBezTo>
                  <a:pt x="222" y="80"/>
                  <a:pt x="214" y="63"/>
                  <a:pt x="202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3" name=""/>
          <p:cNvSpPr/>
          <p:nvPr/>
        </p:nvSpPr>
        <p:spPr>
          <a:xfrm>
            <a:off x="3269880" y="5905440"/>
            <a:ext cx="108720" cy="177120"/>
          </a:xfrm>
          <a:custGeom>
            <a:avLst/>
            <a:gdLst/>
            <a:ahLst/>
            <a:rect l="0" t="0" r="r" b="b"/>
            <a:pathLst>
              <a:path w="302" h="492">
                <a:moveTo>
                  <a:pt x="41" y="59"/>
                </a:moveTo>
                <a:cubicBezTo>
                  <a:pt x="68" y="19"/>
                  <a:pt x="105" y="0"/>
                  <a:pt x="151" y="0"/>
                </a:cubicBezTo>
                <a:cubicBezTo>
                  <a:pt x="174" y="0"/>
                  <a:pt x="197" y="6"/>
                  <a:pt x="220" y="18"/>
                </a:cubicBezTo>
                <a:cubicBezTo>
                  <a:pt x="243" y="31"/>
                  <a:pt x="261" y="54"/>
                  <a:pt x="275" y="85"/>
                </a:cubicBezTo>
                <a:cubicBezTo>
                  <a:pt x="293" y="125"/>
                  <a:pt x="302" y="179"/>
                  <a:pt x="302" y="248"/>
                </a:cubicBezTo>
                <a:cubicBezTo>
                  <a:pt x="302" y="322"/>
                  <a:pt x="292" y="378"/>
                  <a:pt x="271" y="417"/>
                </a:cubicBezTo>
                <a:cubicBezTo>
                  <a:pt x="262" y="437"/>
                  <a:pt x="249" y="453"/>
                  <a:pt x="232" y="465"/>
                </a:cubicBezTo>
                <a:cubicBezTo>
                  <a:pt x="215" y="477"/>
                  <a:pt x="201" y="485"/>
                  <a:pt x="188" y="487"/>
                </a:cubicBezTo>
                <a:cubicBezTo>
                  <a:pt x="176" y="490"/>
                  <a:pt x="164" y="492"/>
                  <a:pt x="152" y="492"/>
                </a:cubicBezTo>
                <a:cubicBezTo>
                  <a:pt x="139" y="492"/>
                  <a:pt x="127" y="491"/>
                  <a:pt x="115" y="488"/>
                </a:cubicBezTo>
                <a:cubicBezTo>
                  <a:pt x="102" y="485"/>
                  <a:pt x="88" y="478"/>
                  <a:pt x="71" y="465"/>
                </a:cubicBezTo>
                <a:cubicBezTo>
                  <a:pt x="53" y="453"/>
                  <a:pt x="40" y="437"/>
                  <a:pt x="31" y="417"/>
                </a:cubicBezTo>
                <a:cubicBezTo>
                  <a:pt x="10" y="378"/>
                  <a:pt x="0" y="322"/>
                  <a:pt x="0" y="248"/>
                </a:cubicBezTo>
                <a:cubicBezTo>
                  <a:pt x="0" y="165"/>
                  <a:pt x="14" y="102"/>
                  <a:pt x="41" y="59"/>
                </a:cubicBezTo>
                <a:moveTo>
                  <a:pt x="203" y="50"/>
                </a:moveTo>
                <a:cubicBezTo>
                  <a:pt x="188" y="34"/>
                  <a:pt x="171" y="26"/>
                  <a:pt x="152" y="26"/>
                </a:cubicBezTo>
                <a:cubicBezTo>
                  <a:pt x="132" y="26"/>
                  <a:pt x="115" y="34"/>
                  <a:pt x="100" y="50"/>
                </a:cubicBezTo>
                <a:cubicBezTo>
                  <a:pt x="88" y="62"/>
                  <a:pt x="81" y="80"/>
                  <a:pt x="77" y="101"/>
                </a:cubicBezTo>
                <a:cubicBezTo>
                  <a:pt x="73" y="123"/>
                  <a:pt x="71" y="169"/>
                  <a:pt x="71" y="239"/>
                </a:cubicBezTo>
                <a:cubicBezTo>
                  <a:pt x="71" y="314"/>
                  <a:pt x="73" y="364"/>
                  <a:pt x="77" y="387"/>
                </a:cubicBezTo>
                <a:cubicBezTo>
                  <a:pt x="81" y="411"/>
                  <a:pt x="89" y="430"/>
                  <a:pt x="103" y="444"/>
                </a:cubicBezTo>
                <a:cubicBezTo>
                  <a:pt x="116" y="458"/>
                  <a:pt x="132" y="465"/>
                  <a:pt x="152" y="465"/>
                </a:cubicBezTo>
                <a:cubicBezTo>
                  <a:pt x="171" y="465"/>
                  <a:pt x="187" y="458"/>
                  <a:pt x="200" y="444"/>
                </a:cubicBezTo>
                <a:cubicBezTo>
                  <a:pt x="214" y="430"/>
                  <a:pt x="223" y="409"/>
                  <a:pt x="226" y="384"/>
                </a:cubicBezTo>
                <a:cubicBezTo>
                  <a:pt x="229" y="358"/>
                  <a:pt x="231" y="310"/>
                  <a:pt x="232" y="239"/>
                </a:cubicBezTo>
                <a:cubicBezTo>
                  <a:pt x="232" y="170"/>
                  <a:pt x="230" y="124"/>
                  <a:pt x="226" y="102"/>
                </a:cubicBezTo>
                <a:cubicBezTo>
                  <a:pt x="222" y="80"/>
                  <a:pt x="214" y="63"/>
                  <a:pt x="203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4" name=""/>
          <p:cNvSpPr txBox="1"/>
          <p:nvPr/>
        </p:nvSpPr>
        <p:spPr>
          <a:xfrm>
            <a:off x="2397960" y="5867280"/>
            <a:ext cx="209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5" name=""/>
          <p:cNvSpPr txBox="1"/>
          <p:nvPr/>
        </p:nvSpPr>
        <p:spPr>
          <a:xfrm>
            <a:off x="3386880" y="5867280"/>
            <a:ext cx="46296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per region for reliable estimation and inference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6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571320" y="151920"/>
            <a:ext cx="703476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Simulation Results: Bias and Coverage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4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5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6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7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8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9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0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1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pic>
        <p:nvPicPr>
          <p:cNvPr id="1222" name=""/>
          <p:cNvPicPr/>
          <p:nvPr/>
        </p:nvPicPr>
        <p:blipFill>
          <a:blip r:embed="rId1"/>
          <a:stretch/>
        </p:blipFill>
        <p:spPr>
          <a:xfrm>
            <a:off x="923760" y="1609560"/>
            <a:ext cx="10343880" cy="36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3" name=""/>
          <p:cNvSpPr/>
          <p:nvPr/>
        </p:nvSpPr>
        <p:spPr>
          <a:xfrm>
            <a:off x="8320680" y="5496120"/>
            <a:ext cx="144360" cy="117000"/>
          </a:xfrm>
          <a:custGeom>
            <a:avLst/>
            <a:gdLst/>
            <a:ahLst/>
            <a:rect l="0" t="0" r="r" b="b"/>
            <a:pathLst>
              <a:path w="401" h="325">
                <a:moveTo>
                  <a:pt x="0" y="112"/>
                </a:moveTo>
                <a:cubicBezTo>
                  <a:pt x="1" y="109"/>
                  <a:pt x="2" y="105"/>
                  <a:pt x="3" y="101"/>
                </a:cubicBezTo>
                <a:cubicBezTo>
                  <a:pt x="4" y="96"/>
                  <a:pt x="6" y="87"/>
                  <a:pt x="11" y="73"/>
                </a:cubicBezTo>
                <a:cubicBezTo>
                  <a:pt x="16" y="59"/>
                  <a:pt x="21" y="48"/>
                  <a:pt x="25" y="39"/>
                </a:cubicBezTo>
                <a:cubicBezTo>
                  <a:pt x="30" y="30"/>
                  <a:pt x="38" y="21"/>
                  <a:pt x="49" y="12"/>
                </a:cubicBezTo>
                <a:cubicBezTo>
                  <a:pt x="60" y="4"/>
                  <a:pt x="71" y="0"/>
                  <a:pt x="82" y="0"/>
                </a:cubicBezTo>
                <a:cubicBezTo>
                  <a:pt x="99" y="0"/>
                  <a:pt x="113" y="5"/>
                  <a:pt x="125" y="13"/>
                </a:cubicBezTo>
                <a:cubicBezTo>
                  <a:pt x="136" y="22"/>
                  <a:pt x="143" y="30"/>
                  <a:pt x="146" y="37"/>
                </a:cubicBezTo>
                <a:cubicBezTo>
                  <a:pt x="149" y="45"/>
                  <a:pt x="151" y="50"/>
                  <a:pt x="151" y="53"/>
                </a:cubicBezTo>
                <a:lnTo>
                  <a:pt x="151" y="54"/>
                </a:lnTo>
                <a:lnTo>
                  <a:pt x="159" y="46"/>
                </a:lnTo>
                <a:cubicBezTo>
                  <a:pt x="188" y="16"/>
                  <a:pt x="221" y="0"/>
                  <a:pt x="259" y="0"/>
                </a:cubicBezTo>
                <a:cubicBezTo>
                  <a:pt x="285" y="0"/>
                  <a:pt x="306" y="7"/>
                  <a:pt x="322" y="20"/>
                </a:cubicBezTo>
                <a:cubicBezTo>
                  <a:pt x="337" y="32"/>
                  <a:pt x="345" y="51"/>
                  <a:pt x="346" y="77"/>
                </a:cubicBezTo>
                <a:cubicBezTo>
                  <a:pt x="346" y="102"/>
                  <a:pt x="337" y="139"/>
                  <a:pt x="319" y="189"/>
                </a:cubicBezTo>
                <a:cubicBezTo>
                  <a:pt x="300" y="239"/>
                  <a:pt x="291" y="270"/>
                  <a:pt x="292" y="280"/>
                </a:cubicBezTo>
                <a:cubicBezTo>
                  <a:pt x="292" y="292"/>
                  <a:pt x="296" y="299"/>
                  <a:pt x="304" y="299"/>
                </a:cubicBezTo>
                <a:cubicBezTo>
                  <a:pt x="307" y="299"/>
                  <a:pt x="309" y="298"/>
                  <a:pt x="310" y="298"/>
                </a:cubicBezTo>
                <a:cubicBezTo>
                  <a:pt x="324" y="296"/>
                  <a:pt x="336" y="287"/>
                  <a:pt x="347" y="271"/>
                </a:cubicBezTo>
                <a:cubicBezTo>
                  <a:pt x="358" y="255"/>
                  <a:pt x="367" y="236"/>
                  <a:pt x="372" y="214"/>
                </a:cubicBezTo>
                <a:cubicBezTo>
                  <a:pt x="373" y="210"/>
                  <a:pt x="378" y="208"/>
                  <a:pt x="387" y="208"/>
                </a:cubicBezTo>
                <a:cubicBezTo>
                  <a:pt x="396" y="208"/>
                  <a:pt x="401" y="210"/>
                  <a:pt x="401" y="214"/>
                </a:cubicBezTo>
                <a:cubicBezTo>
                  <a:pt x="401" y="214"/>
                  <a:pt x="400" y="218"/>
                  <a:pt x="398" y="224"/>
                </a:cubicBezTo>
                <a:cubicBezTo>
                  <a:pt x="394" y="238"/>
                  <a:pt x="389" y="252"/>
                  <a:pt x="382" y="265"/>
                </a:cubicBezTo>
                <a:cubicBezTo>
                  <a:pt x="376" y="278"/>
                  <a:pt x="365" y="292"/>
                  <a:pt x="350" y="305"/>
                </a:cubicBezTo>
                <a:cubicBezTo>
                  <a:pt x="334" y="318"/>
                  <a:pt x="318" y="325"/>
                  <a:pt x="300" y="324"/>
                </a:cubicBezTo>
                <a:cubicBezTo>
                  <a:pt x="278" y="324"/>
                  <a:pt x="262" y="318"/>
                  <a:pt x="252" y="305"/>
                </a:cubicBezTo>
                <a:cubicBezTo>
                  <a:pt x="242" y="292"/>
                  <a:pt x="237" y="279"/>
                  <a:pt x="237" y="265"/>
                </a:cubicBezTo>
                <a:cubicBezTo>
                  <a:pt x="237" y="256"/>
                  <a:pt x="245" y="227"/>
                  <a:pt x="262" y="179"/>
                </a:cubicBezTo>
                <a:cubicBezTo>
                  <a:pt x="279" y="131"/>
                  <a:pt x="288" y="95"/>
                  <a:pt x="289" y="70"/>
                </a:cubicBezTo>
                <a:cubicBezTo>
                  <a:pt x="289" y="42"/>
                  <a:pt x="278" y="27"/>
                  <a:pt x="257" y="27"/>
                </a:cubicBezTo>
                <a:lnTo>
                  <a:pt x="254" y="27"/>
                </a:lnTo>
                <a:cubicBezTo>
                  <a:pt x="212" y="27"/>
                  <a:pt x="177" y="52"/>
                  <a:pt x="149" y="101"/>
                </a:cubicBezTo>
                <a:lnTo>
                  <a:pt x="144" y="109"/>
                </a:lnTo>
                <a:lnTo>
                  <a:pt x="120" y="205"/>
                </a:lnTo>
                <a:cubicBezTo>
                  <a:pt x="105" y="267"/>
                  <a:pt x="96" y="301"/>
                  <a:pt x="93" y="306"/>
                </a:cubicBezTo>
                <a:cubicBezTo>
                  <a:pt x="87" y="319"/>
                  <a:pt x="77" y="325"/>
                  <a:pt x="63" y="325"/>
                </a:cubicBezTo>
                <a:cubicBezTo>
                  <a:pt x="56" y="325"/>
                  <a:pt x="51" y="324"/>
                  <a:pt x="48" y="321"/>
                </a:cubicBezTo>
                <a:cubicBezTo>
                  <a:pt x="44" y="318"/>
                  <a:pt x="41" y="315"/>
                  <a:pt x="40" y="312"/>
                </a:cubicBezTo>
                <a:cubicBezTo>
                  <a:pt x="38" y="309"/>
                  <a:pt x="38" y="307"/>
                  <a:pt x="38" y="305"/>
                </a:cubicBezTo>
                <a:cubicBezTo>
                  <a:pt x="38" y="299"/>
                  <a:pt x="47" y="260"/>
                  <a:pt x="65" y="189"/>
                </a:cubicBezTo>
                <a:cubicBezTo>
                  <a:pt x="84" y="117"/>
                  <a:pt x="93" y="78"/>
                  <a:pt x="94" y="71"/>
                </a:cubicBezTo>
                <a:cubicBezTo>
                  <a:pt x="95" y="69"/>
                  <a:pt x="95" y="63"/>
                  <a:pt x="95" y="55"/>
                </a:cubicBezTo>
                <a:cubicBezTo>
                  <a:pt x="95" y="36"/>
                  <a:pt x="89" y="27"/>
                  <a:pt x="78" y="27"/>
                </a:cubicBezTo>
                <a:cubicBezTo>
                  <a:pt x="59" y="27"/>
                  <a:pt x="44" y="51"/>
                  <a:pt x="33" y="99"/>
                </a:cubicBezTo>
                <a:cubicBezTo>
                  <a:pt x="30" y="109"/>
                  <a:pt x="28" y="114"/>
                  <a:pt x="28" y="114"/>
                </a:cubicBezTo>
                <a:cubicBezTo>
                  <a:pt x="27" y="117"/>
                  <a:pt x="23" y="119"/>
                  <a:pt x="15" y="119"/>
                </a:cubicBezTo>
                <a:lnTo>
                  <a:pt x="5" y="119"/>
                </a:lnTo>
                <a:cubicBezTo>
                  <a:pt x="2" y="116"/>
                  <a:pt x="0" y="114"/>
                  <a:pt x="0" y="11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4" name=""/>
          <p:cNvSpPr/>
          <p:nvPr/>
        </p:nvSpPr>
        <p:spPr>
          <a:xfrm>
            <a:off x="8555760" y="551556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4"/>
                </a:moveTo>
                <a:cubicBezTo>
                  <a:pt x="0" y="8"/>
                  <a:pt x="3" y="3"/>
                  <a:pt x="10" y="0"/>
                </a:cubicBezTo>
                <a:lnTo>
                  <a:pt x="466" y="0"/>
                </a:lnTo>
                <a:cubicBezTo>
                  <a:pt x="473" y="4"/>
                  <a:pt x="477" y="9"/>
                  <a:pt x="477" y="14"/>
                </a:cubicBezTo>
                <a:cubicBezTo>
                  <a:pt x="477" y="19"/>
                  <a:pt x="474" y="24"/>
                  <a:pt x="467" y="28"/>
                </a:cubicBezTo>
                <a:lnTo>
                  <a:pt x="239" y="29"/>
                </a:lnTo>
                <a:lnTo>
                  <a:pt x="11" y="29"/>
                </a:lnTo>
                <a:cubicBezTo>
                  <a:pt x="4" y="26"/>
                  <a:pt x="0" y="21"/>
                  <a:pt x="0" y="14"/>
                </a:cubicBezTo>
                <a:moveTo>
                  <a:pt x="0" y="154"/>
                </a:moveTo>
                <a:cubicBezTo>
                  <a:pt x="0" y="147"/>
                  <a:pt x="4" y="142"/>
                  <a:pt x="11" y="140"/>
                </a:cubicBezTo>
                <a:lnTo>
                  <a:pt x="467" y="140"/>
                </a:lnTo>
                <a:cubicBezTo>
                  <a:pt x="474" y="144"/>
                  <a:pt x="477" y="149"/>
                  <a:pt x="477" y="154"/>
                </a:cubicBezTo>
                <a:cubicBezTo>
                  <a:pt x="477" y="160"/>
                  <a:pt x="473" y="165"/>
                  <a:pt x="466" y="168"/>
                </a:cubicBezTo>
                <a:lnTo>
                  <a:pt x="10" y="168"/>
                </a:lnTo>
                <a:cubicBezTo>
                  <a:pt x="3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5" name=""/>
          <p:cNvSpPr/>
          <p:nvPr/>
        </p:nvSpPr>
        <p:spPr>
          <a:xfrm>
            <a:off x="8825760" y="5438520"/>
            <a:ext cx="103320" cy="177480"/>
          </a:xfrm>
          <a:custGeom>
            <a:avLst/>
            <a:gdLst/>
            <a:ahLst/>
            <a:rect l="0" t="0" r="r" b="b"/>
            <a:pathLst>
              <a:path w="287" h="493">
                <a:moveTo>
                  <a:pt x="82" y="365"/>
                </a:moveTo>
                <a:cubicBezTo>
                  <a:pt x="82" y="376"/>
                  <a:pt x="78" y="386"/>
                  <a:pt x="70" y="394"/>
                </a:cubicBezTo>
                <a:cubicBezTo>
                  <a:pt x="63" y="401"/>
                  <a:pt x="53" y="405"/>
                  <a:pt x="42" y="405"/>
                </a:cubicBezTo>
                <a:lnTo>
                  <a:pt x="37" y="405"/>
                </a:lnTo>
                <a:cubicBezTo>
                  <a:pt x="59" y="443"/>
                  <a:pt x="88" y="462"/>
                  <a:pt x="125" y="462"/>
                </a:cubicBezTo>
                <a:cubicBezTo>
                  <a:pt x="159" y="462"/>
                  <a:pt x="183" y="447"/>
                  <a:pt x="199" y="419"/>
                </a:cubicBezTo>
                <a:cubicBezTo>
                  <a:pt x="208" y="403"/>
                  <a:pt x="212" y="372"/>
                  <a:pt x="212" y="326"/>
                </a:cubicBezTo>
                <a:cubicBezTo>
                  <a:pt x="212" y="277"/>
                  <a:pt x="206" y="244"/>
                  <a:pt x="193" y="227"/>
                </a:cubicBezTo>
                <a:cubicBezTo>
                  <a:pt x="180" y="211"/>
                  <a:pt x="167" y="203"/>
                  <a:pt x="151" y="203"/>
                </a:cubicBezTo>
                <a:lnTo>
                  <a:pt x="147" y="203"/>
                </a:lnTo>
                <a:cubicBezTo>
                  <a:pt x="109" y="203"/>
                  <a:pt x="81" y="219"/>
                  <a:pt x="62" y="252"/>
                </a:cubicBezTo>
                <a:cubicBezTo>
                  <a:pt x="60" y="255"/>
                  <a:pt x="58" y="257"/>
                  <a:pt x="57" y="258"/>
                </a:cubicBezTo>
                <a:cubicBezTo>
                  <a:pt x="55" y="258"/>
                  <a:pt x="52" y="258"/>
                  <a:pt x="46" y="259"/>
                </a:cubicBezTo>
                <a:cubicBezTo>
                  <a:pt x="38" y="259"/>
                  <a:pt x="33" y="258"/>
                  <a:pt x="32" y="255"/>
                </a:cubicBezTo>
                <a:cubicBezTo>
                  <a:pt x="32" y="253"/>
                  <a:pt x="31" y="211"/>
                  <a:pt x="31" y="130"/>
                </a:cubicBezTo>
                <a:lnTo>
                  <a:pt x="31" y="37"/>
                </a:lnTo>
                <a:cubicBezTo>
                  <a:pt x="31" y="14"/>
                  <a:pt x="32" y="2"/>
                  <a:pt x="35" y="2"/>
                </a:cubicBezTo>
                <a:cubicBezTo>
                  <a:pt x="36" y="1"/>
                  <a:pt x="37" y="0"/>
                  <a:pt x="37" y="0"/>
                </a:cubicBezTo>
                <a:cubicBezTo>
                  <a:pt x="38" y="0"/>
                  <a:pt x="43" y="2"/>
                  <a:pt x="52" y="6"/>
                </a:cubicBezTo>
                <a:cubicBezTo>
                  <a:pt x="62" y="10"/>
                  <a:pt x="75" y="14"/>
                  <a:pt x="92" y="17"/>
                </a:cubicBezTo>
                <a:cubicBezTo>
                  <a:pt x="108" y="21"/>
                  <a:pt x="126" y="23"/>
                  <a:pt x="146" y="23"/>
                </a:cubicBezTo>
                <a:cubicBezTo>
                  <a:pt x="180" y="23"/>
                  <a:pt x="213" y="16"/>
                  <a:pt x="244" y="3"/>
                </a:cubicBezTo>
                <a:cubicBezTo>
                  <a:pt x="247" y="1"/>
                  <a:pt x="251" y="0"/>
                  <a:pt x="253" y="0"/>
                </a:cubicBezTo>
                <a:cubicBezTo>
                  <a:pt x="257" y="0"/>
                  <a:pt x="259" y="4"/>
                  <a:pt x="259" y="13"/>
                </a:cubicBezTo>
                <a:lnTo>
                  <a:pt x="259" y="22"/>
                </a:lnTo>
                <a:cubicBezTo>
                  <a:pt x="220" y="69"/>
                  <a:pt x="171" y="92"/>
                  <a:pt x="111" y="92"/>
                </a:cubicBezTo>
                <a:cubicBezTo>
                  <a:pt x="96" y="92"/>
                  <a:pt x="83" y="90"/>
                  <a:pt x="71" y="87"/>
                </a:cubicBezTo>
                <a:lnTo>
                  <a:pt x="64" y="86"/>
                </a:lnTo>
                <a:lnTo>
                  <a:pt x="64" y="209"/>
                </a:lnTo>
                <a:cubicBezTo>
                  <a:pt x="73" y="202"/>
                  <a:pt x="80" y="197"/>
                  <a:pt x="85" y="193"/>
                </a:cubicBezTo>
                <a:cubicBezTo>
                  <a:pt x="91" y="189"/>
                  <a:pt x="99" y="186"/>
                  <a:pt x="111" y="182"/>
                </a:cubicBezTo>
                <a:cubicBezTo>
                  <a:pt x="123" y="178"/>
                  <a:pt x="135" y="176"/>
                  <a:pt x="149" y="176"/>
                </a:cubicBezTo>
                <a:cubicBezTo>
                  <a:pt x="187" y="176"/>
                  <a:pt x="220" y="192"/>
                  <a:pt x="246" y="223"/>
                </a:cubicBezTo>
                <a:cubicBezTo>
                  <a:pt x="273" y="253"/>
                  <a:pt x="287" y="290"/>
                  <a:pt x="287" y="333"/>
                </a:cubicBezTo>
                <a:cubicBezTo>
                  <a:pt x="287" y="377"/>
                  <a:pt x="271" y="415"/>
                  <a:pt x="241" y="446"/>
                </a:cubicBezTo>
                <a:cubicBezTo>
                  <a:pt x="210" y="477"/>
                  <a:pt x="173" y="493"/>
                  <a:pt x="128" y="493"/>
                </a:cubicBezTo>
                <a:cubicBezTo>
                  <a:pt x="90" y="493"/>
                  <a:pt x="59" y="480"/>
                  <a:pt x="35" y="454"/>
                </a:cubicBezTo>
                <a:cubicBezTo>
                  <a:pt x="12" y="429"/>
                  <a:pt x="0" y="400"/>
                  <a:pt x="0" y="367"/>
                </a:cubicBezTo>
                <a:cubicBezTo>
                  <a:pt x="0" y="355"/>
                  <a:pt x="3" y="346"/>
                  <a:pt x="8" y="339"/>
                </a:cubicBezTo>
                <a:cubicBezTo>
                  <a:pt x="13" y="332"/>
                  <a:pt x="19" y="328"/>
                  <a:pt x="25" y="326"/>
                </a:cubicBezTo>
                <a:cubicBezTo>
                  <a:pt x="30" y="324"/>
                  <a:pt x="36" y="323"/>
                  <a:pt x="41" y="323"/>
                </a:cubicBezTo>
                <a:cubicBezTo>
                  <a:pt x="53" y="323"/>
                  <a:pt x="63" y="327"/>
                  <a:pt x="70" y="335"/>
                </a:cubicBezTo>
                <a:cubicBezTo>
                  <a:pt x="78" y="344"/>
                  <a:pt x="82" y="353"/>
                  <a:pt x="82" y="3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6" name=""/>
          <p:cNvSpPr/>
          <p:nvPr/>
        </p:nvSpPr>
        <p:spPr>
          <a:xfrm>
            <a:off x="8951760" y="543852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7" y="20"/>
                  <a:pt x="104" y="0"/>
                  <a:pt x="150" y="0"/>
                </a:cubicBezTo>
                <a:cubicBezTo>
                  <a:pt x="173" y="0"/>
                  <a:pt x="197" y="6"/>
                  <a:pt x="220" y="19"/>
                </a:cubicBezTo>
                <a:cubicBezTo>
                  <a:pt x="242" y="31"/>
                  <a:pt x="261" y="53"/>
                  <a:pt x="275" y="85"/>
                </a:cubicBezTo>
                <a:cubicBezTo>
                  <a:pt x="293" y="124"/>
                  <a:pt x="302" y="178"/>
                  <a:pt x="302" y="248"/>
                </a:cubicBezTo>
                <a:cubicBezTo>
                  <a:pt x="302" y="321"/>
                  <a:pt x="292" y="379"/>
                  <a:pt x="271" y="418"/>
                </a:cubicBezTo>
                <a:cubicBezTo>
                  <a:pt x="262" y="438"/>
                  <a:pt x="248" y="454"/>
                  <a:pt x="232" y="466"/>
                </a:cubicBezTo>
                <a:cubicBezTo>
                  <a:pt x="215" y="478"/>
                  <a:pt x="201" y="485"/>
                  <a:pt x="188" y="488"/>
                </a:cubicBezTo>
                <a:cubicBezTo>
                  <a:pt x="175" y="491"/>
                  <a:pt x="163" y="493"/>
                  <a:pt x="151" y="493"/>
                </a:cubicBezTo>
                <a:cubicBezTo>
                  <a:pt x="138" y="493"/>
                  <a:pt x="126" y="492"/>
                  <a:pt x="114" y="489"/>
                </a:cubicBezTo>
                <a:cubicBezTo>
                  <a:pt x="101" y="486"/>
                  <a:pt x="87" y="478"/>
                  <a:pt x="70" y="466"/>
                </a:cubicBezTo>
                <a:cubicBezTo>
                  <a:pt x="53" y="453"/>
                  <a:pt x="40" y="437"/>
                  <a:pt x="31" y="418"/>
                </a:cubicBezTo>
                <a:cubicBezTo>
                  <a:pt x="10" y="379"/>
                  <a:pt x="0" y="321"/>
                  <a:pt x="0" y="248"/>
                </a:cubicBezTo>
                <a:cubicBezTo>
                  <a:pt x="0" y="165"/>
                  <a:pt x="13" y="101"/>
                  <a:pt x="41" y="58"/>
                </a:cubicBezTo>
                <a:moveTo>
                  <a:pt x="202" y="50"/>
                </a:moveTo>
                <a:cubicBezTo>
                  <a:pt x="188" y="34"/>
                  <a:pt x="170" y="27"/>
                  <a:pt x="151" y="27"/>
                </a:cubicBezTo>
                <a:cubicBezTo>
                  <a:pt x="131" y="27"/>
                  <a:pt x="114" y="34"/>
                  <a:pt x="99" y="50"/>
                </a:cubicBezTo>
                <a:cubicBezTo>
                  <a:pt x="87" y="62"/>
                  <a:pt x="79" y="79"/>
                  <a:pt x="76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4"/>
                  <a:pt x="72" y="364"/>
                  <a:pt x="76" y="388"/>
                </a:cubicBezTo>
                <a:cubicBezTo>
                  <a:pt x="79" y="412"/>
                  <a:pt x="88" y="431"/>
                  <a:pt x="101" y="444"/>
                </a:cubicBezTo>
                <a:cubicBezTo>
                  <a:pt x="115" y="459"/>
                  <a:pt x="131" y="466"/>
                  <a:pt x="151" y="466"/>
                </a:cubicBezTo>
                <a:cubicBezTo>
                  <a:pt x="170" y="466"/>
                  <a:pt x="187" y="459"/>
                  <a:pt x="200" y="444"/>
                </a:cubicBezTo>
                <a:cubicBezTo>
                  <a:pt x="214" y="430"/>
                  <a:pt x="223" y="410"/>
                  <a:pt x="226" y="384"/>
                </a:cubicBezTo>
                <a:cubicBezTo>
                  <a:pt x="229" y="358"/>
                  <a:pt x="231" y="309"/>
                  <a:pt x="232" y="238"/>
                </a:cubicBezTo>
                <a:cubicBezTo>
                  <a:pt x="232" y="169"/>
                  <a:pt x="230" y="124"/>
                  <a:pt x="226" y="102"/>
                </a:cubicBezTo>
                <a:cubicBezTo>
                  <a:pt x="222" y="80"/>
                  <a:pt x="214" y="62"/>
                  <a:pt x="202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7" name=""/>
          <p:cNvSpPr/>
          <p:nvPr/>
        </p:nvSpPr>
        <p:spPr>
          <a:xfrm>
            <a:off x="9090360" y="5578920"/>
            <a:ext cx="34200" cy="81360"/>
          </a:xfrm>
          <a:custGeom>
            <a:avLst/>
            <a:gdLst/>
            <a:ahLst/>
            <a:rect l="0" t="0" r="r" b="b"/>
            <a:pathLst>
              <a:path w="95" h="226">
                <a:moveTo>
                  <a:pt x="0" y="61"/>
                </a:moveTo>
                <a:cubicBezTo>
                  <a:pt x="0" y="61"/>
                  <a:pt x="0" y="55"/>
                  <a:pt x="0" y="43"/>
                </a:cubicBezTo>
                <a:cubicBezTo>
                  <a:pt x="0" y="31"/>
                  <a:pt x="4" y="21"/>
                  <a:pt x="12" y="13"/>
                </a:cubicBezTo>
                <a:cubicBezTo>
                  <a:pt x="19" y="4"/>
                  <a:pt x="29" y="0"/>
                  <a:pt x="42" y="0"/>
                </a:cubicBezTo>
                <a:cubicBezTo>
                  <a:pt x="56" y="0"/>
                  <a:pt x="68" y="6"/>
                  <a:pt x="78" y="18"/>
                </a:cubicBezTo>
                <a:cubicBezTo>
                  <a:pt x="90" y="30"/>
                  <a:pt x="95" y="51"/>
                  <a:pt x="95" y="81"/>
                </a:cubicBezTo>
                <a:cubicBezTo>
                  <a:pt x="95" y="97"/>
                  <a:pt x="93" y="113"/>
                  <a:pt x="89" y="129"/>
                </a:cubicBezTo>
                <a:cubicBezTo>
                  <a:pt x="85" y="146"/>
                  <a:pt x="79" y="159"/>
                  <a:pt x="73" y="171"/>
                </a:cubicBezTo>
                <a:cubicBezTo>
                  <a:pt x="67" y="182"/>
                  <a:pt x="61" y="192"/>
                  <a:pt x="54" y="200"/>
                </a:cubicBezTo>
                <a:cubicBezTo>
                  <a:pt x="48" y="208"/>
                  <a:pt x="42" y="215"/>
                  <a:pt x="37" y="220"/>
                </a:cubicBezTo>
                <a:cubicBezTo>
                  <a:pt x="33" y="224"/>
                  <a:pt x="29" y="226"/>
                  <a:pt x="28" y="226"/>
                </a:cubicBezTo>
                <a:cubicBezTo>
                  <a:pt x="26" y="226"/>
                  <a:pt x="23" y="224"/>
                  <a:pt x="19" y="220"/>
                </a:cubicBezTo>
                <a:cubicBezTo>
                  <a:pt x="14" y="215"/>
                  <a:pt x="12" y="212"/>
                  <a:pt x="12" y="210"/>
                </a:cubicBezTo>
                <a:cubicBezTo>
                  <a:pt x="12" y="208"/>
                  <a:pt x="15" y="205"/>
                  <a:pt x="20" y="199"/>
                </a:cubicBezTo>
                <a:cubicBezTo>
                  <a:pt x="25" y="193"/>
                  <a:pt x="31" y="186"/>
                  <a:pt x="38" y="177"/>
                </a:cubicBezTo>
                <a:cubicBezTo>
                  <a:pt x="45" y="169"/>
                  <a:pt x="51" y="157"/>
                  <a:pt x="57" y="142"/>
                </a:cubicBezTo>
                <a:cubicBezTo>
                  <a:pt x="62" y="125"/>
                  <a:pt x="66" y="108"/>
                  <a:pt x="68" y="88"/>
                </a:cubicBezTo>
                <a:lnTo>
                  <a:pt x="68" y="80"/>
                </a:lnTo>
                <a:lnTo>
                  <a:pt x="67" y="81"/>
                </a:lnTo>
                <a:cubicBezTo>
                  <a:pt x="66" y="81"/>
                  <a:pt x="65" y="82"/>
                  <a:pt x="64" y="82"/>
                </a:cubicBezTo>
                <a:cubicBezTo>
                  <a:pt x="62" y="82"/>
                  <a:pt x="61" y="83"/>
                  <a:pt x="59" y="84"/>
                </a:cubicBezTo>
                <a:cubicBezTo>
                  <a:pt x="58" y="85"/>
                  <a:pt x="56" y="86"/>
                  <a:pt x="53" y="86"/>
                </a:cubicBezTo>
                <a:cubicBezTo>
                  <a:pt x="50" y="86"/>
                  <a:pt x="47" y="86"/>
                  <a:pt x="44" y="86"/>
                </a:cubicBezTo>
                <a:cubicBezTo>
                  <a:pt x="32" y="86"/>
                  <a:pt x="21" y="82"/>
                  <a:pt x="13" y="74"/>
                </a:cubicBezTo>
                <a:lnTo>
                  <a:pt x="0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8" name=""/>
          <p:cNvSpPr/>
          <p:nvPr/>
        </p:nvSpPr>
        <p:spPr>
          <a:xfrm>
            <a:off x="9206280" y="5438520"/>
            <a:ext cx="88560" cy="171720"/>
          </a:xfrm>
          <a:custGeom>
            <a:avLst/>
            <a:gdLst/>
            <a:ahLst/>
            <a:rect l="0" t="0" r="r" b="b"/>
            <a:pathLst>
              <a:path w="246" h="477">
                <a:moveTo>
                  <a:pt x="93" y="63"/>
                </a:moveTo>
                <a:lnTo>
                  <a:pt x="84" y="67"/>
                </a:lnTo>
                <a:cubicBezTo>
                  <a:pt x="77" y="69"/>
                  <a:pt x="68" y="71"/>
                  <a:pt x="56" y="74"/>
                </a:cubicBezTo>
                <a:cubicBezTo>
                  <a:pt x="43" y="76"/>
                  <a:pt x="28" y="78"/>
                  <a:pt x="13" y="79"/>
                </a:cubicBezTo>
                <a:lnTo>
                  <a:pt x="0" y="79"/>
                </a:lnTo>
                <a:lnTo>
                  <a:pt x="0" y="46"/>
                </a:lnTo>
                <a:lnTo>
                  <a:pt x="13" y="46"/>
                </a:lnTo>
                <a:cubicBezTo>
                  <a:pt x="36" y="45"/>
                  <a:pt x="57" y="41"/>
                  <a:pt x="76" y="35"/>
                </a:cubicBezTo>
                <a:cubicBezTo>
                  <a:pt x="95" y="29"/>
                  <a:pt x="109" y="23"/>
                  <a:pt x="116" y="18"/>
                </a:cubicBezTo>
                <a:cubicBezTo>
                  <a:pt x="124" y="13"/>
                  <a:pt x="131" y="8"/>
                  <a:pt x="136" y="2"/>
                </a:cubicBezTo>
                <a:cubicBezTo>
                  <a:pt x="137" y="1"/>
                  <a:pt x="140" y="0"/>
                  <a:pt x="145" y="0"/>
                </a:cubicBezTo>
                <a:cubicBezTo>
                  <a:pt x="149" y="0"/>
                  <a:pt x="153" y="2"/>
                  <a:pt x="157" y="4"/>
                </a:cubicBezTo>
                <a:lnTo>
                  <a:pt x="157" y="218"/>
                </a:lnTo>
                <a:lnTo>
                  <a:pt x="158" y="434"/>
                </a:lnTo>
                <a:cubicBezTo>
                  <a:pt x="161" y="437"/>
                  <a:pt x="164" y="439"/>
                  <a:pt x="166" y="440"/>
                </a:cubicBezTo>
                <a:cubicBezTo>
                  <a:pt x="169" y="441"/>
                  <a:pt x="174" y="442"/>
                  <a:pt x="184" y="443"/>
                </a:cubicBezTo>
                <a:cubicBezTo>
                  <a:pt x="193" y="444"/>
                  <a:pt x="207" y="444"/>
                  <a:pt x="228" y="444"/>
                </a:cubicBezTo>
                <a:lnTo>
                  <a:pt x="246" y="444"/>
                </a:lnTo>
                <a:lnTo>
                  <a:pt x="246" y="477"/>
                </a:lnTo>
                <a:lnTo>
                  <a:pt x="239" y="477"/>
                </a:lnTo>
                <a:cubicBezTo>
                  <a:pt x="229" y="476"/>
                  <a:pt x="191" y="475"/>
                  <a:pt x="125" y="475"/>
                </a:cubicBezTo>
                <a:cubicBezTo>
                  <a:pt x="60" y="475"/>
                  <a:pt x="22" y="476"/>
                  <a:pt x="12" y="477"/>
                </a:cubicBezTo>
                <a:lnTo>
                  <a:pt x="3" y="477"/>
                </a:lnTo>
                <a:lnTo>
                  <a:pt x="3" y="444"/>
                </a:lnTo>
                <a:lnTo>
                  <a:pt x="22" y="444"/>
                </a:lnTo>
                <a:cubicBezTo>
                  <a:pt x="33" y="444"/>
                  <a:pt x="42" y="444"/>
                  <a:pt x="50" y="444"/>
                </a:cubicBezTo>
                <a:cubicBezTo>
                  <a:pt x="57" y="444"/>
                  <a:pt x="63" y="444"/>
                  <a:pt x="68" y="444"/>
                </a:cubicBezTo>
                <a:cubicBezTo>
                  <a:pt x="72" y="443"/>
                  <a:pt x="76" y="442"/>
                  <a:pt x="79" y="442"/>
                </a:cubicBezTo>
                <a:cubicBezTo>
                  <a:pt x="82" y="441"/>
                  <a:pt x="84" y="440"/>
                  <a:pt x="85" y="440"/>
                </a:cubicBezTo>
                <a:cubicBezTo>
                  <a:pt x="85" y="440"/>
                  <a:pt x="87" y="439"/>
                  <a:pt x="89" y="437"/>
                </a:cubicBezTo>
                <a:cubicBezTo>
                  <a:pt x="92" y="434"/>
                  <a:pt x="93" y="433"/>
                  <a:pt x="93" y="434"/>
                </a:cubicBezTo>
                <a:lnTo>
                  <a:pt x="93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9" name=""/>
          <p:cNvSpPr/>
          <p:nvPr/>
        </p:nvSpPr>
        <p:spPr>
          <a:xfrm>
            <a:off x="9323280" y="543852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9" y="20"/>
                  <a:pt x="105" y="0"/>
                  <a:pt x="152" y="0"/>
                </a:cubicBezTo>
                <a:cubicBezTo>
                  <a:pt x="174" y="0"/>
                  <a:pt x="197" y="6"/>
                  <a:pt x="220" y="19"/>
                </a:cubicBezTo>
                <a:cubicBezTo>
                  <a:pt x="243" y="31"/>
                  <a:pt x="262" y="53"/>
                  <a:pt x="276" y="85"/>
                </a:cubicBezTo>
                <a:cubicBezTo>
                  <a:pt x="294" y="124"/>
                  <a:pt x="302" y="178"/>
                  <a:pt x="302" y="248"/>
                </a:cubicBezTo>
                <a:cubicBezTo>
                  <a:pt x="302" y="321"/>
                  <a:pt x="292" y="379"/>
                  <a:pt x="272" y="418"/>
                </a:cubicBezTo>
                <a:cubicBezTo>
                  <a:pt x="262" y="438"/>
                  <a:pt x="249" y="454"/>
                  <a:pt x="232" y="466"/>
                </a:cubicBezTo>
                <a:cubicBezTo>
                  <a:pt x="216" y="478"/>
                  <a:pt x="201" y="485"/>
                  <a:pt x="189" y="488"/>
                </a:cubicBezTo>
                <a:cubicBezTo>
                  <a:pt x="176" y="491"/>
                  <a:pt x="164" y="493"/>
                  <a:pt x="152" y="493"/>
                </a:cubicBezTo>
                <a:cubicBezTo>
                  <a:pt x="140" y="493"/>
                  <a:pt x="128" y="492"/>
                  <a:pt x="115" y="489"/>
                </a:cubicBezTo>
                <a:cubicBezTo>
                  <a:pt x="103" y="486"/>
                  <a:pt x="88" y="478"/>
                  <a:pt x="72" y="466"/>
                </a:cubicBezTo>
                <a:cubicBezTo>
                  <a:pt x="55" y="453"/>
                  <a:pt x="41" y="437"/>
                  <a:pt x="31" y="418"/>
                </a:cubicBezTo>
                <a:cubicBezTo>
                  <a:pt x="11" y="379"/>
                  <a:pt x="0" y="321"/>
                  <a:pt x="0" y="248"/>
                </a:cubicBezTo>
                <a:cubicBezTo>
                  <a:pt x="0" y="165"/>
                  <a:pt x="14" y="101"/>
                  <a:pt x="41" y="58"/>
                </a:cubicBezTo>
                <a:moveTo>
                  <a:pt x="203" y="50"/>
                </a:moveTo>
                <a:cubicBezTo>
                  <a:pt x="189" y="34"/>
                  <a:pt x="172" y="27"/>
                  <a:pt x="152" y="27"/>
                </a:cubicBezTo>
                <a:cubicBezTo>
                  <a:pt x="132" y="27"/>
                  <a:pt x="115" y="34"/>
                  <a:pt x="101" y="50"/>
                </a:cubicBezTo>
                <a:cubicBezTo>
                  <a:pt x="89" y="62"/>
                  <a:pt x="81" y="79"/>
                  <a:pt x="77" y="101"/>
                </a:cubicBezTo>
                <a:cubicBezTo>
                  <a:pt x="73" y="123"/>
                  <a:pt x="72" y="169"/>
                  <a:pt x="72" y="238"/>
                </a:cubicBezTo>
                <a:cubicBezTo>
                  <a:pt x="72" y="314"/>
                  <a:pt x="73" y="364"/>
                  <a:pt x="77" y="388"/>
                </a:cubicBezTo>
                <a:cubicBezTo>
                  <a:pt x="81" y="412"/>
                  <a:pt x="90" y="431"/>
                  <a:pt x="103" y="444"/>
                </a:cubicBezTo>
                <a:cubicBezTo>
                  <a:pt x="116" y="459"/>
                  <a:pt x="133" y="466"/>
                  <a:pt x="152" y="466"/>
                </a:cubicBezTo>
                <a:cubicBezTo>
                  <a:pt x="171" y="466"/>
                  <a:pt x="188" y="459"/>
                  <a:pt x="201" y="444"/>
                </a:cubicBezTo>
                <a:cubicBezTo>
                  <a:pt x="215" y="430"/>
                  <a:pt x="223" y="410"/>
                  <a:pt x="227" y="384"/>
                </a:cubicBezTo>
                <a:cubicBezTo>
                  <a:pt x="230" y="358"/>
                  <a:pt x="232" y="309"/>
                  <a:pt x="232" y="238"/>
                </a:cubicBezTo>
                <a:cubicBezTo>
                  <a:pt x="232" y="169"/>
                  <a:pt x="230" y="124"/>
                  <a:pt x="227" y="102"/>
                </a:cubicBezTo>
                <a:cubicBezTo>
                  <a:pt x="223" y="80"/>
                  <a:pt x="215" y="62"/>
                  <a:pt x="203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0" name=""/>
          <p:cNvSpPr/>
          <p:nvPr/>
        </p:nvSpPr>
        <p:spPr>
          <a:xfrm>
            <a:off x="9452160" y="543852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7" y="20"/>
                  <a:pt x="104" y="0"/>
                  <a:pt x="150" y="0"/>
                </a:cubicBezTo>
                <a:cubicBezTo>
                  <a:pt x="173" y="0"/>
                  <a:pt x="196" y="6"/>
                  <a:pt x="219" y="19"/>
                </a:cubicBezTo>
                <a:cubicBezTo>
                  <a:pt x="241" y="31"/>
                  <a:pt x="260" y="53"/>
                  <a:pt x="274" y="85"/>
                </a:cubicBezTo>
                <a:cubicBezTo>
                  <a:pt x="292" y="124"/>
                  <a:pt x="302" y="178"/>
                  <a:pt x="302" y="248"/>
                </a:cubicBezTo>
                <a:cubicBezTo>
                  <a:pt x="302" y="321"/>
                  <a:pt x="291" y="379"/>
                  <a:pt x="270" y="418"/>
                </a:cubicBezTo>
                <a:cubicBezTo>
                  <a:pt x="261" y="438"/>
                  <a:pt x="247" y="454"/>
                  <a:pt x="231" y="466"/>
                </a:cubicBezTo>
                <a:cubicBezTo>
                  <a:pt x="214" y="478"/>
                  <a:pt x="200" y="485"/>
                  <a:pt x="187" y="488"/>
                </a:cubicBezTo>
                <a:cubicBezTo>
                  <a:pt x="175" y="491"/>
                  <a:pt x="163" y="493"/>
                  <a:pt x="151" y="493"/>
                </a:cubicBezTo>
                <a:cubicBezTo>
                  <a:pt x="138" y="493"/>
                  <a:pt x="126" y="492"/>
                  <a:pt x="114" y="489"/>
                </a:cubicBezTo>
                <a:cubicBezTo>
                  <a:pt x="101" y="486"/>
                  <a:pt x="87" y="478"/>
                  <a:pt x="70" y="466"/>
                </a:cubicBezTo>
                <a:cubicBezTo>
                  <a:pt x="53" y="453"/>
                  <a:pt x="40" y="437"/>
                  <a:pt x="31" y="418"/>
                </a:cubicBezTo>
                <a:cubicBezTo>
                  <a:pt x="10" y="379"/>
                  <a:pt x="0" y="321"/>
                  <a:pt x="0" y="248"/>
                </a:cubicBezTo>
                <a:cubicBezTo>
                  <a:pt x="0" y="165"/>
                  <a:pt x="13" y="101"/>
                  <a:pt x="41" y="58"/>
                </a:cubicBezTo>
                <a:moveTo>
                  <a:pt x="201" y="50"/>
                </a:moveTo>
                <a:cubicBezTo>
                  <a:pt x="187" y="34"/>
                  <a:pt x="170" y="27"/>
                  <a:pt x="151" y="27"/>
                </a:cubicBezTo>
                <a:cubicBezTo>
                  <a:pt x="131" y="27"/>
                  <a:pt x="114" y="34"/>
                  <a:pt x="99" y="50"/>
                </a:cubicBezTo>
                <a:cubicBezTo>
                  <a:pt x="87" y="62"/>
                  <a:pt x="79" y="79"/>
                  <a:pt x="76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4"/>
                  <a:pt x="72" y="364"/>
                  <a:pt x="76" y="388"/>
                </a:cubicBezTo>
                <a:cubicBezTo>
                  <a:pt x="79" y="412"/>
                  <a:pt x="88" y="431"/>
                  <a:pt x="101" y="444"/>
                </a:cubicBezTo>
                <a:cubicBezTo>
                  <a:pt x="115" y="459"/>
                  <a:pt x="131" y="466"/>
                  <a:pt x="151" y="466"/>
                </a:cubicBezTo>
                <a:cubicBezTo>
                  <a:pt x="170" y="466"/>
                  <a:pt x="186" y="459"/>
                  <a:pt x="199" y="444"/>
                </a:cubicBezTo>
                <a:cubicBezTo>
                  <a:pt x="213" y="430"/>
                  <a:pt x="222" y="410"/>
                  <a:pt x="225" y="384"/>
                </a:cubicBezTo>
                <a:cubicBezTo>
                  <a:pt x="228" y="358"/>
                  <a:pt x="230" y="309"/>
                  <a:pt x="231" y="238"/>
                </a:cubicBezTo>
                <a:cubicBezTo>
                  <a:pt x="231" y="169"/>
                  <a:pt x="229" y="124"/>
                  <a:pt x="225" y="102"/>
                </a:cubicBezTo>
                <a:cubicBezTo>
                  <a:pt x="221" y="80"/>
                  <a:pt x="213" y="62"/>
                  <a:pt x="201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1" name=""/>
          <p:cNvSpPr/>
          <p:nvPr/>
        </p:nvSpPr>
        <p:spPr>
          <a:xfrm>
            <a:off x="9590760" y="5578920"/>
            <a:ext cx="34560" cy="81360"/>
          </a:xfrm>
          <a:custGeom>
            <a:avLst/>
            <a:gdLst/>
            <a:ahLst/>
            <a:rect l="0" t="0" r="r" b="b"/>
            <a:pathLst>
              <a:path w="96" h="226">
                <a:moveTo>
                  <a:pt x="0" y="61"/>
                </a:moveTo>
                <a:cubicBezTo>
                  <a:pt x="0" y="61"/>
                  <a:pt x="0" y="55"/>
                  <a:pt x="0" y="43"/>
                </a:cubicBezTo>
                <a:cubicBezTo>
                  <a:pt x="0" y="31"/>
                  <a:pt x="4" y="21"/>
                  <a:pt x="13" y="13"/>
                </a:cubicBezTo>
                <a:cubicBezTo>
                  <a:pt x="20" y="4"/>
                  <a:pt x="30" y="0"/>
                  <a:pt x="43" y="0"/>
                </a:cubicBezTo>
                <a:cubicBezTo>
                  <a:pt x="57" y="0"/>
                  <a:pt x="69" y="6"/>
                  <a:pt x="79" y="18"/>
                </a:cubicBezTo>
                <a:cubicBezTo>
                  <a:pt x="90" y="30"/>
                  <a:pt x="95" y="51"/>
                  <a:pt x="96" y="81"/>
                </a:cubicBezTo>
                <a:cubicBezTo>
                  <a:pt x="96" y="97"/>
                  <a:pt x="93" y="113"/>
                  <a:pt x="89" y="129"/>
                </a:cubicBezTo>
                <a:cubicBezTo>
                  <a:pt x="85" y="146"/>
                  <a:pt x="80" y="159"/>
                  <a:pt x="74" y="171"/>
                </a:cubicBezTo>
                <a:cubicBezTo>
                  <a:pt x="68" y="182"/>
                  <a:pt x="62" y="192"/>
                  <a:pt x="55" y="200"/>
                </a:cubicBezTo>
                <a:cubicBezTo>
                  <a:pt x="49" y="208"/>
                  <a:pt x="43" y="215"/>
                  <a:pt x="38" y="220"/>
                </a:cubicBezTo>
                <a:cubicBezTo>
                  <a:pt x="34" y="224"/>
                  <a:pt x="30" y="226"/>
                  <a:pt x="29" y="226"/>
                </a:cubicBezTo>
                <a:cubicBezTo>
                  <a:pt x="27" y="226"/>
                  <a:pt x="24" y="224"/>
                  <a:pt x="20" y="220"/>
                </a:cubicBezTo>
                <a:cubicBezTo>
                  <a:pt x="15" y="215"/>
                  <a:pt x="13" y="212"/>
                  <a:pt x="13" y="210"/>
                </a:cubicBezTo>
                <a:cubicBezTo>
                  <a:pt x="13" y="208"/>
                  <a:pt x="16" y="205"/>
                  <a:pt x="21" y="199"/>
                </a:cubicBezTo>
                <a:cubicBezTo>
                  <a:pt x="26" y="193"/>
                  <a:pt x="32" y="186"/>
                  <a:pt x="39" y="177"/>
                </a:cubicBezTo>
                <a:cubicBezTo>
                  <a:pt x="46" y="169"/>
                  <a:pt x="52" y="157"/>
                  <a:pt x="58" y="142"/>
                </a:cubicBezTo>
                <a:cubicBezTo>
                  <a:pt x="63" y="125"/>
                  <a:pt x="67" y="108"/>
                  <a:pt x="69" y="88"/>
                </a:cubicBezTo>
                <a:lnTo>
                  <a:pt x="69" y="80"/>
                </a:lnTo>
                <a:lnTo>
                  <a:pt x="68" y="81"/>
                </a:lnTo>
                <a:cubicBezTo>
                  <a:pt x="67" y="81"/>
                  <a:pt x="66" y="82"/>
                  <a:pt x="65" y="82"/>
                </a:cubicBezTo>
                <a:cubicBezTo>
                  <a:pt x="63" y="82"/>
                  <a:pt x="62" y="83"/>
                  <a:pt x="61" y="84"/>
                </a:cubicBezTo>
                <a:cubicBezTo>
                  <a:pt x="59" y="85"/>
                  <a:pt x="57" y="86"/>
                  <a:pt x="54" y="86"/>
                </a:cubicBezTo>
                <a:cubicBezTo>
                  <a:pt x="51" y="86"/>
                  <a:pt x="48" y="86"/>
                  <a:pt x="45" y="86"/>
                </a:cubicBezTo>
                <a:cubicBezTo>
                  <a:pt x="33" y="86"/>
                  <a:pt x="22" y="82"/>
                  <a:pt x="14" y="74"/>
                </a:cubicBezTo>
                <a:lnTo>
                  <a:pt x="0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2" name=""/>
          <p:cNvSpPr/>
          <p:nvPr/>
        </p:nvSpPr>
        <p:spPr>
          <a:xfrm>
            <a:off x="9698040" y="5438520"/>
            <a:ext cx="102960" cy="171720"/>
          </a:xfrm>
          <a:custGeom>
            <a:avLst/>
            <a:gdLst/>
            <a:ahLst/>
            <a:rect l="0" t="0" r="r" b="b"/>
            <a:pathLst>
              <a:path w="286" h="477">
                <a:moveTo>
                  <a:pt x="42" y="170"/>
                </a:moveTo>
                <a:cubicBezTo>
                  <a:pt x="29" y="170"/>
                  <a:pt x="19" y="165"/>
                  <a:pt x="11" y="157"/>
                </a:cubicBezTo>
                <a:cubicBezTo>
                  <a:pt x="4" y="148"/>
                  <a:pt x="0" y="138"/>
                  <a:pt x="0" y="125"/>
                </a:cubicBezTo>
                <a:cubicBezTo>
                  <a:pt x="0" y="91"/>
                  <a:pt x="13" y="62"/>
                  <a:pt x="38" y="37"/>
                </a:cubicBezTo>
                <a:cubicBezTo>
                  <a:pt x="63" y="13"/>
                  <a:pt x="95" y="0"/>
                  <a:pt x="132" y="0"/>
                </a:cubicBezTo>
                <a:cubicBezTo>
                  <a:pt x="176" y="0"/>
                  <a:pt x="212" y="14"/>
                  <a:pt x="241" y="40"/>
                </a:cubicBezTo>
                <a:cubicBezTo>
                  <a:pt x="270" y="67"/>
                  <a:pt x="286" y="101"/>
                  <a:pt x="286" y="144"/>
                </a:cubicBezTo>
                <a:cubicBezTo>
                  <a:pt x="286" y="164"/>
                  <a:pt x="281" y="184"/>
                  <a:pt x="271" y="202"/>
                </a:cubicBezTo>
                <a:cubicBezTo>
                  <a:pt x="261" y="221"/>
                  <a:pt x="250" y="237"/>
                  <a:pt x="237" y="251"/>
                </a:cubicBezTo>
                <a:cubicBezTo>
                  <a:pt x="223" y="265"/>
                  <a:pt x="204" y="283"/>
                  <a:pt x="179" y="304"/>
                </a:cubicBezTo>
                <a:cubicBezTo>
                  <a:pt x="162" y="319"/>
                  <a:pt x="138" y="341"/>
                  <a:pt x="108" y="371"/>
                </a:cubicBezTo>
                <a:lnTo>
                  <a:pt x="66" y="411"/>
                </a:lnTo>
                <a:lnTo>
                  <a:pt x="120" y="412"/>
                </a:lnTo>
                <a:cubicBezTo>
                  <a:pt x="195" y="412"/>
                  <a:pt x="235" y="410"/>
                  <a:pt x="240" y="408"/>
                </a:cubicBezTo>
                <a:cubicBezTo>
                  <a:pt x="243" y="407"/>
                  <a:pt x="249" y="386"/>
                  <a:pt x="257" y="343"/>
                </a:cubicBezTo>
                <a:lnTo>
                  <a:pt x="257" y="341"/>
                </a:lnTo>
                <a:lnTo>
                  <a:pt x="286" y="341"/>
                </a:lnTo>
                <a:lnTo>
                  <a:pt x="286" y="343"/>
                </a:lnTo>
                <a:cubicBezTo>
                  <a:pt x="286" y="345"/>
                  <a:pt x="283" y="367"/>
                  <a:pt x="276" y="409"/>
                </a:cubicBezTo>
                <a:cubicBezTo>
                  <a:pt x="270" y="451"/>
                  <a:pt x="267" y="473"/>
                  <a:pt x="265" y="475"/>
                </a:cubicBezTo>
                <a:lnTo>
                  <a:pt x="265" y="477"/>
                </a:lnTo>
                <a:lnTo>
                  <a:pt x="0" y="477"/>
                </a:lnTo>
                <a:lnTo>
                  <a:pt x="0" y="464"/>
                </a:lnTo>
                <a:lnTo>
                  <a:pt x="0" y="455"/>
                </a:lnTo>
                <a:cubicBezTo>
                  <a:pt x="0" y="452"/>
                  <a:pt x="1" y="448"/>
                  <a:pt x="4" y="444"/>
                </a:cubicBezTo>
                <a:cubicBezTo>
                  <a:pt x="7" y="441"/>
                  <a:pt x="14" y="432"/>
                  <a:pt x="26" y="419"/>
                </a:cubicBezTo>
                <a:cubicBezTo>
                  <a:pt x="40" y="404"/>
                  <a:pt x="52" y="391"/>
                  <a:pt x="62" y="379"/>
                </a:cubicBezTo>
                <a:cubicBezTo>
                  <a:pt x="66" y="375"/>
                  <a:pt x="74" y="366"/>
                  <a:pt x="86" y="352"/>
                </a:cubicBezTo>
                <a:cubicBezTo>
                  <a:pt x="98" y="339"/>
                  <a:pt x="106" y="330"/>
                  <a:pt x="110" y="325"/>
                </a:cubicBezTo>
                <a:cubicBezTo>
                  <a:pt x="114" y="321"/>
                  <a:pt x="121" y="313"/>
                  <a:pt x="131" y="302"/>
                </a:cubicBezTo>
                <a:cubicBezTo>
                  <a:pt x="140" y="291"/>
                  <a:pt x="147" y="283"/>
                  <a:pt x="151" y="278"/>
                </a:cubicBezTo>
                <a:cubicBezTo>
                  <a:pt x="155" y="272"/>
                  <a:pt x="160" y="265"/>
                  <a:pt x="167" y="256"/>
                </a:cubicBezTo>
                <a:cubicBezTo>
                  <a:pt x="174" y="247"/>
                  <a:pt x="179" y="239"/>
                  <a:pt x="182" y="233"/>
                </a:cubicBezTo>
                <a:cubicBezTo>
                  <a:pt x="185" y="227"/>
                  <a:pt x="189" y="220"/>
                  <a:pt x="193" y="213"/>
                </a:cubicBezTo>
                <a:cubicBezTo>
                  <a:pt x="197" y="205"/>
                  <a:pt x="200" y="197"/>
                  <a:pt x="202" y="190"/>
                </a:cubicBezTo>
                <a:cubicBezTo>
                  <a:pt x="204" y="182"/>
                  <a:pt x="206" y="175"/>
                  <a:pt x="207" y="168"/>
                </a:cubicBezTo>
                <a:cubicBezTo>
                  <a:pt x="209" y="162"/>
                  <a:pt x="209" y="154"/>
                  <a:pt x="209" y="145"/>
                </a:cubicBezTo>
                <a:cubicBezTo>
                  <a:pt x="209" y="115"/>
                  <a:pt x="201" y="89"/>
                  <a:pt x="185" y="67"/>
                </a:cubicBezTo>
                <a:cubicBezTo>
                  <a:pt x="169" y="45"/>
                  <a:pt x="146" y="34"/>
                  <a:pt x="116" y="34"/>
                </a:cubicBezTo>
                <a:cubicBezTo>
                  <a:pt x="100" y="34"/>
                  <a:pt x="86" y="38"/>
                  <a:pt x="74" y="46"/>
                </a:cubicBezTo>
                <a:cubicBezTo>
                  <a:pt x="62" y="54"/>
                  <a:pt x="54" y="62"/>
                  <a:pt x="49" y="70"/>
                </a:cubicBezTo>
                <a:cubicBezTo>
                  <a:pt x="45" y="77"/>
                  <a:pt x="42" y="82"/>
                  <a:pt x="42" y="83"/>
                </a:cubicBezTo>
                <a:cubicBezTo>
                  <a:pt x="42" y="84"/>
                  <a:pt x="43" y="84"/>
                  <a:pt x="46" y="84"/>
                </a:cubicBezTo>
                <a:cubicBezTo>
                  <a:pt x="54" y="84"/>
                  <a:pt x="63" y="87"/>
                  <a:pt x="72" y="94"/>
                </a:cubicBezTo>
                <a:cubicBezTo>
                  <a:pt x="81" y="101"/>
                  <a:pt x="86" y="111"/>
                  <a:pt x="86" y="127"/>
                </a:cubicBezTo>
                <a:cubicBezTo>
                  <a:pt x="86" y="139"/>
                  <a:pt x="82" y="149"/>
                  <a:pt x="74" y="157"/>
                </a:cubicBezTo>
                <a:cubicBezTo>
                  <a:pt x="67" y="165"/>
                  <a:pt x="56" y="169"/>
                  <a:pt x="42" y="1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3" name=""/>
          <p:cNvSpPr/>
          <p:nvPr/>
        </p:nvSpPr>
        <p:spPr>
          <a:xfrm>
            <a:off x="9824040" y="543852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0" y="58"/>
                </a:moveTo>
                <a:cubicBezTo>
                  <a:pt x="67" y="20"/>
                  <a:pt x="103" y="0"/>
                  <a:pt x="150" y="0"/>
                </a:cubicBezTo>
                <a:cubicBezTo>
                  <a:pt x="174" y="0"/>
                  <a:pt x="196" y="6"/>
                  <a:pt x="219" y="19"/>
                </a:cubicBezTo>
                <a:cubicBezTo>
                  <a:pt x="242" y="31"/>
                  <a:pt x="261" y="53"/>
                  <a:pt x="275" y="85"/>
                </a:cubicBezTo>
                <a:cubicBezTo>
                  <a:pt x="293" y="124"/>
                  <a:pt x="302" y="178"/>
                  <a:pt x="302" y="248"/>
                </a:cubicBezTo>
                <a:cubicBezTo>
                  <a:pt x="302" y="321"/>
                  <a:pt x="291" y="379"/>
                  <a:pt x="271" y="418"/>
                </a:cubicBezTo>
                <a:cubicBezTo>
                  <a:pt x="261" y="438"/>
                  <a:pt x="248" y="454"/>
                  <a:pt x="231" y="466"/>
                </a:cubicBezTo>
                <a:cubicBezTo>
                  <a:pt x="215" y="478"/>
                  <a:pt x="200" y="485"/>
                  <a:pt x="188" y="488"/>
                </a:cubicBezTo>
                <a:cubicBezTo>
                  <a:pt x="175" y="491"/>
                  <a:pt x="163" y="493"/>
                  <a:pt x="150" y="493"/>
                </a:cubicBezTo>
                <a:cubicBezTo>
                  <a:pt x="138" y="493"/>
                  <a:pt x="126" y="492"/>
                  <a:pt x="113" y="489"/>
                </a:cubicBezTo>
                <a:cubicBezTo>
                  <a:pt x="101" y="486"/>
                  <a:pt x="86" y="478"/>
                  <a:pt x="70" y="466"/>
                </a:cubicBezTo>
                <a:cubicBezTo>
                  <a:pt x="53" y="453"/>
                  <a:pt x="40" y="437"/>
                  <a:pt x="30" y="418"/>
                </a:cubicBezTo>
                <a:cubicBezTo>
                  <a:pt x="10" y="379"/>
                  <a:pt x="0" y="321"/>
                  <a:pt x="0" y="248"/>
                </a:cubicBezTo>
                <a:cubicBezTo>
                  <a:pt x="0" y="165"/>
                  <a:pt x="13" y="101"/>
                  <a:pt x="40" y="58"/>
                </a:cubicBezTo>
                <a:moveTo>
                  <a:pt x="202" y="50"/>
                </a:moveTo>
                <a:cubicBezTo>
                  <a:pt x="188" y="34"/>
                  <a:pt x="171" y="27"/>
                  <a:pt x="150" y="27"/>
                </a:cubicBezTo>
                <a:cubicBezTo>
                  <a:pt x="130" y="27"/>
                  <a:pt x="113" y="34"/>
                  <a:pt x="99" y="50"/>
                </a:cubicBezTo>
                <a:cubicBezTo>
                  <a:pt x="87" y="62"/>
                  <a:pt x="79" y="79"/>
                  <a:pt x="75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4"/>
                  <a:pt x="72" y="364"/>
                  <a:pt x="75" y="388"/>
                </a:cubicBezTo>
                <a:cubicBezTo>
                  <a:pt x="79" y="412"/>
                  <a:pt x="88" y="431"/>
                  <a:pt x="101" y="444"/>
                </a:cubicBezTo>
                <a:cubicBezTo>
                  <a:pt x="114" y="459"/>
                  <a:pt x="131" y="466"/>
                  <a:pt x="150" y="466"/>
                </a:cubicBezTo>
                <a:cubicBezTo>
                  <a:pt x="170" y="466"/>
                  <a:pt x="187" y="459"/>
                  <a:pt x="200" y="444"/>
                </a:cubicBezTo>
                <a:cubicBezTo>
                  <a:pt x="214" y="430"/>
                  <a:pt x="222" y="410"/>
                  <a:pt x="226" y="384"/>
                </a:cubicBezTo>
                <a:cubicBezTo>
                  <a:pt x="229" y="358"/>
                  <a:pt x="231" y="309"/>
                  <a:pt x="231" y="238"/>
                </a:cubicBezTo>
                <a:cubicBezTo>
                  <a:pt x="231" y="169"/>
                  <a:pt x="230" y="124"/>
                  <a:pt x="226" y="102"/>
                </a:cubicBezTo>
                <a:cubicBezTo>
                  <a:pt x="222" y="80"/>
                  <a:pt x="214" y="62"/>
                  <a:pt x="202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4" name=""/>
          <p:cNvSpPr/>
          <p:nvPr/>
        </p:nvSpPr>
        <p:spPr>
          <a:xfrm>
            <a:off x="9952560" y="543852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7" y="20"/>
                  <a:pt x="105" y="0"/>
                  <a:pt x="151" y="0"/>
                </a:cubicBezTo>
                <a:cubicBezTo>
                  <a:pt x="174" y="0"/>
                  <a:pt x="197" y="6"/>
                  <a:pt x="220" y="19"/>
                </a:cubicBezTo>
                <a:cubicBezTo>
                  <a:pt x="243" y="31"/>
                  <a:pt x="261" y="53"/>
                  <a:pt x="275" y="85"/>
                </a:cubicBezTo>
                <a:cubicBezTo>
                  <a:pt x="293" y="124"/>
                  <a:pt x="302" y="178"/>
                  <a:pt x="302" y="248"/>
                </a:cubicBezTo>
                <a:cubicBezTo>
                  <a:pt x="302" y="321"/>
                  <a:pt x="292" y="379"/>
                  <a:pt x="271" y="418"/>
                </a:cubicBezTo>
                <a:cubicBezTo>
                  <a:pt x="262" y="438"/>
                  <a:pt x="249" y="454"/>
                  <a:pt x="232" y="466"/>
                </a:cubicBezTo>
                <a:cubicBezTo>
                  <a:pt x="215" y="478"/>
                  <a:pt x="201" y="485"/>
                  <a:pt x="188" y="488"/>
                </a:cubicBezTo>
                <a:cubicBezTo>
                  <a:pt x="176" y="491"/>
                  <a:pt x="164" y="493"/>
                  <a:pt x="152" y="493"/>
                </a:cubicBezTo>
                <a:cubicBezTo>
                  <a:pt x="139" y="493"/>
                  <a:pt x="127" y="492"/>
                  <a:pt x="115" y="489"/>
                </a:cubicBezTo>
                <a:cubicBezTo>
                  <a:pt x="101" y="486"/>
                  <a:pt x="87" y="478"/>
                  <a:pt x="70" y="466"/>
                </a:cubicBezTo>
                <a:cubicBezTo>
                  <a:pt x="53" y="453"/>
                  <a:pt x="40" y="437"/>
                  <a:pt x="31" y="418"/>
                </a:cubicBezTo>
                <a:cubicBezTo>
                  <a:pt x="10" y="379"/>
                  <a:pt x="0" y="321"/>
                  <a:pt x="0" y="248"/>
                </a:cubicBezTo>
                <a:cubicBezTo>
                  <a:pt x="0" y="165"/>
                  <a:pt x="14" y="101"/>
                  <a:pt x="41" y="58"/>
                </a:cubicBezTo>
                <a:moveTo>
                  <a:pt x="203" y="50"/>
                </a:moveTo>
                <a:cubicBezTo>
                  <a:pt x="188" y="34"/>
                  <a:pt x="171" y="27"/>
                  <a:pt x="152" y="27"/>
                </a:cubicBezTo>
                <a:cubicBezTo>
                  <a:pt x="132" y="27"/>
                  <a:pt x="115" y="34"/>
                  <a:pt x="99" y="50"/>
                </a:cubicBezTo>
                <a:cubicBezTo>
                  <a:pt x="87" y="62"/>
                  <a:pt x="80" y="79"/>
                  <a:pt x="76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4"/>
                  <a:pt x="72" y="364"/>
                  <a:pt x="76" y="388"/>
                </a:cubicBezTo>
                <a:cubicBezTo>
                  <a:pt x="80" y="412"/>
                  <a:pt x="88" y="431"/>
                  <a:pt x="101" y="444"/>
                </a:cubicBezTo>
                <a:cubicBezTo>
                  <a:pt x="116" y="459"/>
                  <a:pt x="132" y="466"/>
                  <a:pt x="152" y="466"/>
                </a:cubicBezTo>
                <a:cubicBezTo>
                  <a:pt x="171" y="466"/>
                  <a:pt x="187" y="459"/>
                  <a:pt x="200" y="444"/>
                </a:cubicBezTo>
                <a:cubicBezTo>
                  <a:pt x="214" y="430"/>
                  <a:pt x="223" y="410"/>
                  <a:pt x="226" y="384"/>
                </a:cubicBezTo>
                <a:cubicBezTo>
                  <a:pt x="229" y="358"/>
                  <a:pt x="231" y="309"/>
                  <a:pt x="232" y="238"/>
                </a:cubicBezTo>
                <a:cubicBezTo>
                  <a:pt x="232" y="169"/>
                  <a:pt x="230" y="124"/>
                  <a:pt x="226" y="102"/>
                </a:cubicBezTo>
                <a:cubicBezTo>
                  <a:pt x="222" y="80"/>
                  <a:pt x="214" y="62"/>
                  <a:pt x="203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623880" y="5400720"/>
            <a:ext cx="803808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Bias (A), coverage (B), and CI width (C) across scenarios S1--S7 and sample sizes 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6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8" name=""/>
          <p:cNvSpPr txBox="1"/>
          <p:nvPr/>
        </p:nvSpPr>
        <p:spPr>
          <a:xfrm>
            <a:off x="571320" y="151920"/>
            <a:ext cx="713628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Estimation Properties: Visual Summary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0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16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4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5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6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7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8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9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0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1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2" name=""/>
          <p:cNvSpPr/>
          <p:nvPr/>
        </p:nvSpPr>
        <p:spPr>
          <a:xfrm>
            <a:off x="580680" y="1857240"/>
            <a:ext cx="1991160" cy="524160"/>
          </a:xfrm>
          <a:custGeom>
            <a:avLst/>
            <a:gdLst/>
            <a:ahLst/>
            <a:rect l="0" t="0" r="r" b="b"/>
            <a:pathLst>
              <a:path w="5531" h="1456">
                <a:moveTo>
                  <a:pt x="0" y="0"/>
                </a:moveTo>
                <a:lnTo>
                  <a:pt x="5531" y="0"/>
                </a:lnTo>
                <a:lnTo>
                  <a:pt x="553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3" name=""/>
          <p:cNvSpPr/>
          <p:nvPr/>
        </p:nvSpPr>
        <p:spPr>
          <a:xfrm>
            <a:off x="2571480" y="1857240"/>
            <a:ext cx="2743560" cy="524160"/>
          </a:xfrm>
          <a:custGeom>
            <a:avLst/>
            <a:gdLst/>
            <a:ahLst/>
            <a:rect l="0" t="0" r="r" b="b"/>
            <a:pathLst>
              <a:path w="7621" h="1456">
                <a:moveTo>
                  <a:pt x="0" y="0"/>
                </a:moveTo>
                <a:lnTo>
                  <a:pt x="7621" y="0"/>
                </a:lnTo>
                <a:lnTo>
                  <a:pt x="762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4" name=""/>
          <p:cNvSpPr/>
          <p:nvPr/>
        </p:nvSpPr>
        <p:spPr>
          <a:xfrm>
            <a:off x="5314680" y="1857240"/>
            <a:ext cx="2467440" cy="524160"/>
          </a:xfrm>
          <a:custGeom>
            <a:avLst/>
            <a:gdLst/>
            <a:ahLst/>
            <a:rect l="0" t="0" r="r" b="b"/>
            <a:pathLst>
              <a:path w="6854" h="1456">
                <a:moveTo>
                  <a:pt x="0" y="0"/>
                </a:moveTo>
                <a:lnTo>
                  <a:pt x="6854" y="0"/>
                </a:lnTo>
                <a:lnTo>
                  <a:pt x="6854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5" name=""/>
          <p:cNvSpPr/>
          <p:nvPr/>
        </p:nvSpPr>
        <p:spPr>
          <a:xfrm>
            <a:off x="7781760" y="1857240"/>
            <a:ext cx="2715120" cy="524160"/>
          </a:xfrm>
          <a:custGeom>
            <a:avLst/>
            <a:gdLst/>
            <a:ahLst/>
            <a:rect l="0" t="0" r="r" b="b"/>
            <a:pathLst>
              <a:path w="7542" h="1456">
                <a:moveTo>
                  <a:pt x="0" y="0"/>
                </a:moveTo>
                <a:lnTo>
                  <a:pt x="7542" y="0"/>
                </a:lnTo>
                <a:lnTo>
                  <a:pt x="7542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6" name=""/>
          <p:cNvSpPr/>
          <p:nvPr/>
        </p:nvSpPr>
        <p:spPr>
          <a:xfrm>
            <a:off x="580680" y="1857240"/>
            <a:ext cx="1991160" cy="524160"/>
          </a:xfrm>
          <a:custGeom>
            <a:avLst/>
            <a:gdLst/>
            <a:ahLst/>
            <a:rect l="0" t="0" r="r" b="b"/>
            <a:pathLst>
              <a:path w="5531" h="1456">
                <a:moveTo>
                  <a:pt x="0" y="0"/>
                </a:moveTo>
                <a:lnTo>
                  <a:pt x="5531" y="0"/>
                </a:lnTo>
                <a:lnTo>
                  <a:pt x="553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7" name=""/>
          <p:cNvSpPr/>
          <p:nvPr/>
        </p:nvSpPr>
        <p:spPr>
          <a:xfrm>
            <a:off x="2571480" y="1857240"/>
            <a:ext cx="2743560" cy="524160"/>
          </a:xfrm>
          <a:custGeom>
            <a:avLst/>
            <a:gdLst/>
            <a:ahLst/>
            <a:rect l="0" t="0" r="r" b="b"/>
            <a:pathLst>
              <a:path w="7621" h="1456">
                <a:moveTo>
                  <a:pt x="0" y="0"/>
                </a:moveTo>
                <a:lnTo>
                  <a:pt x="7621" y="0"/>
                </a:lnTo>
                <a:lnTo>
                  <a:pt x="762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8" name=""/>
          <p:cNvSpPr/>
          <p:nvPr/>
        </p:nvSpPr>
        <p:spPr>
          <a:xfrm>
            <a:off x="5314680" y="1857240"/>
            <a:ext cx="2467440" cy="524160"/>
          </a:xfrm>
          <a:custGeom>
            <a:avLst/>
            <a:gdLst/>
            <a:ahLst/>
            <a:rect l="0" t="0" r="r" b="b"/>
            <a:pathLst>
              <a:path w="6854" h="1456">
                <a:moveTo>
                  <a:pt x="0" y="0"/>
                </a:moveTo>
                <a:lnTo>
                  <a:pt x="6854" y="0"/>
                </a:lnTo>
                <a:lnTo>
                  <a:pt x="6854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9" name=""/>
          <p:cNvSpPr/>
          <p:nvPr/>
        </p:nvSpPr>
        <p:spPr>
          <a:xfrm>
            <a:off x="7781760" y="1857240"/>
            <a:ext cx="2715120" cy="524160"/>
          </a:xfrm>
          <a:custGeom>
            <a:avLst/>
            <a:gdLst/>
            <a:ahLst/>
            <a:rect l="0" t="0" r="r" b="b"/>
            <a:pathLst>
              <a:path w="7542" h="1456">
                <a:moveTo>
                  <a:pt x="0" y="0"/>
                </a:moveTo>
                <a:lnTo>
                  <a:pt x="7542" y="0"/>
                </a:lnTo>
                <a:lnTo>
                  <a:pt x="7542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0" name=""/>
          <p:cNvSpPr/>
          <p:nvPr/>
        </p:nvSpPr>
        <p:spPr>
          <a:xfrm>
            <a:off x="580680" y="2381040"/>
            <a:ext cx="1991160" cy="486000"/>
          </a:xfrm>
          <a:custGeom>
            <a:avLst/>
            <a:gdLst/>
            <a:ahLst/>
            <a:rect l="0" t="0" r="r" b="b"/>
            <a:pathLst>
              <a:path w="5531" h="1350">
                <a:moveTo>
                  <a:pt x="0" y="0"/>
                </a:moveTo>
                <a:lnTo>
                  <a:pt x="5531" y="0"/>
                </a:lnTo>
                <a:lnTo>
                  <a:pt x="553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1" name=""/>
          <p:cNvSpPr/>
          <p:nvPr/>
        </p:nvSpPr>
        <p:spPr>
          <a:xfrm>
            <a:off x="2571480" y="2381040"/>
            <a:ext cx="2743560" cy="486000"/>
          </a:xfrm>
          <a:custGeom>
            <a:avLst/>
            <a:gdLst/>
            <a:ahLst/>
            <a:rect l="0" t="0" r="r" b="b"/>
            <a:pathLst>
              <a:path w="7621" h="1350">
                <a:moveTo>
                  <a:pt x="0" y="0"/>
                </a:moveTo>
                <a:lnTo>
                  <a:pt x="7621" y="0"/>
                </a:lnTo>
                <a:lnTo>
                  <a:pt x="762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2" name=""/>
          <p:cNvSpPr/>
          <p:nvPr/>
        </p:nvSpPr>
        <p:spPr>
          <a:xfrm>
            <a:off x="5314680" y="2381040"/>
            <a:ext cx="2467440" cy="486000"/>
          </a:xfrm>
          <a:custGeom>
            <a:avLst/>
            <a:gdLst/>
            <a:ahLst/>
            <a:rect l="0" t="0" r="r" b="b"/>
            <a:pathLst>
              <a:path w="6854" h="1350">
                <a:moveTo>
                  <a:pt x="0" y="0"/>
                </a:moveTo>
                <a:lnTo>
                  <a:pt x="6854" y="0"/>
                </a:lnTo>
                <a:lnTo>
                  <a:pt x="685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3" name=""/>
          <p:cNvSpPr/>
          <p:nvPr/>
        </p:nvSpPr>
        <p:spPr>
          <a:xfrm>
            <a:off x="7781760" y="2381040"/>
            <a:ext cx="2715120" cy="486000"/>
          </a:xfrm>
          <a:custGeom>
            <a:avLst/>
            <a:gdLst/>
            <a:ahLst/>
            <a:rect l="0" t="0" r="r" b="b"/>
            <a:pathLst>
              <a:path w="7542" h="1350">
                <a:moveTo>
                  <a:pt x="0" y="0"/>
                </a:moveTo>
                <a:lnTo>
                  <a:pt x="7542" y="0"/>
                </a:lnTo>
                <a:lnTo>
                  <a:pt x="754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4" name=""/>
          <p:cNvSpPr/>
          <p:nvPr/>
        </p:nvSpPr>
        <p:spPr>
          <a:xfrm>
            <a:off x="580680" y="2866680"/>
            <a:ext cx="1991160" cy="486360"/>
          </a:xfrm>
          <a:custGeom>
            <a:avLst/>
            <a:gdLst/>
            <a:ahLst/>
            <a:rect l="0" t="0" r="r" b="b"/>
            <a:pathLst>
              <a:path w="5531" h="1351">
                <a:moveTo>
                  <a:pt x="0" y="0"/>
                </a:moveTo>
                <a:lnTo>
                  <a:pt x="5531" y="0"/>
                </a:lnTo>
                <a:lnTo>
                  <a:pt x="553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5" name=""/>
          <p:cNvSpPr/>
          <p:nvPr/>
        </p:nvSpPr>
        <p:spPr>
          <a:xfrm>
            <a:off x="2571480" y="2866680"/>
            <a:ext cx="2743560" cy="486360"/>
          </a:xfrm>
          <a:custGeom>
            <a:avLst/>
            <a:gdLst/>
            <a:ahLst/>
            <a:rect l="0" t="0" r="r" b="b"/>
            <a:pathLst>
              <a:path w="7621" h="1351">
                <a:moveTo>
                  <a:pt x="0" y="0"/>
                </a:moveTo>
                <a:lnTo>
                  <a:pt x="7621" y="0"/>
                </a:lnTo>
                <a:lnTo>
                  <a:pt x="762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6" name=""/>
          <p:cNvSpPr/>
          <p:nvPr/>
        </p:nvSpPr>
        <p:spPr>
          <a:xfrm>
            <a:off x="5314680" y="2866680"/>
            <a:ext cx="2467440" cy="486360"/>
          </a:xfrm>
          <a:custGeom>
            <a:avLst/>
            <a:gdLst/>
            <a:ahLst/>
            <a:rect l="0" t="0" r="r" b="b"/>
            <a:pathLst>
              <a:path w="6854" h="1351">
                <a:moveTo>
                  <a:pt x="0" y="0"/>
                </a:moveTo>
                <a:lnTo>
                  <a:pt x="6854" y="0"/>
                </a:lnTo>
                <a:lnTo>
                  <a:pt x="6854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7" name=""/>
          <p:cNvSpPr/>
          <p:nvPr/>
        </p:nvSpPr>
        <p:spPr>
          <a:xfrm>
            <a:off x="7781760" y="2866680"/>
            <a:ext cx="2715120" cy="486360"/>
          </a:xfrm>
          <a:custGeom>
            <a:avLst/>
            <a:gdLst/>
            <a:ahLst/>
            <a:rect l="0" t="0" r="r" b="b"/>
            <a:pathLst>
              <a:path w="7542" h="1351">
                <a:moveTo>
                  <a:pt x="0" y="0"/>
                </a:moveTo>
                <a:lnTo>
                  <a:pt x="7542" y="0"/>
                </a:lnTo>
                <a:lnTo>
                  <a:pt x="7542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8" name=""/>
          <p:cNvSpPr/>
          <p:nvPr/>
        </p:nvSpPr>
        <p:spPr>
          <a:xfrm>
            <a:off x="580680" y="2866680"/>
            <a:ext cx="1991160" cy="486360"/>
          </a:xfrm>
          <a:custGeom>
            <a:avLst/>
            <a:gdLst/>
            <a:ahLst/>
            <a:rect l="0" t="0" r="r" b="b"/>
            <a:pathLst>
              <a:path w="5531" h="1351">
                <a:moveTo>
                  <a:pt x="0" y="0"/>
                </a:moveTo>
                <a:lnTo>
                  <a:pt x="5531" y="0"/>
                </a:lnTo>
                <a:lnTo>
                  <a:pt x="553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9" name=""/>
          <p:cNvSpPr/>
          <p:nvPr/>
        </p:nvSpPr>
        <p:spPr>
          <a:xfrm>
            <a:off x="2571480" y="2866680"/>
            <a:ext cx="2743560" cy="486360"/>
          </a:xfrm>
          <a:custGeom>
            <a:avLst/>
            <a:gdLst/>
            <a:ahLst/>
            <a:rect l="0" t="0" r="r" b="b"/>
            <a:pathLst>
              <a:path w="7621" h="1351">
                <a:moveTo>
                  <a:pt x="0" y="0"/>
                </a:moveTo>
                <a:lnTo>
                  <a:pt x="7621" y="0"/>
                </a:lnTo>
                <a:lnTo>
                  <a:pt x="762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0" name=""/>
          <p:cNvSpPr/>
          <p:nvPr/>
        </p:nvSpPr>
        <p:spPr>
          <a:xfrm>
            <a:off x="5314680" y="2866680"/>
            <a:ext cx="2467440" cy="486360"/>
          </a:xfrm>
          <a:custGeom>
            <a:avLst/>
            <a:gdLst/>
            <a:ahLst/>
            <a:rect l="0" t="0" r="r" b="b"/>
            <a:pathLst>
              <a:path w="6854" h="1351">
                <a:moveTo>
                  <a:pt x="0" y="0"/>
                </a:moveTo>
                <a:lnTo>
                  <a:pt x="6854" y="0"/>
                </a:lnTo>
                <a:lnTo>
                  <a:pt x="6854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1" name=""/>
          <p:cNvSpPr/>
          <p:nvPr/>
        </p:nvSpPr>
        <p:spPr>
          <a:xfrm>
            <a:off x="7781760" y="2866680"/>
            <a:ext cx="2715120" cy="486360"/>
          </a:xfrm>
          <a:custGeom>
            <a:avLst/>
            <a:gdLst/>
            <a:ahLst/>
            <a:rect l="0" t="0" r="r" b="b"/>
            <a:pathLst>
              <a:path w="7542" h="1351">
                <a:moveTo>
                  <a:pt x="0" y="0"/>
                </a:moveTo>
                <a:lnTo>
                  <a:pt x="7542" y="0"/>
                </a:lnTo>
                <a:lnTo>
                  <a:pt x="7542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2" name=""/>
          <p:cNvSpPr/>
          <p:nvPr/>
        </p:nvSpPr>
        <p:spPr>
          <a:xfrm>
            <a:off x="580680" y="3352680"/>
            <a:ext cx="1991160" cy="476640"/>
          </a:xfrm>
          <a:custGeom>
            <a:avLst/>
            <a:gdLst/>
            <a:ahLst/>
            <a:rect l="0" t="0" r="r" b="b"/>
            <a:pathLst>
              <a:path w="5531" h="1324">
                <a:moveTo>
                  <a:pt x="0" y="0"/>
                </a:moveTo>
                <a:lnTo>
                  <a:pt x="5531" y="0"/>
                </a:lnTo>
                <a:lnTo>
                  <a:pt x="553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3" name=""/>
          <p:cNvSpPr/>
          <p:nvPr/>
        </p:nvSpPr>
        <p:spPr>
          <a:xfrm>
            <a:off x="2571480" y="3352680"/>
            <a:ext cx="2743560" cy="476640"/>
          </a:xfrm>
          <a:custGeom>
            <a:avLst/>
            <a:gdLst/>
            <a:ahLst/>
            <a:rect l="0" t="0" r="r" b="b"/>
            <a:pathLst>
              <a:path w="7621" h="1324">
                <a:moveTo>
                  <a:pt x="0" y="0"/>
                </a:moveTo>
                <a:lnTo>
                  <a:pt x="7621" y="0"/>
                </a:lnTo>
                <a:lnTo>
                  <a:pt x="762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4" name=""/>
          <p:cNvSpPr/>
          <p:nvPr/>
        </p:nvSpPr>
        <p:spPr>
          <a:xfrm>
            <a:off x="5314680" y="3352680"/>
            <a:ext cx="2467440" cy="476640"/>
          </a:xfrm>
          <a:custGeom>
            <a:avLst/>
            <a:gdLst/>
            <a:ahLst/>
            <a:rect l="0" t="0" r="r" b="b"/>
            <a:pathLst>
              <a:path w="6854" h="1324">
                <a:moveTo>
                  <a:pt x="0" y="0"/>
                </a:moveTo>
                <a:lnTo>
                  <a:pt x="6854" y="0"/>
                </a:lnTo>
                <a:lnTo>
                  <a:pt x="6854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5" name=""/>
          <p:cNvSpPr/>
          <p:nvPr/>
        </p:nvSpPr>
        <p:spPr>
          <a:xfrm>
            <a:off x="7781760" y="3352680"/>
            <a:ext cx="2715120" cy="476640"/>
          </a:xfrm>
          <a:custGeom>
            <a:avLst/>
            <a:gdLst/>
            <a:ahLst/>
            <a:rect l="0" t="0" r="r" b="b"/>
            <a:pathLst>
              <a:path w="7542" h="1324">
                <a:moveTo>
                  <a:pt x="0" y="0"/>
                </a:moveTo>
                <a:lnTo>
                  <a:pt x="7542" y="0"/>
                </a:lnTo>
                <a:lnTo>
                  <a:pt x="7542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6" name=""/>
          <p:cNvSpPr/>
          <p:nvPr/>
        </p:nvSpPr>
        <p:spPr>
          <a:xfrm>
            <a:off x="571320" y="18572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7" name=""/>
          <p:cNvSpPr/>
          <p:nvPr/>
        </p:nvSpPr>
        <p:spPr>
          <a:xfrm>
            <a:off x="571320" y="1857240"/>
            <a:ext cx="2010240" cy="9720"/>
          </a:xfrm>
          <a:custGeom>
            <a:avLst/>
            <a:gdLst/>
            <a:ahLst/>
            <a:rect l="0" t="0" r="r" b="b"/>
            <a:pathLst>
              <a:path w="5584" h="27">
                <a:moveTo>
                  <a:pt x="0" y="0"/>
                </a:moveTo>
                <a:lnTo>
                  <a:pt x="5584" y="0"/>
                </a:lnTo>
                <a:lnTo>
                  <a:pt x="5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8" name=""/>
          <p:cNvSpPr/>
          <p:nvPr/>
        </p:nvSpPr>
        <p:spPr>
          <a:xfrm>
            <a:off x="2571480" y="18572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9" name=""/>
          <p:cNvSpPr/>
          <p:nvPr/>
        </p:nvSpPr>
        <p:spPr>
          <a:xfrm>
            <a:off x="2581200" y="185724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0" name=""/>
          <p:cNvSpPr/>
          <p:nvPr/>
        </p:nvSpPr>
        <p:spPr>
          <a:xfrm>
            <a:off x="5314680" y="18572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1" name=""/>
          <p:cNvSpPr/>
          <p:nvPr/>
        </p:nvSpPr>
        <p:spPr>
          <a:xfrm>
            <a:off x="5324400" y="1857240"/>
            <a:ext cx="2467080" cy="9720"/>
          </a:xfrm>
          <a:custGeom>
            <a:avLst/>
            <a:gdLst/>
            <a:ahLst/>
            <a:rect l="0" t="0" r="r" b="b"/>
            <a:pathLst>
              <a:path w="6853" h="27">
                <a:moveTo>
                  <a:pt x="0" y="0"/>
                </a:moveTo>
                <a:lnTo>
                  <a:pt x="6853" y="0"/>
                </a:lnTo>
                <a:lnTo>
                  <a:pt x="6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2" name=""/>
          <p:cNvSpPr/>
          <p:nvPr/>
        </p:nvSpPr>
        <p:spPr>
          <a:xfrm>
            <a:off x="7781760" y="18572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3" name=""/>
          <p:cNvSpPr/>
          <p:nvPr/>
        </p:nvSpPr>
        <p:spPr>
          <a:xfrm>
            <a:off x="7791120" y="1857240"/>
            <a:ext cx="2705760" cy="9720"/>
          </a:xfrm>
          <a:custGeom>
            <a:avLst/>
            <a:gdLst/>
            <a:ahLst/>
            <a:rect l="0" t="0" r="r" b="b"/>
            <a:pathLst>
              <a:path w="7516" h="27">
                <a:moveTo>
                  <a:pt x="0" y="0"/>
                </a:moveTo>
                <a:lnTo>
                  <a:pt x="7516" y="0"/>
                </a:lnTo>
                <a:lnTo>
                  <a:pt x="75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4" name=""/>
          <p:cNvSpPr/>
          <p:nvPr/>
        </p:nvSpPr>
        <p:spPr>
          <a:xfrm>
            <a:off x="10486800" y="18572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5" name=""/>
          <p:cNvSpPr/>
          <p:nvPr/>
        </p:nvSpPr>
        <p:spPr>
          <a:xfrm>
            <a:off x="571320" y="2381040"/>
            <a:ext cx="2010240" cy="10080"/>
          </a:xfrm>
          <a:custGeom>
            <a:avLst/>
            <a:gdLst/>
            <a:ahLst/>
            <a:rect l="0" t="0" r="r" b="b"/>
            <a:pathLst>
              <a:path w="5584" h="28">
                <a:moveTo>
                  <a:pt x="0" y="0"/>
                </a:moveTo>
                <a:lnTo>
                  <a:pt x="5584" y="0"/>
                </a:lnTo>
                <a:lnTo>
                  <a:pt x="55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6" name=""/>
          <p:cNvSpPr/>
          <p:nvPr/>
        </p:nvSpPr>
        <p:spPr>
          <a:xfrm>
            <a:off x="2581200" y="238104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7" name=""/>
          <p:cNvSpPr/>
          <p:nvPr/>
        </p:nvSpPr>
        <p:spPr>
          <a:xfrm>
            <a:off x="5324400" y="2381040"/>
            <a:ext cx="2467080" cy="10080"/>
          </a:xfrm>
          <a:custGeom>
            <a:avLst/>
            <a:gdLst/>
            <a:ahLst/>
            <a:rect l="0" t="0" r="r" b="b"/>
            <a:pathLst>
              <a:path w="6853" h="28">
                <a:moveTo>
                  <a:pt x="0" y="0"/>
                </a:moveTo>
                <a:lnTo>
                  <a:pt x="6853" y="0"/>
                </a:lnTo>
                <a:lnTo>
                  <a:pt x="6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8" name=""/>
          <p:cNvSpPr/>
          <p:nvPr/>
        </p:nvSpPr>
        <p:spPr>
          <a:xfrm>
            <a:off x="7791120" y="2381040"/>
            <a:ext cx="2705760" cy="10080"/>
          </a:xfrm>
          <a:custGeom>
            <a:avLst/>
            <a:gdLst/>
            <a:ahLst/>
            <a:rect l="0" t="0" r="r" b="b"/>
            <a:pathLst>
              <a:path w="7516" h="28">
                <a:moveTo>
                  <a:pt x="0" y="0"/>
                </a:moveTo>
                <a:lnTo>
                  <a:pt x="7516" y="0"/>
                </a:lnTo>
                <a:lnTo>
                  <a:pt x="75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9" name=""/>
          <p:cNvSpPr/>
          <p:nvPr/>
        </p:nvSpPr>
        <p:spPr>
          <a:xfrm>
            <a:off x="571320" y="2390760"/>
            <a:ext cx="9720" cy="476280"/>
          </a:xfrm>
          <a:custGeom>
            <a:avLst/>
            <a:gdLst/>
            <a:ahLst/>
            <a:rect l="0" t="0" r="r" b="b"/>
            <a:pathLst>
              <a:path w="27" h="1323">
                <a:moveTo>
                  <a:pt x="0" y="0"/>
                </a:moveTo>
                <a:lnTo>
                  <a:pt x="27" y="0"/>
                </a:lnTo>
                <a:lnTo>
                  <a:pt x="27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0" name=""/>
          <p:cNvSpPr/>
          <p:nvPr/>
        </p:nvSpPr>
        <p:spPr>
          <a:xfrm>
            <a:off x="2571480" y="2390760"/>
            <a:ext cx="10080" cy="476280"/>
          </a:xfrm>
          <a:custGeom>
            <a:avLst/>
            <a:gdLst/>
            <a:ahLst/>
            <a:rect l="0" t="0" r="r" b="b"/>
            <a:pathLst>
              <a:path w="28" h="1323">
                <a:moveTo>
                  <a:pt x="0" y="0"/>
                </a:moveTo>
                <a:lnTo>
                  <a:pt x="28" y="0"/>
                </a:lnTo>
                <a:lnTo>
                  <a:pt x="28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1" name=""/>
          <p:cNvSpPr/>
          <p:nvPr/>
        </p:nvSpPr>
        <p:spPr>
          <a:xfrm>
            <a:off x="5314680" y="2390760"/>
            <a:ext cx="10080" cy="476280"/>
          </a:xfrm>
          <a:custGeom>
            <a:avLst/>
            <a:gdLst/>
            <a:ahLst/>
            <a:rect l="0" t="0" r="r" b="b"/>
            <a:pathLst>
              <a:path w="28" h="1323">
                <a:moveTo>
                  <a:pt x="0" y="0"/>
                </a:moveTo>
                <a:lnTo>
                  <a:pt x="28" y="0"/>
                </a:lnTo>
                <a:lnTo>
                  <a:pt x="28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2" name=""/>
          <p:cNvSpPr/>
          <p:nvPr/>
        </p:nvSpPr>
        <p:spPr>
          <a:xfrm>
            <a:off x="7781760" y="2390760"/>
            <a:ext cx="9720" cy="476280"/>
          </a:xfrm>
          <a:custGeom>
            <a:avLst/>
            <a:gdLst/>
            <a:ahLst/>
            <a:rect l="0" t="0" r="r" b="b"/>
            <a:pathLst>
              <a:path w="27" h="1323">
                <a:moveTo>
                  <a:pt x="0" y="0"/>
                </a:moveTo>
                <a:lnTo>
                  <a:pt x="27" y="0"/>
                </a:lnTo>
                <a:lnTo>
                  <a:pt x="27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3" name=""/>
          <p:cNvSpPr/>
          <p:nvPr/>
        </p:nvSpPr>
        <p:spPr>
          <a:xfrm>
            <a:off x="10486800" y="2390760"/>
            <a:ext cx="10080" cy="476280"/>
          </a:xfrm>
          <a:custGeom>
            <a:avLst/>
            <a:gdLst/>
            <a:ahLst/>
            <a:rect l="0" t="0" r="r" b="b"/>
            <a:pathLst>
              <a:path w="28" h="1323">
                <a:moveTo>
                  <a:pt x="0" y="0"/>
                </a:moveTo>
                <a:lnTo>
                  <a:pt x="28" y="0"/>
                </a:lnTo>
                <a:lnTo>
                  <a:pt x="28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4" name=""/>
          <p:cNvSpPr/>
          <p:nvPr/>
        </p:nvSpPr>
        <p:spPr>
          <a:xfrm>
            <a:off x="571320" y="28666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5" name=""/>
          <p:cNvSpPr/>
          <p:nvPr/>
        </p:nvSpPr>
        <p:spPr>
          <a:xfrm>
            <a:off x="571320" y="2857320"/>
            <a:ext cx="2010240" cy="9720"/>
          </a:xfrm>
          <a:custGeom>
            <a:avLst/>
            <a:gdLst/>
            <a:ahLst/>
            <a:rect l="0" t="0" r="r" b="b"/>
            <a:pathLst>
              <a:path w="5584" h="27">
                <a:moveTo>
                  <a:pt x="0" y="0"/>
                </a:moveTo>
                <a:lnTo>
                  <a:pt x="5584" y="0"/>
                </a:lnTo>
                <a:lnTo>
                  <a:pt x="5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6" name=""/>
          <p:cNvSpPr/>
          <p:nvPr/>
        </p:nvSpPr>
        <p:spPr>
          <a:xfrm>
            <a:off x="2571480" y="286668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7" name=""/>
          <p:cNvSpPr/>
          <p:nvPr/>
        </p:nvSpPr>
        <p:spPr>
          <a:xfrm>
            <a:off x="2581200" y="285732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8" name=""/>
          <p:cNvSpPr/>
          <p:nvPr/>
        </p:nvSpPr>
        <p:spPr>
          <a:xfrm>
            <a:off x="5314680" y="286668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9" name=""/>
          <p:cNvSpPr/>
          <p:nvPr/>
        </p:nvSpPr>
        <p:spPr>
          <a:xfrm>
            <a:off x="5324400" y="2857320"/>
            <a:ext cx="2467080" cy="9720"/>
          </a:xfrm>
          <a:custGeom>
            <a:avLst/>
            <a:gdLst/>
            <a:ahLst/>
            <a:rect l="0" t="0" r="r" b="b"/>
            <a:pathLst>
              <a:path w="6853" h="27">
                <a:moveTo>
                  <a:pt x="0" y="0"/>
                </a:moveTo>
                <a:lnTo>
                  <a:pt x="6853" y="0"/>
                </a:lnTo>
                <a:lnTo>
                  <a:pt x="6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0" name=""/>
          <p:cNvSpPr/>
          <p:nvPr/>
        </p:nvSpPr>
        <p:spPr>
          <a:xfrm>
            <a:off x="7781760" y="28666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1" name=""/>
          <p:cNvSpPr/>
          <p:nvPr/>
        </p:nvSpPr>
        <p:spPr>
          <a:xfrm>
            <a:off x="7791120" y="2857320"/>
            <a:ext cx="2705760" cy="9720"/>
          </a:xfrm>
          <a:custGeom>
            <a:avLst/>
            <a:gdLst/>
            <a:ahLst/>
            <a:rect l="0" t="0" r="r" b="b"/>
            <a:pathLst>
              <a:path w="7516" h="27">
                <a:moveTo>
                  <a:pt x="0" y="0"/>
                </a:moveTo>
                <a:lnTo>
                  <a:pt x="7516" y="0"/>
                </a:lnTo>
                <a:lnTo>
                  <a:pt x="75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2" name=""/>
          <p:cNvSpPr/>
          <p:nvPr/>
        </p:nvSpPr>
        <p:spPr>
          <a:xfrm>
            <a:off x="10486800" y="286668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3" name=""/>
          <p:cNvSpPr/>
          <p:nvPr/>
        </p:nvSpPr>
        <p:spPr>
          <a:xfrm>
            <a:off x="571320" y="33526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4" name=""/>
          <p:cNvSpPr/>
          <p:nvPr/>
        </p:nvSpPr>
        <p:spPr>
          <a:xfrm>
            <a:off x="571320" y="3342960"/>
            <a:ext cx="2010240" cy="10080"/>
          </a:xfrm>
          <a:custGeom>
            <a:avLst/>
            <a:gdLst/>
            <a:ahLst/>
            <a:rect l="0" t="0" r="r" b="b"/>
            <a:pathLst>
              <a:path w="5584" h="28">
                <a:moveTo>
                  <a:pt x="0" y="0"/>
                </a:moveTo>
                <a:lnTo>
                  <a:pt x="5584" y="0"/>
                </a:lnTo>
                <a:lnTo>
                  <a:pt x="55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5" name=""/>
          <p:cNvSpPr/>
          <p:nvPr/>
        </p:nvSpPr>
        <p:spPr>
          <a:xfrm>
            <a:off x="2571480" y="335268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6" name=""/>
          <p:cNvSpPr/>
          <p:nvPr/>
        </p:nvSpPr>
        <p:spPr>
          <a:xfrm>
            <a:off x="2581200" y="334296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7" name=""/>
          <p:cNvSpPr/>
          <p:nvPr/>
        </p:nvSpPr>
        <p:spPr>
          <a:xfrm>
            <a:off x="5314680" y="335268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8" name=""/>
          <p:cNvSpPr/>
          <p:nvPr/>
        </p:nvSpPr>
        <p:spPr>
          <a:xfrm>
            <a:off x="5324400" y="3342960"/>
            <a:ext cx="2467080" cy="10080"/>
          </a:xfrm>
          <a:custGeom>
            <a:avLst/>
            <a:gdLst/>
            <a:ahLst/>
            <a:rect l="0" t="0" r="r" b="b"/>
            <a:pathLst>
              <a:path w="6853" h="28">
                <a:moveTo>
                  <a:pt x="0" y="0"/>
                </a:moveTo>
                <a:lnTo>
                  <a:pt x="6853" y="0"/>
                </a:lnTo>
                <a:lnTo>
                  <a:pt x="6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9" name=""/>
          <p:cNvSpPr/>
          <p:nvPr/>
        </p:nvSpPr>
        <p:spPr>
          <a:xfrm>
            <a:off x="7781760" y="33526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0" name=""/>
          <p:cNvSpPr/>
          <p:nvPr/>
        </p:nvSpPr>
        <p:spPr>
          <a:xfrm>
            <a:off x="7791120" y="3342960"/>
            <a:ext cx="2705760" cy="10080"/>
          </a:xfrm>
          <a:custGeom>
            <a:avLst/>
            <a:gdLst/>
            <a:ahLst/>
            <a:rect l="0" t="0" r="r" b="b"/>
            <a:pathLst>
              <a:path w="7516" h="28">
                <a:moveTo>
                  <a:pt x="0" y="0"/>
                </a:moveTo>
                <a:lnTo>
                  <a:pt x="7516" y="0"/>
                </a:lnTo>
                <a:lnTo>
                  <a:pt x="75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1" name=""/>
          <p:cNvSpPr/>
          <p:nvPr/>
        </p:nvSpPr>
        <p:spPr>
          <a:xfrm>
            <a:off x="10486800" y="335268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2" name=""/>
          <p:cNvSpPr/>
          <p:nvPr/>
        </p:nvSpPr>
        <p:spPr>
          <a:xfrm>
            <a:off x="571320" y="3828960"/>
            <a:ext cx="2010240" cy="9720"/>
          </a:xfrm>
          <a:custGeom>
            <a:avLst/>
            <a:gdLst/>
            <a:ahLst/>
            <a:rect l="0" t="0" r="r" b="b"/>
            <a:pathLst>
              <a:path w="5584" h="27">
                <a:moveTo>
                  <a:pt x="0" y="0"/>
                </a:moveTo>
                <a:lnTo>
                  <a:pt x="5584" y="0"/>
                </a:lnTo>
                <a:lnTo>
                  <a:pt x="5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3" name=""/>
          <p:cNvSpPr/>
          <p:nvPr/>
        </p:nvSpPr>
        <p:spPr>
          <a:xfrm>
            <a:off x="2581200" y="382896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4" name=""/>
          <p:cNvSpPr/>
          <p:nvPr/>
        </p:nvSpPr>
        <p:spPr>
          <a:xfrm>
            <a:off x="5324400" y="3828960"/>
            <a:ext cx="2467080" cy="9720"/>
          </a:xfrm>
          <a:custGeom>
            <a:avLst/>
            <a:gdLst/>
            <a:ahLst/>
            <a:rect l="0" t="0" r="r" b="b"/>
            <a:pathLst>
              <a:path w="6853" h="27">
                <a:moveTo>
                  <a:pt x="0" y="0"/>
                </a:moveTo>
                <a:lnTo>
                  <a:pt x="6853" y="0"/>
                </a:lnTo>
                <a:lnTo>
                  <a:pt x="6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5" name=""/>
          <p:cNvSpPr/>
          <p:nvPr/>
        </p:nvSpPr>
        <p:spPr>
          <a:xfrm>
            <a:off x="7791120" y="3828960"/>
            <a:ext cx="2705760" cy="9720"/>
          </a:xfrm>
          <a:custGeom>
            <a:avLst/>
            <a:gdLst/>
            <a:ahLst/>
            <a:rect l="0" t="0" r="r" b="b"/>
            <a:pathLst>
              <a:path w="7516" h="27">
                <a:moveTo>
                  <a:pt x="0" y="0"/>
                </a:moveTo>
                <a:lnTo>
                  <a:pt x="7516" y="0"/>
                </a:lnTo>
                <a:lnTo>
                  <a:pt x="75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733320" y="1941480"/>
            <a:ext cx="96300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Scenario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7" name=""/>
          <p:cNvSpPr/>
          <p:nvPr/>
        </p:nvSpPr>
        <p:spPr>
          <a:xfrm>
            <a:off x="4455360" y="2019240"/>
            <a:ext cx="203040" cy="202680"/>
          </a:xfrm>
          <a:custGeom>
            <a:avLst/>
            <a:gdLst/>
            <a:ahLst/>
            <a:rect l="0" t="0" r="r" b="b"/>
            <a:pathLst>
              <a:path w="564" h="563">
                <a:moveTo>
                  <a:pt x="12" y="264"/>
                </a:moveTo>
                <a:lnTo>
                  <a:pt x="265" y="264"/>
                </a:lnTo>
                <a:lnTo>
                  <a:pt x="265" y="138"/>
                </a:lnTo>
                <a:cubicBezTo>
                  <a:pt x="265" y="54"/>
                  <a:pt x="265" y="11"/>
                  <a:pt x="267" y="9"/>
                </a:cubicBezTo>
                <a:cubicBezTo>
                  <a:pt x="270" y="3"/>
                  <a:pt x="275" y="0"/>
                  <a:pt x="282" y="0"/>
                </a:cubicBezTo>
                <a:cubicBezTo>
                  <a:pt x="290" y="0"/>
                  <a:pt x="295" y="3"/>
                  <a:pt x="296" y="10"/>
                </a:cubicBezTo>
                <a:cubicBezTo>
                  <a:pt x="298" y="17"/>
                  <a:pt x="299" y="33"/>
                  <a:pt x="300" y="59"/>
                </a:cubicBezTo>
                <a:lnTo>
                  <a:pt x="300" y="140"/>
                </a:lnTo>
                <a:lnTo>
                  <a:pt x="300" y="264"/>
                </a:lnTo>
                <a:lnTo>
                  <a:pt x="551" y="264"/>
                </a:lnTo>
                <a:cubicBezTo>
                  <a:pt x="560" y="269"/>
                  <a:pt x="564" y="274"/>
                  <a:pt x="564" y="281"/>
                </a:cubicBezTo>
                <a:cubicBezTo>
                  <a:pt x="564" y="288"/>
                  <a:pt x="560" y="295"/>
                  <a:pt x="551" y="299"/>
                </a:cubicBezTo>
                <a:lnTo>
                  <a:pt x="300" y="299"/>
                </a:lnTo>
                <a:lnTo>
                  <a:pt x="300" y="530"/>
                </a:lnTo>
                <a:lnTo>
                  <a:pt x="551" y="530"/>
                </a:lnTo>
                <a:cubicBezTo>
                  <a:pt x="560" y="534"/>
                  <a:pt x="564" y="540"/>
                  <a:pt x="564" y="546"/>
                </a:cubicBezTo>
                <a:cubicBezTo>
                  <a:pt x="564" y="553"/>
                  <a:pt x="560" y="559"/>
                  <a:pt x="551" y="563"/>
                </a:cubicBezTo>
                <a:lnTo>
                  <a:pt x="12" y="563"/>
                </a:lnTo>
                <a:cubicBezTo>
                  <a:pt x="4" y="559"/>
                  <a:pt x="0" y="554"/>
                  <a:pt x="0" y="546"/>
                </a:cubicBezTo>
                <a:cubicBezTo>
                  <a:pt x="0" y="539"/>
                  <a:pt x="4" y="533"/>
                  <a:pt x="12" y="530"/>
                </a:cubicBezTo>
                <a:lnTo>
                  <a:pt x="265" y="530"/>
                </a:lnTo>
                <a:lnTo>
                  <a:pt x="265" y="299"/>
                </a:lnTo>
                <a:lnTo>
                  <a:pt x="12" y="299"/>
                </a:lnTo>
                <a:cubicBezTo>
                  <a:pt x="4" y="295"/>
                  <a:pt x="0" y="288"/>
                  <a:pt x="0" y="281"/>
                </a:cubicBezTo>
                <a:cubicBezTo>
                  <a:pt x="0" y="274"/>
                  <a:pt x="4" y="268"/>
                  <a:pt x="12" y="26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2729160" y="1941480"/>
            <a:ext cx="157500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nABCD (mean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4680000" y="1941480"/>
            <a:ext cx="4352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 SD)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0" name=""/>
          <p:cNvSpPr/>
          <p:nvPr/>
        </p:nvSpPr>
        <p:spPr>
          <a:xfrm>
            <a:off x="6922440" y="2019240"/>
            <a:ext cx="203040" cy="202680"/>
          </a:xfrm>
          <a:custGeom>
            <a:avLst/>
            <a:gdLst/>
            <a:ahLst/>
            <a:rect l="0" t="0" r="r" b="b"/>
            <a:pathLst>
              <a:path w="564" h="563">
                <a:moveTo>
                  <a:pt x="12" y="264"/>
                </a:moveTo>
                <a:lnTo>
                  <a:pt x="266" y="264"/>
                </a:lnTo>
                <a:lnTo>
                  <a:pt x="266" y="138"/>
                </a:lnTo>
                <a:cubicBezTo>
                  <a:pt x="266" y="54"/>
                  <a:pt x="266" y="11"/>
                  <a:pt x="267" y="9"/>
                </a:cubicBezTo>
                <a:cubicBezTo>
                  <a:pt x="270" y="3"/>
                  <a:pt x="275" y="0"/>
                  <a:pt x="282" y="0"/>
                </a:cubicBezTo>
                <a:cubicBezTo>
                  <a:pt x="289" y="0"/>
                  <a:pt x="294" y="3"/>
                  <a:pt x="296" y="10"/>
                </a:cubicBezTo>
                <a:cubicBezTo>
                  <a:pt x="298" y="17"/>
                  <a:pt x="299" y="33"/>
                  <a:pt x="299" y="59"/>
                </a:cubicBezTo>
                <a:lnTo>
                  <a:pt x="299" y="140"/>
                </a:lnTo>
                <a:lnTo>
                  <a:pt x="299" y="264"/>
                </a:lnTo>
                <a:lnTo>
                  <a:pt x="551" y="264"/>
                </a:lnTo>
                <a:cubicBezTo>
                  <a:pt x="560" y="269"/>
                  <a:pt x="564" y="274"/>
                  <a:pt x="564" y="281"/>
                </a:cubicBezTo>
                <a:cubicBezTo>
                  <a:pt x="564" y="288"/>
                  <a:pt x="560" y="295"/>
                  <a:pt x="551" y="299"/>
                </a:cubicBezTo>
                <a:lnTo>
                  <a:pt x="299" y="299"/>
                </a:lnTo>
                <a:lnTo>
                  <a:pt x="299" y="530"/>
                </a:lnTo>
                <a:lnTo>
                  <a:pt x="551" y="530"/>
                </a:lnTo>
                <a:cubicBezTo>
                  <a:pt x="560" y="534"/>
                  <a:pt x="564" y="540"/>
                  <a:pt x="564" y="546"/>
                </a:cubicBezTo>
                <a:cubicBezTo>
                  <a:pt x="564" y="553"/>
                  <a:pt x="560" y="559"/>
                  <a:pt x="551" y="563"/>
                </a:cubicBezTo>
                <a:lnTo>
                  <a:pt x="12" y="563"/>
                </a:lnTo>
                <a:cubicBezTo>
                  <a:pt x="4" y="559"/>
                  <a:pt x="0" y="554"/>
                  <a:pt x="0" y="546"/>
                </a:cubicBezTo>
                <a:cubicBezTo>
                  <a:pt x="0" y="539"/>
                  <a:pt x="4" y="533"/>
                  <a:pt x="12" y="530"/>
                </a:cubicBezTo>
                <a:lnTo>
                  <a:pt x="266" y="530"/>
                </a:lnTo>
                <a:lnTo>
                  <a:pt x="266" y="299"/>
                </a:lnTo>
                <a:lnTo>
                  <a:pt x="12" y="299"/>
                </a:lnTo>
                <a:cubicBezTo>
                  <a:pt x="4" y="295"/>
                  <a:pt x="0" y="288"/>
                  <a:pt x="0" y="281"/>
                </a:cubicBezTo>
                <a:cubicBezTo>
                  <a:pt x="0" y="274"/>
                  <a:pt x="4" y="268"/>
                  <a:pt x="12" y="26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5475600" y="1941480"/>
            <a:ext cx="13100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SMD (mean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7143480" y="1941480"/>
            <a:ext cx="4352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 SD)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7939080" y="1941480"/>
            <a:ext cx="124596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Implication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4" name=""/>
          <p:cNvSpPr/>
          <p:nvPr/>
        </p:nvSpPr>
        <p:spPr>
          <a:xfrm>
            <a:off x="2745720" y="252396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9" y="68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2"/>
                  <a:pt x="325" y="100"/>
                </a:cubicBezTo>
                <a:cubicBezTo>
                  <a:pt x="346" y="146"/>
                  <a:pt x="356" y="211"/>
                  <a:pt x="356" y="293"/>
                </a:cubicBezTo>
                <a:cubicBezTo>
                  <a:pt x="356" y="381"/>
                  <a:pt x="344" y="447"/>
                  <a:pt x="320" y="494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50" y="581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4" y="535"/>
                  <a:pt x="48" y="517"/>
                  <a:pt x="37" y="494"/>
                </a:cubicBezTo>
                <a:cubicBezTo>
                  <a:pt x="13" y="447"/>
                  <a:pt x="0" y="381"/>
                  <a:pt x="0" y="293"/>
                </a:cubicBezTo>
                <a:cubicBezTo>
                  <a:pt x="0" y="194"/>
                  <a:pt x="17" y="120"/>
                  <a:pt x="49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5" y="93"/>
                  <a:pt x="90" y="119"/>
                </a:cubicBezTo>
                <a:cubicBezTo>
                  <a:pt x="86" y="145"/>
                  <a:pt x="83" y="199"/>
                  <a:pt x="83" y="282"/>
                </a:cubicBezTo>
                <a:cubicBezTo>
                  <a:pt x="83" y="371"/>
                  <a:pt x="86" y="430"/>
                  <a:pt x="90" y="458"/>
                </a:cubicBezTo>
                <a:cubicBezTo>
                  <a:pt x="95" y="486"/>
                  <a:pt x="105" y="508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1" y="550"/>
                  <a:pt x="221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1" y="146"/>
                  <a:pt x="267" y="120"/>
                </a:cubicBezTo>
                <a:cubicBezTo>
                  <a:pt x="262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5" name=""/>
          <p:cNvSpPr/>
          <p:nvPr/>
        </p:nvSpPr>
        <p:spPr>
          <a:xfrm>
            <a:off x="2909520" y="2689920"/>
            <a:ext cx="37080" cy="37080"/>
          </a:xfrm>
          <a:custGeom>
            <a:avLst/>
            <a:gdLst/>
            <a:ahLst/>
            <a:rect l="0" t="0" r="r" b="b"/>
            <a:pathLst>
              <a:path w="103" h="103">
                <a:moveTo>
                  <a:pt x="0" y="51"/>
                </a:moveTo>
                <a:cubicBezTo>
                  <a:pt x="0" y="37"/>
                  <a:pt x="5" y="26"/>
                  <a:pt x="14" y="15"/>
                </a:cubicBezTo>
                <a:cubicBezTo>
                  <a:pt x="24" y="5"/>
                  <a:pt x="37" y="0"/>
                  <a:pt x="52" y="0"/>
                </a:cubicBezTo>
                <a:cubicBezTo>
                  <a:pt x="65" y="0"/>
                  <a:pt x="77" y="5"/>
                  <a:pt x="87" y="14"/>
                </a:cubicBezTo>
                <a:cubicBezTo>
                  <a:pt x="97" y="23"/>
                  <a:pt x="103" y="35"/>
                  <a:pt x="103" y="50"/>
                </a:cubicBezTo>
                <a:cubicBezTo>
                  <a:pt x="103" y="65"/>
                  <a:pt x="98" y="77"/>
                  <a:pt x="89" y="87"/>
                </a:cubicBezTo>
                <a:cubicBezTo>
                  <a:pt x="79" y="98"/>
                  <a:pt x="67" y="103"/>
                  <a:pt x="53" y="103"/>
                </a:cubicBezTo>
                <a:cubicBezTo>
                  <a:pt x="38" y="103"/>
                  <a:pt x="25" y="98"/>
                  <a:pt x="15" y="88"/>
                </a:cubicBezTo>
                <a:cubicBezTo>
                  <a:pt x="6" y="79"/>
                  <a:pt x="1" y="67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6" name=""/>
          <p:cNvSpPr/>
          <p:nvPr/>
        </p:nvSpPr>
        <p:spPr>
          <a:xfrm>
            <a:off x="2982960" y="2524320"/>
            <a:ext cx="126720" cy="209160"/>
          </a:xfrm>
          <a:custGeom>
            <a:avLst/>
            <a:gdLst/>
            <a:ahLst/>
            <a:rect l="0" t="0" r="r" b="b"/>
            <a:pathLst>
              <a:path w="352" h="581">
                <a:moveTo>
                  <a:pt x="72" y="170"/>
                </a:moveTo>
                <a:cubicBezTo>
                  <a:pt x="57" y="170"/>
                  <a:pt x="45" y="166"/>
                  <a:pt x="37" y="156"/>
                </a:cubicBezTo>
                <a:cubicBezTo>
                  <a:pt x="28" y="147"/>
                  <a:pt x="24" y="134"/>
                  <a:pt x="23" y="119"/>
                </a:cubicBezTo>
                <a:cubicBezTo>
                  <a:pt x="23" y="88"/>
                  <a:pt x="37" y="60"/>
                  <a:pt x="64" y="36"/>
                </a:cubicBezTo>
                <a:cubicBezTo>
                  <a:pt x="91" y="12"/>
                  <a:pt x="124" y="0"/>
                  <a:pt x="162" y="0"/>
                </a:cubicBezTo>
                <a:cubicBezTo>
                  <a:pt x="182" y="0"/>
                  <a:pt x="194" y="0"/>
                  <a:pt x="199" y="1"/>
                </a:cubicBezTo>
                <a:cubicBezTo>
                  <a:pt x="241" y="7"/>
                  <a:pt x="273" y="22"/>
                  <a:pt x="295" y="45"/>
                </a:cubicBezTo>
                <a:cubicBezTo>
                  <a:pt x="317" y="69"/>
                  <a:pt x="329" y="94"/>
                  <a:pt x="329" y="121"/>
                </a:cubicBezTo>
                <a:cubicBezTo>
                  <a:pt x="329" y="150"/>
                  <a:pt x="320" y="178"/>
                  <a:pt x="301" y="206"/>
                </a:cubicBezTo>
                <a:cubicBezTo>
                  <a:pt x="280" y="234"/>
                  <a:pt x="254" y="255"/>
                  <a:pt x="220" y="267"/>
                </a:cubicBezTo>
                <a:lnTo>
                  <a:pt x="218" y="269"/>
                </a:lnTo>
                <a:cubicBezTo>
                  <a:pt x="218" y="269"/>
                  <a:pt x="220" y="270"/>
                  <a:pt x="225" y="271"/>
                </a:cubicBezTo>
                <a:cubicBezTo>
                  <a:pt x="230" y="272"/>
                  <a:pt x="238" y="275"/>
                  <a:pt x="250" y="279"/>
                </a:cubicBezTo>
                <a:cubicBezTo>
                  <a:pt x="261" y="283"/>
                  <a:pt x="272" y="289"/>
                  <a:pt x="282" y="297"/>
                </a:cubicBezTo>
                <a:cubicBezTo>
                  <a:pt x="329" y="326"/>
                  <a:pt x="352" y="366"/>
                  <a:pt x="352" y="415"/>
                </a:cubicBezTo>
                <a:cubicBezTo>
                  <a:pt x="352" y="459"/>
                  <a:pt x="335" y="498"/>
                  <a:pt x="300" y="531"/>
                </a:cubicBezTo>
                <a:cubicBezTo>
                  <a:pt x="264" y="565"/>
                  <a:pt x="220" y="581"/>
                  <a:pt x="166" y="581"/>
                </a:cubicBezTo>
                <a:cubicBezTo>
                  <a:pt x="121" y="581"/>
                  <a:pt x="82" y="569"/>
                  <a:pt x="49" y="545"/>
                </a:cubicBezTo>
                <a:cubicBezTo>
                  <a:pt x="17" y="521"/>
                  <a:pt x="0" y="490"/>
                  <a:pt x="0" y="453"/>
                </a:cubicBezTo>
                <a:cubicBezTo>
                  <a:pt x="0" y="437"/>
                  <a:pt x="6" y="424"/>
                  <a:pt x="16" y="415"/>
                </a:cubicBezTo>
                <a:cubicBezTo>
                  <a:pt x="26" y="405"/>
                  <a:pt x="39" y="400"/>
                  <a:pt x="54" y="400"/>
                </a:cubicBezTo>
                <a:cubicBezTo>
                  <a:pt x="69" y="400"/>
                  <a:pt x="82" y="405"/>
                  <a:pt x="93" y="415"/>
                </a:cubicBezTo>
                <a:cubicBezTo>
                  <a:pt x="103" y="425"/>
                  <a:pt x="108" y="438"/>
                  <a:pt x="108" y="453"/>
                </a:cubicBezTo>
                <a:cubicBezTo>
                  <a:pt x="108" y="459"/>
                  <a:pt x="107" y="465"/>
                  <a:pt x="105" y="470"/>
                </a:cubicBezTo>
                <a:cubicBezTo>
                  <a:pt x="104" y="475"/>
                  <a:pt x="102" y="479"/>
                  <a:pt x="99" y="483"/>
                </a:cubicBezTo>
                <a:cubicBezTo>
                  <a:pt x="97" y="487"/>
                  <a:pt x="94" y="491"/>
                  <a:pt x="90" y="493"/>
                </a:cubicBezTo>
                <a:cubicBezTo>
                  <a:pt x="86" y="496"/>
                  <a:pt x="83" y="498"/>
                  <a:pt x="80" y="500"/>
                </a:cubicBezTo>
                <a:cubicBezTo>
                  <a:pt x="77" y="502"/>
                  <a:pt x="74" y="503"/>
                  <a:pt x="71" y="503"/>
                </a:cubicBezTo>
                <a:cubicBezTo>
                  <a:pt x="69" y="504"/>
                  <a:pt x="66" y="505"/>
                  <a:pt x="65" y="506"/>
                </a:cubicBezTo>
                <a:lnTo>
                  <a:pt x="61" y="507"/>
                </a:lnTo>
                <a:cubicBezTo>
                  <a:pt x="90" y="532"/>
                  <a:pt x="125" y="545"/>
                  <a:pt x="166" y="545"/>
                </a:cubicBezTo>
                <a:cubicBezTo>
                  <a:pt x="197" y="545"/>
                  <a:pt x="220" y="530"/>
                  <a:pt x="236" y="500"/>
                </a:cubicBezTo>
                <a:cubicBezTo>
                  <a:pt x="246" y="482"/>
                  <a:pt x="251" y="453"/>
                  <a:pt x="251" y="415"/>
                </a:cubicBezTo>
                <a:lnTo>
                  <a:pt x="251" y="398"/>
                </a:lnTo>
                <a:cubicBezTo>
                  <a:pt x="251" y="344"/>
                  <a:pt x="233" y="309"/>
                  <a:pt x="196" y="291"/>
                </a:cubicBezTo>
                <a:cubicBezTo>
                  <a:pt x="188" y="287"/>
                  <a:pt x="171" y="285"/>
                  <a:pt x="145" y="285"/>
                </a:cubicBezTo>
                <a:lnTo>
                  <a:pt x="109" y="284"/>
                </a:lnTo>
                <a:lnTo>
                  <a:pt x="107" y="282"/>
                </a:lnTo>
                <a:cubicBezTo>
                  <a:pt x="106" y="280"/>
                  <a:pt x="105" y="276"/>
                  <a:pt x="105" y="269"/>
                </a:cubicBezTo>
                <a:cubicBezTo>
                  <a:pt x="105" y="258"/>
                  <a:pt x="108" y="253"/>
                  <a:pt x="112" y="253"/>
                </a:cubicBezTo>
                <a:cubicBezTo>
                  <a:pt x="128" y="253"/>
                  <a:pt x="144" y="252"/>
                  <a:pt x="161" y="249"/>
                </a:cubicBezTo>
                <a:cubicBezTo>
                  <a:pt x="180" y="246"/>
                  <a:pt x="198" y="234"/>
                  <a:pt x="213" y="213"/>
                </a:cubicBezTo>
                <a:cubicBezTo>
                  <a:pt x="229" y="192"/>
                  <a:pt x="237" y="160"/>
                  <a:pt x="237" y="118"/>
                </a:cubicBezTo>
                <a:lnTo>
                  <a:pt x="237" y="111"/>
                </a:lnTo>
                <a:cubicBezTo>
                  <a:pt x="237" y="79"/>
                  <a:pt x="227" y="57"/>
                  <a:pt x="207" y="45"/>
                </a:cubicBezTo>
                <a:cubicBezTo>
                  <a:pt x="195" y="37"/>
                  <a:pt x="182" y="33"/>
                  <a:pt x="168" y="33"/>
                </a:cubicBezTo>
                <a:cubicBezTo>
                  <a:pt x="150" y="33"/>
                  <a:pt x="133" y="36"/>
                  <a:pt x="118" y="42"/>
                </a:cubicBezTo>
                <a:cubicBezTo>
                  <a:pt x="103" y="48"/>
                  <a:pt x="92" y="55"/>
                  <a:pt x="86" y="61"/>
                </a:cubicBezTo>
                <a:cubicBezTo>
                  <a:pt x="80" y="68"/>
                  <a:pt x="77" y="72"/>
                  <a:pt x="77" y="72"/>
                </a:cubicBezTo>
                <a:lnTo>
                  <a:pt x="79" y="72"/>
                </a:lnTo>
                <a:cubicBezTo>
                  <a:pt x="81" y="72"/>
                  <a:pt x="83" y="73"/>
                  <a:pt x="86" y="73"/>
                </a:cubicBezTo>
                <a:cubicBezTo>
                  <a:pt x="89" y="74"/>
                  <a:pt x="91" y="75"/>
                  <a:pt x="94" y="78"/>
                </a:cubicBezTo>
                <a:cubicBezTo>
                  <a:pt x="97" y="80"/>
                  <a:pt x="100" y="82"/>
                  <a:pt x="104" y="83"/>
                </a:cubicBezTo>
                <a:cubicBezTo>
                  <a:pt x="108" y="85"/>
                  <a:pt x="111" y="88"/>
                  <a:pt x="113" y="93"/>
                </a:cubicBezTo>
                <a:cubicBezTo>
                  <a:pt x="115" y="97"/>
                  <a:pt x="117" y="101"/>
                  <a:pt x="120" y="105"/>
                </a:cubicBezTo>
                <a:cubicBezTo>
                  <a:pt x="122" y="109"/>
                  <a:pt x="123" y="115"/>
                  <a:pt x="122" y="122"/>
                </a:cubicBezTo>
                <a:cubicBezTo>
                  <a:pt x="122" y="135"/>
                  <a:pt x="118" y="146"/>
                  <a:pt x="110" y="155"/>
                </a:cubicBezTo>
                <a:cubicBezTo>
                  <a:pt x="102" y="165"/>
                  <a:pt x="90" y="170"/>
                  <a:pt x="72" y="1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7" name=""/>
          <p:cNvSpPr/>
          <p:nvPr/>
        </p:nvSpPr>
        <p:spPr>
          <a:xfrm>
            <a:off x="3135240" y="252396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9"/>
                </a:moveTo>
                <a:cubicBezTo>
                  <a:pt x="0" y="206"/>
                  <a:pt x="23" y="134"/>
                  <a:pt x="68" y="80"/>
                </a:cubicBezTo>
                <a:cubicBezTo>
                  <a:pt x="114" y="27"/>
                  <a:pt x="165" y="0"/>
                  <a:pt x="221" y="0"/>
                </a:cubicBezTo>
                <a:cubicBezTo>
                  <a:pt x="260" y="0"/>
                  <a:pt x="288" y="10"/>
                  <a:pt x="305" y="30"/>
                </a:cubicBezTo>
                <a:cubicBezTo>
                  <a:pt x="322" y="51"/>
                  <a:pt x="330" y="73"/>
                  <a:pt x="330" y="98"/>
                </a:cubicBezTo>
                <a:cubicBezTo>
                  <a:pt x="330" y="112"/>
                  <a:pt x="326" y="123"/>
                  <a:pt x="319" y="132"/>
                </a:cubicBezTo>
                <a:cubicBezTo>
                  <a:pt x="311" y="140"/>
                  <a:pt x="300" y="144"/>
                  <a:pt x="286" y="144"/>
                </a:cubicBezTo>
                <a:cubicBezTo>
                  <a:pt x="273" y="144"/>
                  <a:pt x="262" y="140"/>
                  <a:pt x="254" y="133"/>
                </a:cubicBezTo>
                <a:cubicBezTo>
                  <a:pt x="245" y="125"/>
                  <a:pt x="241" y="114"/>
                  <a:pt x="241" y="100"/>
                </a:cubicBezTo>
                <a:cubicBezTo>
                  <a:pt x="241" y="75"/>
                  <a:pt x="254" y="60"/>
                  <a:pt x="281" y="55"/>
                </a:cubicBezTo>
                <a:cubicBezTo>
                  <a:pt x="268" y="42"/>
                  <a:pt x="251" y="35"/>
                  <a:pt x="228" y="34"/>
                </a:cubicBezTo>
                <a:cubicBezTo>
                  <a:pt x="187" y="34"/>
                  <a:pt x="154" y="51"/>
                  <a:pt x="128" y="84"/>
                </a:cubicBezTo>
                <a:cubicBezTo>
                  <a:pt x="102" y="122"/>
                  <a:pt x="89" y="179"/>
                  <a:pt x="89" y="256"/>
                </a:cubicBezTo>
                <a:lnTo>
                  <a:pt x="89" y="259"/>
                </a:lnTo>
                <a:cubicBezTo>
                  <a:pt x="92" y="256"/>
                  <a:pt x="95" y="251"/>
                  <a:pt x="96" y="247"/>
                </a:cubicBezTo>
                <a:cubicBezTo>
                  <a:pt x="119" y="214"/>
                  <a:pt x="149" y="197"/>
                  <a:pt x="187" y="197"/>
                </a:cubicBezTo>
                <a:lnTo>
                  <a:pt x="190" y="197"/>
                </a:lnTo>
                <a:cubicBezTo>
                  <a:pt x="217" y="197"/>
                  <a:pt x="240" y="202"/>
                  <a:pt x="259" y="213"/>
                </a:cubicBezTo>
                <a:cubicBezTo>
                  <a:pt x="273" y="221"/>
                  <a:pt x="286" y="232"/>
                  <a:pt x="300" y="247"/>
                </a:cubicBezTo>
                <a:cubicBezTo>
                  <a:pt x="314" y="262"/>
                  <a:pt x="324" y="278"/>
                  <a:pt x="333" y="296"/>
                </a:cubicBezTo>
                <a:cubicBezTo>
                  <a:pt x="345" y="323"/>
                  <a:pt x="351" y="354"/>
                  <a:pt x="351" y="386"/>
                </a:cubicBezTo>
                <a:lnTo>
                  <a:pt x="351" y="401"/>
                </a:lnTo>
                <a:cubicBezTo>
                  <a:pt x="351" y="414"/>
                  <a:pt x="349" y="426"/>
                  <a:pt x="346" y="438"/>
                </a:cubicBezTo>
                <a:cubicBezTo>
                  <a:pt x="340" y="471"/>
                  <a:pt x="322" y="503"/>
                  <a:pt x="292" y="535"/>
                </a:cubicBezTo>
                <a:cubicBezTo>
                  <a:pt x="263" y="566"/>
                  <a:pt x="225" y="582"/>
                  <a:pt x="178" y="582"/>
                </a:cubicBezTo>
                <a:cubicBezTo>
                  <a:pt x="162" y="582"/>
                  <a:pt x="147" y="580"/>
                  <a:pt x="133" y="575"/>
                </a:cubicBezTo>
                <a:cubicBezTo>
                  <a:pt x="118" y="571"/>
                  <a:pt x="102" y="563"/>
                  <a:pt x="85" y="550"/>
                </a:cubicBezTo>
                <a:cubicBezTo>
                  <a:pt x="68" y="538"/>
                  <a:pt x="54" y="521"/>
                  <a:pt x="42" y="500"/>
                </a:cubicBezTo>
                <a:cubicBezTo>
                  <a:pt x="30" y="479"/>
                  <a:pt x="20" y="452"/>
                  <a:pt x="12" y="418"/>
                </a:cubicBezTo>
                <a:cubicBezTo>
                  <a:pt x="3" y="385"/>
                  <a:pt x="-1" y="345"/>
                  <a:pt x="0" y="299"/>
                </a:cubicBezTo>
                <a:moveTo>
                  <a:pt x="182" y="227"/>
                </a:moveTo>
                <a:cubicBezTo>
                  <a:pt x="165" y="227"/>
                  <a:pt x="150" y="232"/>
                  <a:pt x="138" y="242"/>
                </a:cubicBezTo>
                <a:cubicBezTo>
                  <a:pt x="125" y="251"/>
                  <a:pt x="116" y="265"/>
                  <a:pt x="109" y="281"/>
                </a:cubicBezTo>
                <a:cubicBezTo>
                  <a:pt x="102" y="296"/>
                  <a:pt x="97" y="312"/>
                  <a:pt x="95" y="329"/>
                </a:cubicBezTo>
                <a:cubicBezTo>
                  <a:pt x="92" y="345"/>
                  <a:pt x="90" y="363"/>
                  <a:pt x="89" y="381"/>
                </a:cubicBezTo>
                <a:cubicBezTo>
                  <a:pt x="89" y="428"/>
                  <a:pt x="93" y="461"/>
                  <a:pt x="100" y="482"/>
                </a:cubicBezTo>
                <a:cubicBezTo>
                  <a:pt x="106" y="502"/>
                  <a:pt x="117" y="518"/>
                  <a:pt x="132" y="531"/>
                </a:cubicBezTo>
                <a:cubicBezTo>
                  <a:pt x="145" y="541"/>
                  <a:pt x="160" y="546"/>
                  <a:pt x="176" y="546"/>
                </a:cubicBezTo>
                <a:cubicBezTo>
                  <a:pt x="206" y="546"/>
                  <a:pt x="228" y="535"/>
                  <a:pt x="243" y="514"/>
                </a:cubicBezTo>
                <a:cubicBezTo>
                  <a:pt x="251" y="504"/>
                  <a:pt x="256" y="491"/>
                  <a:pt x="259" y="476"/>
                </a:cubicBezTo>
                <a:cubicBezTo>
                  <a:pt x="261" y="461"/>
                  <a:pt x="263" y="431"/>
                  <a:pt x="263" y="387"/>
                </a:cubicBezTo>
                <a:cubicBezTo>
                  <a:pt x="263" y="342"/>
                  <a:pt x="261" y="312"/>
                  <a:pt x="259" y="297"/>
                </a:cubicBezTo>
                <a:cubicBezTo>
                  <a:pt x="256" y="281"/>
                  <a:pt x="251" y="269"/>
                  <a:pt x="243" y="259"/>
                </a:cubicBezTo>
                <a:cubicBezTo>
                  <a:pt x="228" y="237"/>
                  <a:pt x="208" y="227"/>
                  <a:pt x="182" y="22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8" name=""/>
          <p:cNvSpPr/>
          <p:nvPr/>
        </p:nvSpPr>
        <p:spPr>
          <a:xfrm>
            <a:off x="3287160" y="252396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9"/>
                </a:moveTo>
                <a:cubicBezTo>
                  <a:pt x="0" y="206"/>
                  <a:pt x="23" y="134"/>
                  <a:pt x="69" y="80"/>
                </a:cubicBezTo>
                <a:cubicBezTo>
                  <a:pt x="114" y="27"/>
                  <a:pt x="166" y="0"/>
                  <a:pt x="222" y="0"/>
                </a:cubicBezTo>
                <a:cubicBezTo>
                  <a:pt x="261" y="0"/>
                  <a:pt x="289" y="10"/>
                  <a:pt x="305" y="30"/>
                </a:cubicBezTo>
                <a:cubicBezTo>
                  <a:pt x="322" y="51"/>
                  <a:pt x="331" y="73"/>
                  <a:pt x="331" y="98"/>
                </a:cubicBezTo>
                <a:cubicBezTo>
                  <a:pt x="331" y="112"/>
                  <a:pt x="327" y="123"/>
                  <a:pt x="319" y="132"/>
                </a:cubicBezTo>
                <a:cubicBezTo>
                  <a:pt x="311" y="140"/>
                  <a:pt x="300" y="144"/>
                  <a:pt x="286" y="144"/>
                </a:cubicBezTo>
                <a:cubicBezTo>
                  <a:pt x="273" y="144"/>
                  <a:pt x="262" y="140"/>
                  <a:pt x="254" y="133"/>
                </a:cubicBezTo>
                <a:cubicBezTo>
                  <a:pt x="245" y="125"/>
                  <a:pt x="241" y="114"/>
                  <a:pt x="241" y="100"/>
                </a:cubicBezTo>
                <a:cubicBezTo>
                  <a:pt x="241" y="75"/>
                  <a:pt x="255" y="60"/>
                  <a:pt x="281" y="55"/>
                </a:cubicBezTo>
                <a:cubicBezTo>
                  <a:pt x="269" y="42"/>
                  <a:pt x="251" y="35"/>
                  <a:pt x="229" y="34"/>
                </a:cubicBezTo>
                <a:cubicBezTo>
                  <a:pt x="189" y="34"/>
                  <a:pt x="156" y="51"/>
                  <a:pt x="130" y="84"/>
                </a:cubicBezTo>
                <a:cubicBezTo>
                  <a:pt x="102" y="122"/>
                  <a:pt x="89" y="179"/>
                  <a:pt x="89" y="256"/>
                </a:cubicBezTo>
                <a:lnTo>
                  <a:pt x="90" y="259"/>
                </a:lnTo>
                <a:cubicBezTo>
                  <a:pt x="93" y="256"/>
                  <a:pt x="95" y="251"/>
                  <a:pt x="97" y="247"/>
                </a:cubicBezTo>
                <a:cubicBezTo>
                  <a:pt x="121" y="214"/>
                  <a:pt x="151" y="197"/>
                  <a:pt x="188" y="197"/>
                </a:cubicBezTo>
                <a:lnTo>
                  <a:pt x="191" y="197"/>
                </a:lnTo>
                <a:cubicBezTo>
                  <a:pt x="217" y="197"/>
                  <a:pt x="240" y="202"/>
                  <a:pt x="260" y="213"/>
                </a:cubicBezTo>
                <a:cubicBezTo>
                  <a:pt x="273" y="221"/>
                  <a:pt x="287" y="232"/>
                  <a:pt x="300" y="247"/>
                </a:cubicBezTo>
                <a:cubicBezTo>
                  <a:pt x="314" y="262"/>
                  <a:pt x="325" y="278"/>
                  <a:pt x="333" y="296"/>
                </a:cubicBezTo>
                <a:cubicBezTo>
                  <a:pt x="345" y="323"/>
                  <a:pt x="351" y="354"/>
                  <a:pt x="351" y="386"/>
                </a:cubicBezTo>
                <a:lnTo>
                  <a:pt x="351" y="401"/>
                </a:lnTo>
                <a:cubicBezTo>
                  <a:pt x="351" y="414"/>
                  <a:pt x="350" y="426"/>
                  <a:pt x="347" y="438"/>
                </a:cubicBezTo>
                <a:cubicBezTo>
                  <a:pt x="341" y="471"/>
                  <a:pt x="323" y="503"/>
                  <a:pt x="293" y="535"/>
                </a:cubicBezTo>
                <a:cubicBezTo>
                  <a:pt x="263" y="566"/>
                  <a:pt x="225" y="582"/>
                  <a:pt x="180" y="582"/>
                </a:cubicBezTo>
                <a:cubicBezTo>
                  <a:pt x="164" y="582"/>
                  <a:pt x="149" y="580"/>
                  <a:pt x="134" y="575"/>
                </a:cubicBezTo>
                <a:cubicBezTo>
                  <a:pt x="119" y="571"/>
                  <a:pt x="103" y="563"/>
                  <a:pt x="86" y="550"/>
                </a:cubicBezTo>
                <a:cubicBezTo>
                  <a:pt x="69" y="538"/>
                  <a:pt x="54" y="521"/>
                  <a:pt x="43" y="500"/>
                </a:cubicBezTo>
                <a:cubicBezTo>
                  <a:pt x="31" y="479"/>
                  <a:pt x="21" y="452"/>
                  <a:pt x="12" y="418"/>
                </a:cubicBezTo>
                <a:cubicBezTo>
                  <a:pt x="4" y="385"/>
                  <a:pt x="0" y="345"/>
                  <a:pt x="0" y="299"/>
                </a:cubicBezTo>
                <a:moveTo>
                  <a:pt x="183" y="227"/>
                </a:moveTo>
                <a:cubicBezTo>
                  <a:pt x="166" y="227"/>
                  <a:pt x="151" y="232"/>
                  <a:pt x="139" y="242"/>
                </a:cubicBezTo>
                <a:cubicBezTo>
                  <a:pt x="127" y="251"/>
                  <a:pt x="116" y="265"/>
                  <a:pt x="109" y="281"/>
                </a:cubicBezTo>
                <a:cubicBezTo>
                  <a:pt x="103" y="296"/>
                  <a:pt x="98" y="312"/>
                  <a:pt x="95" y="329"/>
                </a:cubicBezTo>
                <a:cubicBezTo>
                  <a:pt x="92" y="345"/>
                  <a:pt x="90" y="363"/>
                  <a:pt x="90" y="381"/>
                </a:cubicBezTo>
                <a:cubicBezTo>
                  <a:pt x="90" y="428"/>
                  <a:pt x="93" y="461"/>
                  <a:pt x="100" y="482"/>
                </a:cubicBezTo>
                <a:cubicBezTo>
                  <a:pt x="107" y="502"/>
                  <a:pt x="117" y="518"/>
                  <a:pt x="133" y="531"/>
                </a:cubicBezTo>
                <a:cubicBezTo>
                  <a:pt x="147" y="541"/>
                  <a:pt x="162" y="546"/>
                  <a:pt x="178" y="546"/>
                </a:cubicBezTo>
                <a:cubicBezTo>
                  <a:pt x="207" y="546"/>
                  <a:pt x="229" y="535"/>
                  <a:pt x="244" y="514"/>
                </a:cubicBezTo>
                <a:cubicBezTo>
                  <a:pt x="251" y="504"/>
                  <a:pt x="256" y="491"/>
                  <a:pt x="259" y="476"/>
                </a:cubicBezTo>
                <a:cubicBezTo>
                  <a:pt x="262" y="461"/>
                  <a:pt x="263" y="431"/>
                  <a:pt x="263" y="387"/>
                </a:cubicBezTo>
                <a:cubicBezTo>
                  <a:pt x="263" y="342"/>
                  <a:pt x="262" y="312"/>
                  <a:pt x="259" y="297"/>
                </a:cubicBezTo>
                <a:cubicBezTo>
                  <a:pt x="256" y="281"/>
                  <a:pt x="251" y="269"/>
                  <a:pt x="244" y="259"/>
                </a:cubicBezTo>
                <a:cubicBezTo>
                  <a:pt x="229" y="237"/>
                  <a:pt x="208" y="227"/>
                  <a:pt x="183" y="22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9" name=""/>
          <p:cNvSpPr/>
          <p:nvPr/>
        </p:nvSpPr>
        <p:spPr>
          <a:xfrm>
            <a:off x="3511080" y="2523960"/>
            <a:ext cx="203040" cy="203040"/>
          </a:xfrm>
          <a:custGeom>
            <a:avLst/>
            <a:gdLst/>
            <a:ahLst/>
            <a:rect l="0" t="0" r="r" b="b"/>
            <a:pathLst>
              <a:path w="564" h="564">
                <a:moveTo>
                  <a:pt x="12" y="265"/>
                </a:moveTo>
                <a:lnTo>
                  <a:pt x="266" y="265"/>
                </a:lnTo>
                <a:lnTo>
                  <a:pt x="266" y="140"/>
                </a:lnTo>
                <a:cubicBezTo>
                  <a:pt x="266" y="56"/>
                  <a:pt x="266" y="12"/>
                  <a:pt x="267" y="9"/>
                </a:cubicBezTo>
                <a:cubicBezTo>
                  <a:pt x="270" y="3"/>
                  <a:pt x="275" y="0"/>
                  <a:pt x="282" y="0"/>
                </a:cubicBezTo>
                <a:cubicBezTo>
                  <a:pt x="290" y="0"/>
                  <a:pt x="294" y="3"/>
                  <a:pt x="296" y="10"/>
                </a:cubicBezTo>
                <a:cubicBezTo>
                  <a:pt x="298" y="18"/>
                  <a:pt x="299" y="34"/>
                  <a:pt x="300" y="60"/>
                </a:cubicBezTo>
                <a:lnTo>
                  <a:pt x="300" y="141"/>
                </a:lnTo>
                <a:lnTo>
                  <a:pt x="300" y="265"/>
                </a:lnTo>
                <a:lnTo>
                  <a:pt x="551" y="265"/>
                </a:lnTo>
                <a:cubicBezTo>
                  <a:pt x="560" y="270"/>
                  <a:pt x="564" y="276"/>
                  <a:pt x="564" y="282"/>
                </a:cubicBezTo>
                <a:cubicBezTo>
                  <a:pt x="564" y="290"/>
                  <a:pt x="560" y="295"/>
                  <a:pt x="551" y="299"/>
                </a:cubicBezTo>
                <a:lnTo>
                  <a:pt x="300" y="299"/>
                </a:lnTo>
                <a:lnTo>
                  <a:pt x="300" y="530"/>
                </a:lnTo>
                <a:lnTo>
                  <a:pt x="551" y="530"/>
                </a:lnTo>
                <a:cubicBezTo>
                  <a:pt x="560" y="534"/>
                  <a:pt x="564" y="540"/>
                  <a:pt x="564" y="547"/>
                </a:cubicBezTo>
                <a:cubicBezTo>
                  <a:pt x="564" y="553"/>
                  <a:pt x="560" y="559"/>
                  <a:pt x="551" y="564"/>
                </a:cubicBezTo>
                <a:lnTo>
                  <a:pt x="12" y="564"/>
                </a:lnTo>
                <a:cubicBezTo>
                  <a:pt x="4" y="560"/>
                  <a:pt x="0" y="554"/>
                  <a:pt x="0" y="547"/>
                </a:cubicBezTo>
                <a:cubicBezTo>
                  <a:pt x="0" y="539"/>
                  <a:pt x="4" y="534"/>
                  <a:pt x="12" y="530"/>
                </a:cubicBezTo>
                <a:lnTo>
                  <a:pt x="266" y="530"/>
                </a:lnTo>
                <a:lnTo>
                  <a:pt x="266" y="299"/>
                </a:lnTo>
                <a:lnTo>
                  <a:pt x="12" y="299"/>
                </a:lnTo>
                <a:cubicBezTo>
                  <a:pt x="4" y="295"/>
                  <a:pt x="0" y="290"/>
                  <a:pt x="0" y="282"/>
                </a:cubicBezTo>
                <a:cubicBezTo>
                  <a:pt x="0" y="275"/>
                  <a:pt x="4" y="269"/>
                  <a:pt x="12" y="2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0" name=""/>
          <p:cNvSpPr/>
          <p:nvPr/>
        </p:nvSpPr>
        <p:spPr>
          <a:xfrm>
            <a:off x="3810240" y="252396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8"/>
                </a:moveTo>
                <a:cubicBezTo>
                  <a:pt x="80" y="23"/>
                  <a:pt x="123" y="0"/>
                  <a:pt x="177" y="0"/>
                </a:cubicBezTo>
                <a:cubicBezTo>
                  <a:pt x="204" y="0"/>
                  <a:pt x="231" y="7"/>
                  <a:pt x="259" y="22"/>
                </a:cubicBezTo>
                <a:cubicBezTo>
                  <a:pt x="287" y="37"/>
                  <a:pt x="308" y="62"/>
                  <a:pt x="325" y="100"/>
                </a:cubicBezTo>
                <a:cubicBezTo>
                  <a:pt x="346" y="146"/>
                  <a:pt x="357" y="211"/>
                  <a:pt x="357" y="293"/>
                </a:cubicBezTo>
                <a:cubicBezTo>
                  <a:pt x="357" y="381"/>
                  <a:pt x="345" y="447"/>
                  <a:pt x="320" y="494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6" y="573"/>
                  <a:pt x="221" y="576"/>
                </a:cubicBezTo>
                <a:cubicBezTo>
                  <a:pt x="207" y="580"/>
                  <a:pt x="192" y="582"/>
                  <a:pt x="178" y="582"/>
                </a:cubicBezTo>
                <a:cubicBezTo>
                  <a:pt x="164" y="582"/>
                  <a:pt x="149" y="581"/>
                  <a:pt x="134" y="577"/>
                </a:cubicBezTo>
                <a:cubicBezTo>
                  <a:pt x="120" y="574"/>
                  <a:pt x="102" y="565"/>
                  <a:pt x="83" y="550"/>
                </a:cubicBezTo>
                <a:cubicBezTo>
                  <a:pt x="63" y="535"/>
                  <a:pt x="48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8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5" y="31"/>
                  <a:pt x="134" y="40"/>
                  <a:pt x="117" y="58"/>
                </a:cubicBezTo>
                <a:cubicBezTo>
                  <a:pt x="103" y="73"/>
                  <a:pt x="94" y="93"/>
                  <a:pt x="90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30"/>
                  <a:pt x="90" y="458"/>
                </a:cubicBezTo>
                <a:cubicBezTo>
                  <a:pt x="94" y="486"/>
                  <a:pt x="104" y="508"/>
                  <a:pt x="120" y="525"/>
                </a:cubicBezTo>
                <a:cubicBezTo>
                  <a:pt x="136" y="542"/>
                  <a:pt x="155" y="550"/>
                  <a:pt x="178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3" y="73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1" name=""/>
          <p:cNvSpPr/>
          <p:nvPr/>
        </p:nvSpPr>
        <p:spPr>
          <a:xfrm>
            <a:off x="3974040" y="2689920"/>
            <a:ext cx="37440" cy="37080"/>
          </a:xfrm>
          <a:custGeom>
            <a:avLst/>
            <a:gdLst/>
            <a:ahLst/>
            <a:rect l="0" t="0" r="r" b="b"/>
            <a:pathLst>
              <a:path w="104" h="103">
                <a:moveTo>
                  <a:pt x="0" y="51"/>
                </a:moveTo>
                <a:cubicBezTo>
                  <a:pt x="0" y="37"/>
                  <a:pt x="5" y="26"/>
                  <a:pt x="15" y="15"/>
                </a:cubicBezTo>
                <a:cubicBezTo>
                  <a:pt x="24" y="5"/>
                  <a:pt x="37" y="0"/>
                  <a:pt x="52" y="0"/>
                </a:cubicBezTo>
                <a:cubicBezTo>
                  <a:pt x="66" y="0"/>
                  <a:pt x="77" y="5"/>
                  <a:pt x="88" y="14"/>
                </a:cubicBezTo>
                <a:cubicBezTo>
                  <a:pt x="98" y="23"/>
                  <a:pt x="103" y="35"/>
                  <a:pt x="104" y="50"/>
                </a:cubicBezTo>
                <a:cubicBezTo>
                  <a:pt x="104" y="65"/>
                  <a:pt x="99" y="77"/>
                  <a:pt x="89" y="87"/>
                </a:cubicBezTo>
                <a:cubicBezTo>
                  <a:pt x="80" y="98"/>
                  <a:pt x="68" y="103"/>
                  <a:pt x="53" y="103"/>
                </a:cubicBezTo>
                <a:cubicBezTo>
                  <a:pt x="38" y="103"/>
                  <a:pt x="25" y="98"/>
                  <a:pt x="16" y="88"/>
                </a:cubicBezTo>
                <a:cubicBezTo>
                  <a:pt x="6" y="79"/>
                  <a:pt x="1" y="67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2" name=""/>
          <p:cNvSpPr/>
          <p:nvPr/>
        </p:nvSpPr>
        <p:spPr>
          <a:xfrm>
            <a:off x="4046760" y="252396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8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9" y="62"/>
                  <a:pt x="326" y="100"/>
                </a:cubicBezTo>
                <a:cubicBezTo>
                  <a:pt x="347" y="146"/>
                  <a:pt x="357" y="211"/>
                  <a:pt x="357" y="293"/>
                </a:cubicBezTo>
                <a:cubicBezTo>
                  <a:pt x="357" y="381"/>
                  <a:pt x="345" y="447"/>
                  <a:pt x="321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3" y="564"/>
                  <a:pt x="236" y="573"/>
                  <a:pt x="222" y="576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49" y="581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5"/>
                  <a:pt x="48" y="517"/>
                  <a:pt x="37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30"/>
                  <a:pt x="90" y="458"/>
                </a:cubicBezTo>
                <a:cubicBezTo>
                  <a:pt x="94" y="486"/>
                  <a:pt x="104" y="508"/>
                  <a:pt x="120" y="525"/>
                </a:cubicBezTo>
                <a:cubicBezTo>
                  <a:pt x="136" y="542"/>
                  <a:pt x="155" y="550"/>
                  <a:pt x="179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2" y="508"/>
                  <a:pt x="262" y="484"/>
                  <a:pt x="266" y="454"/>
                </a:cubicBezTo>
                <a:cubicBezTo>
                  <a:pt x="270" y="423"/>
                  <a:pt x="273" y="366"/>
                  <a:pt x="273" y="282"/>
                </a:cubicBezTo>
                <a:cubicBezTo>
                  <a:pt x="273" y="200"/>
                  <a:pt x="271" y="146"/>
                  <a:pt x="266" y="120"/>
                </a:cubicBezTo>
                <a:cubicBezTo>
                  <a:pt x="262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3" name=""/>
          <p:cNvSpPr/>
          <p:nvPr/>
        </p:nvSpPr>
        <p:spPr>
          <a:xfrm>
            <a:off x="4199760" y="252396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263" y="321"/>
                </a:moveTo>
                <a:cubicBezTo>
                  <a:pt x="236" y="364"/>
                  <a:pt x="202" y="385"/>
                  <a:pt x="162" y="385"/>
                </a:cubicBezTo>
                <a:cubicBezTo>
                  <a:pt x="118" y="385"/>
                  <a:pt x="82" y="369"/>
                  <a:pt x="54" y="336"/>
                </a:cubicBezTo>
                <a:cubicBezTo>
                  <a:pt x="24" y="302"/>
                  <a:pt x="8" y="267"/>
                  <a:pt x="2" y="228"/>
                </a:cubicBezTo>
                <a:cubicBezTo>
                  <a:pt x="1" y="219"/>
                  <a:pt x="0" y="208"/>
                  <a:pt x="0" y="194"/>
                </a:cubicBezTo>
                <a:lnTo>
                  <a:pt x="0" y="188"/>
                </a:lnTo>
                <a:cubicBezTo>
                  <a:pt x="0" y="135"/>
                  <a:pt x="20" y="90"/>
                  <a:pt x="60" y="51"/>
                </a:cubicBezTo>
                <a:cubicBezTo>
                  <a:pt x="93" y="17"/>
                  <a:pt x="130" y="0"/>
                  <a:pt x="171" y="0"/>
                </a:cubicBezTo>
                <a:cubicBezTo>
                  <a:pt x="172" y="0"/>
                  <a:pt x="174" y="0"/>
                  <a:pt x="176" y="0"/>
                </a:cubicBezTo>
                <a:cubicBezTo>
                  <a:pt x="178" y="0"/>
                  <a:pt x="181" y="0"/>
                  <a:pt x="183" y="1"/>
                </a:cubicBezTo>
                <a:lnTo>
                  <a:pt x="186" y="1"/>
                </a:lnTo>
                <a:cubicBezTo>
                  <a:pt x="193" y="1"/>
                  <a:pt x="200" y="1"/>
                  <a:pt x="207" y="2"/>
                </a:cubicBezTo>
                <a:cubicBezTo>
                  <a:pt x="215" y="4"/>
                  <a:pt x="225" y="7"/>
                  <a:pt x="239" y="13"/>
                </a:cubicBezTo>
                <a:cubicBezTo>
                  <a:pt x="252" y="18"/>
                  <a:pt x="265" y="27"/>
                  <a:pt x="278" y="40"/>
                </a:cubicBezTo>
                <a:cubicBezTo>
                  <a:pt x="291" y="52"/>
                  <a:pt x="303" y="69"/>
                  <a:pt x="315" y="90"/>
                </a:cubicBezTo>
                <a:cubicBezTo>
                  <a:pt x="339" y="139"/>
                  <a:pt x="351" y="203"/>
                  <a:pt x="351" y="281"/>
                </a:cubicBezTo>
                <a:cubicBezTo>
                  <a:pt x="351" y="360"/>
                  <a:pt x="334" y="427"/>
                  <a:pt x="300" y="482"/>
                </a:cubicBezTo>
                <a:cubicBezTo>
                  <a:pt x="281" y="513"/>
                  <a:pt x="257" y="538"/>
                  <a:pt x="229" y="555"/>
                </a:cubicBezTo>
                <a:cubicBezTo>
                  <a:pt x="202" y="573"/>
                  <a:pt x="172" y="582"/>
                  <a:pt x="141" y="582"/>
                </a:cubicBezTo>
                <a:cubicBezTo>
                  <a:pt x="107" y="582"/>
                  <a:pt x="79" y="574"/>
                  <a:pt x="57" y="558"/>
                </a:cubicBezTo>
                <a:cubicBezTo>
                  <a:pt x="35" y="541"/>
                  <a:pt x="23" y="517"/>
                  <a:pt x="22" y="485"/>
                </a:cubicBezTo>
                <a:cubicBezTo>
                  <a:pt x="22" y="453"/>
                  <a:pt x="38" y="437"/>
                  <a:pt x="68" y="438"/>
                </a:cubicBezTo>
                <a:cubicBezTo>
                  <a:pt x="80" y="438"/>
                  <a:pt x="91" y="442"/>
                  <a:pt x="99" y="450"/>
                </a:cubicBezTo>
                <a:cubicBezTo>
                  <a:pt x="108" y="457"/>
                  <a:pt x="112" y="468"/>
                  <a:pt x="112" y="483"/>
                </a:cubicBezTo>
                <a:cubicBezTo>
                  <a:pt x="112" y="493"/>
                  <a:pt x="109" y="501"/>
                  <a:pt x="104" y="509"/>
                </a:cubicBezTo>
                <a:cubicBezTo>
                  <a:pt x="99" y="516"/>
                  <a:pt x="95" y="521"/>
                  <a:pt x="91" y="522"/>
                </a:cubicBezTo>
                <a:cubicBezTo>
                  <a:pt x="87" y="524"/>
                  <a:pt x="83" y="525"/>
                  <a:pt x="80" y="526"/>
                </a:cubicBezTo>
                <a:lnTo>
                  <a:pt x="76" y="527"/>
                </a:lnTo>
                <a:cubicBezTo>
                  <a:pt x="76" y="528"/>
                  <a:pt x="78" y="530"/>
                  <a:pt x="82" y="532"/>
                </a:cubicBezTo>
                <a:cubicBezTo>
                  <a:pt x="86" y="535"/>
                  <a:pt x="94" y="537"/>
                  <a:pt x="104" y="541"/>
                </a:cubicBezTo>
                <a:cubicBezTo>
                  <a:pt x="115" y="544"/>
                  <a:pt x="127" y="546"/>
                  <a:pt x="140" y="545"/>
                </a:cubicBezTo>
                <a:lnTo>
                  <a:pt x="145" y="545"/>
                </a:lnTo>
                <a:cubicBezTo>
                  <a:pt x="179" y="545"/>
                  <a:pt x="207" y="527"/>
                  <a:pt x="230" y="491"/>
                </a:cubicBezTo>
                <a:cubicBezTo>
                  <a:pt x="252" y="459"/>
                  <a:pt x="263" y="405"/>
                  <a:pt x="263" y="327"/>
                </a:cubicBezTo>
                <a:lnTo>
                  <a:pt x="263" y="321"/>
                </a:lnTo>
                <a:moveTo>
                  <a:pt x="172" y="354"/>
                </a:moveTo>
                <a:cubicBezTo>
                  <a:pt x="199" y="354"/>
                  <a:pt x="221" y="340"/>
                  <a:pt x="237" y="313"/>
                </a:cubicBezTo>
                <a:cubicBezTo>
                  <a:pt x="253" y="285"/>
                  <a:pt x="262" y="247"/>
                  <a:pt x="262" y="199"/>
                </a:cubicBezTo>
                <a:cubicBezTo>
                  <a:pt x="262" y="155"/>
                  <a:pt x="260" y="124"/>
                  <a:pt x="256" y="105"/>
                </a:cubicBezTo>
                <a:cubicBezTo>
                  <a:pt x="254" y="99"/>
                  <a:pt x="253" y="93"/>
                  <a:pt x="250" y="88"/>
                </a:cubicBezTo>
                <a:cubicBezTo>
                  <a:pt x="248" y="82"/>
                  <a:pt x="244" y="75"/>
                  <a:pt x="239" y="66"/>
                </a:cubicBezTo>
                <a:cubicBezTo>
                  <a:pt x="233" y="57"/>
                  <a:pt x="225" y="49"/>
                  <a:pt x="213" y="43"/>
                </a:cubicBezTo>
                <a:cubicBezTo>
                  <a:pt x="202" y="37"/>
                  <a:pt x="189" y="34"/>
                  <a:pt x="174" y="35"/>
                </a:cubicBezTo>
                <a:cubicBezTo>
                  <a:pt x="152" y="35"/>
                  <a:pt x="134" y="42"/>
                  <a:pt x="119" y="57"/>
                </a:cubicBezTo>
                <a:cubicBezTo>
                  <a:pt x="107" y="70"/>
                  <a:pt x="99" y="84"/>
                  <a:pt x="96" y="101"/>
                </a:cubicBezTo>
                <a:cubicBezTo>
                  <a:pt x="92" y="118"/>
                  <a:pt x="90" y="148"/>
                  <a:pt x="90" y="190"/>
                </a:cubicBezTo>
                <a:cubicBezTo>
                  <a:pt x="90" y="237"/>
                  <a:pt x="91" y="269"/>
                  <a:pt x="94" y="286"/>
                </a:cubicBezTo>
                <a:cubicBezTo>
                  <a:pt x="97" y="302"/>
                  <a:pt x="103" y="315"/>
                  <a:pt x="111" y="325"/>
                </a:cubicBezTo>
                <a:cubicBezTo>
                  <a:pt x="125" y="345"/>
                  <a:pt x="145" y="354"/>
                  <a:pt x="172" y="3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4" name=""/>
          <p:cNvSpPr/>
          <p:nvPr/>
        </p:nvSpPr>
        <p:spPr>
          <a:xfrm>
            <a:off x="4352040" y="2523960"/>
            <a:ext cx="126000" cy="209520"/>
          </a:xfrm>
          <a:custGeom>
            <a:avLst/>
            <a:gdLst/>
            <a:ahLst/>
            <a:rect l="0" t="0" r="r" b="b"/>
            <a:pathLst>
              <a:path w="350" h="582">
                <a:moveTo>
                  <a:pt x="0" y="299"/>
                </a:moveTo>
                <a:cubicBezTo>
                  <a:pt x="0" y="206"/>
                  <a:pt x="22" y="134"/>
                  <a:pt x="68" y="80"/>
                </a:cubicBezTo>
                <a:cubicBezTo>
                  <a:pt x="114" y="27"/>
                  <a:pt x="164" y="0"/>
                  <a:pt x="220" y="0"/>
                </a:cubicBezTo>
                <a:cubicBezTo>
                  <a:pt x="259" y="0"/>
                  <a:pt x="287" y="10"/>
                  <a:pt x="305" y="30"/>
                </a:cubicBezTo>
                <a:cubicBezTo>
                  <a:pt x="322" y="51"/>
                  <a:pt x="330" y="73"/>
                  <a:pt x="330" y="98"/>
                </a:cubicBezTo>
                <a:cubicBezTo>
                  <a:pt x="330" y="112"/>
                  <a:pt x="326" y="123"/>
                  <a:pt x="318" y="132"/>
                </a:cubicBezTo>
                <a:cubicBezTo>
                  <a:pt x="310" y="140"/>
                  <a:pt x="298" y="144"/>
                  <a:pt x="284" y="144"/>
                </a:cubicBezTo>
                <a:cubicBezTo>
                  <a:pt x="271" y="144"/>
                  <a:pt x="261" y="140"/>
                  <a:pt x="252" y="133"/>
                </a:cubicBezTo>
                <a:cubicBezTo>
                  <a:pt x="244" y="125"/>
                  <a:pt x="240" y="114"/>
                  <a:pt x="240" y="100"/>
                </a:cubicBezTo>
                <a:cubicBezTo>
                  <a:pt x="240" y="75"/>
                  <a:pt x="253" y="60"/>
                  <a:pt x="279" y="55"/>
                </a:cubicBezTo>
                <a:cubicBezTo>
                  <a:pt x="267" y="42"/>
                  <a:pt x="249" y="35"/>
                  <a:pt x="227" y="34"/>
                </a:cubicBezTo>
                <a:cubicBezTo>
                  <a:pt x="187" y="34"/>
                  <a:pt x="154" y="51"/>
                  <a:pt x="128" y="84"/>
                </a:cubicBezTo>
                <a:cubicBezTo>
                  <a:pt x="102" y="122"/>
                  <a:pt x="88" y="179"/>
                  <a:pt x="88" y="256"/>
                </a:cubicBezTo>
                <a:lnTo>
                  <a:pt x="89" y="259"/>
                </a:lnTo>
                <a:cubicBezTo>
                  <a:pt x="92" y="256"/>
                  <a:pt x="94" y="251"/>
                  <a:pt x="96" y="247"/>
                </a:cubicBezTo>
                <a:cubicBezTo>
                  <a:pt x="119" y="214"/>
                  <a:pt x="149" y="197"/>
                  <a:pt x="186" y="197"/>
                </a:cubicBezTo>
                <a:lnTo>
                  <a:pt x="190" y="197"/>
                </a:lnTo>
                <a:cubicBezTo>
                  <a:pt x="216" y="197"/>
                  <a:pt x="238" y="202"/>
                  <a:pt x="258" y="213"/>
                </a:cubicBezTo>
                <a:cubicBezTo>
                  <a:pt x="272" y="221"/>
                  <a:pt x="285" y="232"/>
                  <a:pt x="299" y="247"/>
                </a:cubicBezTo>
                <a:cubicBezTo>
                  <a:pt x="313" y="262"/>
                  <a:pt x="324" y="278"/>
                  <a:pt x="333" y="296"/>
                </a:cubicBezTo>
                <a:cubicBezTo>
                  <a:pt x="345" y="323"/>
                  <a:pt x="350" y="354"/>
                  <a:pt x="350" y="386"/>
                </a:cubicBezTo>
                <a:lnTo>
                  <a:pt x="350" y="401"/>
                </a:lnTo>
                <a:cubicBezTo>
                  <a:pt x="350" y="414"/>
                  <a:pt x="349" y="426"/>
                  <a:pt x="346" y="438"/>
                </a:cubicBezTo>
                <a:cubicBezTo>
                  <a:pt x="340" y="471"/>
                  <a:pt x="322" y="503"/>
                  <a:pt x="291" y="535"/>
                </a:cubicBezTo>
                <a:cubicBezTo>
                  <a:pt x="261" y="566"/>
                  <a:pt x="224" y="582"/>
                  <a:pt x="178" y="582"/>
                </a:cubicBezTo>
                <a:cubicBezTo>
                  <a:pt x="162" y="582"/>
                  <a:pt x="147" y="580"/>
                  <a:pt x="132" y="575"/>
                </a:cubicBezTo>
                <a:cubicBezTo>
                  <a:pt x="118" y="571"/>
                  <a:pt x="102" y="563"/>
                  <a:pt x="85" y="550"/>
                </a:cubicBezTo>
                <a:cubicBezTo>
                  <a:pt x="68" y="538"/>
                  <a:pt x="54" y="521"/>
                  <a:pt x="42" y="500"/>
                </a:cubicBezTo>
                <a:cubicBezTo>
                  <a:pt x="30" y="479"/>
                  <a:pt x="20" y="452"/>
                  <a:pt x="11" y="418"/>
                </a:cubicBezTo>
                <a:cubicBezTo>
                  <a:pt x="3" y="385"/>
                  <a:pt x="-1" y="345"/>
                  <a:pt x="0" y="299"/>
                </a:cubicBezTo>
                <a:moveTo>
                  <a:pt x="181" y="227"/>
                </a:moveTo>
                <a:cubicBezTo>
                  <a:pt x="164" y="227"/>
                  <a:pt x="150" y="232"/>
                  <a:pt x="137" y="242"/>
                </a:cubicBezTo>
                <a:cubicBezTo>
                  <a:pt x="125" y="251"/>
                  <a:pt x="115" y="265"/>
                  <a:pt x="109" y="281"/>
                </a:cubicBezTo>
                <a:cubicBezTo>
                  <a:pt x="102" y="296"/>
                  <a:pt x="97" y="312"/>
                  <a:pt x="94" y="329"/>
                </a:cubicBezTo>
                <a:cubicBezTo>
                  <a:pt x="91" y="345"/>
                  <a:pt x="90" y="363"/>
                  <a:pt x="89" y="381"/>
                </a:cubicBezTo>
                <a:cubicBezTo>
                  <a:pt x="89" y="428"/>
                  <a:pt x="93" y="461"/>
                  <a:pt x="99" y="482"/>
                </a:cubicBezTo>
                <a:cubicBezTo>
                  <a:pt x="106" y="502"/>
                  <a:pt x="117" y="518"/>
                  <a:pt x="131" y="531"/>
                </a:cubicBezTo>
                <a:cubicBezTo>
                  <a:pt x="145" y="541"/>
                  <a:pt x="160" y="546"/>
                  <a:pt x="176" y="546"/>
                </a:cubicBezTo>
                <a:cubicBezTo>
                  <a:pt x="205" y="546"/>
                  <a:pt x="227" y="535"/>
                  <a:pt x="242" y="514"/>
                </a:cubicBezTo>
                <a:cubicBezTo>
                  <a:pt x="249" y="504"/>
                  <a:pt x="255" y="491"/>
                  <a:pt x="257" y="476"/>
                </a:cubicBezTo>
                <a:cubicBezTo>
                  <a:pt x="260" y="461"/>
                  <a:pt x="262" y="431"/>
                  <a:pt x="262" y="387"/>
                </a:cubicBezTo>
                <a:cubicBezTo>
                  <a:pt x="262" y="342"/>
                  <a:pt x="260" y="312"/>
                  <a:pt x="257" y="297"/>
                </a:cubicBezTo>
                <a:cubicBezTo>
                  <a:pt x="255" y="281"/>
                  <a:pt x="249" y="269"/>
                  <a:pt x="242" y="259"/>
                </a:cubicBezTo>
                <a:cubicBezTo>
                  <a:pt x="227" y="237"/>
                  <a:pt x="207" y="227"/>
                  <a:pt x="181" y="22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5" name=""/>
          <p:cNvSpPr/>
          <p:nvPr/>
        </p:nvSpPr>
        <p:spPr>
          <a:xfrm>
            <a:off x="5488920" y="25272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6" y="0"/>
                  <a:pt x="233" y="8"/>
                  <a:pt x="260" y="22"/>
                </a:cubicBezTo>
                <a:cubicBezTo>
                  <a:pt x="287" y="37"/>
                  <a:pt x="309" y="63"/>
                  <a:pt x="326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1"/>
                  <a:pt x="345" y="447"/>
                  <a:pt x="320" y="494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3" y="576"/>
                </a:cubicBezTo>
                <a:cubicBezTo>
                  <a:pt x="208" y="580"/>
                  <a:pt x="193" y="582"/>
                  <a:pt x="178" y="582"/>
                </a:cubicBezTo>
                <a:cubicBezTo>
                  <a:pt x="164" y="582"/>
                  <a:pt x="149" y="581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6"/>
                  <a:pt x="48" y="517"/>
                  <a:pt x="37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9"/>
                </a:cubicBezTo>
                <a:moveTo>
                  <a:pt x="239" y="59"/>
                </a:moveTo>
                <a:cubicBezTo>
                  <a:pt x="223" y="41"/>
                  <a:pt x="203" y="31"/>
                  <a:pt x="178" y="31"/>
                </a:cubicBezTo>
                <a:cubicBezTo>
                  <a:pt x="155" y="31"/>
                  <a:pt x="135" y="41"/>
                  <a:pt x="118" y="59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30"/>
                  <a:pt x="90" y="458"/>
                </a:cubicBezTo>
                <a:cubicBezTo>
                  <a:pt x="94" y="486"/>
                  <a:pt x="104" y="509"/>
                  <a:pt x="120" y="525"/>
                </a:cubicBezTo>
                <a:cubicBezTo>
                  <a:pt x="136" y="542"/>
                  <a:pt x="155" y="550"/>
                  <a:pt x="178" y="550"/>
                </a:cubicBezTo>
                <a:cubicBezTo>
                  <a:pt x="202" y="550"/>
                  <a:pt x="221" y="542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4"/>
                  <a:pt x="273" y="366"/>
                  <a:pt x="274" y="282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6" name=""/>
          <p:cNvSpPr/>
          <p:nvPr/>
        </p:nvSpPr>
        <p:spPr>
          <a:xfrm>
            <a:off x="5652720" y="2693160"/>
            <a:ext cx="37440" cy="37080"/>
          </a:xfrm>
          <a:custGeom>
            <a:avLst/>
            <a:gdLst/>
            <a:ahLst/>
            <a:rect l="0" t="0" r="r" b="b"/>
            <a:pathLst>
              <a:path w="104" h="103">
                <a:moveTo>
                  <a:pt x="0" y="52"/>
                </a:moveTo>
                <a:cubicBezTo>
                  <a:pt x="0" y="38"/>
                  <a:pt x="5" y="26"/>
                  <a:pt x="15" y="16"/>
                </a:cubicBezTo>
                <a:cubicBezTo>
                  <a:pt x="24" y="5"/>
                  <a:pt x="37" y="0"/>
                  <a:pt x="51" y="0"/>
                </a:cubicBezTo>
                <a:cubicBezTo>
                  <a:pt x="66" y="0"/>
                  <a:pt x="77" y="5"/>
                  <a:pt x="88" y="14"/>
                </a:cubicBezTo>
                <a:cubicBezTo>
                  <a:pt x="98" y="23"/>
                  <a:pt x="103" y="35"/>
                  <a:pt x="104" y="51"/>
                </a:cubicBezTo>
                <a:cubicBezTo>
                  <a:pt x="104" y="65"/>
                  <a:pt x="99" y="77"/>
                  <a:pt x="89" y="88"/>
                </a:cubicBezTo>
                <a:cubicBezTo>
                  <a:pt x="80" y="98"/>
                  <a:pt x="68" y="103"/>
                  <a:pt x="52" y="103"/>
                </a:cubicBezTo>
                <a:cubicBezTo>
                  <a:pt x="37" y="103"/>
                  <a:pt x="25" y="98"/>
                  <a:pt x="16" y="88"/>
                </a:cubicBezTo>
                <a:cubicBezTo>
                  <a:pt x="6" y="79"/>
                  <a:pt x="1" y="67"/>
                  <a:pt x="0" y="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7" name=""/>
          <p:cNvSpPr/>
          <p:nvPr/>
        </p:nvSpPr>
        <p:spPr>
          <a:xfrm>
            <a:off x="5729040" y="252720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1"/>
                </a:moveTo>
                <a:cubicBezTo>
                  <a:pt x="97" y="445"/>
                  <a:pt x="92" y="456"/>
                  <a:pt x="83" y="465"/>
                </a:cubicBezTo>
                <a:cubicBezTo>
                  <a:pt x="74" y="474"/>
                  <a:pt x="63" y="478"/>
                  <a:pt x="50" y="478"/>
                </a:cubicBezTo>
                <a:lnTo>
                  <a:pt x="44" y="478"/>
                </a:lnTo>
                <a:cubicBezTo>
                  <a:pt x="70" y="523"/>
                  <a:pt x="105" y="545"/>
                  <a:pt x="148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4" y="476"/>
                  <a:pt x="250" y="440"/>
                  <a:pt x="250" y="386"/>
                </a:cubicBezTo>
                <a:cubicBezTo>
                  <a:pt x="250" y="328"/>
                  <a:pt x="242" y="289"/>
                  <a:pt x="227" y="269"/>
                </a:cubicBezTo>
                <a:cubicBezTo>
                  <a:pt x="212" y="250"/>
                  <a:pt x="196" y="240"/>
                  <a:pt x="178" y="240"/>
                </a:cubicBezTo>
                <a:lnTo>
                  <a:pt x="173" y="240"/>
                </a:lnTo>
                <a:cubicBezTo>
                  <a:pt x="129" y="240"/>
                  <a:pt x="96" y="260"/>
                  <a:pt x="73" y="299"/>
                </a:cubicBezTo>
                <a:cubicBezTo>
                  <a:pt x="71" y="302"/>
                  <a:pt x="69" y="305"/>
                  <a:pt x="67" y="305"/>
                </a:cubicBezTo>
                <a:cubicBezTo>
                  <a:pt x="66" y="306"/>
                  <a:pt x="61" y="306"/>
                  <a:pt x="55" y="307"/>
                </a:cubicBezTo>
                <a:cubicBezTo>
                  <a:pt x="44" y="307"/>
                  <a:pt x="39" y="305"/>
                  <a:pt x="38" y="302"/>
                </a:cubicBezTo>
                <a:cubicBezTo>
                  <a:pt x="36" y="300"/>
                  <a:pt x="36" y="250"/>
                  <a:pt x="36" y="153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1"/>
                  <a:pt x="42" y="0"/>
                  <a:pt x="44" y="0"/>
                </a:cubicBezTo>
                <a:cubicBezTo>
                  <a:pt x="44" y="0"/>
                  <a:pt x="51" y="3"/>
                  <a:pt x="62" y="7"/>
                </a:cubicBezTo>
                <a:cubicBezTo>
                  <a:pt x="74" y="12"/>
                  <a:pt x="89" y="16"/>
                  <a:pt x="109" y="21"/>
                </a:cubicBezTo>
                <a:cubicBezTo>
                  <a:pt x="128" y="25"/>
                  <a:pt x="150" y="27"/>
                  <a:pt x="172" y="27"/>
                </a:cubicBezTo>
                <a:cubicBezTo>
                  <a:pt x="212" y="27"/>
                  <a:pt x="250" y="19"/>
                  <a:pt x="287" y="4"/>
                </a:cubicBezTo>
                <a:cubicBezTo>
                  <a:pt x="291" y="1"/>
                  <a:pt x="295" y="0"/>
                  <a:pt x="298" y="0"/>
                </a:cubicBezTo>
                <a:cubicBezTo>
                  <a:pt x="302" y="0"/>
                  <a:pt x="305" y="5"/>
                  <a:pt x="305" y="15"/>
                </a:cubicBezTo>
                <a:lnTo>
                  <a:pt x="305" y="26"/>
                </a:lnTo>
                <a:cubicBezTo>
                  <a:pt x="258" y="81"/>
                  <a:pt x="201" y="108"/>
                  <a:pt x="132" y="108"/>
                </a:cubicBezTo>
                <a:cubicBezTo>
                  <a:pt x="114" y="108"/>
                  <a:pt x="98" y="107"/>
                  <a:pt x="84" y="103"/>
                </a:cubicBezTo>
                <a:lnTo>
                  <a:pt x="76" y="102"/>
                </a:lnTo>
                <a:lnTo>
                  <a:pt x="76" y="248"/>
                </a:lnTo>
                <a:cubicBezTo>
                  <a:pt x="86" y="239"/>
                  <a:pt x="95" y="233"/>
                  <a:pt x="101" y="228"/>
                </a:cubicBezTo>
                <a:cubicBezTo>
                  <a:pt x="107" y="224"/>
                  <a:pt x="117" y="219"/>
                  <a:pt x="132" y="215"/>
                </a:cubicBezTo>
                <a:cubicBezTo>
                  <a:pt x="146" y="210"/>
                  <a:pt x="160" y="208"/>
                  <a:pt x="175" y="208"/>
                </a:cubicBezTo>
                <a:cubicBezTo>
                  <a:pt x="220" y="208"/>
                  <a:pt x="259" y="226"/>
                  <a:pt x="290" y="264"/>
                </a:cubicBezTo>
                <a:cubicBezTo>
                  <a:pt x="322" y="301"/>
                  <a:pt x="338" y="344"/>
                  <a:pt x="338" y="394"/>
                </a:cubicBezTo>
                <a:cubicBezTo>
                  <a:pt x="338" y="446"/>
                  <a:pt x="320" y="490"/>
                  <a:pt x="284" y="527"/>
                </a:cubicBezTo>
                <a:cubicBezTo>
                  <a:pt x="248" y="563"/>
                  <a:pt x="204" y="582"/>
                  <a:pt x="152" y="582"/>
                </a:cubicBezTo>
                <a:cubicBezTo>
                  <a:pt x="106" y="582"/>
                  <a:pt x="70" y="567"/>
                  <a:pt x="41" y="537"/>
                </a:cubicBezTo>
                <a:cubicBezTo>
                  <a:pt x="13" y="506"/>
                  <a:pt x="0" y="472"/>
                  <a:pt x="0" y="434"/>
                </a:cubicBezTo>
                <a:cubicBezTo>
                  <a:pt x="0" y="420"/>
                  <a:pt x="3" y="409"/>
                  <a:pt x="9" y="402"/>
                </a:cubicBezTo>
                <a:cubicBezTo>
                  <a:pt x="15" y="394"/>
                  <a:pt x="22" y="389"/>
                  <a:pt x="28" y="386"/>
                </a:cubicBezTo>
                <a:cubicBezTo>
                  <a:pt x="35" y="384"/>
                  <a:pt x="42" y="383"/>
                  <a:pt x="49" y="383"/>
                </a:cubicBezTo>
                <a:cubicBezTo>
                  <a:pt x="63" y="383"/>
                  <a:pt x="74" y="388"/>
                  <a:pt x="83" y="397"/>
                </a:cubicBezTo>
                <a:cubicBezTo>
                  <a:pt x="92" y="407"/>
                  <a:pt x="97" y="418"/>
                  <a:pt x="97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8" name=""/>
          <p:cNvSpPr/>
          <p:nvPr/>
        </p:nvSpPr>
        <p:spPr>
          <a:xfrm>
            <a:off x="5877720" y="25272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2" y="0"/>
                  <a:pt x="177" y="0"/>
                </a:cubicBezTo>
                <a:cubicBezTo>
                  <a:pt x="205" y="0"/>
                  <a:pt x="232" y="8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1"/>
                  <a:pt x="344" y="447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2"/>
                  <a:pt x="178" y="582"/>
                </a:cubicBezTo>
                <a:cubicBezTo>
                  <a:pt x="163" y="582"/>
                  <a:pt x="149" y="581"/>
                  <a:pt x="134" y="577"/>
                </a:cubicBezTo>
                <a:cubicBezTo>
                  <a:pt x="119" y="574"/>
                  <a:pt x="102" y="565"/>
                  <a:pt x="82" y="550"/>
                </a:cubicBezTo>
                <a:cubicBezTo>
                  <a:pt x="63" y="536"/>
                  <a:pt x="47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1"/>
                  <a:pt x="202" y="31"/>
                  <a:pt x="178" y="31"/>
                </a:cubicBezTo>
                <a:cubicBezTo>
                  <a:pt x="154" y="31"/>
                  <a:pt x="134" y="41"/>
                  <a:pt x="117" y="59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2" y="199"/>
                  <a:pt x="82" y="282"/>
                </a:cubicBezTo>
                <a:cubicBezTo>
                  <a:pt x="82" y="371"/>
                  <a:pt x="85" y="430"/>
                  <a:pt x="89" y="458"/>
                </a:cubicBezTo>
                <a:cubicBezTo>
                  <a:pt x="94" y="486"/>
                  <a:pt x="104" y="509"/>
                  <a:pt x="120" y="525"/>
                </a:cubicBezTo>
                <a:cubicBezTo>
                  <a:pt x="135" y="542"/>
                  <a:pt x="155" y="550"/>
                  <a:pt x="178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4"/>
                  <a:pt x="273" y="366"/>
                  <a:pt x="273" y="282"/>
                </a:cubicBezTo>
                <a:cubicBezTo>
                  <a:pt x="273" y="200"/>
                  <a:pt x="271" y="146"/>
                  <a:pt x="267" y="120"/>
                </a:cubicBezTo>
                <a:cubicBezTo>
                  <a:pt x="262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9" name=""/>
          <p:cNvSpPr/>
          <p:nvPr/>
        </p:nvSpPr>
        <p:spPr>
          <a:xfrm>
            <a:off x="6102360" y="2527200"/>
            <a:ext cx="202680" cy="203040"/>
          </a:xfrm>
          <a:custGeom>
            <a:avLst/>
            <a:gdLst/>
            <a:ahLst/>
            <a:rect l="0" t="0" r="r" b="b"/>
            <a:pathLst>
              <a:path w="563" h="564">
                <a:moveTo>
                  <a:pt x="12" y="266"/>
                </a:moveTo>
                <a:lnTo>
                  <a:pt x="265" y="266"/>
                </a:lnTo>
                <a:lnTo>
                  <a:pt x="265" y="140"/>
                </a:lnTo>
                <a:cubicBezTo>
                  <a:pt x="265" y="56"/>
                  <a:pt x="266" y="13"/>
                  <a:pt x="267" y="11"/>
                </a:cubicBezTo>
                <a:cubicBezTo>
                  <a:pt x="270" y="3"/>
                  <a:pt x="275" y="0"/>
                  <a:pt x="281" y="0"/>
                </a:cubicBezTo>
                <a:cubicBezTo>
                  <a:pt x="289" y="0"/>
                  <a:pt x="294" y="4"/>
                  <a:pt x="296" y="11"/>
                </a:cubicBezTo>
                <a:cubicBezTo>
                  <a:pt x="297" y="18"/>
                  <a:pt x="298" y="34"/>
                  <a:pt x="299" y="60"/>
                </a:cubicBezTo>
                <a:lnTo>
                  <a:pt x="299" y="141"/>
                </a:lnTo>
                <a:lnTo>
                  <a:pt x="299" y="266"/>
                </a:lnTo>
                <a:lnTo>
                  <a:pt x="551" y="266"/>
                </a:lnTo>
                <a:cubicBezTo>
                  <a:pt x="559" y="270"/>
                  <a:pt x="563" y="276"/>
                  <a:pt x="563" y="282"/>
                </a:cubicBezTo>
                <a:cubicBezTo>
                  <a:pt x="563" y="290"/>
                  <a:pt x="559" y="295"/>
                  <a:pt x="551" y="299"/>
                </a:cubicBezTo>
                <a:lnTo>
                  <a:pt x="299" y="299"/>
                </a:lnTo>
                <a:lnTo>
                  <a:pt x="299" y="530"/>
                </a:lnTo>
                <a:lnTo>
                  <a:pt x="551" y="530"/>
                </a:lnTo>
                <a:cubicBezTo>
                  <a:pt x="559" y="534"/>
                  <a:pt x="563" y="540"/>
                  <a:pt x="563" y="547"/>
                </a:cubicBezTo>
                <a:cubicBezTo>
                  <a:pt x="563" y="554"/>
                  <a:pt x="559" y="559"/>
                  <a:pt x="551" y="564"/>
                </a:cubicBezTo>
                <a:lnTo>
                  <a:pt x="12" y="564"/>
                </a:lnTo>
                <a:cubicBezTo>
                  <a:pt x="4" y="560"/>
                  <a:pt x="0" y="554"/>
                  <a:pt x="0" y="547"/>
                </a:cubicBezTo>
                <a:cubicBezTo>
                  <a:pt x="0" y="540"/>
                  <a:pt x="4" y="534"/>
                  <a:pt x="12" y="530"/>
                </a:cubicBezTo>
                <a:lnTo>
                  <a:pt x="265" y="530"/>
                </a:lnTo>
                <a:lnTo>
                  <a:pt x="265" y="299"/>
                </a:lnTo>
                <a:lnTo>
                  <a:pt x="12" y="299"/>
                </a:lnTo>
                <a:cubicBezTo>
                  <a:pt x="4" y="295"/>
                  <a:pt x="0" y="290"/>
                  <a:pt x="0" y="282"/>
                </a:cubicBezTo>
                <a:cubicBezTo>
                  <a:pt x="0" y="275"/>
                  <a:pt x="4" y="270"/>
                  <a:pt x="12" y="2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0" name=""/>
          <p:cNvSpPr/>
          <p:nvPr/>
        </p:nvSpPr>
        <p:spPr>
          <a:xfrm>
            <a:off x="6401160" y="25272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3"/>
                  <a:pt x="123" y="0"/>
                  <a:pt x="179" y="0"/>
                </a:cubicBezTo>
                <a:cubicBezTo>
                  <a:pt x="206" y="0"/>
                  <a:pt x="233" y="8"/>
                  <a:pt x="260" y="22"/>
                </a:cubicBezTo>
                <a:cubicBezTo>
                  <a:pt x="287" y="37"/>
                  <a:pt x="309" y="63"/>
                  <a:pt x="326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1"/>
                  <a:pt x="345" y="447"/>
                  <a:pt x="321" y="494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3" y="576"/>
                </a:cubicBezTo>
                <a:cubicBezTo>
                  <a:pt x="208" y="580"/>
                  <a:pt x="194" y="582"/>
                  <a:pt x="179" y="582"/>
                </a:cubicBezTo>
                <a:cubicBezTo>
                  <a:pt x="165" y="582"/>
                  <a:pt x="150" y="581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6"/>
                  <a:pt x="48" y="517"/>
                  <a:pt x="37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9"/>
                </a:cubicBezTo>
                <a:moveTo>
                  <a:pt x="239" y="59"/>
                </a:moveTo>
                <a:cubicBezTo>
                  <a:pt x="223" y="41"/>
                  <a:pt x="203" y="31"/>
                  <a:pt x="179" y="31"/>
                </a:cubicBezTo>
                <a:cubicBezTo>
                  <a:pt x="156" y="31"/>
                  <a:pt x="135" y="41"/>
                  <a:pt x="118" y="59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30"/>
                  <a:pt x="90" y="458"/>
                </a:cubicBezTo>
                <a:cubicBezTo>
                  <a:pt x="94" y="486"/>
                  <a:pt x="104" y="509"/>
                  <a:pt x="120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2" y="550"/>
                  <a:pt x="221" y="542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4"/>
                  <a:pt x="274" y="366"/>
                  <a:pt x="274" y="282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4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1" name=""/>
          <p:cNvSpPr/>
          <p:nvPr/>
        </p:nvSpPr>
        <p:spPr>
          <a:xfrm>
            <a:off x="6564960" y="2693160"/>
            <a:ext cx="37440" cy="37080"/>
          </a:xfrm>
          <a:custGeom>
            <a:avLst/>
            <a:gdLst/>
            <a:ahLst/>
            <a:rect l="0" t="0" r="r" b="b"/>
            <a:pathLst>
              <a:path w="104" h="103">
                <a:moveTo>
                  <a:pt x="0" y="52"/>
                </a:moveTo>
                <a:cubicBezTo>
                  <a:pt x="0" y="38"/>
                  <a:pt x="5" y="26"/>
                  <a:pt x="15" y="16"/>
                </a:cubicBezTo>
                <a:cubicBezTo>
                  <a:pt x="24" y="5"/>
                  <a:pt x="37" y="0"/>
                  <a:pt x="51" y="0"/>
                </a:cubicBezTo>
                <a:cubicBezTo>
                  <a:pt x="65" y="0"/>
                  <a:pt x="78" y="5"/>
                  <a:pt x="88" y="14"/>
                </a:cubicBezTo>
                <a:cubicBezTo>
                  <a:pt x="98" y="23"/>
                  <a:pt x="103" y="35"/>
                  <a:pt x="104" y="51"/>
                </a:cubicBezTo>
                <a:cubicBezTo>
                  <a:pt x="104" y="65"/>
                  <a:pt x="99" y="77"/>
                  <a:pt x="89" y="88"/>
                </a:cubicBezTo>
                <a:cubicBezTo>
                  <a:pt x="80" y="98"/>
                  <a:pt x="67" y="103"/>
                  <a:pt x="52" y="103"/>
                </a:cubicBezTo>
                <a:cubicBezTo>
                  <a:pt x="37" y="103"/>
                  <a:pt x="25" y="98"/>
                  <a:pt x="16" y="88"/>
                </a:cubicBezTo>
                <a:cubicBezTo>
                  <a:pt x="6" y="79"/>
                  <a:pt x="1" y="67"/>
                  <a:pt x="0" y="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2" name=""/>
          <p:cNvSpPr/>
          <p:nvPr/>
        </p:nvSpPr>
        <p:spPr>
          <a:xfrm>
            <a:off x="6651360" y="2527200"/>
            <a:ext cx="104760" cy="203040"/>
          </a:xfrm>
          <a:custGeom>
            <a:avLst/>
            <a:gdLst/>
            <a:ahLst/>
            <a:rect l="0" t="0" r="r" b="b"/>
            <a:pathLst>
              <a:path w="291" h="564">
                <a:moveTo>
                  <a:pt x="109" y="76"/>
                </a:moveTo>
                <a:lnTo>
                  <a:pt x="98" y="80"/>
                </a:lnTo>
                <a:cubicBezTo>
                  <a:pt x="90" y="83"/>
                  <a:pt x="79" y="85"/>
                  <a:pt x="65" y="88"/>
                </a:cubicBezTo>
                <a:cubicBezTo>
                  <a:pt x="50" y="91"/>
                  <a:pt x="34" y="93"/>
                  <a:pt x="16" y="94"/>
                </a:cubicBezTo>
                <a:lnTo>
                  <a:pt x="0" y="94"/>
                </a:lnTo>
                <a:lnTo>
                  <a:pt x="0" y="55"/>
                </a:lnTo>
                <a:lnTo>
                  <a:pt x="16" y="55"/>
                </a:lnTo>
                <a:cubicBezTo>
                  <a:pt x="42" y="54"/>
                  <a:pt x="67" y="50"/>
                  <a:pt x="89" y="43"/>
                </a:cubicBezTo>
                <a:cubicBezTo>
                  <a:pt x="112" y="35"/>
                  <a:pt x="127" y="29"/>
                  <a:pt x="136" y="22"/>
                </a:cubicBezTo>
                <a:cubicBezTo>
                  <a:pt x="145" y="16"/>
                  <a:pt x="153" y="10"/>
                  <a:pt x="160" y="3"/>
                </a:cubicBezTo>
                <a:cubicBezTo>
                  <a:pt x="161" y="1"/>
                  <a:pt x="164" y="0"/>
                  <a:pt x="170" y="0"/>
                </a:cubicBezTo>
                <a:cubicBezTo>
                  <a:pt x="175" y="0"/>
                  <a:pt x="180" y="2"/>
                  <a:pt x="184" y="6"/>
                </a:cubicBezTo>
                <a:lnTo>
                  <a:pt x="184" y="259"/>
                </a:lnTo>
                <a:lnTo>
                  <a:pt x="185" y="512"/>
                </a:lnTo>
                <a:cubicBezTo>
                  <a:pt x="189" y="516"/>
                  <a:pt x="193" y="519"/>
                  <a:pt x="195" y="520"/>
                </a:cubicBezTo>
                <a:cubicBezTo>
                  <a:pt x="198" y="521"/>
                  <a:pt x="205" y="522"/>
                  <a:pt x="216" y="523"/>
                </a:cubicBezTo>
                <a:cubicBezTo>
                  <a:pt x="226" y="524"/>
                  <a:pt x="245" y="525"/>
                  <a:pt x="269" y="525"/>
                </a:cubicBezTo>
                <a:lnTo>
                  <a:pt x="291" y="525"/>
                </a:lnTo>
                <a:lnTo>
                  <a:pt x="291" y="564"/>
                </a:lnTo>
                <a:lnTo>
                  <a:pt x="282" y="564"/>
                </a:lnTo>
                <a:cubicBezTo>
                  <a:pt x="270" y="562"/>
                  <a:pt x="224" y="561"/>
                  <a:pt x="146" y="561"/>
                </a:cubicBezTo>
                <a:cubicBezTo>
                  <a:pt x="70" y="561"/>
                  <a:pt x="26" y="562"/>
                  <a:pt x="14" y="564"/>
                </a:cubicBezTo>
                <a:lnTo>
                  <a:pt x="4" y="564"/>
                </a:lnTo>
                <a:lnTo>
                  <a:pt x="4" y="525"/>
                </a:lnTo>
                <a:lnTo>
                  <a:pt x="26" y="525"/>
                </a:lnTo>
                <a:cubicBezTo>
                  <a:pt x="38" y="525"/>
                  <a:pt x="49" y="525"/>
                  <a:pt x="58" y="525"/>
                </a:cubicBezTo>
                <a:cubicBezTo>
                  <a:pt x="67" y="525"/>
                  <a:pt x="74" y="525"/>
                  <a:pt x="79" y="524"/>
                </a:cubicBezTo>
                <a:cubicBezTo>
                  <a:pt x="84" y="523"/>
                  <a:pt x="88" y="523"/>
                  <a:pt x="92" y="522"/>
                </a:cubicBezTo>
                <a:cubicBezTo>
                  <a:pt x="96" y="520"/>
                  <a:pt x="99" y="520"/>
                  <a:pt x="99" y="520"/>
                </a:cubicBezTo>
                <a:cubicBezTo>
                  <a:pt x="100" y="520"/>
                  <a:pt x="101" y="518"/>
                  <a:pt x="104" y="516"/>
                </a:cubicBezTo>
                <a:cubicBezTo>
                  <a:pt x="107" y="513"/>
                  <a:pt x="109" y="512"/>
                  <a:pt x="109" y="512"/>
                </a:cubicBezTo>
                <a:lnTo>
                  <a:pt x="109" y="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3" name=""/>
          <p:cNvSpPr/>
          <p:nvPr/>
        </p:nvSpPr>
        <p:spPr>
          <a:xfrm>
            <a:off x="6786360" y="2523960"/>
            <a:ext cx="135000" cy="206280"/>
          </a:xfrm>
          <a:custGeom>
            <a:avLst/>
            <a:gdLst/>
            <a:ahLst/>
            <a:rect l="0" t="0" r="r" b="b"/>
            <a:pathLst>
              <a:path w="375" h="573">
                <a:moveTo>
                  <a:pt x="368" y="573"/>
                </a:moveTo>
                <a:cubicBezTo>
                  <a:pt x="358" y="571"/>
                  <a:pt x="321" y="570"/>
                  <a:pt x="259" y="570"/>
                </a:cubicBezTo>
                <a:cubicBezTo>
                  <a:pt x="194" y="570"/>
                  <a:pt x="156" y="571"/>
                  <a:pt x="146" y="573"/>
                </a:cubicBezTo>
                <a:lnTo>
                  <a:pt x="138" y="573"/>
                </a:lnTo>
                <a:lnTo>
                  <a:pt x="138" y="534"/>
                </a:lnTo>
                <a:lnTo>
                  <a:pt x="164" y="534"/>
                </a:lnTo>
                <a:cubicBezTo>
                  <a:pt x="176" y="534"/>
                  <a:pt x="183" y="534"/>
                  <a:pt x="187" y="534"/>
                </a:cubicBezTo>
                <a:cubicBezTo>
                  <a:pt x="191" y="534"/>
                  <a:pt x="196" y="533"/>
                  <a:pt x="202" y="532"/>
                </a:cubicBezTo>
                <a:cubicBezTo>
                  <a:pt x="207" y="531"/>
                  <a:pt x="211" y="530"/>
                  <a:pt x="213" y="528"/>
                </a:cubicBezTo>
                <a:cubicBezTo>
                  <a:pt x="216" y="526"/>
                  <a:pt x="218" y="524"/>
                  <a:pt x="219" y="521"/>
                </a:cubicBezTo>
                <a:cubicBezTo>
                  <a:pt x="220" y="520"/>
                  <a:pt x="220" y="505"/>
                  <a:pt x="220" y="476"/>
                </a:cubicBezTo>
                <a:lnTo>
                  <a:pt x="220" y="433"/>
                </a:lnTo>
                <a:lnTo>
                  <a:pt x="0" y="433"/>
                </a:lnTo>
                <a:lnTo>
                  <a:pt x="0" y="395"/>
                </a:lnTo>
                <a:lnTo>
                  <a:pt x="129" y="199"/>
                </a:lnTo>
                <a:cubicBezTo>
                  <a:pt x="215" y="68"/>
                  <a:pt x="259" y="2"/>
                  <a:pt x="260" y="2"/>
                </a:cubicBezTo>
                <a:cubicBezTo>
                  <a:pt x="261" y="1"/>
                  <a:pt x="267" y="0"/>
                  <a:pt x="278" y="0"/>
                </a:cubicBezTo>
                <a:lnTo>
                  <a:pt x="293" y="0"/>
                </a:lnTo>
                <a:lnTo>
                  <a:pt x="298" y="5"/>
                </a:lnTo>
                <a:lnTo>
                  <a:pt x="298" y="395"/>
                </a:lnTo>
                <a:lnTo>
                  <a:pt x="375" y="395"/>
                </a:lnTo>
                <a:lnTo>
                  <a:pt x="375" y="433"/>
                </a:lnTo>
                <a:lnTo>
                  <a:pt x="298" y="433"/>
                </a:lnTo>
                <a:lnTo>
                  <a:pt x="298" y="476"/>
                </a:lnTo>
                <a:cubicBezTo>
                  <a:pt x="298" y="500"/>
                  <a:pt x="298" y="513"/>
                  <a:pt x="298" y="517"/>
                </a:cubicBezTo>
                <a:cubicBezTo>
                  <a:pt x="298" y="521"/>
                  <a:pt x="299" y="524"/>
                  <a:pt x="303" y="527"/>
                </a:cubicBezTo>
                <a:cubicBezTo>
                  <a:pt x="307" y="531"/>
                  <a:pt x="323" y="533"/>
                  <a:pt x="351" y="534"/>
                </a:cubicBezTo>
                <a:lnTo>
                  <a:pt x="375" y="534"/>
                </a:lnTo>
                <a:lnTo>
                  <a:pt x="375" y="573"/>
                </a:lnTo>
                <a:lnTo>
                  <a:pt x="368" y="573"/>
                </a:lnTo>
                <a:moveTo>
                  <a:pt x="225" y="395"/>
                </a:moveTo>
                <a:lnTo>
                  <a:pt x="225" y="111"/>
                </a:lnTo>
                <a:lnTo>
                  <a:pt x="40" y="394"/>
                </a:lnTo>
                <a:lnTo>
                  <a:pt x="132" y="395"/>
                </a:lnTo>
                <a:lnTo>
                  <a:pt x="225" y="39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733320" y="2486160"/>
            <a:ext cx="1526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S3 (Location)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7939080" y="2486160"/>
            <a:ext cx="1357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Both detect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6" name=""/>
          <p:cNvSpPr/>
          <p:nvPr/>
        </p:nvSpPr>
        <p:spPr>
          <a:xfrm>
            <a:off x="2745720" y="301284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50" y="69"/>
                </a:moveTo>
                <a:cubicBezTo>
                  <a:pt x="81" y="23"/>
                  <a:pt x="124" y="0"/>
                  <a:pt x="179" y="0"/>
                </a:cubicBezTo>
                <a:cubicBezTo>
                  <a:pt x="206" y="0"/>
                  <a:pt x="233" y="7"/>
                  <a:pt x="260" y="22"/>
                </a:cubicBezTo>
                <a:cubicBezTo>
                  <a:pt x="287" y="36"/>
                  <a:pt x="309" y="63"/>
                  <a:pt x="326" y="100"/>
                </a:cubicBezTo>
                <a:cubicBezTo>
                  <a:pt x="347" y="147"/>
                  <a:pt x="357" y="211"/>
                  <a:pt x="357" y="293"/>
                </a:cubicBezTo>
                <a:cubicBezTo>
                  <a:pt x="357" y="380"/>
                  <a:pt x="345" y="447"/>
                  <a:pt x="321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3" y="576"/>
                </a:cubicBezTo>
                <a:cubicBezTo>
                  <a:pt x="208" y="579"/>
                  <a:pt x="194" y="581"/>
                  <a:pt x="180" y="582"/>
                </a:cubicBezTo>
                <a:cubicBezTo>
                  <a:pt x="165" y="582"/>
                  <a:pt x="150" y="580"/>
                  <a:pt x="136" y="577"/>
                </a:cubicBezTo>
                <a:cubicBezTo>
                  <a:pt x="121" y="573"/>
                  <a:pt x="104" y="564"/>
                  <a:pt x="84" y="550"/>
                </a:cubicBezTo>
                <a:cubicBezTo>
                  <a:pt x="64" y="535"/>
                  <a:pt x="49" y="516"/>
                  <a:pt x="38" y="493"/>
                </a:cubicBezTo>
                <a:cubicBezTo>
                  <a:pt x="14" y="447"/>
                  <a:pt x="0" y="380"/>
                  <a:pt x="0" y="293"/>
                </a:cubicBezTo>
                <a:cubicBezTo>
                  <a:pt x="0" y="195"/>
                  <a:pt x="17" y="120"/>
                  <a:pt x="50" y="69"/>
                </a:cubicBezTo>
                <a:moveTo>
                  <a:pt x="240" y="59"/>
                </a:moveTo>
                <a:cubicBezTo>
                  <a:pt x="223" y="40"/>
                  <a:pt x="203" y="31"/>
                  <a:pt x="180" y="31"/>
                </a:cubicBezTo>
                <a:cubicBezTo>
                  <a:pt x="156" y="31"/>
                  <a:pt x="136" y="40"/>
                  <a:pt x="119" y="59"/>
                </a:cubicBezTo>
                <a:cubicBezTo>
                  <a:pt x="105" y="74"/>
                  <a:pt x="95" y="94"/>
                  <a:pt x="91" y="120"/>
                </a:cubicBezTo>
                <a:cubicBezTo>
                  <a:pt x="86" y="146"/>
                  <a:pt x="84" y="200"/>
                  <a:pt x="84" y="282"/>
                </a:cubicBezTo>
                <a:cubicBezTo>
                  <a:pt x="84" y="371"/>
                  <a:pt x="86" y="430"/>
                  <a:pt x="91" y="458"/>
                </a:cubicBezTo>
                <a:cubicBezTo>
                  <a:pt x="95" y="486"/>
                  <a:pt x="106" y="508"/>
                  <a:pt x="121" y="524"/>
                </a:cubicBezTo>
                <a:cubicBezTo>
                  <a:pt x="137" y="541"/>
                  <a:pt x="157" y="550"/>
                  <a:pt x="180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8"/>
                  <a:pt x="264" y="484"/>
                  <a:pt x="267" y="453"/>
                </a:cubicBezTo>
                <a:cubicBezTo>
                  <a:pt x="271" y="423"/>
                  <a:pt x="274" y="366"/>
                  <a:pt x="274" y="282"/>
                </a:cubicBezTo>
                <a:cubicBezTo>
                  <a:pt x="274" y="200"/>
                  <a:pt x="272" y="147"/>
                  <a:pt x="267" y="121"/>
                </a:cubicBezTo>
                <a:cubicBezTo>
                  <a:pt x="263" y="95"/>
                  <a:pt x="254" y="74"/>
                  <a:pt x="240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7" name=""/>
          <p:cNvSpPr/>
          <p:nvPr/>
        </p:nvSpPr>
        <p:spPr>
          <a:xfrm>
            <a:off x="2909880" y="3178800"/>
            <a:ext cx="37080" cy="36720"/>
          </a:xfrm>
          <a:custGeom>
            <a:avLst/>
            <a:gdLst/>
            <a:ahLst/>
            <a:rect l="0" t="0" r="r" b="b"/>
            <a:pathLst>
              <a:path w="103" h="102">
                <a:moveTo>
                  <a:pt x="0" y="52"/>
                </a:moveTo>
                <a:cubicBezTo>
                  <a:pt x="0" y="38"/>
                  <a:pt x="4" y="26"/>
                  <a:pt x="14" y="16"/>
                </a:cubicBezTo>
                <a:cubicBezTo>
                  <a:pt x="24" y="5"/>
                  <a:pt x="37" y="0"/>
                  <a:pt x="51" y="0"/>
                </a:cubicBezTo>
                <a:cubicBezTo>
                  <a:pt x="65" y="0"/>
                  <a:pt x="77" y="4"/>
                  <a:pt x="87" y="14"/>
                </a:cubicBezTo>
                <a:cubicBezTo>
                  <a:pt x="97" y="23"/>
                  <a:pt x="102" y="36"/>
                  <a:pt x="103" y="51"/>
                </a:cubicBezTo>
                <a:cubicBezTo>
                  <a:pt x="103" y="65"/>
                  <a:pt x="98" y="77"/>
                  <a:pt x="88" y="87"/>
                </a:cubicBezTo>
                <a:cubicBezTo>
                  <a:pt x="79" y="97"/>
                  <a:pt x="67" y="102"/>
                  <a:pt x="52" y="102"/>
                </a:cubicBezTo>
                <a:cubicBezTo>
                  <a:pt x="38" y="102"/>
                  <a:pt x="24" y="97"/>
                  <a:pt x="15" y="88"/>
                </a:cubicBezTo>
                <a:cubicBezTo>
                  <a:pt x="5" y="78"/>
                  <a:pt x="0" y="66"/>
                  <a:pt x="0" y="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8" name=""/>
          <p:cNvSpPr/>
          <p:nvPr/>
        </p:nvSpPr>
        <p:spPr>
          <a:xfrm>
            <a:off x="2985840" y="3012840"/>
            <a:ext cx="121680" cy="202680"/>
          </a:xfrm>
          <a:custGeom>
            <a:avLst/>
            <a:gdLst/>
            <a:ahLst/>
            <a:rect l="0" t="0" r="r" b="b"/>
            <a:pathLst>
              <a:path w="338" h="563">
                <a:moveTo>
                  <a:pt x="50" y="200"/>
                </a:moveTo>
                <a:cubicBezTo>
                  <a:pt x="34" y="200"/>
                  <a:pt x="22" y="195"/>
                  <a:pt x="13" y="185"/>
                </a:cubicBezTo>
                <a:cubicBezTo>
                  <a:pt x="4" y="175"/>
                  <a:pt x="0" y="162"/>
                  <a:pt x="0" y="148"/>
                </a:cubicBezTo>
                <a:cubicBezTo>
                  <a:pt x="0" y="108"/>
                  <a:pt x="15" y="73"/>
                  <a:pt x="45" y="44"/>
                </a:cubicBezTo>
                <a:cubicBezTo>
                  <a:pt x="74" y="14"/>
                  <a:pt x="112" y="0"/>
                  <a:pt x="156" y="0"/>
                </a:cubicBezTo>
                <a:cubicBezTo>
                  <a:pt x="207" y="0"/>
                  <a:pt x="250" y="16"/>
                  <a:pt x="285" y="47"/>
                </a:cubicBezTo>
                <a:cubicBezTo>
                  <a:pt x="320" y="79"/>
                  <a:pt x="337" y="119"/>
                  <a:pt x="338" y="170"/>
                </a:cubicBezTo>
                <a:cubicBezTo>
                  <a:pt x="338" y="194"/>
                  <a:pt x="332" y="217"/>
                  <a:pt x="321" y="239"/>
                </a:cubicBezTo>
                <a:cubicBezTo>
                  <a:pt x="310" y="261"/>
                  <a:pt x="296" y="280"/>
                  <a:pt x="280" y="296"/>
                </a:cubicBezTo>
                <a:cubicBezTo>
                  <a:pt x="264" y="313"/>
                  <a:pt x="241" y="333"/>
                  <a:pt x="212" y="360"/>
                </a:cubicBezTo>
                <a:cubicBezTo>
                  <a:pt x="192" y="377"/>
                  <a:pt x="163" y="403"/>
                  <a:pt x="127" y="437"/>
                </a:cubicBezTo>
                <a:lnTo>
                  <a:pt x="77" y="485"/>
                </a:lnTo>
                <a:lnTo>
                  <a:pt x="142" y="486"/>
                </a:lnTo>
                <a:cubicBezTo>
                  <a:pt x="230" y="486"/>
                  <a:pt x="278" y="484"/>
                  <a:pt x="284" y="481"/>
                </a:cubicBezTo>
                <a:cubicBezTo>
                  <a:pt x="288" y="480"/>
                  <a:pt x="294" y="455"/>
                  <a:pt x="304" y="406"/>
                </a:cubicBezTo>
                <a:lnTo>
                  <a:pt x="304" y="404"/>
                </a:lnTo>
                <a:lnTo>
                  <a:pt x="338" y="404"/>
                </a:lnTo>
                <a:lnTo>
                  <a:pt x="338" y="406"/>
                </a:lnTo>
                <a:cubicBezTo>
                  <a:pt x="337" y="408"/>
                  <a:pt x="334" y="433"/>
                  <a:pt x="327" y="483"/>
                </a:cubicBezTo>
                <a:cubicBezTo>
                  <a:pt x="320" y="533"/>
                  <a:pt x="316" y="558"/>
                  <a:pt x="314" y="561"/>
                </a:cubicBezTo>
                <a:lnTo>
                  <a:pt x="314" y="563"/>
                </a:lnTo>
                <a:lnTo>
                  <a:pt x="0" y="563"/>
                </a:lnTo>
                <a:lnTo>
                  <a:pt x="0" y="547"/>
                </a:lnTo>
                <a:lnTo>
                  <a:pt x="0" y="537"/>
                </a:lnTo>
                <a:cubicBezTo>
                  <a:pt x="0" y="533"/>
                  <a:pt x="1" y="529"/>
                  <a:pt x="5" y="524"/>
                </a:cubicBezTo>
                <a:cubicBezTo>
                  <a:pt x="8" y="520"/>
                  <a:pt x="17" y="510"/>
                  <a:pt x="30" y="495"/>
                </a:cubicBezTo>
                <a:cubicBezTo>
                  <a:pt x="47" y="477"/>
                  <a:pt x="61" y="461"/>
                  <a:pt x="72" y="448"/>
                </a:cubicBezTo>
                <a:cubicBezTo>
                  <a:pt x="77" y="442"/>
                  <a:pt x="87" y="432"/>
                  <a:pt x="101" y="416"/>
                </a:cubicBezTo>
                <a:cubicBezTo>
                  <a:pt x="115" y="401"/>
                  <a:pt x="125" y="391"/>
                  <a:pt x="130" y="385"/>
                </a:cubicBezTo>
                <a:cubicBezTo>
                  <a:pt x="135" y="379"/>
                  <a:pt x="143" y="370"/>
                  <a:pt x="154" y="357"/>
                </a:cubicBezTo>
                <a:cubicBezTo>
                  <a:pt x="166" y="344"/>
                  <a:pt x="173" y="334"/>
                  <a:pt x="178" y="327"/>
                </a:cubicBezTo>
                <a:cubicBezTo>
                  <a:pt x="182" y="321"/>
                  <a:pt x="189" y="313"/>
                  <a:pt x="197" y="302"/>
                </a:cubicBezTo>
                <a:cubicBezTo>
                  <a:pt x="206" y="291"/>
                  <a:pt x="212" y="282"/>
                  <a:pt x="215" y="275"/>
                </a:cubicBezTo>
                <a:cubicBezTo>
                  <a:pt x="219" y="268"/>
                  <a:pt x="223" y="260"/>
                  <a:pt x="228" y="251"/>
                </a:cubicBezTo>
                <a:cubicBezTo>
                  <a:pt x="233" y="242"/>
                  <a:pt x="237" y="233"/>
                  <a:pt x="239" y="224"/>
                </a:cubicBezTo>
                <a:cubicBezTo>
                  <a:pt x="241" y="215"/>
                  <a:pt x="243" y="206"/>
                  <a:pt x="245" y="198"/>
                </a:cubicBezTo>
                <a:cubicBezTo>
                  <a:pt x="246" y="190"/>
                  <a:pt x="247" y="181"/>
                  <a:pt x="247" y="170"/>
                </a:cubicBezTo>
                <a:cubicBezTo>
                  <a:pt x="247" y="135"/>
                  <a:pt x="238" y="104"/>
                  <a:pt x="219" y="78"/>
                </a:cubicBezTo>
                <a:cubicBezTo>
                  <a:pt x="199" y="52"/>
                  <a:pt x="172" y="39"/>
                  <a:pt x="137" y="39"/>
                </a:cubicBezTo>
                <a:cubicBezTo>
                  <a:pt x="118" y="39"/>
                  <a:pt x="102" y="44"/>
                  <a:pt x="88" y="54"/>
                </a:cubicBezTo>
                <a:cubicBezTo>
                  <a:pt x="74" y="63"/>
                  <a:pt x="64" y="73"/>
                  <a:pt x="58" y="82"/>
                </a:cubicBezTo>
                <a:cubicBezTo>
                  <a:pt x="52" y="91"/>
                  <a:pt x="50" y="96"/>
                  <a:pt x="50" y="98"/>
                </a:cubicBezTo>
                <a:cubicBezTo>
                  <a:pt x="50" y="98"/>
                  <a:pt x="51" y="99"/>
                  <a:pt x="54" y="99"/>
                </a:cubicBezTo>
                <a:cubicBezTo>
                  <a:pt x="64" y="99"/>
                  <a:pt x="74" y="103"/>
                  <a:pt x="85" y="110"/>
                </a:cubicBezTo>
                <a:cubicBezTo>
                  <a:pt x="96" y="118"/>
                  <a:pt x="101" y="131"/>
                  <a:pt x="101" y="149"/>
                </a:cubicBezTo>
                <a:cubicBezTo>
                  <a:pt x="101" y="163"/>
                  <a:pt x="97" y="175"/>
                  <a:pt x="88" y="185"/>
                </a:cubicBezTo>
                <a:cubicBezTo>
                  <a:pt x="79" y="194"/>
                  <a:pt x="66" y="199"/>
                  <a:pt x="50" y="2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9" name=""/>
          <p:cNvSpPr/>
          <p:nvPr/>
        </p:nvSpPr>
        <p:spPr>
          <a:xfrm>
            <a:off x="3139200" y="3009600"/>
            <a:ext cx="131040" cy="212760"/>
          </a:xfrm>
          <a:custGeom>
            <a:avLst/>
            <a:gdLst/>
            <a:ahLst/>
            <a:rect l="0" t="0" r="r" b="b"/>
            <a:pathLst>
              <a:path w="364" h="591">
                <a:moveTo>
                  <a:pt x="0" y="185"/>
                </a:moveTo>
                <a:cubicBezTo>
                  <a:pt x="1" y="184"/>
                  <a:pt x="6" y="153"/>
                  <a:pt x="15" y="92"/>
                </a:cubicBezTo>
                <a:lnTo>
                  <a:pt x="28" y="2"/>
                </a:lnTo>
                <a:cubicBezTo>
                  <a:pt x="28" y="1"/>
                  <a:pt x="34" y="0"/>
                  <a:pt x="45" y="0"/>
                </a:cubicBezTo>
                <a:lnTo>
                  <a:pt x="62" y="0"/>
                </a:lnTo>
                <a:lnTo>
                  <a:pt x="62" y="4"/>
                </a:lnTo>
                <a:cubicBezTo>
                  <a:pt x="62" y="9"/>
                  <a:pt x="66" y="14"/>
                  <a:pt x="75" y="18"/>
                </a:cubicBezTo>
                <a:cubicBezTo>
                  <a:pt x="83" y="22"/>
                  <a:pt x="98" y="25"/>
                  <a:pt x="119" y="26"/>
                </a:cubicBezTo>
                <a:cubicBezTo>
                  <a:pt x="139" y="27"/>
                  <a:pt x="188" y="27"/>
                  <a:pt x="262" y="27"/>
                </a:cubicBezTo>
                <a:lnTo>
                  <a:pt x="364" y="27"/>
                </a:lnTo>
                <a:lnTo>
                  <a:pt x="364" y="60"/>
                </a:lnTo>
                <a:lnTo>
                  <a:pt x="307" y="139"/>
                </a:lnTo>
                <a:cubicBezTo>
                  <a:pt x="302" y="146"/>
                  <a:pt x="294" y="157"/>
                  <a:pt x="282" y="173"/>
                </a:cubicBezTo>
                <a:cubicBezTo>
                  <a:pt x="270" y="189"/>
                  <a:pt x="262" y="200"/>
                  <a:pt x="259" y="205"/>
                </a:cubicBezTo>
                <a:cubicBezTo>
                  <a:pt x="256" y="210"/>
                  <a:pt x="250" y="219"/>
                  <a:pt x="241" y="232"/>
                </a:cubicBezTo>
                <a:cubicBezTo>
                  <a:pt x="233" y="245"/>
                  <a:pt x="227" y="255"/>
                  <a:pt x="224" y="262"/>
                </a:cubicBezTo>
                <a:cubicBezTo>
                  <a:pt x="221" y="270"/>
                  <a:pt x="218" y="280"/>
                  <a:pt x="212" y="294"/>
                </a:cubicBezTo>
                <a:cubicBezTo>
                  <a:pt x="207" y="307"/>
                  <a:pt x="204" y="320"/>
                  <a:pt x="201" y="332"/>
                </a:cubicBezTo>
                <a:cubicBezTo>
                  <a:pt x="199" y="345"/>
                  <a:pt x="197" y="360"/>
                  <a:pt x="195" y="378"/>
                </a:cubicBezTo>
                <a:cubicBezTo>
                  <a:pt x="192" y="396"/>
                  <a:pt x="191" y="415"/>
                  <a:pt x="190" y="435"/>
                </a:cubicBezTo>
                <a:cubicBezTo>
                  <a:pt x="189" y="456"/>
                  <a:pt x="188" y="479"/>
                  <a:pt x="187" y="505"/>
                </a:cubicBezTo>
                <a:cubicBezTo>
                  <a:pt x="187" y="513"/>
                  <a:pt x="187" y="520"/>
                  <a:pt x="187" y="528"/>
                </a:cubicBezTo>
                <a:cubicBezTo>
                  <a:pt x="187" y="536"/>
                  <a:pt x="187" y="543"/>
                  <a:pt x="186" y="549"/>
                </a:cubicBezTo>
                <a:lnTo>
                  <a:pt x="186" y="556"/>
                </a:lnTo>
                <a:cubicBezTo>
                  <a:pt x="184" y="566"/>
                  <a:pt x="179" y="574"/>
                  <a:pt x="169" y="581"/>
                </a:cubicBezTo>
                <a:cubicBezTo>
                  <a:pt x="161" y="587"/>
                  <a:pt x="151" y="591"/>
                  <a:pt x="140" y="591"/>
                </a:cubicBezTo>
                <a:cubicBezTo>
                  <a:pt x="134" y="591"/>
                  <a:pt x="128" y="590"/>
                  <a:pt x="123" y="588"/>
                </a:cubicBezTo>
                <a:cubicBezTo>
                  <a:pt x="117" y="587"/>
                  <a:pt x="111" y="581"/>
                  <a:pt x="105" y="572"/>
                </a:cubicBezTo>
                <a:cubicBezTo>
                  <a:pt x="99" y="563"/>
                  <a:pt x="96" y="552"/>
                  <a:pt x="96" y="538"/>
                </a:cubicBezTo>
                <a:cubicBezTo>
                  <a:pt x="96" y="450"/>
                  <a:pt x="123" y="357"/>
                  <a:pt x="179" y="261"/>
                </a:cubicBezTo>
                <a:cubicBezTo>
                  <a:pt x="190" y="243"/>
                  <a:pt x="214" y="209"/>
                  <a:pt x="250" y="158"/>
                </a:cubicBezTo>
                <a:lnTo>
                  <a:pt x="288" y="105"/>
                </a:lnTo>
                <a:lnTo>
                  <a:pt x="210" y="105"/>
                </a:lnTo>
                <a:cubicBezTo>
                  <a:pt x="111" y="105"/>
                  <a:pt x="59" y="107"/>
                  <a:pt x="54" y="110"/>
                </a:cubicBezTo>
                <a:cubicBezTo>
                  <a:pt x="51" y="112"/>
                  <a:pt x="48" y="119"/>
                  <a:pt x="45" y="130"/>
                </a:cubicBezTo>
                <a:cubicBezTo>
                  <a:pt x="42" y="142"/>
                  <a:pt x="39" y="154"/>
                  <a:pt x="37" y="167"/>
                </a:cubicBezTo>
                <a:lnTo>
                  <a:pt x="34" y="185"/>
                </a:lnTo>
                <a:lnTo>
                  <a:pt x="34" y="188"/>
                </a:lnTo>
                <a:lnTo>
                  <a:pt x="0" y="188"/>
                </a:lnTo>
                <a:lnTo>
                  <a:pt x="0" y="18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0" name=""/>
          <p:cNvSpPr/>
          <p:nvPr/>
        </p:nvSpPr>
        <p:spPr>
          <a:xfrm>
            <a:off x="3289680" y="3012840"/>
            <a:ext cx="121680" cy="202680"/>
          </a:xfrm>
          <a:custGeom>
            <a:avLst/>
            <a:gdLst/>
            <a:ahLst/>
            <a:rect l="0" t="0" r="r" b="b"/>
            <a:pathLst>
              <a:path w="338" h="563">
                <a:moveTo>
                  <a:pt x="50" y="200"/>
                </a:moveTo>
                <a:cubicBezTo>
                  <a:pt x="35" y="200"/>
                  <a:pt x="23" y="195"/>
                  <a:pt x="14" y="185"/>
                </a:cubicBezTo>
                <a:cubicBezTo>
                  <a:pt x="5" y="175"/>
                  <a:pt x="0" y="162"/>
                  <a:pt x="0" y="148"/>
                </a:cubicBezTo>
                <a:cubicBezTo>
                  <a:pt x="0" y="108"/>
                  <a:pt x="15" y="73"/>
                  <a:pt x="45" y="44"/>
                </a:cubicBezTo>
                <a:cubicBezTo>
                  <a:pt x="75" y="14"/>
                  <a:pt x="113" y="0"/>
                  <a:pt x="158" y="0"/>
                </a:cubicBezTo>
                <a:cubicBezTo>
                  <a:pt x="209" y="0"/>
                  <a:pt x="252" y="16"/>
                  <a:pt x="286" y="47"/>
                </a:cubicBezTo>
                <a:cubicBezTo>
                  <a:pt x="320" y="79"/>
                  <a:pt x="338" y="119"/>
                  <a:pt x="338" y="170"/>
                </a:cubicBezTo>
                <a:cubicBezTo>
                  <a:pt x="338" y="194"/>
                  <a:pt x="333" y="217"/>
                  <a:pt x="321" y="239"/>
                </a:cubicBezTo>
                <a:cubicBezTo>
                  <a:pt x="310" y="261"/>
                  <a:pt x="297" y="280"/>
                  <a:pt x="281" y="296"/>
                </a:cubicBezTo>
                <a:cubicBezTo>
                  <a:pt x="265" y="313"/>
                  <a:pt x="243" y="333"/>
                  <a:pt x="213" y="360"/>
                </a:cubicBezTo>
                <a:cubicBezTo>
                  <a:pt x="193" y="377"/>
                  <a:pt x="165" y="403"/>
                  <a:pt x="129" y="437"/>
                </a:cubicBezTo>
                <a:lnTo>
                  <a:pt x="78" y="485"/>
                </a:lnTo>
                <a:lnTo>
                  <a:pt x="143" y="486"/>
                </a:lnTo>
                <a:cubicBezTo>
                  <a:pt x="232" y="486"/>
                  <a:pt x="279" y="484"/>
                  <a:pt x="284" y="481"/>
                </a:cubicBezTo>
                <a:cubicBezTo>
                  <a:pt x="288" y="480"/>
                  <a:pt x="295" y="455"/>
                  <a:pt x="305" y="406"/>
                </a:cubicBezTo>
                <a:lnTo>
                  <a:pt x="305" y="404"/>
                </a:lnTo>
                <a:lnTo>
                  <a:pt x="338" y="404"/>
                </a:lnTo>
                <a:lnTo>
                  <a:pt x="338" y="406"/>
                </a:lnTo>
                <a:cubicBezTo>
                  <a:pt x="338" y="408"/>
                  <a:pt x="334" y="433"/>
                  <a:pt x="327" y="483"/>
                </a:cubicBezTo>
                <a:cubicBezTo>
                  <a:pt x="321" y="533"/>
                  <a:pt x="316" y="558"/>
                  <a:pt x="315" y="561"/>
                </a:cubicBezTo>
                <a:lnTo>
                  <a:pt x="315" y="563"/>
                </a:lnTo>
                <a:lnTo>
                  <a:pt x="0" y="563"/>
                </a:lnTo>
                <a:lnTo>
                  <a:pt x="0" y="547"/>
                </a:lnTo>
                <a:lnTo>
                  <a:pt x="0" y="537"/>
                </a:lnTo>
                <a:cubicBezTo>
                  <a:pt x="0" y="533"/>
                  <a:pt x="2" y="529"/>
                  <a:pt x="5" y="524"/>
                </a:cubicBezTo>
                <a:cubicBezTo>
                  <a:pt x="9" y="520"/>
                  <a:pt x="17" y="510"/>
                  <a:pt x="31" y="495"/>
                </a:cubicBezTo>
                <a:cubicBezTo>
                  <a:pt x="47" y="477"/>
                  <a:pt x="61" y="461"/>
                  <a:pt x="73" y="448"/>
                </a:cubicBezTo>
                <a:cubicBezTo>
                  <a:pt x="78" y="442"/>
                  <a:pt x="88" y="432"/>
                  <a:pt x="103" y="416"/>
                </a:cubicBezTo>
                <a:cubicBezTo>
                  <a:pt x="117" y="401"/>
                  <a:pt x="126" y="391"/>
                  <a:pt x="131" y="385"/>
                </a:cubicBezTo>
                <a:cubicBezTo>
                  <a:pt x="137" y="379"/>
                  <a:pt x="145" y="370"/>
                  <a:pt x="156" y="357"/>
                </a:cubicBezTo>
                <a:cubicBezTo>
                  <a:pt x="167" y="344"/>
                  <a:pt x="175" y="334"/>
                  <a:pt x="180" y="327"/>
                </a:cubicBezTo>
                <a:cubicBezTo>
                  <a:pt x="184" y="321"/>
                  <a:pt x="191" y="313"/>
                  <a:pt x="199" y="302"/>
                </a:cubicBezTo>
                <a:cubicBezTo>
                  <a:pt x="207" y="291"/>
                  <a:pt x="213" y="282"/>
                  <a:pt x="217" y="275"/>
                </a:cubicBezTo>
                <a:cubicBezTo>
                  <a:pt x="220" y="268"/>
                  <a:pt x="224" y="260"/>
                  <a:pt x="229" y="251"/>
                </a:cubicBezTo>
                <a:cubicBezTo>
                  <a:pt x="234" y="242"/>
                  <a:pt x="238" y="233"/>
                  <a:pt x="240" y="224"/>
                </a:cubicBezTo>
                <a:cubicBezTo>
                  <a:pt x="243" y="215"/>
                  <a:pt x="245" y="206"/>
                  <a:pt x="246" y="198"/>
                </a:cubicBezTo>
                <a:cubicBezTo>
                  <a:pt x="248" y="190"/>
                  <a:pt x="249" y="181"/>
                  <a:pt x="249" y="170"/>
                </a:cubicBezTo>
                <a:cubicBezTo>
                  <a:pt x="249" y="135"/>
                  <a:pt x="239" y="104"/>
                  <a:pt x="220" y="78"/>
                </a:cubicBezTo>
                <a:cubicBezTo>
                  <a:pt x="201" y="52"/>
                  <a:pt x="174" y="39"/>
                  <a:pt x="138" y="39"/>
                </a:cubicBezTo>
                <a:cubicBezTo>
                  <a:pt x="120" y="39"/>
                  <a:pt x="103" y="44"/>
                  <a:pt x="88" y="54"/>
                </a:cubicBezTo>
                <a:cubicBezTo>
                  <a:pt x="74" y="63"/>
                  <a:pt x="64" y="73"/>
                  <a:pt x="59" y="82"/>
                </a:cubicBezTo>
                <a:cubicBezTo>
                  <a:pt x="53" y="91"/>
                  <a:pt x="50" y="96"/>
                  <a:pt x="50" y="98"/>
                </a:cubicBezTo>
                <a:cubicBezTo>
                  <a:pt x="50" y="98"/>
                  <a:pt x="52" y="99"/>
                  <a:pt x="54" y="99"/>
                </a:cubicBezTo>
                <a:cubicBezTo>
                  <a:pt x="65" y="99"/>
                  <a:pt x="75" y="103"/>
                  <a:pt x="86" y="110"/>
                </a:cubicBezTo>
                <a:cubicBezTo>
                  <a:pt x="96" y="118"/>
                  <a:pt x="103" y="131"/>
                  <a:pt x="103" y="149"/>
                </a:cubicBezTo>
                <a:cubicBezTo>
                  <a:pt x="103" y="163"/>
                  <a:pt x="97" y="175"/>
                  <a:pt x="88" y="185"/>
                </a:cubicBezTo>
                <a:cubicBezTo>
                  <a:pt x="79" y="194"/>
                  <a:pt x="67" y="199"/>
                  <a:pt x="50" y="2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1" name=""/>
          <p:cNvSpPr/>
          <p:nvPr/>
        </p:nvSpPr>
        <p:spPr>
          <a:xfrm>
            <a:off x="3511080" y="3012840"/>
            <a:ext cx="203040" cy="202680"/>
          </a:xfrm>
          <a:custGeom>
            <a:avLst/>
            <a:gdLst/>
            <a:ahLst/>
            <a:rect l="0" t="0" r="r" b="b"/>
            <a:pathLst>
              <a:path w="564" h="563">
                <a:moveTo>
                  <a:pt x="12" y="264"/>
                </a:moveTo>
                <a:lnTo>
                  <a:pt x="266" y="264"/>
                </a:lnTo>
                <a:lnTo>
                  <a:pt x="266" y="138"/>
                </a:lnTo>
                <a:cubicBezTo>
                  <a:pt x="266" y="54"/>
                  <a:pt x="266" y="11"/>
                  <a:pt x="267" y="9"/>
                </a:cubicBezTo>
                <a:cubicBezTo>
                  <a:pt x="270" y="3"/>
                  <a:pt x="275" y="0"/>
                  <a:pt x="282" y="0"/>
                </a:cubicBezTo>
                <a:cubicBezTo>
                  <a:pt x="290" y="0"/>
                  <a:pt x="294" y="3"/>
                  <a:pt x="296" y="10"/>
                </a:cubicBezTo>
                <a:cubicBezTo>
                  <a:pt x="298" y="17"/>
                  <a:pt x="299" y="33"/>
                  <a:pt x="300" y="59"/>
                </a:cubicBezTo>
                <a:lnTo>
                  <a:pt x="300" y="140"/>
                </a:lnTo>
                <a:lnTo>
                  <a:pt x="300" y="264"/>
                </a:lnTo>
                <a:lnTo>
                  <a:pt x="551" y="264"/>
                </a:lnTo>
                <a:cubicBezTo>
                  <a:pt x="560" y="269"/>
                  <a:pt x="564" y="274"/>
                  <a:pt x="564" y="281"/>
                </a:cubicBezTo>
                <a:cubicBezTo>
                  <a:pt x="564" y="288"/>
                  <a:pt x="560" y="294"/>
                  <a:pt x="551" y="298"/>
                </a:cubicBezTo>
                <a:lnTo>
                  <a:pt x="300" y="298"/>
                </a:lnTo>
                <a:lnTo>
                  <a:pt x="300" y="529"/>
                </a:lnTo>
                <a:lnTo>
                  <a:pt x="551" y="529"/>
                </a:lnTo>
                <a:cubicBezTo>
                  <a:pt x="560" y="534"/>
                  <a:pt x="564" y="540"/>
                  <a:pt x="564" y="546"/>
                </a:cubicBezTo>
                <a:cubicBezTo>
                  <a:pt x="564" y="553"/>
                  <a:pt x="560" y="559"/>
                  <a:pt x="551" y="563"/>
                </a:cubicBezTo>
                <a:lnTo>
                  <a:pt x="12" y="563"/>
                </a:lnTo>
                <a:cubicBezTo>
                  <a:pt x="4" y="559"/>
                  <a:pt x="0" y="554"/>
                  <a:pt x="0" y="546"/>
                </a:cubicBezTo>
                <a:cubicBezTo>
                  <a:pt x="0" y="539"/>
                  <a:pt x="4" y="533"/>
                  <a:pt x="12" y="529"/>
                </a:cubicBezTo>
                <a:lnTo>
                  <a:pt x="266" y="529"/>
                </a:lnTo>
                <a:lnTo>
                  <a:pt x="266" y="298"/>
                </a:lnTo>
                <a:lnTo>
                  <a:pt x="12" y="298"/>
                </a:lnTo>
                <a:cubicBezTo>
                  <a:pt x="4" y="294"/>
                  <a:pt x="0" y="288"/>
                  <a:pt x="0" y="281"/>
                </a:cubicBezTo>
                <a:cubicBezTo>
                  <a:pt x="0" y="274"/>
                  <a:pt x="4" y="268"/>
                  <a:pt x="12" y="2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2" name=""/>
          <p:cNvSpPr/>
          <p:nvPr/>
        </p:nvSpPr>
        <p:spPr>
          <a:xfrm>
            <a:off x="3810240" y="301284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3" y="0"/>
                  <a:pt x="177" y="0"/>
                </a:cubicBezTo>
                <a:cubicBezTo>
                  <a:pt x="204" y="0"/>
                  <a:pt x="231" y="7"/>
                  <a:pt x="259" y="22"/>
                </a:cubicBezTo>
                <a:cubicBezTo>
                  <a:pt x="286" y="36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6" y="573"/>
                  <a:pt x="221" y="576"/>
                </a:cubicBezTo>
                <a:cubicBezTo>
                  <a:pt x="206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9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9"/>
                </a:cubicBezTo>
                <a:cubicBezTo>
                  <a:pt x="103" y="74"/>
                  <a:pt x="94" y="94"/>
                  <a:pt x="89" y="120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1" y="550"/>
                  <a:pt x="220" y="541"/>
                  <a:pt x="235" y="524"/>
                </a:cubicBezTo>
                <a:cubicBezTo>
                  <a:pt x="253" y="508"/>
                  <a:pt x="263" y="484"/>
                  <a:pt x="267" y="453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1" y="147"/>
                  <a:pt x="267" y="121"/>
                </a:cubicBezTo>
                <a:cubicBezTo>
                  <a:pt x="262" y="95"/>
                  <a:pt x="253" y="74"/>
                  <a:pt x="238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3" name=""/>
          <p:cNvSpPr/>
          <p:nvPr/>
        </p:nvSpPr>
        <p:spPr>
          <a:xfrm>
            <a:off x="3974040" y="3178800"/>
            <a:ext cx="37080" cy="36720"/>
          </a:xfrm>
          <a:custGeom>
            <a:avLst/>
            <a:gdLst/>
            <a:ahLst/>
            <a:rect l="0" t="0" r="r" b="b"/>
            <a:pathLst>
              <a:path w="103" h="102">
                <a:moveTo>
                  <a:pt x="0" y="52"/>
                </a:moveTo>
                <a:cubicBezTo>
                  <a:pt x="0" y="38"/>
                  <a:pt x="5" y="26"/>
                  <a:pt x="14" y="16"/>
                </a:cubicBezTo>
                <a:cubicBezTo>
                  <a:pt x="24" y="5"/>
                  <a:pt x="37" y="0"/>
                  <a:pt x="52" y="0"/>
                </a:cubicBezTo>
                <a:cubicBezTo>
                  <a:pt x="65" y="0"/>
                  <a:pt x="77" y="4"/>
                  <a:pt x="87" y="14"/>
                </a:cubicBezTo>
                <a:cubicBezTo>
                  <a:pt x="97" y="23"/>
                  <a:pt x="103" y="36"/>
                  <a:pt x="103" y="51"/>
                </a:cubicBezTo>
                <a:cubicBezTo>
                  <a:pt x="103" y="65"/>
                  <a:pt x="98" y="77"/>
                  <a:pt x="89" y="87"/>
                </a:cubicBezTo>
                <a:cubicBezTo>
                  <a:pt x="79" y="97"/>
                  <a:pt x="67" y="102"/>
                  <a:pt x="53" y="102"/>
                </a:cubicBezTo>
                <a:cubicBezTo>
                  <a:pt x="38" y="102"/>
                  <a:pt x="25" y="97"/>
                  <a:pt x="15" y="88"/>
                </a:cubicBezTo>
                <a:cubicBezTo>
                  <a:pt x="6" y="78"/>
                  <a:pt x="1" y="66"/>
                  <a:pt x="0" y="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4" name=""/>
          <p:cNvSpPr/>
          <p:nvPr/>
        </p:nvSpPr>
        <p:spPr>
          <a:xfrm>
            <a:off x="4046760" y="301284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0" y="23"/>
                  <a:pt x="123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5" y="36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2" y="536"/>
                  <a:pt x="273" y="550"/>
                </a:cubicBezTo>
                <a:cubicBezTo>
                  <a:pt x="253" y="564"/>
                  <a:pt x="236" y="573"/>
                  <a:pt x="221" y="576"/>
                </a:cubicBezTo>
                <a:cubicBezTo>
                  <a:pt x="207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20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9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9"/>
                </a:cubicBezTo>
                <a:cubicBezTo>
                  <a:pt x="103" y="74"/>
                  <a:pt x="94" y="94"/>
                  <a:pt x="89" y="120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2" y="508"/>
                  <a:pt x="262" y="484"/>
                  <a:pt x="266" y="453"/>
                </a:cubicBezTo>
                <a:cubicBezTo>
                  <a:pt x="270" y="423"/>
                  <a:pt x="272" y="366"/>
                  <a:pt x="273" y="282"/>
                </a:cubicBezTo>
                <a:cubicBezTo>
                  <a:pt x="273" y="200"/>
                  <a:pt x="270" y="147"/>
                  <a:pt x="266" y="121"/>
                </a:cubicBezTo>
                <a:cubicBezTo>
                  <a:pt x="261" y="95"/>
                  <a:pt x="252" y="74"/>
                  <a:pt x="238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5" name=""/>
          <p:cNvSpPr/>
          <p:nvPr/>
        </p:nvSpPr>
        <p:spPr>
          <a:xfrm>
            <a:off x="4199760" y="3012840"/>
            <a:ext cx="126000" cy="209520"/>
          </a:xfrm>
          <a:custGeom>
            <a:avLst/>
            <a:gdLst/>
            <a:ahLst/>
            <a:rect l="0" t="0" r="r" b="b"/>
            <a:pathLst>
              <a:path w="350" h="582">
                <a:moveTo>
                  <a:pt x="0" y="299"/>
                </a:moveTo>
                <a:cubicBezTo>
                  <a:pt x="0" y="207"/>
                  <a:pt x="23" y="135"/>
                  <a:pt x="69" y="81"/>
                </a:cubicBezTo>
                <a:cubicBezTo>
                  <a:pt x="115" y="27"/>
                  <a:pt x="165" y="0"/>
                  <a:pt x="221" y="0"/>
                </a:cubicBezTo>
                <a:cubicBezTo>
                  <a:pt x="260" y="0"/>
                  <a:pt x="288" y="10"/>
                  <a:pt x="305" y="30"/>
                </a:cubicBezTo>
                <a:cubicBezTo>
                  <a:pt x="322" y="50"/>
                  <a:pt x="330" y="74"/>
                  <a:pt x="330" y="99"/>
                </a:cubicBezTo>
                <a:cubicBezTo>
                  <a:pt x="330" y="113"/>
                  <a:pt x="326" y="124"/>
                  <a:pt x="318" y="133"/>
                </a:cubicBezTo>
                <a:cubicBezTo>
                  <a:pt x="310" y="141"/>
                  <a:pt x="299" y="145"/>
                  <a:pt x="285" y="145"/>
                </a:cubicBezTo>
                <a:cubicBezTo>
                  <a:pt x="272" y="145"/>
                  <a:pt x="262" y="141"/>
                  <a:pt x="253" y="133"/>
                </a:cubicBezTo>
                <a:cubicBezTo>
                  <a:pt x="245" y="125"/>
                  <a:pt x="241" y="115"/>
                  <a:pt x="241" y="100"/>
                </a:cubicBezTo>
                <a:cubicBezTo>
                  <a:pt x="241" y="76"/>
                  <a:pt x="254" y="61"/>
                  <a:pt x="280" y="55"/>
                </a:cubicBezTo>
                <a:cubicBezTo>
                  <a:pt x="268" y="42"/>
                  <a:pt x="250" y="35"/>
                  <a:pt x="228" y="34"/>
                </a:cubicBezTo>
                <a:cubicBezTo>
                  <a:pt x="188" y="34"/>
                  <a:pt x="155" y="50"/>
                  <a:pt x="129" y="85"/>
                </a:cubicBezTo>
                <a:cubicBezTo>
                  <a:pt x="103" y="122"/>
                  <a:pt x="89" y="179"/>
                  <a:pt x="89" y="256"/>
                </a:cubicBezTo>
                <a:lnTo>
                  <a:pt x="90" y="259"/>
                </a:lnTo>
                <a:cubicBezTo>
                  <a:pt x="93" y="256"/>
                  <a:pt x="95" y="252"/>
                  <a:pt x="97" y="248"/>
                </a:cubicBezTo>
                <a:cubicBezTo>
                  <a:pt x="120" y="214"/>
                  <a:pt x="150" y="198"/>
                  <a:pt x="187" y="198"/>
                </a:cubicBezTo>
                <a:lnTo>
                  <a:pt x="191" y="198"/>
                </a:lnTo>
                <a:cubicBezTo>
                  <a:pt x="217" y="198"/>
                  <a:pt x="239" y="203"/>
                  <a:pt x="259" y="214"/>
                </a:cubicBezTo>
                <a:cubicBezTo>
                  <a:pt x="273" y="221"/>
                  <a:pt x="286" y="233"/>
                  <a:pt x="300" y="247"/>
                </a:cubicBezTo>
                <a:cubicBezTo>
                  <a:pt x="313" y="262"/>
                  <a:pt x="324" y="278"/>
                  <a:pt x="333" y="296"/>
                </a:cubicBezTo>
                <a:cubicBezTo>
                  <a:pt x="344" y="323"/>
                  <a:pt x="350" y="353"/>
                  <a:pt x="350" y="386"/>
                </a:cubicBezTo>
                <a:lnTo>
                  <a:pt x="350" y="401"/>
                </a:lnTo>
                <a:cubicBezTo>
                  <a:pt x="350" y="414"/>
                  <a:pt x="349" y="426"/>
                  <a:pt x="346" y="437"/>
                </a:cubicBezTo>
                <a:cubicBezTo>
                  <a:pt x="340" y="471"/>
                  <a:pt x="322" y="503"/>
                  <a:pt x="292" y="535"/>
                </a:cubicBezTo>
                <a:cubicBezTo>
                  <a:pt x="262" y="566"/>
                  <a:pt x="225" y="582"/>
                  <a:pt x="179" y="582"/>
                </a:cubicBezTo>
                <a:cubicBezTo>
                  <a:pt x="163" y="582"/>
                  <a:pt x="148" y="580"/>
                  <a:pt x="133" y="575"/>
                </a:cubicBezTo>
                <a:cubicBezTo>
                  <a:pt x="119" y="571"/>
                  <a:pt x="103" y="562"/>
                  <a:pt x="86" y="550"/>
                </a:cubicBezTo>
                <a:cubicBezTo>
                  <a:pt x="69" y="537"/>
                  <a:pt x="55" y="521"/>
                  <a:pt x="43" y="500"/>
                </a:cubicBezTo>
                <a:cubicBezTo>
                  <a:pt x="31" y="479"/>
                  <a:pt x="20" y="452"/>
                  <a:pt x="12" y="418"/>
                </a:cubicBezTo>
                <a:cubicBezTo>
                  <a:pt x="3" y="384"/>
                  <a:pt x="-1" y="345"/>
                  <a:pt x="0" y="299"/>
                </a:cubicBezTo>
                <a:moveTo>
                  <a:pt x="182" y="228"/>
                </a:moveTo>
                <a:cubicBezTo>
                  <a:pt x="165" y="228"/>
                  <a:pt x="151" y="233"/>
                  <a:pt x="138" y="242"/>
                </a:cubicBezTo>
                <a:cubicBezTo>
                  <a:pt x="126" y="252"/>
                  <a:pt x="116" y="265"/>
                  <a:pt x="110" y="280"/>
                </a:cubicBezTo>
                <a:cubicBezTo>
                  <a:pt x="103" y="296"/>
                  <a:pt x="98" y="312"/>
                  <a:pt x="95" y="328"/>
                </a:cubicBezTo>
                <a:cubicBezTo>
                  <a:pt x="93" y="345"/>
                  <a:pt x="91" y="362"/>
                  <a:pt x="90" y="381"/>
                </a:cubicBezTo>
                <a:cubicBezTo>
                  <a:pt x="90" y="428"/>
                  <a:pt x="94" y="461"/>
                  <a:pt x="100" y="481"/>
                </a:cubicBezTo>
                <a:cubicBezTo>
                  <a:pt x="107" y="502"/>
                  <a:pt x="118" y="518"/>
                  <a:pt x="132" y="530"/>
                </a:cubicBezTo>
                <a:cubicBezTo>
                  <a:pt x="146" y="540"/>
                  <a:pt x="161" y="546"/>
                  <a:pt x="177" y="546"/>
                </a:cubicBezTo>
                <a:cubicBezTo>
                  <a:pt x="206" y="546"/>
                  <a:pt x="228" y="535"/>
                  <a:pt x="243" y="513"/>
                </a:cubicBezTo>
                <a:cubicBezTo>
                  <a:pt x="250" y="503"/>
                  <a:pt x="256" y="491"/>
                  <a:pt x="258" y="475"/>
                </a:cubicBezTo>
                <a:cubicBezTo>
                  <a:pt x="261" y="460"/>
                  <a:pt x="263" y="431"/>
                  <a:pt x="263" y="387"/>
                </a:cubicBezTo>
                <a:cubicBezTo>
                  <a:pt x="263" y="342"/>
                  <a:pt x="261" y="312"/>
                  <a:pt x="258" y="296"/>
                </a:cubicBezTo>
                <a:cubicBezTo>
                  <a:pt x="256" y="281"/>
                  <a:pt x="250" y="269"/>
                  <a:pt x="243" y="258"/>
                </a:cubicBezTo>
                <a:cubicBezTo>
                  <a:pt x="228" y="238"/>
                  <a:pt x="208" y="228"/>
                  <a:pt x="182" y="2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6" name=""/>
          <p:cNvSpPr/>
          <p:nvPr/>
        </p:nvSpPr>
        <p:spPr>
          <a:xfrm>
            <a:off x="4351680" y="301284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9"/>
                </a:moveTo>
                <a:cubicBezTo>
                  <a:pt x="0" y="207"/>
                  <a:pt x="23" y="135"/>
                  <a:pt x="68" y="81"/>
                </a:cubicBezTo>
                <a:cubicBezTo>
                  <a:pt x="114" y="27"/>
                  <a:pt x="165" y="0"/>
                  <a:pt x="220" y="0"/>
                </a:cubicBezTo>
                <a:cubicBezTo>
                  <a:pt x="259" y="0"/>
                  <a:pt x="287" y="10"/>
                  <a:pt x="305" y="30"/>
                </a:cubicBezTo>
                <a:cubicBezTo>
                  <a:pt x="322" y="50"/>
                  <a:pt x="330" y="74"/>
                  <a:pt x="330" y="99"/>
                </a:cubicBezTo>
                <a:cubicBezTo>
                  <a:pt x="330" y="113"/>
                  <a:pt x="326" y="124"/>
                  <a:pt x="319" y="133"/>
                </a:cubicBezTo>
                <a:cubicBezTo>
                  <a:pt x="311" y="141"/>
                  <a:pt x="299" y="145"/>
                  <a:pt x="285" y="145"/>
                </a:cubicBezTo>
                <a:cubicBezTo>
                  <a:pt x="272" y="145"/>
                  <a:pt x="261" y="141"/>
                  <a:pt x="253" y="133"/>
                </a:cubicBezTo>
                <a:cubicBezTo>
                  <a:pt x="244" y="125"/>
                  <a:pt x="240" y="115"/>
                  <a:pt x="240" y="100"/>
                </a:cubicBezTo>
                <a:cubicBezTo>
                  <a:pt x="240" y="76"/>
                  <a:pt x="253" y="61"/>
                  <a:pt x="280" y="55"/>
                </a:cubicBezTo>
                <a:cubicBezTo>
                  <a:pt x="267" y="42"/>
                  <a:pt x="250" y="35"/>
                  <a:pt x="227" y="34"/>
                </a:cubicBezTo>
                <a:cubicBezTo>
                  <a:pt x="187" y="34"/>
                  <a:pt x="154" y="50"/>
                  <a:pt x="128" y="85"/>
                </a:cubicBezTo>
                <a:cubicBezTo>
                  <a:pt x="102" y="122"/>
                  <a:pt x="89" y="179"/>
                  <a:pt x="89" y="256"/>
                </a:cubicBezTo>
                <a:lnTo>
                  <a:pt x="90" y="259"/>
                </a:lnTo>
                <a:cubicBezTo>
                  <a:pt x="92" y="256"/>
                  <a:pt x="95" y="252"/>
                  <a:pt x="96" y="248"/>
                </a:cubicBezTo>
                <a:cubicBezTo>
                  <a:pt x="119" y="214"/>
                  <a:pt x="150" y="198"/>
                  <a:pt x="187" y="198"/>
                </a:cubicBezTo>
                <a:lnTo>
                  <a:pt x="190" y="198"/>
                </a:lnTo>
                <a:cubicBezTo>
                  <a:pt x="216" y="198"/>
                  <a:pt x="239" y="203"/>
                  <a:pt x="258" y="214"/>
                </a:cubicBezTo>
                <a:cubicBezTo>
                  <a:pt x="272" y="221"/>
                  <a:pt x="285" y="233"/>
                  <a:pt x="299" y="247"/>
                </a:cubicBezTo>
                <a:cubicBezTo>
                  <a:pt x="314" y="262"/>
                  <a:pt x="324" y="278"/>
                  <a:pt x="333" y="296"/>
                </a:cubicBezTo>
                <a:cubicBezTo>
                  <a:pt x="345" y="323"/>
                  <a:pt x="351" y="353"/>
                  <a:pt x="351" y="386"/>
                </a:cubicBezTo>
                <a:lnTo>
                  <a:pt x="351" y="401"/>
                </a:lnTo>
                <a:cubicBezTo>
                  <a:pt x="351" y="414"/>
                  <a:pt x="349" y="426"/>
                  <a:pt x="346" y="437"/>
                </a:cubicBezTo>
                <a:cubicBezTo>
                  <a:pt x="340" y="471"/>
                  <a:pt x="322" y="503"/>
                  <a:pt x="291" y="535"/>
                </a:cubicBezTo>
                <a:cubicBezTo>
                  <a:pt x="262" y="566"/>
                  <a:pt x="224" y="582"/>
                  <a:pt x="178" y="582"/>
                </a:cubicBezTo>
                <a:cubicBezTo>
                  <a:pt x="162" y="582"/>
                  <a:pt x="147" y="580"/>
                  <a:pt x="133" y="575"/>
                </a:cubicBezTo>
                <a:cubicBezTo>
                  <a:pt x="118" y="571"/>
                  <a:pt x="102" y="562"/>
                  <a:pt x="85" y="550"/>
                </a:cubicBezTo>
                <a:cubicBezTo>
                  <a:pt x="68" y="537"/>
                  <a:pt x="54" y="521"/>
                  <a:pt x="42" y="500"/>
                </a:cubicBezTo>
                <a:cubicBezTo>
                  <a:pt x="30" y="479"/>
                  <a:pt x="20" y="452"/>
                  <a:pt x="12" y="418"/>
                </a:cubicBezTo>
                <a:cubicBezTo>
                  <a:pt x="3" y="384"/>
                  <a:pt x="-1" y="345"/>
                  <a:pt x="0" y="299"/>
                </a:cubicBezTo>
                <a:moveTo>
                  <a:pt x="182" y="228"/>
                </a:moveTo>
                <a:cubicBezTo>
                  <a:pt x="165" y="228"/>
                  <a:pt x="150" y="233"/>
                  <a:pt x="138" y="242"/>
                </a:cubicBezTo>
                <a:cubicBezTo>
                  <a:pt x="125" y="252"/>
                  <a:pt x="116" y="265"/>
                  <a:pt x="109" y="280"/>
                </a:cubicBezTo>
                <a:cubicBezTo>
                  <a:pt x="102" y="296"/>
                  <a:pt x="97" y="312"/>
                  <a:pt x="95" y="328"/>
                </a:cubicBezTo>
                <a:cubicBezTo>
                  <a:pt x="92" y="345"/>
                  <a:pt x="90" y="362"/>
                  <a:pt x="90" y="381"/>
                </a:cubicBezTo>
                <a:cubicBezTo>
                  <a:pt x="90" y="428"/>
                  <a:pt x="93" y="461"/>
                  <a:pt x="100" y="481"/>
                </a:cubicBezTo>
                <a:cubicBezTo>
                  <a:pt x="106" y="502"/>
                  <a:pt x="117" y="518"/>
                  <a:pt x="132" y="530"/>
                </a:cubicBezTo>
                <a:cubicBezTo>
                  <a:pt x="145" y="540"/>
                  <a:pt x="160" y="546"/>
                  <a:pt x="177" y="546"/>
                </a:cubicBezTo>
                <a:cubicBezTo>
                  <a:pt x="205" y="546"/>
                  <a:pt x="227" y="535"/>
                  <a:pt x="242" y="513"/>
                </a:cubicBezTo>
                <a:cubicBezTo>
                  <a:pt x="250" y="503"/>
                  <a:pt x="255" y="491"/>
                  <a:pt x="258" y="475"/>
                </a:cubicBezTo>
                <a:cubicBezTo>
                  <a:pt x="260" y="460"/>
                  <a:pt x="262" y="431"/>
                  <a:pt x="262" y="387"/>
                </a:cubicBezTo>
                <a:cubicBezTo>
                  <a:pt x="262" y="342"/>
                  <a:pt x="260" y="312"/>
                  <a:pt x="258" y="296"/>
                </a:cubicBezTo>
                <a:cubicBezTo>
                  <a:pt x="255" y="281"/>
                  <a:pt x="250" y="269"/>
                  <a:pt x="242" y="258"/>
                </a:cubicBezTo>
                <a:cubicBezTo>
                  <a:pt x="227" y="238"/>
                  <a:pt x="207" y="228"/>
                  <a:pt x="182" y="2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7" name=""/>
          <p:cNvSpPr/>
          <p:nvPr/>
        </p:nvSpPr>
        <p:spPr>
          <a:xfrm>
            <a:off x="5488920" y="30132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2"/>
                  <a:pt x="123" y="0"/>
                  <a:pt x="178" y="0"/>
                </a:cubicBezTo>
                <a:cubicBezTo>
                  <a:pt x="206" y="0"/>
                  <a:pt x="233" y="7"/>
                  <a:pt x="260" y="22"/>
                </a:cubicBezTo>
                <a:cubicBezTo>
                  <a:pt x="287" y="36"/>
                  <a:pt x="309" y="63"/>
                  <a:pt x="326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0"/>
                  <a:pt x="345" y="447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2"/>
                  <a:pt x="223" y="576"/>
                </a:cubicBezTo>
                <a:cubicBezTo>
                  <a:pt x="208" y="579"/>
                  <a:pt x="193" y="581"/>
                  <a:pt x="178" y="582"/>
                </a:cubicBezTo>
                <a:cubicBezTo>
                  <a:pt x="164" y="582"/>
                  <a:pt x="149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8" y="516"/>
                  <a:pt x="37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3" y="40"/>
                  <a:pt x="203" y="31"/>
                  <a:pt x="178" y="31"/>
                </a:cubicBezTo>
                <a:cubicBezTo>
                  <a:pt x="155" y="31"/>
                  <a:pt x="135" y="40"/>
                  <a:pt x="118" y="59"/>
                </a:cubicBezTo>
                <a:cubicBezTo>
                  <a:pt x="104" y="74"/>
                  <a:pt x="94" y="94"/>
                  <a:pt x="90" y="120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29"/>
                  <a:pt x="90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2" y="146"/>
                  <a:pt x="267" y="121"/>
                </a:cubicBezTo>
                <a:cubicBezTo>
                  <a:pt x="263" y="95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8" name=""/>
          <p:cNvSpPr/>
          <p:nvPr/>
        </p:nvSpPr>
        <p:spPr>
          <a:xfrm>
            <a:off x="5652720" y="3179160"/>
            <a:ext cx="37440" cy="36720"/>
          </a:xfrm>
          <a:custGeom>
            <a:avLst/>
            <a:gdLst/>
            <a:ahLst/>
            <a:rect l="0" t="0" r="r" b="b"/>
            <a:pathLst>
              <a:path w="104" h="102">
                <a:moveTo>
                  <a:pt x="0" y="51"/>
                </a:moveTo>
                <a:cubicBezTo>
                  <a:pt x="0" y="38"/>
                  <a:pt x="5" y="26"/>
                  <a:pt x="15" y="16"/>
                </a:cubicBezTo>
                <a:cubicBezTo>
                  <a:pt x="24" y="5"/>
                  <a:pt x="37" y="0"/>
                  <a:pt x="51" y="0"/>
                </a:cubicBezTo>
                <a:cubicBezTo>
                  <a:pt x="66" y="0"/>
                  <a:pt x="77" y="4"/>
                  <a:pt x="88" y="14"/>
                </a:cubicBezTo>
                <a:cubicBezTo>
                  <a:pt x="98" y="23"/>
                  <a:pt x="103" y="35"/>
                  <a:pt x="104" y="51"/>
                </a:cubicBezTo>
                <a:cubicBezTo>
                  <a:pt x="104" y="65"/>
                  <a:pt x="99" y="77"/>
                  <a:pt x="89" y="87"/>
                </a:cubicBezTo>
                <a:cubicBezTo>
                  <a:pt x="80" y="97"/>
                  <a:pt x="68" y="102"/>
                  <a:pt x="52" y="102"/>
                </a:cubicBezTo>
                <a:cubicBezTo>
                  <a:pt x="37" y="102"/>
                  <a:pt x="25" y="97"/>
                  <a:pt x="16" y="88"/>
                </a:cubicBezTo>
                <a:cubicBezTo>
                  <a:pt x="6" y="78"/>
                  <a:pt x="1" y="66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9" name=""/>
          <p:cNvSpPr/>
          <p:nvPr/>
        </p:nvSpPr>
        <p:spPr>
          <a:xfrm>
            <a:off x="5725440" y="30132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2"/>
                  <a:pt x="123" y="0"/>
                  <a:pt x="178" y="0"/>
                </a:cubicBezTo>
                <a:cubicBezTo>
                  <a:pt x="205" y="0"/>
                  <a:pt x="232" y="7"/>
                  <a:pt x="260" y="22"/>
                </a:cubicBezTo>
                <a:cubicBezTo>
                  <a:pt x="287" y="36"/>
                  <a:pt x="309" y="63"/>
                  <a:pt x="326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0"/>
                  <a:pt x="345" y="447"/>
                  <a:pt x="321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6" y="572"/>
                  <a:pt x="222" y="576"/>
                </a:cubicBezTo>
                <a:cubicBezTo>
                  <a:pt x="207" y="579"/>
                  <a:pt x="193" y="581"/>
                  <a:pt x="179" y="582"/>
                </a:cubicBezTo>
                <a:cubicBezTo>
                  <a:pt x="164" y="582"/>
                  <a:pt x="149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8" y="516"/>
                  <a:pt x="37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9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9"/>
                </a:cubicBezTo>
                <a:cubicBezTo>
                  <a:pt x="104" y="74"/>
                  <a:pt x="94" y="94"/>
                  <a:pt x="90" y="120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29"/>
                  <a:pt x="90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9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4" y="366"/>
                  <a:pt x="274" y="282"/>
                </a:cubicBezTo>
                <a:cubicBezTo>
                  <a:pt x="274" y="200"/>
                  <a:pt x="272" y="146"/>
                  <a:pt x="267" y="121"/>
                </a:cubicBezTo>
                <a:cubicBezTo>
                  <a:pt x="263" y="95"/>
                  <a:pt x="254" y="74"/>
                  <a:pt x="238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0" name=""/>
          <p:cNvSpPr/>
          <p:nvPr/>
        </p:nvSpPr>
        <p:spPr>
          <a:xfrm>
            <a:off x="5877720" y="30132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2"/>
                  <a:pt x="122" y="0"/>
                  <a:pt x="177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2"/>
                  <a:pt x="222" y="576"/>
                </a:cubicBezTo>
                <a:cubicBezTo>
                  <a:pt x="207" y="579"/>
                  <a:pt x="193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3"/>
                  <a:pt x="102" y="564"/>
                  <a:pt x="82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0"/>
                  <a:pt x="202" y="31"/>
                  <a:pt x="178" y="31"/>
                </a:cubicBezTo>
                <a:cubicBezTo>
                  <a:pt x="154" y="31"/>
                  <a:pt x="134" y="40"/>
                  <a:pt x="117" y="59"/>
                </a:cubicBezTo>
                <a:cubicBezTo>
                  <a:pt x="103" y="74"/>
                  <a:pt x="94" y="94"/>
                  <a:pt x="89" y="120"/>
                </a:cubicBezTo>
                <a:cubicBezTo>
                  <a:pt x="85" y="146"/>
                  <a:pt x="82" y="200"/>
                  <a:pt x="82" y="282"/>
                </a:cubicBezTo>
                <a:cubicBezTo>
                  <a:pt x="82" y="371"/>
                  <a:pt x="85" y="429"/>
                  <a:pt x="89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5" y="541"/>
                  <a:pt x="155" y="550"/>
                  <a:pt x="178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3" y="366"/>
                  <a:pt x="273" y="282"/>
                </a:cubicBezTo>
                <a:cubicBezTo>
                  <a:pt x="273" y="200"/>
                  <a:pt x="271" y="146"/>
                  <a:pt x="267" y="121"/>
                </a:cubicBezTo>
                <a:cubicBezTo>
                  <a:pt x="262" y="95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1" name=""/>
          <p:cNvSpPr/>
          <p:nvPr/>
        </p:nvSpPr>
        <p:spPr>
          <a:xfrm>
            <a:off x="6102360" y="3013200"/>
            <a:ext cx="202680" cy="202680"/>
          </a:xfrm>
          <a:custGeom>
            <a:avLst/>
            <a:gdLst/>
            <a:ahLst/>
            <a:rect l="0" t="0" r="r" b="b"/>
            <a:pathLst>
              <a:path w="563" h="563">
                <a:moveTo>
                  <a:pt x="12" y="264"/>
                </a:moveTo>
                <a:lnTo>
                  <a:pt x="265" y="264"/>
                </a:lnTo>
                <a:lnTo>
                  <a:pt x="265" y="138"/>
                </a:lnTo>
                <a:cubicBezTo>
                  <a:pt x="265" y="54"/>
                  <a:pt x="266" y="11"/>
                  <a:pt x="267" y="9"/>
                </a:cubicBezTo>
                <a:cubicBezTo>
                  <a:pt x="270" y="3"/>
                  <a:pt x="275" y="0"/>
                  <a:pt x="281" y="0"/>
                </a:cubicBezTo>
                <a:cubicBezTo>
                  <a:pt x="289" y="0"/>
                  <a:pt x="294" y="3"/>
                  <a:pt x="296" y="10"/>
                </a:cubicBezTo>
                <a:cubicBezTo>
                  <a:pt x="297" y="17"/>
                  <a:pt x="298" y="33"/>
                  <a:pt x="299" y="59"/>
                </a:cubicBezTo>
                <a:lnTo>
                  <a:pt x="299" y="140"/>
                </a:lnTo>
                <a:lnTo>
                  <a:pt x="299" y="264"/>
                </a:lnTo>
                <a:lnTo>
                  <a:pt x="551" y="264"/>
                </a:lnTo>
                <a:cubicBezTo>
                  <a:pt x="559" y="268"/>
                  <a:pt x="563" y="274"/>
                  <a:pt x="563" y="281"/>
                </a:cubicBezTo>
                <a:cubicBezTo>
                  <a:pt x="563" y="288"/>
                  <a:pt x="559" y="294"/>
                  <a:pt x="551" y="298"/>
                </a:cubicBezTo>
                <a:lnTo>
                  <a:pt x="299" y="298"/>
                </a:lnTo>
                <a:lnTo>
                  <a:pt x="299" y="529"/>
                </a:lnTo>
                <a:lnTo>
                  <a:pt x="551" y="529"/>
                </a:lnTo>
                <a:cubicBezTo>
                  <a:pt x="559" y="534"/>
                  <a:pt x="563" y="539"/>
                  <a:pt x="563" y="546"/>
                </a:cubicBezTo>
                <a:cubicBezTo>
                  <a:pt x="563" y="553"/>
                  <a:pt x="559" y="559"/>
                  <a:pt x="551" y="563"/>
                </a:cubicBezTo>
                <a:lnTo>
                  <a:pt x="12" y="563"/>
                </a:lnTo>
                <a:cubicBezTo>
                  <a:pt x="4" y="559"/>
                  <a:pt x="0" y="554"/>
                  <a:pt x="0" y="546"/>
                </a:cubicBezTo>
                <a:cubicBezTo>
                  <a:pt x="0" y="539"/>
                  <a:pt x="4" y="533"/>
                  <a:pt x="12" y="529"/>
                </a:cubicBezTo>
                <a:lnTo>
                  <a:pt x="265" y="529"/>
                </a:lnTo>
                <a:lnTo>
                  <a:pt x="265" y="298"/>
                </a:lnTo>
                <a:lnTo>
                  <a:pt x="12" y="298"/>
                </a:lnTo>
                <a:cubicBezTo>
                  <a:pt x="4" y="294"/>
                  <a:pt x="0" y="288"/>
                  <a:pt x="0" y="281"/>
                </a:cubicBezTo>
                <a:cubicBezTo>
                  <a:pt x="0" y="274"/>
                  <a:pt x="4" y="268"/>
                  <a:pt x="12" y="2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2" name=""/>
          <p:cNvSpPr/>
          <p:nvPr/>
        </p:nvSpPr>
        <p:spPr>
          <a:xfrm>
            <a:off x="6401160" y="30132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2"/>
                  <a:pt x="123" y="0"/>
                  <a:pt x="179" y="0"/>
                </a:cubicBezTo>
                <a:cubicBezTo>
                  <a:pt x="206" y="0"/>
                  <a:pt x="233" y="7"/>
                  <a:pt x="260" y="22"/>
                </a:cubicBezTo>
                <a:cubicBezTo>
                  <a:pt x="287" y="36"/>
                  <a:pt x="309" y="63"/>
                  <a:pt x="326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0"/>
                  <a:pt x="345" y="447"/>
                  <a:pt x="321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2"/>
                  <a:pt x="223" y="576"/>
                </a:cubicBezTo>
                <a:cubicBezTo>
                  <a:pt x="208" y="579"/>
                  <a:pt x="194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8" y="516"/>
                  <a:pt x="37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3" y="40"/>
                  <a:pt x="203" y="31"/>
                  <a:pt x="179" y="31"/>
                </a:cubicBezTo>
                <a:cubicBezTo>
                  <a:pt x="156" y="31"/>
                  <a:pt x="135" y="40"/>
                  <a:pt x="118" y="59"/>
                </a:cubicBezTo>
                <a:cubicBezTo>
                  <a:pt x="104" y="74"/>
                  <a:pt x="94" y="94"/>
                  <a:pt x="90" y="120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29"/>
                  <a:pt x="90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4" y="366"/>
                  <a:pt x="274" y="282"/>
                </a:cubicBezTo>
                <a:cubicBezTo>
                  <a:pt x="274" y="200"/>
                  <a:pt x="272" y="146"/>
                  <a:pt x="267" y="121"/>
                </a:cubicBezTo>
                <a:cubicBezTo>
                  <a:pt x="263" y="95"/>
                  <a:pt x="254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3" name=""/>
          <p:cNvSpPr/>
          <p:nvPr/>
        </p:nvSpPr>
        <p:spPr>
          <a:xfrm>
            <a:off x="6564960" y="3179160"/>
            <a:ext cx="37440" cy="36720"/>
          </a:xfrm>
          <a:custGeom>
            <a:avLst/>
            <a:gdLst/>
            <a:ahLst/>
            <a:rect l="0" t="0" r="r" b="b"/>
            <a:pathLst>
              <a:path w="104" h="102">
                <a:moveTo>
                  <a:pt x="0" y="51"/>
                </a:moveTo>
                <a:cubicBezTo>
                  <a:pt x="0" y="38"/>
                  <a:pt x="5" y="26"/>
                  <a:pt x="15" y="16"/>
                </a:cubicBezTo>
                <a:cubicBezTo>
                  <a:pt x="24" y="5"/>
                  <a:pt x="37" y="0"/>
                  <a:pt x="51" y="0"/>
                </a:cubicBezTo>
                <a:cubicBezTo>
                  <a:pt x="65" y="0"/>
                  <a:pt x="78" y="4"/>
                  <a:pt x="88" y="14"/>
                </a:cubicBezTo>
                <a:cubicBezTo>
                  <a:pt x="98" y="23"/>
                  <a:pt x="103" y="35"/>
                  <a:pt x="104" y="51"/>
                </a:cubicBezTo>
                <a:cubicBezTo>
                  <a:pt x="104" y="65"/>
                  <a:pt x="99" y="77"/>
                  <a:pt x="89" y="87"/>
                </a:cubicBezTo>
                <a:cubicBezTo>
                  <a:pt x="80" y="97"/>
                  <a:pt x="67" y="102"/>
                  <a:pt x="52" y="102"/>
                </a:cubicBezTo>
                <a:cubicBezTo>
                  <a:pt x="37" y="102"/>
                  <a:pt x="25" y="97"/>
                  <a:pt x="16" y="88"/>
                </a:cubicBezTo>
                <a:cubicBezTo>
                  <a:pt x="6" y="78"/>
                  <a:pt x="1" y="66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4" name=""/>
          <p:cNvSpPr/>
          <p:nvPr/>
        </p:nvSpPr>
        <p:spPr>
          <a:xfrm>
            <a:off x="6651360" y="3013200"/>
            <a:ext cx="104760" cy="202680"/>
          </a:xfrm>
          <a:custGeom>
            <a:avLst/>
            <a:gdLst/>
            <a:ahLst/>
            <a:rect l="0" t="0" r="r" b="b"/>
            <a:pathLst>
              <a:path w="291" h="563">
                <a:moveTo>
                  <a:pt x="109" y="74"/>
                </a:moveTo>
                <a:lnTo>
                  <a:pt x="98" y="78"/>
                </a:lnTo>
                <a:cubicBezTo>
                  <a:pt x="90" y="81"/>
                  <a:pt x="79" y="84"/>
                  <a:pt x="65" y="87"/>
                </a:cubicBezTo>
                <a:cubicBezTo>
                  <a:pt x="50" y="89"/>
                  <a:pt x="34" y="91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2" y="53"/>
                  <a:pt x="67" y="48"/>
                  <a:pt x="89" y="41"/>
                </a:cubicBezTo>
                <a:cubicBezTo>
                  <a:pt x="112" y="34"/>
                  <a:pt x="127" y="27"/>
                  <a:pt x="136" y="21"/>
                </a:cubicBezTo>
                <a:cubicBezTo>
                  <a:pt x="145" y="15"/>
                  <a:pt x="153" y="8"/>
                  <a:pt x="160" y="2"/>
                </a:cubicBezTo>
                <a:cubicBezTo>
                  <a:pt x="161" y="0"/>
                  <a:pt x="164" y="0"/>
                  <a:pt x="170" y="0"/>
                </a:cubicBezTo>
                <a:cubicBezTo>
                  <a:pt x="175" y="0"/>
                  <a:pt x="180" y="1"/>
                  <a:pt x="184" y="5"/>
                </a:cubicBezTo>
                <a:lnTo>
                  <a:pt x="184" y="257"/>
                </a:lnTo>
                <a:lnTo>
                  <a:pt x="185" y="512"/>
                </a:lnTo>
                <a:cubicBezTo>
                  <a:pt x="189" y="516"/>
                  <a:pt x="193" y="518"/>
                  <a:pt x="195" y="519"/>
                </a:cubicBezTo>
                <a:cubicBezTo>
                  <a:pt x="198" y="520"/>
                  <a:pt x="205" y="521"/>
                  <a:pt x="216" y="523"/>
                </a:cubicBezTo>
                <a:cubicBezTo>
                  <a:pt x="226" y="524"/>
                  <a:pt x="245" y="524"/>
                  <a:pt x="269" y="524"/>
                </a:cubicBezTo>
                <a:lnTo>
                  <a:pt x="291" y="524"/>
                </a:lnTo>
                <a:lnTo>
                  <a:pt x="291" y="563"/>
                </a:lnTo>
                <a:lnTo>
                  <a:pt x="282" y="563"/>
                </a:lnTo>
                <a:cubicBezTo>
                  <a:pt x="270" y="561"/>
                  <a:pt x="224" y="561"/>
                  <a:pt x="146" y="561"/>
                </a:cubicBezTo>
                <a:cubicBezTo>
                  <a:pt x="70" y="561"/>
                  <a:pt x="26" y="561"/>
                  <a:pt x="14" y="563"/>
                </a:cubicBezTo>
                <a:lnTo>
                  <a:pt x="4" y="563"/>
                </a:lnTo>
                <a:lnTo>
                  <a:pt x="4" y="524"/>
                </a:lnTo>
                <a:lnTo>
                  <a:pt x="26" y="524"/>
                </a:lnTo>
                <a:cubicBezTo>
                  <a:pt x="38" y="524"/>
                  <a:pt x="49" y="524"/>
                  <a:pt x="58" y="524"/>
                </a:cubicBezTo>
                <a:cubicBezTo>
                  <a:pt x="67" y="524"/>
                  <a:pt x="74" y="524"/>
                  <a:pt x="79" y="523"/>
                </a:cubicBezTo>
                <a:cubicBezTo>
                  <a:pt x="84" y="523"/>
                  <a:pt x="88" y="522"/>
                  <a:pt x="92" y="521"/>
                </a:cubicBezTo>
                <a:cubicBezTo>
                  <a:pt x="96" y="520"/>
                  <a:pt x="99" y="519"/>
                  <a:pt x="99" y="519"/>
                </a:cubicBezTo>
                <a:cubicBezTo>
                  <a:pt x="100" y="519"/>
                  <a:pt x="101" y="518"/>
                  <a:pt x="104" y="515"/>
                </a:cubicBezTo>
                <a:cubicBezTo>
                  <a:pt x="107" y="512"/>
                  <a:pt x="109" y="511"/>
                  <a:pt x="109" y="512"/>
                </a:cubicBezTo>
                <a:lnTo>
                  <a:pt x="109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5" name=""/>
          <p:cNvSpPr/>
          <p:nvPr/>
        </p:nvSpPr>
        <p:spPr>
          <a:xfrm>
            <a:off x="6786360" y="3009600"/>
            <a:ext cx="135000" cy="206280"/>
          </a:xfrm>
          <a:custGeom>
            <a:avLst/>
            <a:gdLst/>
            <a:ahLst/>
            <a:rect l="0" t="0" r="r" b="b"/>
            <a:pathLst>
              <a:path w="375" h="573">
                <a:moveTo>
                  <a:pt x="368" y="573"/>
                </a:moveTo>
                <a:cubicBezTo>
                  <a:pt x="358" y="571"/>
                  <a:pt x="321" y="571"/>
                  <a:pt x="259" y="571"/>
                </a:cubicBezTo>
                <a:cubicBezTo>
                  <a:pt x="194" y="571"/>
                  <a:pt x="156" y="571"/>
                  <a:pt x="146" y="573"/>
                </a:cubicBezTo>
                <a:lnTo>
                  <a:pt x="138" y="573"/>
                </a:lnTo>
                <a:lnTo>
                  <a:pt x="138" y="534"/>
                </a:lnTo>
                <a:lnTo>
                  <a:pt x="164" y="534"/>
                </a:lnTo>
                <a:cubicBezTo>
                  <a:pt x="176" y="534"/>
                  <a:pt x="183" y="534"/>
                  <a:pt x="187" y="534"/>
                </a:cubicBezTo>
                <a:cubicBezTo>
                  <a:pt x="191" y="534"/>
                  <a:pt x="196" y="534"/>
                  <a:pt x="202" y="533"/>
                </a:cubicBezTo>
                <a:cubicBezTo>
                  <a:pt x="207" y="531"/>
                  <a:pt x="211" y="530"/>
                  <a:pt x="213" y="528"/>
                </a:cubicBezTo>
                <a:cubicBezTo>
                  <a:pt x="216" y="527"/>
                  <a:pt x="218" y="524"/>
                  <a:pt x="219" y="522"/>
                </a:cubicBezTo>
                <a:cubicBezTo>
                  <a:pt x="220" y="520"/>
                  <a:pt x="220" y="505"/>
                  <a:pt x="220" y="475"/>
                </a:cubicBezTo>
                <a:lnTo>
                  <a:pt x="220" y="433"/>
                </a:lnTo>
                <a:lnTo>
                  <a:pt x="0" y="433"/>
                </a:lnTo>
                <a:lnTo>
                  <a:pt x="0" y="394"/>
                </a:lnTo>
                <a:lnTo>
                  <a:pt x="129" y="199"/>
                </a:lnTo>
                <a:cubicBezTo>
                  <a:pt x="215" y="68"/>
                  <a:pt x="259" y="3"/>
                  <a:pt x="260" y="2"/>
                </a:cubicBezTo>
                <a:cubicBezTo>
                  <a:pt x="261" y="1"/>
                  <a:pt x="267" y="0"/>
                  <a:pt x="278" y="0"/>
                </a:cubicBezTo>
                <a:lnTo>
                  <a:pt x="293" y="0"/>
                </a:lnTo>
                <a:lnTo>
                  <a:pt x="298" y="5"/>
                </a:lnTo>
                <a:lnTo>
                  <a:pt x="298" y="394"/>
                </a:lnTo>
                <a:lnTo>
                  <a:pt x="375" y="394"/>
                </a:lnTo>
                <a:lnTo>
                  <a:pt x="375" y="433"/>
                </a:lnTo>
                <a:lnTo>
                  <a:pt x="298" y="433"/>
                </a:lnTo>
                <a:lnTo>
                  <a:pt x="298" y="476"/>
                </a:lnTo>
                <a:cubicBezTo>
                  <a:pt x="298" y="500"/>
                  <a:pt x="298" y="513"/>
                  <a:pt x="298" y="517"/>
                </a:cubicBezTo>
                <a:cubicBezTo>
                  <a:pt x="298" y="521"/>
                  <a:pt x="299" y="525"/>
                  <a:pt x="303" y="527"/>
                </a:cubicBezTo>
                <a:cubicBezTo>
                  <a:pt x="307" y="531"/>
                  <a:pt x="323" y="534"/>
                  <a:pt x="351" y="534"/>
                </a:cubicBezTo>
                <a:lnTo>
                  <a:pt x="375" y="534"/>
                </a:lnTo>
                <a:lnTo>
                  <a:pt x="375" y="573"/>
                </a:lnTo>
                <a:lnTo>
                  <a:pt x="368" y="573"/>
                </a:lnTo>
                <a:moveTo>
                  <a:pt x="225" y="394"/>
                </a:moveTo>
                <a:lnTo>
                  <a:pt x="225" y="112"/>
                </a:lnTo>
                <a:lnTo>
                  <a:pt x="40" y="393"/>
                </a:lnTo>
                <a:lnTo>
                  <a:pt x="132" y="394"/>
                </a:lnTo>
                <a:lnTo>
                  <a:pt x="225" y="39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733320" y="2962440"/>
            <a:ext cx="169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S5 (Scale only)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7939080" y="2922480"/>
            <a:ext cx="217980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Only nABCD detects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8" name=""/>
          <p:cNvSpPr/>
          <p:nvPr/>
        </p:nvSpPr>
        <p:spPr>
          <a:xfrm>
            <a:off x="2745720" y="348948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50" y="68"/>
                </a:moveTo>
                <a:cubicBezTo>
                  <a:pt x="81" y="22"/>
                  <a:pt x="124" y="0"/>
                  <a:pt x="179" y="0"/>
                </a:cubicBezTo>
                <a:cubicBezTo>
                  <a:pt x="206" y="0"/>
                  <a:pt x="233" y="7"/>
                  <a:pt x="260" y="21"/>
                </a:cubicBezTo>
                <a:cubicBezTo>
                  <a:pt x="287" y="36"/>
                  <a:pt x="309" y="62"/>
                  <a:pt x="326" y="99"/>
                </a:cubicBezTo>
                <a:cubicBezTo>
                  <a:pt x="347" y="146"/>
                  <a:pt x="357" y="210"/>
                  <a:pt x="357" y="292"/>
                </a:cubicBezTo>
                <a:cubicBezTo>
                  <a:pt x="357" y="379"/>
                  <a:pt x="345" y="446"/>
                  <a:pt x="321" y="493"/>
                </a:cubicBezTo>
                <a:cubicBezTo>
                  <a:pt x="309" y="517"/>
                  <a:pt x="294" y="535"/>
                  <a:pt x="274" y="550"/>
                </a:cubicBezTo>
                <a:cubicBezTo>
                  <a:pt x="255" y="564"/>
                  <a:pt x="237" y="572"/>
                  <a:pt x="223" y="576"/>
                </a:cubicBezTo>
                <a:cubicBezTo>
                  <a:pt x="208" y="579"/>
                  <a:pt x="194" y="581"/>
                  <a:pt x="180" y="582"/>
                </a:cubicBezTo>
                <a:cubicBezTo>
                  <a:pt x="165" y="582"/>
                  <a:pt x="150" y="580"/>
                  <a:pt x="136" y="577"/>
                </a:cubicBezTo>
                <a:cubicBezTo>
                  <a:pt x="121" y="573"/>
                  <a:pt x="104" y="564"/>
                  <a:pt x="84" y="550"/>
                </a:cubicBezTo>
                <a:cubicBezTo>
                  <a:pt x="65" y="535"/>
                  <a:pt x="49" y="516"/>
                  <a:pt x="38" y="493"/>
                </a:cubicBezTo>
                <a:cubicBezTo>
                  <a:pt x="14" y="446"/>
                  <a:pt x="0" y="379"/>
                  <a:pt x="0" y="292"/>
                </a:cubicBezTo>
                <a:cubicBezTo>
                  <a:pt x="0" y="194"/>
                  <a:pt x="18" y="119"/>
                  <a:pt x="50" y="68"/>
                </a:cubicBezTo>
                <a:moveTo>
                  <a:pt x="240" y="58"/>
                </a:moveTo>
                <a:cubicBezTo>
                  <a:pt x="223" y="40"/>
                  <a:pt x="203" y="31"/>
                  <a:pt x="180" y="31"/>
                </a:cubicBezTo>
                <a:cubicBezTo>
                  <a:pt x="156" y="31"/>
                  <a:pt x="136" y="40"/>
                  <a:pt x="119" y="58"/>
                </a:cubicBezTo>
                <a:cubicBezTo>
                  <a:pt x="105" y="72"/>
                  <a:pt x="95" y="93"/>
                  <a:pt x="91" y="119"/>
                </a:cubicBezTo>
                <a:cubicBezTo>
                  <a:pt x="86" y="145"/>
                  <a:pt x="84" y="199"/>
                  <a:pt x="84" y="281"/>
                </a:cubicBezTo>
                <a:cubicBezTo>
                  <a:pt x="84" y="370"/>
                  <a:pt x="86" y="428"/>
                  <a:pt x="91" y="456"/>
                </a:cubicBezTo>
                <a:cubicBezTo>
                  <a:pt x="95" y="486"/>
                  <a:pt x="106" y="508"/>
                  <a:pt x="121" y="524"/>
                </a:cubicBezTo>
                <a:cubicBezTo>
                  <a:pt x="137" y="541"/>
                  <a:pt x="157" y="550"/>
                  <a:pt x="180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4" y="484"/>
                  <a:pt x="268" y="452"/>
                </a:cubicBezTo>
                <a:cubicBezTo>
                  <a:pt x="271" y="422"/>
                  <a:pt x="274" y="365"/>
                  <a:pt x="274" y="281"/>
                </a:cubicBezTo>
                <a:cubicBezTo>
                  <a:pt x="274" y="199"/>
                  <a:pt x="272" y="145"/>
                  <a:pt x="268" y="119"/>
                </a:cubicBezTo>
                <a:cubicBezTo>
                  <a:pt x="263" y="94"/>
                  <a:pt x="254" y="73"/>
                  <a:pt x="240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9" name=""/>
          <p:cNvSpPr/>
          <p:nvPr/>
        </p:nvSpPr>
        <p:spPr>
          <a:xfrm>
            <a:off x="2909880" y="3655440"/>
            <a:ext cx="37080" cy="36720"/>
          </a:xfrm>
          <a:custGeom>
            <a:avLst/>
            <a:gdLst/>
            <a:ahLst/>
            <a:rect l="0" t="0" r="r" b="b"/>
            <a:pathLst>
              <a:path w="103" h="102">
                <a:moveTo>
                  <a:pt x="0" y="50"/>
                </a:moveTo>
                <a:cubicBezTo>
                  <a:pt x="0" y="37"/>
                  <a:pt x="4" y="25"/>
                  <a:pt x="14" y="15"/>
                </a:cubicBezTo>
                <a:cubicBezTo>
                  <a:pt x="24" y="5"/>
                  <a:pt x="37" y="0"/>
                  <a:pt x="51" y="0"/>
                </a:cubicBezTo>
                <a:cubicBezTo>
                  <a:pt x="65" y="0"/>
                  <a:pt x="77" y="4"/>
                  <a:pt x="87" y="13"/>
                </a:cubicBezTo>
                <a:cubicBezTo>
                  <a:pt x="97" y="22"/>
                  <a:pt x="102" y="34"/>
                  <a:pt x="103" y="50"/>
                </a:cubicBezTo>
                <a:cubicBezTo>
                  <a:pt x="103" y="64"/>
                  <a:pt x="98" y="76"/>
                  <a:pt x="89" y="86"/>
                </a:cubicBezTo>
                <a:cubicBezTo>
                  <a:pt x="79" y="96"/>
                  <a:pt x="67" y="102"/>
                  <a:pt x="52" y="102"/>
                </a:cubicBezTo>
                <a:cubicBezTo>
                  <a:pt x="38" y="102"/>
                  <a:pt x="24" y="96"/>
                  <a:pt x="15" y="87"/>
                </a:cubicBezTo>
                <a:cubicBezTo>
                  <a:pt x="5" y="77"/>
                  <a:pt x="0" y="65"/>
                  <a:pt x="0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0" name=""/>
          <p:cNvSpPr/>
          <p:nvPr/>
        </p:nvSpPr>
        <p:spPr>
          <a:xfrm>
            <a:off x="2983320" y="348948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8"/>
                </a:moveTo>
                <a:cubicBezTo>
                  <a:pt x="0" y="206"/>
                  <a:pt x="23" y="133"/>
                  <a:pt x="68" y="80"/>
                </a:cubicBezTo>
                <a:cubicBezTo>
                  <a:pt x="114" y="26"/>
                  <a:pt x="165" y="0"/>
                  <a:pt x="221" y="0"/>
                </a:cubicBezTo>
                <a:cubicBezTo>
                  <a:pt x="259" y="0"/>
                  <a:pt x="288" y="10"/>
                  <a:pt x="305" y="30"/>
                </a:cubicBezTo>
                <a:cubicBezTo>
                  <a:pt x="322" y="50"/>
                  <a:pt x="330" y="73"/>
                  <a:pt x="330" y="98"/>
                </a:cubicBezTo>
                <a:cubicBezTo>
                  <a:pt x="330" y="112"/>
                  <a:pt x="327" y="123"/>
                  <a:pt x="319" y="131"/>
                </a:cubicBezTo>
                <a:cubicBezTo>
                  <a:pt x="311" y="140"/>
                  <a:pt x="300" y="144"/>
                  <a:pt x="286" y="144"/>
                </a:cubicBezTo>
                <a:cubicBezTo>
                  <a:pt x="273" y="144"/>
                  <a:pt x="261" y="140"/>
                  <a:pt x="253" y="132"/>
                </a:cubicBezTo>
                <a:cubicBezTo>
                  <a:pt x="244" y="124"/>
                  <a:pt x="240" y="113"/>
                  <a:pt x="240" y="99"/>
                </a:cubicBezTo>
                <a:cubicBezTo>
                  <a:pt x="240" y="74"/>
                  <a:pt x="253" y="60"/>
                  <a:pt x="281" y="54"/>
                </a:cubicBezTo>
                <a:cubicBezTo>
                  <a:pt x="268" y="42"/>
                  <a:pt x="250" y="35"/>
                  <a:pt x="227" y="33"/>
                </a:cubicBezTo>
                <a:cubicBezTo>
                  <a:pt x="187" y="33"/>
                  <a:pt x="154" y="50"/>
                  <a:pt x="128" y="84"/>
                </a:cubicBezTo>
                <a:cubicBezTo>
                  <a:pt x="102" y="121"/>
                  <a:pt x="89" y="178"/>
                  <a:pt x="89" y="255"/>
                </a:cubicBezTo>
                <a:lnTo>
                  <a:pt x="90" y="258"/>
                </a:lnTo>
                <a:cubicBezTo>
                  <a:pt x="92" y="255"/>
                  <a:pt x="95" y="251"/>
                  <a:pt x="96" y="247"/>
                </a:cubicBezTo>
                <a:cubicBezTo>
                  <a:pt x="119" y="213"/>
                  <a:pt x="150" y="196"/>
                  <a:pt x="187" y="196"/>
                </a:cubicBezTo>
                <a:lnTo>
                  <a:pt x="190" y="196"/>
                </a:lnTo>
                <a:cubicBezTo>
                  <a:pt x="216" y="196"/>
                  <a:pt x="239" y="202"/>
                  <a:pt x="259" y="212"/>
                </a:cubicBezTo>
                <a:cubicBezTo>
                  <a:pt x="273" y="220"/>
                  <a:pt x="287" y="232"/>
                  <a:pt x="300" y="246"/>
                </a:cubicBezTo>
                <a:cubicBezTo>
                  <a:pt x="314" y="261"/>
                  <a:pt x="325" y="277"/>
                  <a:pt x="333" y="294"/>
                </a:cubicBezTo>
                <a:cubicBezTo>
                  <a:pt x="345" y="322"/>
                  <a:pt x="351" y="352"/>
                  <a:pt x="351" y="385"/>
                </a:cubicBezTo>
                <a:lnTo>
                  <a:pt x="351" y="400"/>
                </a:lnTo>
                <a:cubicBezTo>
                  <a:pt x="351" y="413"/>
                  <a:pt x="349" y="425"/>
                  <a:pt x="347" y="436"/>
                </a:cubicBezTo>
                <a:cubicBezTo>
                  <a:pt x="340" y="469"/>
                  <a:pt x="322" y="503"/>
                  <a:pt x="292" y="534"/>
                </a:cubicBezTo>
                <a:cubicBezTo>
                  <a:pt x="262" y="566"/>
                  <a:pt x="224" y="582"/>
                  <a:pt x="178" y="582"/>
                </a:cubicBezTo>
                <a:cubicBezTo>
                  <a:pt x="163" y="582"/>
                  <a:pt x="147" y="579"/>
                  <a:pt x="133" y="575"/>
                </a:cubicBezTo>
                <a:cubicBezTo>
                  <a:pt x="118" y="570"/>
                  <a:pt x="102" y="562"/>
                  <a:pt x="85" y="550"/>
                </a:cubicBezTo>
                <a:cubicBezTo>
                  <a:pt x="68" y="537"/>
                  <a:pt x="54" y="521"/>
                  <a:pt x="42" y="500"/>
                </a:cubicBezTo>
                <a:cubicBezTo>
                  <a:pt x="30" y="479"/>
                  <a:pt x="20" y="451"/>
                  <a:pt x="12" y="417"/>
                </a:cubicBezTo>
                <a:cubicBezTo>
                  <a:pt x="3" y="383"/>
                  <a:pt x="0" y="343"/>
                  <a:pt x="0" y="298"/>
                </a:cubicBezTo>
                <a:moveTo>
                  <a:pt x="182" y="227"/>
                </a:moveTo>
                <a:cubicBezTo>
                  <a:pt x="165" y="227"/>
                  <a:pt x="150" y="232"/>
                  <a:pt x="138" y="241"/>
                </a:cubicBezTo>
                <a:cubicBezTo>
                  <a:pt x="125" y="251"/>
                  <a:pt x="116" y="263"/>
                  <a:pt x="109" y="279"/>
                </a:cubicBezTo>
                <a:cubicBezTo>
                  <a:pt x="102" y="295"/>
                  <a:pt x="97" y="311"/>
                  <a:pt x="95" y="327"/>
                </a:cubicBezTo>
                <a:cubicBezTo>
                  <a:pt x="92" y="344"/>
                  <a:pt x="90" y="361"/>
                  <a:pt x="90" y="380"/>
                </a:cubicBezTo>
                <a:cubicBezTo>
                  <a:pt x="90" y="426"/>
                  <a:pt x="93" y="460"/>
                  <a:pt x="100" y="481"/>
                </a:cubicBezTo>
                <a:cubicBezTo>
                  <a:pt x="106" y="501"/>
                  <a:pt x="117" y="518"/>
                  <a:pt x="132" y="530"/>
                </a:cubicBezTo>
                <a:cubicBezTo>
                  <a:pt x="145" y="540"/>
                  <a:pt x="160" y="545"/>
                  <a:pt x="177" y="545"/>
                </a:cubicBezTo>
                <a:cubicBezTo>
                  <a:pt x="205" y="545"/>
                  <a:pt x="227" y="535"/>
                  <a:pt x="242" y="513"/>
                </a:cubicBezTo>
                <a:cubicBezTo>
                  <a:pt x="250" y="503"/>
                  <a:pt x="255" y="490"/>
                  <a:pt x="258" y="474"/>
                </a:cubicBezTo>
                <a:cubicBezTo>
                  <a:pt x="260" y="459"/>
                  <a:pt x="262" y="429"/>
                  <a:pt x="262" y="386"/>
                </a:cubicBezTo>
                <a:cubicBezTo>
                  <a:pt x="262" y="340"/>
                  <a:pt x="260" y="310"/>
                  <a:pt x="258" y="295"/>
                </a:cubicBezTo>
                <a:cubicBezTo>
                  <a:pt x="255" y="280"/>
                  <a:pt x="250" y="267"/>
                  <a:pt x="242" y="257"/>
                </a:cubicBezTo>
                <a:cubicBezTo>
                  <a:pt x="227" y="237"/>
                  <a:pt x="207" y="227"/>
                  <a:pt x="182" y="22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1" name=""/>
          <p:cNvSpPr/>
          <p:nvPr/>
        </p:nvSpPr>
        <p:spPr>
          <a:xfrm>
            <a:off x="3137760" y="3489480"/>
            <a:ext cx="121680" cy="202680"/>
          </a:xfrm>
          <a:custGeom>
            <a:avLst/>
            <a:gdLst/>
            <a:ahLst/>
            <a:rect l="0" t="0" r="r" b="b"/>
            <a:pathLst>
              <a:path w="338" h="563">
                <a:moveTo>
                  <a:pt x="50" y="201"/>
                </a:moveTo>
                <a:cubicBezTo>
                  <a:pt x="35" y="201"/>
                  <a:pt x="23" y="196"/>
                  <a:pt x="14" y="186"/>
                </a:cubicBezTo>
                <a:cubicBezTo>
                  <a:pt x="5" y="175"/>
                  <a:pt x="0" y="163"/>
                  <a:pt x="0" y="148"/>
                </a:cubicBezTo>
                <a:cubicBezTo>
                  <a:pt x="0" y="107"/>
                  <a:pt x="15" y="73"/>
                  <a:pt x="45" y="43"/>
                </a:cubicBezTo>
                <a:cubicBezTo>
                  <a:pt x="75" y="14"/>
                  <a:pt x="112" y="0"/>
                  <a:pt x="156" y="0"/>
                </a:cubicBezTo>
                <a:cubicBezTo>
                  <a:pt x="209" y="0"/>
                  <a:pt x="251" y="15"/>
                  <a:pt x="286" y="47"/>
                </a:cubicBezTo>
                <a:cubicBezTo>
                  <a:pt x="320" y="78"/>
                  <a:pt x="338" y="119"/>
                  <a:pt x="338" y="170"/>
                </a:cubicBezTo>
                <a:cubicBezTo>
                  <a:pt x="338" y="195"/>
                  <a:pt x="332" y="218"/>
                  <a:pt x="321" y="240"/>
                </a:cubicBezTo>
                <a:cubicBezTo>
                  <a:pt x="310" y="262"/>
                  <a:pt x="296" y="281"/>
                  <a:pt x="281" y="297"/>
                </a:cubicBezTo>
                <a:cubicBezTo>
                  <a:pt x="265" y="313"/>
                  <a:pt x="242" y="334"/>
                  <a:pt x="213" y="359"/>
                </a:cubicBezTo>
                <a:cubicBezTo>
                  <a:pt x="193" y="377"/>
                  <a:pt x="164" y="403"/>
                  <a:pt x="128" y="437"/>
                </a:cubicBezTo>
                <a:lnTo>
                  <a:pt x="78" y="484"/>
                </a:lnTo>
                <a:lnTo>
                  <a:pt x="142" y="485"/>
                </a:lnTo>
                <a:cubicBezTo>
                  <a:pt x="231" y="485"/>
                  <a:pt x="278" y="484"/>
                  <a:pt x="284" y="481"/>
                </a:cubicBezTo>
                <a:cubicBezTo>
                  <a:pt x="288" y="480"/>
                  <a:pt x="295" y="455"/>
                  <a:pt x="304" y="406"/>
                </a:cubicBezTo>
                <a:lnTo>
                  <a:pt x="304" y="403"/>
                </a:lnTo>
                <a:lnTo>
                  <a:pt x="338" y="403"/>
                </a:lnTo>
                <a:lnTo>
                  <a:pt x="338" y="406"/>
                </a:lnTo>
                <a:cubicBezTo>
                  <a:pt x="338" y="408"/>
                  <a:pt x="334" y="433"/>
                  <a:pt x="327" y="483"/>
                </a:cubicBezTo>
                <a:cubicBezTo>
                  <a:pt x="320" y="532"/>
                  <a:pt x="316" y="558"/>
                  <a:pt x="314" y="560"/>
                </a:cubicBezTo>
                <a:lnTo>
                  <a:pt x="314" y="563"/>
                </a:lnTo>
                <a:lnTo>
                  <a:pt x="0" y="563"/>
                </a:lnTo>
                <a:lnTo>
                  <a:pt x="0" y="547"/>
                </a:lnTo>
                <a:lnTo>
                  <a:pt x="0" y="537"/>
                </a:lnTo>
                <a:cubicBezTo>
                  <a:pt x="0" y="533"/>
                  <a:pt x="2" y="529"/>
                  <a:pt x="5" y="524"/>
                </a:cubicBezTo>
                <a:cubicBezTo>
                  <a:pt x="9" y="520"/>
                  <a:pt x="17" y="510"/>
                  <a:pt x="31" y="495"/>
                </a:cubicBezTo>
                <a:cubicBezTo>
                  <a:pt x="47" y="477"/>
                  <a:pt x="61" y="461"/>
                  <a:pt x="73" y="447"/>
                </a:cubicBezTo>
                <a:cubicBezTo>
                  <a:pt x="78" y="442"/>
                  <a:pt x="87" y="431"/>
                  <a:pt x="101" y="416"/>
                </a:cubicBezTo>
                <a:cubicBezTo>
                  <a:pt x="116" y="401"/>
                  <a:pt x="125" y="390"/>
                  <a:pt x="130" y="385"/>
                </a:cubicBezTo>
                <a:cubicBezTo>
                  <a:pt x="135" y="379"/>
                  <a:pt x="143" y="370"/>
                  <a:pt x="155" y="357"/>
                </a:cubicBezTo>
                <a:cubicBezTo>
                  <a:pt x="166" y="344"/>
                  <a:pt x="174" y="334"/>
                  <a:pt x="178" y="328"/>
                </a:cubicBezTo>
                <a:cubicBezTo>
                  <a:pt x="183" y="322"/>
                  <a:pt x="190" y="314"/>
                  <a:pt x="199" y="303"/>
                </a:cubicBezTo>
                <a:cubicBezTo>
                  <a:pt x="207" y="292"/>
                  <a:pt x="213" y="283"/>
                  <a:pt x="216" y="276"/>
                </a:cubicBezTo>
                <a:cubicBezTo>
                  <a:pt x="220" y="269"/>
                  <a:pt x="224" y="260"/>
                  <a:pt x="229" y="251"/>
                </a:cubicBezTo>
                <a:cubicBezTo>
                  <a:pt x="234" y="242"/>
                  <a:pt x="238" y="233"/>
                  <a:pt x="240" y="224"/>
                </a:cubicBezTo>
                <a:cubicBezTo>
                  <a:pt x="242" y="215"/>
                  <a:pt x="244" y="207"/>
                  <a:pt x="246" y="199"/>
                </a:cubicBezTo>
                <a:cubicBezTo>
                  <a:pt x="248" y="191"/>
                  <a:pt x="249" y="182"/>
                  <a:pt x="249" y="171"/>
                </a:cubicBezTo>
                <a:cubicBezTo>
                  <a:pt x="249" y="135"/>
                  <a:pt x="239" y="104"/>
                  <a:pt x="220" y="78"/>
                </a:cubicBezTo>
                <a:cubicBezTo>
                  <a:pt x="201" y="52"/>
                  <a:pt x="172" y="39"/>
                  <a:pt x="137" y="39"/>
                </a:cubicBezTo>
                <a:cubicBezTo>
                  <a:pt x="118" y="39"/>
                  <a:pt x="102" y="44"/>
                  <a:pt x="88" y="54"/>
                </a:cubicBezTo>
                <a:cubicBezTo>
                  <a:pt x="74" y="63"/>
                  <a:pt x="64" y="72"/>
                  <a:pt x="58" y="81"/>
                </a:cubicBezTo>
                <a:cubicBezTo>
                  <a:pt x="53" y="90"/>
                  <a:pt x="50" y="96"/>
                  <a:pt x="50" y="98"/>
                </a:cubicBezTo>
                <a:cubicBezTo>
                  <a:pt x="50" y="98"/>
                  <a:pt x="51" y="98"/>
                  <a:pt x="54" y="98"/>
                </a:cubicBezTo>
                <a:cubicBezTo>
                  <a:pt x="64" y="98"/>
                  <a:pt x="75" y="102"/>
                  <a:pt x="85" y="110"/>
                </a:cubicBezTo>
                <a:cubicBezTo>
                  <a:pt x="96" y="118"/>
                  <a:pt x="101" y="131"/>
                  <a:pt x="101" y="150"/>
                </a:cubicBezTo>
                <a:cubicBezTo>
                  <a:pt x="101" y="164"/>
                  <a:pt x="97" y="176"/>
                  <a:pt x="88" y="186"/>
                </a:cubicBezTo>
                <a:cubicBezTo>
                  <a:pt x="79" y="195"/>
                  <a:pt x="66" y="200"/>
                  <a:pt x="50" y="20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2" name=""/>
          <p:cNvSpPr/>
          <p:nvPr/>
        </p:nvSpPr>
        <p:spPr>
          <a:xfrm>
            <a:off x="3283200" y="3485880"/>
            <a:ext cx="135000" cy="206280"/>
          </a:xfrm>
          <a:custGeom>
            <a:avLst/>
            <a:gdLst/>
            <a:ahLst/>
            <a:rect l="0" t="0" r="r" b="b"/>
            <a:pathLst>
              <a:path w="375" h="573">
                <a:moveTo>
                  <a:pt x="367" y="573"/>
                </a:moveTo>
                <a:cubicBezTo>
                  <a:pt x="357" y="571"/>
                  <a:pt x="321" y="570"/>
                  <a:pt x="258" y="570"/>
                </a:cubicBezTo>
                <a:cubicBezTo>
                  <a:pt x="193" y="570"/>
                  <a:pt x="155" y="571"/>
                  <a:pt x="145" y="573"/>
                </a:cubicBezTo>
                <a:lnTo>
                  <a:pt x="138" y="573"/>
                </a:lnTo>
                <a:lnTo>
                  <a:pt x="138" y="534"/>
                </a:lnTo>
                <a:lnTo>
                  <a:pt x="164" y="534"/>
                </a:lnTo>
                <a:cubicBezTo>
                  <a:pt x="175" y="534"/>
                  <a:pt x="183" y="534"/>
                  <a:pt x="187" y="534"/>
                </a:cubicBezTo>
                <a:cubicBezTo>
                  <a:pt x="191" y="534"/>
                  <a:pt x="195" y="534"/>
                  <a:pt x="201" y="532"/>
                </a:cubicBezTo>
                <a:cubicBezTo>
                  <a:pt x="207" y="531"/>
                  <a:pt x="211" y="530"/>
                  <a:pt x="213" y="528"/>
                </a:cubicBezTo>
                <a:cubicBezTo>
                  <a:pt x="215" y="527"/>
                  <a:pt x="217" y="524"/>
                  <a:pt x="219" y="522"/>
                </a:cubicBezTo>
                <a:cubicBezTo>
                  <a:pt x="219" y="520"/>
                  <a:pt x="220" y="505"/>
                  <a:pt x="220" y="476"/>
                </a:cubicBezTo>
                <a:lnTo>
                  <a:pt x="220" y="434"/>
                </a:lnTo>
                <a:lnTo>
                  <a:pt x="0" y="434"/>
                </a:lnTo>
                <a:lnTo>
                  <a:pt x="0" y="395"/>
                </a:lnTo>
                <a:lnTo>
                  <a:pt x="128" y="199"/>
                </a:lnTo>
                <a:cubicBezTo>
                  <a:pt x="214" y="68"/>
                  <a:pt x="258" y="3"/>
                  <a:pt x="259" y="2"/>
                </a:cubicBezTo>
                <a:cubicBezTo>
                  <a:pt x="260" y="1"/>
                  <a:pt x="266" y="0"/>
                  <a:pt x="277" y="0"/>
                </a:cubicBezTo>
                <a:lnTo>
                  <a:pt x="292" y="0"/>
                </a:lnTo>
                <a:lnTo>
                  <a:pt x="297" y="5"/>
                </a:lnTo>
                <a:lnTo>
                  <a:pt x="297" y="395"/>
                </a:lnTo>
                <a:lnTo>
                  <a:pt x="375" y="395"/>
                </a:lnTo>
                <a:lnTo>
                  <a:pt x="375" y="434"/>
                </a:lnTo>
                <a:lnTo>
                  <a:pt x="297" y="434"/>
                </a:lnTo>
                <a:lnTo>
                  <a:pt x="297" y="477"/>
                </a:lnTo>
                <a:cubicBezTo>
                  <a:pt x="297" y="500"/>
                  <a:pt x="297" y="513"/>
                  <a:pt x="297" y="517"/>
                </a:cubicBezTo>
                <a:cubicBezTo>
                  <a:pt x="297" y="521"/>
                  <a:pt x="299" y="525"/>
                  <a:pt x="302" y="527"/>
                </a:cubicBezTo>
                <a:cubicBezTo>
                  <a:pt x="307" y="531"/>
                  <a:pt x="323" y="534"/>
                  <a:pt x="350" y="534"/>
                </a:cubicBezTo>
                <a:lnTo>
                  <a:pt x="375" y="534"/>
                </a:lnTo>
                <a:lnTo>
                  <a:pt x="375" y="573"/>
                </a:lnTo>
                <a:lnTo>
                  <a:pt x="367" y="573"/>
                </a:lnTo>
                <a:moveTo>
                  <a:pt x="225" y="395"/>
                </a:moveTo>
                <a:lnTo>
                  <a:pt x="225" y="112"/>
                </a:lnTo>
                <a:lnTo>
                  <a:pt x="39" y="394"/>
                </a:lnTo>
                <a:lnTo>
                  <a:pt x="132" y="395"/>
                </a:lnTo>
                <a:lnTo>
                  <a:pt x="225" y="39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3" name=""/>
          <p:cNvSpPr/>
          <p:nvPr/>
        </p:nvSpPr>
        <p:spPr>
          <a:xfrm>
            <a:off x="3511080" y="3489480"/>
            <a:ext cx="203040" cy="202680"/>
          </a:xfrm>
          <a:custGeom>
            <a:avLst/>
            <a:gdLst/>
            <a:ahLst/>
            <a:rect l="0" t="0" r="r" b="b"/>
            <a:pathLst>
              <a:path w="564" h="563">
                <a:moveTo>
                  <a:pt x="12" y="265"/>
                </a:moveTo>
                <a:lnTo>
                  <a:pt x="266" y="265"/>
                </a:lnTo>
                <a:lnTo>
                  <a:pt x="266" y="138"/>
                </a:lnTo>
                <a:cubicBezTo>
                  <a:pt x="266" y="54"/>
                  <a:pt x="266" y="11"/>
                  <a:pt x="267" y="9"/>
                </a:cubicBezTo>
                <a:cubicBezTo>
                  <a:pt x="270" y="3"/>
                  <a:pt x="275" y="0"/>
                  <a:pt x="282" y="0"/>
                </a:cubicBezTo>
                <a:cubicBezTo>
                  <a:pt x="290" y="0"/>
                  <a:pt x="294" y="3"/>
                  <a:pt x="296" y="10"/>
                </a:cubicBezTo>
                <a:cubicBezTo>
                  <a:pt x="298" y="16"/>
                  <a:pt x="299" y="33"/>
                  <a:pt x="300" y="59"/>
                </a:cubicBezTo>
                <a:lnTo>
                  <a:pt x="300" y="140"/>
                </a:lnTo>
                <a:lnTo>
                  <a:pt x="300" y="265"/>
                </a:lnTo>
                <a:lnTo>
                  <a:pt x="551" y="265"/>
                </a:lnTo>
                <a:cubicBezTo>
                  <a:pt x="560" y="269"/>
                  <a:pt x="564" y="275"/>
                  <a:pt x="564" y="282"/>
                </a:cubicBezTo>
                <a:cubicBezTo>
                  <a:pt x="564" y="289"/>
                  <a:pt x="560" y="295"/>
                  <a:pt x="551" y="299"/>
                </a:cubicBezTo>
                <a:lnTo>
                  <a:pt x="300" y="299"/>
                </a:lnTo>
                <a:lnTo>
                  <a:pt x="300" y="529"/>
                </a:lnTo>
                <a:lnTo>
                  <a:pt x="551" y="529"/>
                </a:lnTo>
                <a:cubicBezTo>
                  <a:pt x="560" y="534"/>
                  <a:pt x="564" y="539"/>
                  <a:pt x="564" y="546"/>
                </a:cubicBezTo>
                <a:cubicBezTo>
                  <a:pt x="564" y="553"/>
                  <a:pt x="560" y="559"/>
                  <a:pt x="551" y="563"/>
                </a:cubicBezTo>
                <a:lnTo>
                  <a:pt x="12" y="563"/>
                </a:lnTo>
                <a:cubicBezTo>
                  <a:pt x="4" y="559"/>
                  <a:pt x="0" y="553"/>
                  <a:pt x="0" y="546"/>
                </a:cubicBezTo>
                <a:cubicBezTo>
                  <a:pt x="0" y="539"/>
                  <a:pt x="4" y="533"/>
                  <a:pt x="12" y="529"/>
                </a:cubicBezTo>
                <a:lnTo>
                  <a:pt x="266" y="529"/>
                </a:lnTo>
                <a:lnTo>
                  <a:pt x="266" y="299"/>
                </a:lnTo>
                <a:lnTo>
                  <a:pt x="12" y="299"/>
                </a:lnTo>
                <a:cubicBezTo>
                  <a:pt x="4" y="295"/>
                  <a:pt x="0" y="289"/>
                  <a:pt x="0" y="282"/>
                </a:cubicBezTo>
                <a:cubicBezTo>
                  <a:pt x="0" y="274"/>
                  <a:pt x="4" y="269"/>
                  <a:pt x="12" y="2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4" name=""/>
          <p:cNvSpPr/>
          <p:nvPr/>
        </p:nvSpPr>
        <p:spPr>
          <a:xfrm>
            <a:off x="3810240" y="348948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2"/>
                  <a:pt x="123" y="0"/>
                  <a:pt x="177" y="0"/>
                </a:cubicBezTo>
                <a:cubicBezTo>
                  <a:pt x="204" y="0"/>
                  <a:pt x="231" y="7"/>
                  <a:pt x="259" y="21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79"/>
                  <a:pt x="344" y="446"/>
                  <a:pt x="320" y="493"/>
                </a:cubicBezTo>
                <a:cubicBezTo>
                  <a:pt x="309" y="517"/>
                  <a:pt x="293" y="535"/>
                  <a:pt x="274" y="550"/>
                </a:cubicBezTo>
                <a:cubicBezTo>
                  <a:pt x="254" y="564"/>
                  <a:pt x="236" y="572"/>
                  <a:pt x="221" y="576"/>
                </a:cubicBezTo>
                <a:cubicBezTo>
                  <a:pt x="206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2"/>
                  <a:pt x="94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8"/>
                  <a:pt x="89" y="456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5" y="541"/>
                  <a:pt x="155" y="550"/>
                  <a:pt x="178" y="550"/>
                </a:cubicBezTo>
                <a:cubicBezTo>
                  <a:pt x="201" y="550"/>
                  <a:pt x="220" y="541"/>
                  <a:pt x="235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3" y="365"/>
                  <a:pt x="274" y="281"/>
                </a:cubicBezTo>
                <a:cubicBezTo>
                  <a:pt x="274" y="199"/>
                  <a:pt x="271" y="145"/>
                  <a:pt x="267" y="119"/>
                </a:cubicBezTo>
                <a:cubicBezTo>
                  <a:pt x="262" y="94"/>
                  <a:pt x="253" y="73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5" name=""/>
          <p:cNvSpPr/>
          <p:nvPr/>
        </p:nvSpPr>
        <p:spPr>
          <a:xfrm>
            <a:off x="3974040" y="3655440"/>
            <a:ext cx="37080" cy="36720"/>
          </a:xfrm>
          <a:custGeom>
            <a:avLst/>
            <a:gdLst/>
            <a:ahLst/>
            <a:rect l="0" t="0" r="r" b="b"/>
            <a:pathLst>
              <a:path w="103" h="102">
                <a:moveTo>
                  <a:pt x="0" y="50"/>
                </a:moveTo>
                <a:cubicBezTo>
                  <a:pt x="0" y="37"/>
                  <a:pt x="5" y="25"/>
                  <a:pt x="14" y="15"/>
                </a:cubicBezTo>
                <a:cubicBezTo>
                  <a:pt x="24" y="5"/>
                  <a:pt x="37" y="0"/>
                  <a:pt x="52" y="0"/>
                </a:cubicBezTo>
                <a:cubicBezTo>
                  <a:pt x="65" y="0"/>
                  <a:pt x="77" y="4"/>
                  <a:pt x="87" y="13"/>
                </a:cubicBezTo>
                <a:cubicBezTo>
                  <a:pt x="97" y="22"/>
                  <a:pt x="103" y="34"/>
                  <a:pt x="103" y="50"/>
                </a:cubicBezTo>
                <a:cubicBezTo>
                  <a:pt x="103" y="64"/>
                  <a:pt x="98" y="76"/>
                  <a:pt x="89" y="86"/>
                </a:cubicBezTo>
                <a:cubicBezTo>
                  <a:pt x="79" y="96"/>
                  <a:pt x="67" y="102"/>
                  <a:pt x="53" y="102"/>
                </a:cubicBezTo>
                <a:cubicBezTo>
                  <a:pt x="38" y="102"/>
                  <a:pt x="25" y="96"/>
                  <a:pt x="15" y="87"/>
                </a:cubicBezTo>
                <a:cubicBezTo>
                  <a:pt x="6" y="77"/>
                  <a:pt x="1" y="65"/>
                  <a:pt x="0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6" name=""/>
          <p:cNvSpPr/>
          <p:nvPr/>
        </p:nvSpPr>
        <p:spPr>
          <a:xfrm>
            <a:off x="4046760" y="348948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80" y="22"/>
                  <a:pt x="123" y="0"/>
                  <a:pt x="177" y="0"/>
                </a:cubicBezTo>
                <a:cubicBezTo>
                  <a:pt x="204" y="0"/>
                  <a:pt x="231" y="7"/>
                  <a:pt x="258" y="21"/>
                </a:cubicBezTo>
                <a:cubicBezTo>
                  <a:pt x="285" y="36"/>
                  <a:pt x="308" y="62"/>
                  <a:pt x="325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79"/>
                  <a:pt x="344" y="446"/>
                  <a:pt x="320" y="493"/>
                </a:cubicBezTo>
                <a:cubicBezTo>
                  <a:pt x="309" y="517"/>
                  <a:pt x="292" y="535"/>
                  <a:pt x="273" y="550"/>
                </a:cubicBezTo>
                <a:cubicBezTo>
                  <a:pt x="253" y="564"/>
                  <a:pt x="236" y="572"/>
                  <a:pt x="221" y="576"/>
                </a:cubicBezTo>
                <a:cubicBezTo>
                  <a:pt x="206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20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2"/>
                  <a:pt x="94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8"/>
                  <a:pt x="89" y="456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1" y="550"/>
                  <a:pt x="220" y="541"/>
                  <a:pt x="235" y="524"/>
                </a:cubicBezTo>
                <a:cubicBezTo>
                  <a:pt x="252" y="507"/>
                  <a:pt x="262" y="484"/>
                  <a:pt x="266" y="452"/>
                </a:cubicBezTo>
                <a:cubicBezTo>
                  <a:pt x="270" y="422"/>
                  <a:pt x="272" y="365"/>
                  <a:pt x="273" y="281"/>
                </a:cubicBezTo>
                <a:cubicBezTo>
                  <a:pt x="273" y="199"/>
                  <a:pt x="270" y="145"/>
                  <a:pt x="266" y="119"/>
                </a:cubicBezTo>
                <a:cubicBezTo>
                  <a:pt x="261" y="94"/>
                  <a:pt x="252" y="73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7" name=""/>
          <p:cNvSpPr/>
          <p:nvPr/>
        </p:nvSpPr>
        <p:spPr>
          <a:xfrm>
            <a:off x="4199760" y="3489480"/>
            <a:ext cx="126000" cy="209520"/>
          </a:xfrm>
          <a:custGeom>
            <a:avLst/>
            <a:gdLst/>
            <a:ahLst/>
            <a:rect l="0" t="0" r="r" b="b"/>
            <a:pathLst>
              <a:path w="350" h="582">
                <a:moveTo>
                  <a:pt x="262" y="320"/>
                </a:moveTo>
                <a:cubicBezTo>
                  <a:pt x="235" y="362"/>
                  <a:pt x="202" y="384"/>
                  <a:pt x="161" y="384"/>
                </a:cubicBezTo>
                <a:cubicBezTo>
                  <a:pt x="117" y="384"/>
                  <a:pt x="81" y="367"/>
                  <a:pt x="53" y="334"/>
                </a:cubicBezTo>
                <a:cubicBezTo>
                  <a:pt x="24" y="301"/>
                  <a:pt x="7" y="265"/>
                  <a:pt x="1" y="228"/>
                </a:cubicBezTo>
                <a:cubicBezTo>
                  <a:pt x="0" y="219"/>
                  <a:pt x="0" y="207"/>
                  <a:pt x="0" y="194"/>
                </a:cubicBezTo>
                <a:lnTo>
                  <a:pt x="0" y="187"/>
                </a:lnTo>
                <a:cubicBezTo>
                  <a:pt x="0" y="135"/>
                  <a:pt x="19" y="89"/>
                  <a:pt x="59" y="50"/>
                </a:cubicBezTo>
                <a:cubicBezTo>
                  <a:pt x="93" y="16"/>
                  <a:pt x="130" y="0"/>
                  <a:pt x="170" y="0"/>
                </a:cubicBezTo>
                <a:cubicBezTo>
                  <a:pt x="172" y="0"/>
                  <a:pt x="173" y="0"/>
                  <a:pt x="175" y="0"/>
                </a:cubicBezTo>
                <a:cubicBezTo>
                  <a:pt x="178" y="0"/>
                  <a:pt x="180" y="0"/>
                  <a:pt x="182" y="0"/>
                </a:cubicBezTo>
                <a:lnTo>
                  <a:pt x="186" y="0"/>
                </a:lnTo>
                <a:cubicBezTo>
                  <a:pt x="192" y="0"/>
                  <a:pt x="199" y="1"/>
                  <a:pt x="207" y="2"/>
                </a:cubicBezTo>
                <a:cubicBezTo>
                  <a:pt x="214" y="3"/>
                  <a:pt x="224" y="7"/>
                  <a:pt x="238" y="12"/>
                </a:cubicBezTo>
                <a:cubicBezTo>
                  <a:pt x="252" y="18"/>
                  <a:pt x="265" y="27"/>
                  <a:pt x="278" y="39"/>
                </a:cubicBezTo>
                <a:cubicBezTo>
                  <a:pt x="291" y="52"/>
                  <a:pt x="303" y="68"/>
                  <a:pt x="314" y="89"/>
                </a:cubicBezTo>
                <a:cubicBezTo>
                  <a:pt x="338" y="139"/>
                  <a:pt x="350" y="202"/>
                  <a:pt x="350" y="280"/>
                </a:cubicBezTo>
                <a:cubicBezTo>
                  <a:pt x="350" y="359"/>
                  <a:pt x="333" y="425"/>
                  <a:pt x="300" y="481"/>
                </a:cubicBezTo>
                <a:cubicBezTo>
                  <a:pt x="280" y="513"/>
                  <a:pt x="256" y="537"/>
                  <a:pt x="229" y="555"/>
                </a:cubicBezTo>
                <a:cubicBezTo>
                  <a:pt x="201" y="572"/>
                  <a:pt x="172" y="581"/>
                  <a:pt x="141" y="582"/>
                </a:cubicBezTo>
                <a:cubicBezTo>
                  <a:pt x="107" y="582"/>
                  <a:pt x="78" y="573"/>
                  <a:pt x="56" y="557"/>
                </a:cubicBezTo>
                <a:cubicBezTo>
                  <a:pt x="34" y="541"/>
                  <a:pt x="22" y="517"/>
                  <a:pt x="22" y="484"/>
                </a:cubicBezTo>
                <a:cubicBezTo>
                  <a:pt x="21" y="451"/>
                  <a:pt x="37" y="436"/>
                  <a:pt x="67" y="436"/>
                </a:cubicBezTo>
                <a:cubicBezTo>
                  <a:pt x="80" y="436"/>
                  <a:pt x="90" y="440"/>
                  <a:pt x="99" y="448"/>
                </a:cubicBezTo>
                <a:cubicBezTo>
                  <a:pt x="107" y="456"/>
                  <a:pt x="111" y="467"/>
                  <a:pt x="111" y="482"/>
                </a:cubicBezTo>
                <a:cubicBezTo>
                  <a:pt x="111" y="492"/>
                  <a:pt x="109" y="501"/>
                  <a:pt x="104" y="508"/>
                </a:cubicBezTo>
                <a:cubicBezTo>
                  <a:pt x="99" y="515"/>
                  <a:pt x="94" y="520"/>
                  <a:pt x="90" y="522"/>
                </a:cubicBezTo>
                <a:cubicBezTo>
                  <a:pt x="86" y="523"/>
                  <a:pt x="83" y="525"/>
                  <a:pt x="79" y="526"/>
                </a:cubicBezTo>
                <a:lnTo>
                  <a:pt x="76" y="527"/>
                </a:lnTo>
                <a:cubicBezTo>
                  <a:pt x="76" y="528"/>
                  <a:pt x="78" y="530"/>
                  <a:pt x="82" y="532"/>
                </a:cubicBezTo>
                <a:cubicBezTo>
                  <a:pt x="86" y="534"/>
                  <a:pt x="93" y="537"/>
                  <a:pt x="104" y="540"/>
                </a:cubicBezTo>
                <a:cubicBezTo>
                  <a:pt x="114" y="544"/>
                  <a:pt x="126" y="545"/>
                  <a:pt x="139" y="544"/>
                </a:cubicBezTo>
                <a:lnTo>
                  <a:pt x="144" y="544"/>
                </a:lnTo>
                <a:cubicBezTo>
                  <a:pt x="178" y="544"/>
                  <a:pt x="206" y="526"/>
                  <a:pt x="230" y="490"/>
                </a:cubicBezTo>
                <a:cubicBezTo>
                  <a:pt x="252" y="458"/>
                  <a:pt x="262" y="403"/>
                  <a:pt x="262" y="326"/>
                </a:cubicBezTo>
                <a:lnTo>
                  <a:pt x="262" y="320"/>
                </a:lnTo>
                <a:moveTo>
                  <a:pt x="171" y="353"/>
                </a:moveTo>
                <a:cubicBezTo>
                  <a:pt x="198" y="353"/>
                  <a:pt x="220" y="339"/>
                  <a:pt x="236" y="311"/>
                </a:cubicBezTo>
                <a:cubicBezTo>
                  <a:pt x="253" y="284"/>
                  <a:pt x="261" y="246"/>
                  <a:pt x="262" y="199"/>
                </a:cubicBezTo>
                <a:cubicBezTo>
                  <a:pt x="262" y="155"/>
                  <a:pt x="259" y="123"/>
                  <a:pt x="255" y="104"/>
                </a:cubicBezTo>
                <a:cubicBezTo>
                  <a:pt x="254" y="99"/>
                  <a:pt x="252" y="93"/>
                  <a:pt x="250" y="87"/>
                </a:cubicBezTo>
                <a:cubicBezTo>
                  <a:pt x="248" y="82"/>
                  <a:pt x="244" y="74"/>
                  <a:pt x="238" y="65"/>
                </a:cubicBezTo>
                <a:cubicBezTo>
                  <a:pt x="232" y="56"/>
                  <a:pt x="224" y="49"/>
                  <a:pt x="213" y="43"/>
                </a:cubicBezTo>
                <a:cubicBezTo>
                  <a:pt x="201" y="36"/>
                  <a:pt x="188" y="34"/>
                  <a:pt x="173" y="34"/>
                </a:cubicBezTo>
                <a:cubicBezTo>
                  <a:pt x="152" y="34"/>
                  <a:pt x="133" y="42"/>
                  <a:pt x="118" y="57"/>
                </a:cubicBezTo>
                <a:cubicBezTo>
                  <a:pt x="106" y="69"/>
                  <a:pt x="99" y="84"/>
                  <a:pt x="95" y="101"/>
                </a:cubicBezTo>
                <a:cubicBezTo>
                  <a:pt x="92" y="118"/>
                  <a:pt x="90" y="147"/>
                  <a:pt x="89" y="190"/>
                </a:cubicBezTo>
                <a:cubicBezTo>
                  <a:pt x="89" y="236"/>
                  <a:pt x="91" y="268"/>
                  <a:pt x="94" y="284"/>
                </a:cubicBezTo>
                <a:cubicBezTo>
                  <a:pt x="96" y="300"/>
                  <a:pt x="102" y="314"/>
                  <a:pt x="110" y="324"/>
                </a:cubicBezTo>
                <a:cubicBezTo>
                  <a:pt x="125" y="343"/>
                  <a:pt x="145" y="353"/>
                  <a:pt x="171" y="3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8" name=""/>
          <p:cNvSpPr/>
          <p:nvPr/>
        </p:nvSpPr>
        <p:spPr>
          <a:xfrm>
            <a:off x="4351680" y="348948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8"/>
                </a:moveTo>
                <a:cubicBezTo>
                  <a:pt x="0" y="206"/>
                  <a:pt x="23" y="133"/>
                  <a:pt x="68" y="80"/>
                </a:cubicBezTo>
                <a:cubicBezTo>
                  <a:pt x="114" y="26"/>
                  <a:pt x="165" y="0"/>
                  <a:pt x="220" y="0"/>
                </a:cubicBezTo>
                <a:cubicBezTo>
                  <a:pt x="259" y="0"/>
                  <a:pt x="287" y="10"/>
                  <a:pt x="305" y="30"/>
                </a:cubicBezTo>
                <a:cubicBezTo>
                  <a:pt x="322" y="50"/>
                  <a:pt x="330" y="73"/>
                  <a:pt x="330" y="98"/>
                </a:cubicBezTo>
                <a:cubicBezTo>
                  <a:pt x="330" y="112"/>
                  <a:pt x="326" y="123"/>
                  <a:pt x="319" y="131"/>
                </a:cubicBezTo>
                <a:cubicBezTo>
                  <a:pt x="311" y="140"/>
                  <a:pt x="299" y="144"/>
                  <a:pt x="285" y="144"/>
                </a:cubicBezTo>
                <a:cubicBezTo>
                  <a:pt x="272" y="144"/>
                  <a:pt x="261" y="140"/>
                  <a:pt x="252" y="132"/>
                </a:cubicBezTo>
                <a:cubicBezTo>
                  <a:pt x="244" y="124"/>
                  <a:pt x="240" y="113"/>
                  <a:pt x="240" y="99"/>
                </a:cubicBezTo>
                <a:cubicBezTo>
                  <a:pt x="240" y="74"/>
                  <a:pt x="253" y="60"/>
                  <a:pt x="280" y="54"/>
                </a:cubicBezTo>
                <a:cubicBezTo>
                  <a:pt x="267" y="42"/>
                  <a:pt x="250" y="35"/>
                  <a:pt x="227" y="33"/>
                </a:cubicBezTo>
                <a:cubicBezTo>
                  <a:pt x="187" y="33"/>
                  <a:pt x="154" y="50"/>
                  <a:pt x="128" y="84"/>
                </a:cubicBezTo>
                <a:cubicBezTo>
                  <a:pt x="102" y="121"/>
                  <a:pt x="89" y="178"/>
                  <a:pt x="89" y="255"/>
                </a:cubicBezTo>
                <a:lnTo>
                  <a:pt x="89" y="258"/>
                </a:lnTo>
                <a:cubicBezTo>
                  <a:pt x="92" y="255"/>
                  <a:pt x="95" y="251"/>
                  <a:pt x="96" y="247"/>
                </a:cubicBezTo>
                <a:cubicBezTo>
                  <a:pt x="119" y="213"/>
                  <a:pt x="149" y="196"/>
                  <a:pt x="187" y="196"/>
                </a:cubicBezTo>
                <a:lnTo>
                  <a:pt x="190" y="196"/>
                </a:lnTo>
                <a:cubicBezTo>
                  <a:pt x="216" y="196"/>
                  <a:pt x="239" y="202"/>
                  <a:pt x="258" y="212"/>
                </a:cubicBezTo>
                <a:cubicBezTo>
                  <a:pt x="272" y="220"/>
                  <a:pt x="285" y="232"/>
                  <a:pt x="299" y="246"/>
                </a:cubicBezTo>
                <a:cubicBezTo>
                  <a:pt x="313" y="261"/>
                  <a:pt x="324" y="277"/>
                  <a:pt x="333" y="294"/>
                </a:cubicBezTo>
                <a:cubicBezTo>
                  <a:pt x="345" y="322"/>
                  <a:pt x="351" y="352"/>
                  <a:pt x="351" y="385"/>
                </a:cubicBezTo>
                <a:lnTo>
                  <a:pt x="351" y="400"/>
                </a:lnTo>
                <a:cubicBezTo>
                  <a:pt x="351" y="413"/>
                  <a:pt x="349" y="425"/>
                  <a:pt x="346" y="436"/>
                </a:cubicBezTo>
                <a:cubicBezTo>
                  <a:pt x="340" y="469"/>
                  <a:pt x="322" y="503"/>
                  <a:pt x="291" y="534"/>
                </a:cubicBezTo>
                <a:cubicBezTo>
                  <a:pt x="261" y="566"/>
                  <a:pt x="224" y="582"/>
                  <a:pt x="178" y="582"/>
                </a:cubicBezTo>
                <a:cubicBezTo>
                  <a:pt x="162" y="582"/>
                  <a:pt x="147" y="579"/>
                  <a:pt x="133" y="575"/>
                </a:cubicBezTo>
                <a:cubicBezTo>
                  <a:pt x="118" y="570"/>
                  <a:pt x="102" y="562"/>
                  <a:pt x="85" y="550"/>
                </a:cubicBezTo>
                <a:cubicBezTo>
                  <a:pt x="68" y="537"/>
                  <a:pt x="54" y="521"/>
                  <a:pt x="42" y="500"/>
                </a:cubicBezTo>
                <a:cubicBezTo>
                  <a:pt x="30" y="479"/>
                  <a:pt x="20" y="451"/>
                  <a:pt x="12" y="417"/>
                </a:cubicBezTo>
                <a:cubicBezTo>
                  <a:pt x="3" y="383"/>
                  <a:pt x="-1" y="343"/>
                  <a:pt x="0" y="298"/>
                </a:cubicBezTo>
                <a:moveTo>
                  <a:pt x="182" y="227"/>
                </a:moveTo>
                <a:cubicBezTo>
                  <a:pt x="165" y="227"/>
                  <a:pt x="150" y="232"/>
                  <a:pt x="138" y="241"/>
                </a:cubicBezTo>
                <a:cubicBezTo>
                  <a:pt x="125" y="251"/>
                  <a:pt x="116" y="263"/>
                  <a:pt x="109" y="279"/>
                </a:cubicBezTo>
                <a:cubicBezTo>
                  <a:pt x="102" y="295"/>
                  <a:pt x="97" y="311"/>
                  <a:pt x="95" y="327"/>
                </a:cubicBezTo>
                <a:cubicBezTo>
                  <a:pt x="92" y="344"/>
                  <a:pt x="90" y="361"/>
                  <a:pt x="89" y="380"/>
                </a:cubicBezTo>
                <a:cubicBezTo>
                  <a:pt x="89" y="426"/>
                  <a:pt x="93" y="460"/>
                  <a:pt x="100" y="481"/>
                </a:cubicBezTo>
                <a:cubicBezTo>
                  <a:pt x="106" y="501"/>
                  <a:pt x="117" y="518"/>
                  <a:pt x="132" y="530"/>
                </a:cubicBezTo>
                <a:cubicBezTo>
                  <a:pt x="145" y="540"/>
                  <a:pt x="160" y="545"/>
                  <a:pt x="176" y="545"/>
                </a:cubicBezTo>
                <a:cubicBezTo>
                  <a:pt x="205" y="545"/>
                  <a:pt x="227" y="535"/>
                  <a:pt x="242" y="513"/>
                </a:cubicBezTo>
                <a:cubicBezTo>
                  <a:pt x="250" y="503"/>
                  <a:pt x="255" y="490"/>
                  <a:pt x="258" y="474"/>
                </a:cubicBezTo>
                <a:cubicBezTo>
                  <a:pt x="260" y="459"/>
                  <a:pt x="262" y="429"/>
                  <a:pt x="262" y="386"/>
                </a:cubicBezTo>
                <a:cubicBezTo>
                  <a:pt x="262" y="340"/>
                  <a:pt x="260" y="310"/>
                  <a:pt x="258" y="295"/>
                </a:cubicBezTo>
                <a:cubicBezTo>
                  <a:pt x="255" y="280"/>
                  <a:pt x="250" y="267"/>
                  <a:pt x="242" y="257"/>
                </a:cubicBezTo>
                <a:cubicBezTo>
                  <a:pt x="227" y="237"/>
                  <a:pt x="207" y="227"/>
                  <a:pt x="182" y="22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9" name=""/>
          <p:cNvSpPr/>
          <p:nvPr/>
        </p:nvSpPr>
        <p:spPr>
          <a:xfrm>
            <a:off x="5488920" y="348948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8"/>
                </a:moveTo>
                <a:cubicBezTo>
                  <a:pt x="80" y="22"/>
                  <a:pt x="123" y="0"/>
                  <a:pt x="178" y="0"/>
                </a:cubicBezTo>
                <a:cubicBezTo>
                  <a:pt x="206" y="0"/>
                  <a:pt x="233" y="7"/>
                  <a:pt x="260" y="21"/>
                </a:cubicBezTo>
                <a:cubicBezTo>
                  <a:pt x="287" y="36"/>
                  <a:pt x="309" y="62"/>
                  <a:pt x="326" y="99"/>
                </a:cubicBezTo>
                <a:cubicBezTo>
                  <a:pt x="346" y="146"/>
                  <a:pt x="357" y="210"/>
                  <a:pt x="357" y="292"/>
                </a:cubicBezTo>
                <a:cubicBezTo>
                  <a:pt x="357" y="379"/>
                  <a:pt x="345" y="446"/>
                  <a:pt x="320" y="493"/>
                </a:cubicBezTo>
                <a:cubicBezTo>
                  <a:pt x="309" y="517"/>
                  <a:pt x="294" y="535"/>
                  <a:pt x="274" y="550"/>
                </a:cubicBezTo>
                <a:cubicBezTo>
                  <a:pt x="254" y="564"/>
                  <a:pt x="237" y="572"/>
                  <a:pt x="223" y="576"/>
                </a:cubicBezTo>
                <a:cubicBezTo>
                  <a:pt x="208" y="579"/>
                  <a:pt x="193" y="581"/>
                  <a:pt x="178" y="582"/>
                </a:cubicBezTo>
                <a:cubicBezTo>
                  <a:pt x="164" y="582"/>
                  <a:pt x="149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8" y="516"/>
                  <a:pt x="37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9" y="58"/>
                </a:moveTo>
                <a:cubicBezTo>
                  <a:pt x="223" y="40"/>
                  <a:pt x="203" y="31"/>
                  <a:pt x="178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2"/>
                  <a:pt x="94" y="93"/>
                  <a:pt x="90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8"/>
                  <a:pt x="90" y="456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3" y="365"/>
                  <a:pt x="274" y="281"/>
                </a:cubicBezTo>
                <a:cubicBezTo>
                  <a:pt x="274" y="199"/>
                  <a:pt x="272" y="145"/>
                  <a:pt x="267" y="119"/>
                </a:cubicBezTo>
                <a:cubicBezTo>
                  <a:pt x="263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0" name=""/>
          <p:cNvSpPr/>
          <p:nvPr/>
        </p:nvSpPr>
        <p:spPr>
          <a:xfrm>
            <a:off x="5652720" y="3655440"/>
            <a:ext cx="37440" cy="36720"/>
          </a:xfrm>
          <a:custGeom>
            <a:avLst/>
            <a:gdLst/>
            <a:ahLst/>
            <a:rect l="0" t="0" r="r" b="b"/>
            <a:pathLst>
              <a:path w="104" h="102">
                <a:moveTo>
                  <a:pt x="0" y="50"/>
                </a:moveTo>
                <a:cubicBezTo>
                  <a:pt x="0" y="37"/>
                  <a:pt x="5" y="25"/>
                  <a:pt x="15" y="15"/>
                </a:cubicBezTo>
                <a:cubicBezTo>
                  <a:pt x="24" y="5"/>
                  <a:pt x="37" y="0"/>
                  <a:pt x="51" y="0"/>
                </a:cubicBezTo>
                <a:cubicBezTo>
                  <a:pt x="66" y="0"/>
                  <a:pt x="77" y="4"/>
                  <a:pt x="88" y="13"/>
                </a:cubicBezTo>
                <a:cubicBezTo>
                  <a:pt x="98" y="22"/>
                  <a:pt x="103" y="34"/>
                  <a:pt x="104" y="50"/>
                </a:cubicBezTo>
                <a:cubicBezTo>
                  <a:pt x="104" y="64"/>
                  <a:pt x="99" y="76"/>
                  <a:pt x="89" y="86"/>
                </a:cubicBezTo>
                <a:cubicBezTo>
                  <a:pt x="80" y="96"/>
                  <a:pt x="68" y="102"/>
                  <a:pt x="52" y="102"/>
                </a:cubicBezTo>
                <a:cubicBezTo>
                  <a:pt x="37" y="102"/>
                  <a:pt x="25" y="96"/>
                  <a:pt x="16" y="87"/>
                </a:cubicBezTo>
                <a:cubicBezTo>
                  <a:pt x="6" y="77"/>
                  <a:pt x="1" y="65"/>
                  <a:pt x="0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1" name=""/>
          <p:cNvSpPr/>
          <p:nvPr/>
        </p:nvSpPr>
        <p:spPr>
          <a:xfrm>
            <a:off x="5725440" y="348948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8"/>
                </a:moveTo>
                <a:cubicBezTo>
                  <a:pt x="80" y="22"/>
                  <a:pt x="123" y="0"/>
                  <a:pt x="178" y="0"/>
                </a:cubicBezTo>
                <a:cubicBezTo>
                  <a:pt x="205" y="0"/>
                  <a:pt x="232" y="7"/>
                  <a:pt x="260" y="21"/>
                </a:cubicBezTo>
                <a:cubicBezTo>
                  <a:pt x="287" y="36"/>
                  <a:pt x="309" y="62"/>
                  <a:pt x="326" y="99"/>
                </a:cubicBezTo>
                <a:cubicBezTo>
                  <a:pt x="346" y="146"/>
                  <a:pt x="357" y="210"/>
                  <a:pt x="357" y="292"/>
                </a:cubicBezTo>
                <a:cubicBezTo>
                  <a:pt x="357" y="379"/>
                  <a:pt x="345" y="446"/>
                  <a:pt x="321" y="493"/>
                </a:cubicBezTo>
                <a:cubicBezTo>
                  <a:pt x="309" y="517"/>
                  <a:pt x="294" y="535"/>
                  <a:pt x="274" y="550"/>
                </a:cubicBezTo>
                <a:cubicBezTo>
                  <a:pt x="254" y="564"/>
                  <a:pt x="236" y="572"/>
                  <a:pt x="222" y="576"/>
                </a:cubicBezTo>
                <a:cubicBezTo>
                  <a:pt x="207" y="579"/>
                  <a:pt x="193" y="581"/>
                  <a:pt x="179" y="582"/>
                </a:cubicBezTo>
                <a:cubicBezTo>
                  <a:pt x="164" y="582"/>
                  <a:pt x="149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8" y="516"/>
                  <a:pt x="37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8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2"/>
                  <a:pt x="94" y="93"/>
                  <a:pt x="90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8"/>
                  <a:pt x="90" y="456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9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4" y="365"/>
                  <a:pt x="274" y="281"/>
                </a:cubicBezTo>
                <a:cubicBezTo>
                  <a:pt x="274" y="199"/>
                  <a:pt x="272" y="145"/>
                  <a:pt x="267" y="119"/>
                </a:cubicBezTo>
                <a:cubicBezTo>
                  <a:pt x="263" y="94"/>
                  <a:pt x="254" y="73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2" name=""/>
          <p:cNvSpPr/>
          <p:nvPr/>
        </p:nvSpPr>
        <p:spPr>
          <a:xfrm>
            <a:off x="5877720" y="348948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2"/>
                  <a:pt x="122" y="0"/>
                  <a:pt x="177" y="0"/>
                </a:cubicBezTo>
                <a:cubicBezTo>
                  <a:pt x="205" y="0"/>
                  <a:pt x="232" y="7"/>
                  <a:pt x="259" y="21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79"/>
                  <a:pt x="344" y="446"/>
                  <a:pt x="320" y="493"/>
                </a:cubicBezTo>
                <a:cubicBezTo>
                  <a:pt x="309" y="517"/>
                  <a:pt x="293" y="535"/>
                  <a:pt x="273" y="550"/>
                </a:cubicBezTo>
                <a:cubicBezTo>
                  <a:pt x="254" y="564"/>
                  <a:pt x="237" y="572"/>
                  <a:pt x="222" y="576"/>
                </a:cubicBezTo>
                <a:cubicBezTo>
                  <a:pt x="207" y="579"/>
                  <a:pt x="193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3"/>
                  <a:pt x="102" y="564"/>
                  <a:pt x="82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2"/>
                  <a:pt x="94" y="93"/>
                  <a:pt x="89" y="119"/>
                </a:cubicBezTo>
                <a:cubicBezTo>
                  <a:pt x="85" y="145"/>
                  <a:pt x="82" y="199"/>
                  <a:pt x="82" y="281"/>
                </a:cubicBezTo>
                <a:cubicBezTo>
                  <a:pt x="82" y="370"/>
                  <a:pt x="85" y="428"/>
                  <a:pt x="89" y="456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5" y="541"/>
                  <a:pt x="155" y="550"/>
                  <a:pt x="178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3" y="365"/>
                  <a:pt x="273" y="281"/>
                </a:cubicBezTo>
                <a:cubicBezTo>
                  <a:pt x="273" y="199"/>
                  <a:pt x="271" y="145"/>
                  <a:pt x="267" y="119"/>
                </a:cubicBezTo>
                <a:cubicBezTo>
                  <a:pt x="262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3" name=""/>
          <p:cNvSpPr/>
          <p:nvPr/>
        </p:nvSpPr>
        <p:spPr>
          <a:xfrm>
            <a:off x="6102360" y="3489480"/>
            <a:ext cx="202680" cy="202680"/>
          </a:xfrm>
          <a:custGeom>
            <a:avLst/>
            <a:gdLst/>
            <a:ahLst/>
            <a:rect l="0" t="0" r="r" b="b"/>
            <a:pathLst>
              <a:path w="563" h="563">
                <a:moveTo>
                  <a:pt x="12" y="265"/>
                </a:moveTo>
                <a:lnTo>
                  <a:pt x="265" y="265"/>
                </a:lnTo>
                <a:lnTo>
                  <a:pt x="265" y="138"/>
                </a:lnTo>
                <a:cubicBezTo>
                  <a:pt x="265" y="54"/>
                  <a:pt x="266" y="11"/>
                  <a:pt x="267" y="9"/>
                </a:cubicBezTo>
                <a:cubicBezTo>
                  <a:pt x="270" y="3"/>
                  <a:pt x="275" y="0"/>
                  <a:pt x="281" y="0"/>
                </a:cubicBezTo>
                <a:cubicBezTo>
                  <a:pt x="289" y="0"/>
                  <a:pt x="294" y="3"/>
                  <a:pt x="296" y="10"/>
                </a:cubicBezTo>
                <a:cubicBezTo>
                  <a:pt x="297" y="16"/>
                  <a:pt x="298" y="33"/>
                  <a:pt x="299" y="59"/>
                </a:cubicBezTo>
                <a:lnTo>
                  <a:pt x="299" y="140"/>
                </a:lnTo>
                <a:lnTo>
                  <a:pt x="299" y="265"/>
                </a:lnTo>
                <a:lnTo>
                  <a:pt x="551" y="265"/>
                </a:lnTo>
                <a:cubicBezTo>
                  <a:pt x="559" y="269"/>
                  <a:pt x="563" y="275"/>
                  <a:pt x="563" y="282"/>
                </a:cubicBezTo>
                <a:cubicBezTo>
                  <a:pt x="563" y="289"/>
                  <a:pt x="559" y="295"/>
                  <a:pt x="551" y="299"/>
                </a:cubicBezTo>
                <a:lnTo>
                  <a:pt x="299" y="299"/>
                </a:lnTo>
                <a:lnTo>
                  <a:pt x="299" y="529"/>
                </a:lnTo>
                <a:lnTo>
                  <a:pt x="551" y="529"/>
                </a:lnTo>
                <a:cubicBezTo>
                  <a:pt x="559" y="534"/>
                  <a:pt x="563" y="539"/>
                  <a:pt x="563" y="546"/>
                </a:cubicBezTo>
                <a:cubicBezTo>
                  <a:pt x="563" y="553"/>
                  <a:pt x="559" y="559"/>
                  <a:pt x="551" y="563"/>
                </a:cubicBezTo>
                <a:lnTo>
                  <a:pt x="12" y="563"/>
                </a:lnTo>
                <a:cubicBezTo>
                  <a:pt x="4" y="559"/>
                  <a:pt x="0" y="553"/>
                  <a:pt x="0" y="546"/>
                </a:cubicBezTo>
                <a:cubicBezTo>
                  <a:pt x="0" y="539"/>
                  <a:pt x="4" y="533"/>
                  <a:pt x="12" y="529"/>
                </a:cubicBezTo>
                <a:lnTo>
                  <a:pt x="265" y="529"/>
                </a:lnTo>
                <a:lnTo>
                  <a:pt x="265" y="299"/>
                </a:lnTo>
                <a:lnTo>
                  <a:pt x="12" y="299"/>
                </a:lnTo>
                <a:cubicBezTo>
                  <a:pt x="4" y="295"/>
                  <a:pt x="0" y="289"/>
                  <a:pt x="0" y="282"/>
                </a:cubicBezTo>
                <a:cubicBezTo>
                  <a:pt x="0" y="274"/>
                  <a:pt x="4" y="269"/>
                  <a:pt x="12" y="2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4" name=""/>
          <p:cNvSpPr/>
          <p:nvPr/>
        </p:nvSpPr>
        <p:spPr>
          <a:xfrm>
            <a:off x="6401160" y="348948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8"/>
                </a:moveTo>
                <a:cubicBezTo>
                  <a:pt x="80" y="22"/>
                  <a:pt x="123" y="0"/>
                  <a:pt x="179" y="0"/>
                </a:cubicBezTo>
                <a:cubicBezTo>
                  <a:pt x="206" y="0"/>
                  <a:pt x="233" y="7"/>
                  <a:pt x="260" y="21"/>
                </a:cubicBezTo>
                <a:cubicBezTo>
                  <a:pt x="287" y="36"/>
                  <a:pt x="309" y="62"/>
                  <a:pt x="326" y="99"/>
                </a:cubicBezTo>
                <a:cubicBezTo>
                  <a:pt x="346" y="146"/>
                  <a:pt x="357" y="210"/>
                  <a:pt x="357" y="292"/>
                </a:cubicBezTo>
                <a:cubicBezTo>
                  <a:pt x="357" y="379"/>
                  <a:pt x="345" y="446"/>
                  <a:pt x="321" y="493"/>
                </a:cubicBezTo>
                <a:cubicBezTo>
                  <a:pt x="309" y="517"/>
                  <a:pt x="294" y="535"/>
                  <a:pt x="274" y="550"/>
                </a:cubicBezTo>
                <a:cubicBezTo>
                  <a:pt x="254" y="564"/>
                  <a:pt x="237" y="572"/>
                  <a:pt x="223" y="576"/>
                </a:cubicBezTo>
                <a:cubicBezTo>
                  <a:pt x="208" y="579"/>
                  <a:pt x="194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8" y="516"/>
                  <a:pt x="37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9" y="58"/>
                </a:moveTo>
                <a:cubicBezTo>
                  <a:pt x="223" y="40"/>
                  <a:pt x="203" y="31"/>
                  <a:pt x="179" y="31"/>
                </a:cubicBezTo>
                <a:cubicBezTo>
                  <a:pt x="156" y="31"/>
                  <a:pt x="135" y="40"/>
                  <a:pt x="118" y="58"/>
                </a:cubicBezTo>
                <a:cubicBezTo>
                  <a:pt x="104" y="72"/>
                  <a:pt x="94" y="93"/>
                  <a:pt x="90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8"/>
                  <a:pt x="90" y="456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4" y="365"/>
                  <a:pt x="274" y="281"/>
                </a:cubicBezTo>
                <a:cubicBezTo>
                  <a:pt x="274" y="199"/>
                  <a:pt x="272" y="145"/>
                  <a:pt x="267" y="119"/>
                </a:cubicBezTo>
                <a:cubicBezTo>
                  <a:pt x="263" y="94"/>
                  <a:pt x="254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5" name=""/>
          <p:cNvSpPr/>
          <p:nvPr/>
        </p:nvSpPr>
        <p:spPr>
          <a:xfrm>
            <a:off x="6564960" y="3655440"/>
            <a:ext cx="37440" cy="36720"/>
          </a:xfrm>
          <a:custGeom>
            <a:avLst/>
            <a:gdLst/>
            <a:ahLst/>
            <a:rect l="0" t="0" r="r" b="b"/>
            <a:pathLst>
              <a:path w="104" h="102">
                <a:moveTo>
                  <a:pt x="0" y="50"/>
                </a:moveTo>
                <a:cubicBezTo>
                  <a:pt x="0" y="37"/>
                  <a:pt x="5" y="25"/>
                  <a:pt x="15" y="15"/>
                </a:cubicBezTo>
                <a:cubicBezTo>
                  <a:pt x="24" y="5"/>
                  <a:pt x="37" y="0"/>
                  <a:pt x="51" y="0"/>
                </a:cubicBezTo>
                <a:cubicBezTo>
                  <a:pt x="65" y="0"/>
                  <a:pt x="78" y="4"/>
                  <a:pt x="88" y="13"/>
                </a:cubicBezTo>
                <a:cubicBezTo>
                  <a:pt x="98" y="22"/>
                  <a:pt x="103" y="34"/>
                  <a:pt x="104" y="50"/>
                </a:cubicBezTo>
                <a:cubicBezTo>
                  <a:pt x="104" y="64"/>
                  <a:pt x="99" y="76"/>
                  <a:pt x="89" y="86"/>
                </a:cubicBezTo>
                <a:cubicBezTo>
                  <a:pt x="80" y="96"/>
                  <a:pt x="67" y="102"/>
                  <a:pt x="52" y="102"/>
                </a:cubicBezTo>
                <a:cubicBezTo>
                  <a:pt x="37" y="102"/>
                  <a:pt x="25" y="96"/>
                  <a:pt x="16" y="87"/>
                </a:cubicBezTo>
                <a:cubicBezTo>
                  <a:pt x="6" y="77"/>
                  <a:pt x="1" y="65"/>
                  <a:pt x="0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6" name=""/>
          <p:cNvSpPr/>
          <p:nvPr/>
        </p:nvSpPr>
        <p:spPr>
          <a:xfrm>
            <a:off x="6651360" y="3489480"/>
            <a:ext cx="104760" cy="202680"/>
          </a:xfrm>
          <a:custGeom>
            <a:avLst/>
            <a:gdLst/>
            <a:ahLst/>
            <a:rect l="0" t="0" r="r" b="b"/>
            <a:pathLst>
              <a:path w="291" h="563">
                <a:moveTo>
                  <a:pt x="109" y="74"/>
                </a:moveTo>
                <a:lnTo>
                  <a:pt x="98" y="78"/>
                </a:lnTo>
                <a:cubicBezTo>
                  <a:pt x="90" y="81"/>
                  <a:pt x="79" y="84"/>
                  <a:pt x="65" y="87"/>
                </a:cubicBezTo>
                <a:cubicBezTo>
                  <a:pt x="50" y="89"/>
                  <a:pt x="34" y="91"/>
                  <a:pt x="16" y="92"/>
                </a:cubicBezTo>
                <a:lnTo>
                  <a:pt x="0" y="92"/>
                </a:lnTo>
                <a:lnTo>
                  <a:pt x="0" y="54"/>
                </a:lnTo>
                <a:lnTo>
                  <a:pt x="16" y="54"/>
                </a:lnTo>
                <a:cubicBezTo>
                  <a:pt x="42" y="52"/>
                  <a:pt x="67" y="48"/>
                  <a:pt x="89" y="41"/>
                </a:cubicBezTo>
                <a:cubicBezTo>
                  <a:pt x="112" y="34"/>
                  <a:pt x="127" y="27"/>
                  <a:pt x="136" y="21"/>
                </a:cubicBezTo>
                <a:cubicBezTo>
                  <a:pt x="145" y="14"/>
                  <a:pt x="153" y="8"/>
                  <a:pt x="160" y="2"/>
                </a:cubicBezTo>
                <a:cubicBezTo>
                  <a:pt x="161" y="0"/>
                  <a:pt x="164" y="0"/>
                  <a:pt x="170" y="0"/>
                </a:cubicBezTo>
                <a:cubicBezTo>
                  <a:pt x="175" y="0"/>
                  <a:pt x="180" y="1"/>
                  <a:pt x="184" y="5"/>
                </a:cubicBezTo>
                <a:lnTo>
                  <a:pt x="184" y="258"/>
                </a:lnTo>
                <a:lnTo>
                  <a:pt x="185" y="512"/>
                </a:lnTo>
                <a:cubicBezTo>
                  <a:pt x="189" y="515"/>
                  <a:pt x="193" y="518"/>
                  <a:pt x="195" y="519"/>
                </a:cubicBezTo>
                <a:cubicBezTo>
                  <a:pt x="198" y="520"/>
                  <a:pt x="205" y="521"/>
                  <a:pt x="216" y="522"/>
                </a:cubicBezTo>
                <a:cubicBezTo>
                  <a:pt x="226" y="524"/>
                  <a:pt x="245" y="524"/>
                  <a:pt x="269" y="524"/>
                </a:cubicBezTo>
                <a:lnTo>
                  <a:pt x="291" y="524"/>
                </a:lnTo>
                <a:lnTo>
                  <a:pt x="291" y="563"/>
                </a:lnTo>
                <a:lnTo>
                  <a:pt x="282" y="563"/>
                </a:lnTo>
                <a:cubicBezTo>
                  <a:pt x="270" y="561"/>
                  <a:pt x="224" y="560"/>
                  <a:pt x="146" y="560"/>
                </a:cubicBezTo>
                <a:cubicBezTo>
                  <a:pt x="70" y="560"/>
                  <a:pt x="26" y="561"/>
                  <a:pt x="14" y="563"/>
                </a:cubicBezTo>
                <a:lnTo>
                  <a:pt x="4" y="563"/>
                </a:lnTo>
                <a:lnTo>
                  <a:pt x="4" y="524"/>
                </a:lnTo>
                <a:lnTo>
                  <a:pt x="26" y="524"/>
                </a:lnTo>
                <a:cubicBezTo>
                  <a:pt x="38" y="524"/>
                  <a:pt x="49" y="524"/>
                  <a:pt x="58" y="524"/>
                </a:cubicBezTo>
                <a:cubicBezTo>
                  <a:pt x="67" y="524"/>
                  <a:pt x="74" y="524"/>
                  <a:pt x="79" y="523"/>
                </a:cubicBezTo>
                <a:cubicBezTo>
                  <a:pt x="84" y="523"/>
                  <a:pt x="88" y="522"/>
                  <a:pt x="92" y="521"/>
                </a:cubicBezTo>
                <a:cubicBezTo>
                  <a:pt x="96" y="520"/>
                  <a:pt x="99" y="519"/>
                  <a:pt x="99" y="519"/>
                </a:cubicBezTo>
                <a:cubicBezTo>
                  <a:pt x="100" y="519"/>
                  <a:pt x="101" y="518"/>
                  <a:pt x="104" y="515"/>
                </a:cubicBezTo>
                <a:cubicBezTo>
                  <a:pt x="107" y="512"/>
                  <a:pt x="109" y="511"/>
                  <a:pt x="109" y="512"/>
                </a:cubicBezTo>
                <a:lnTo>
                  <a:pt x="109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7" name=""/>
          <p:cNvSpPr/>
          <p:nvPr/>
        </p:nvSpPr>
        <p:spPr>
          <a:xfrm>
            <a:off x="6786360" y="3485880"/>
            <a:ext cx="135000" cy="206280"/>
          </a:xfrm>
          <a:custGeom>
            <a:avLst/>
            <a:gdLst/>
            <a:ahLst/>
            <a:rect l="0" t="0" r="r" b="b"/>
            <a:pathLst>
              <a:path w="375" h="573">
                <a:moveTo>
                  <a:pt x="368" y="573"/>
                </a:moveTo>
                <a:cubicBezTo>
                  <a:pt x="358" y="571"/>
                  <a:pt x="321" y="570"/>
                  <a:pt x="259" y="570"/>
                </a:cubicBezTo>
                <a:cubicBezTo>
                  <a:pt x="194" y="570"/>
                  <a:pt x="156" y="571"/>
                  <a:pt x="146" y="573"/>
                </a:cubicBezTo>
                <a:lnTo>
                  <a:pt x="138" y="573"/>
                </a:lnTo>
                <a:lnTo>
                  <a:pt x="138" y="534"/>
                </a:lnTo>
                <a:lnTo>
                  <a:pt x="164" y="534"/>
                </a:lnTo>
                <a:cubicBezTo>
                  <a:pt x="176" y="534"/>
                  <a:pt x="183" y="534"/>
                  <a:pt x="187" y="534"/>
                </a:cubicBezTo>
                <a:cubicBezTo>
                  <a:pt x="191" y="534"/>
                  <a:pt x="196" y="534"/>
                  <a:pt x="202" y="532"/>
                </a:cubicBezTo>
                <a:cubicBezTo>
                  <a:pt x="207" y="531"/>
                  <a:pt x="211" y="530"/>
                  <a:pt x="213" y="528"/>
                </a:cubicBezTo>
                <a:cubicBezTo>
                  <a:pt x="216" y="527"/>
                  <a:pt x="218" y="524"/>
                  <a:pt x="219" y="522"/>
                </a:cubicBezTo>
                <a:cubicBezTo>
                  <a:pt x="220" y="520"/>
                  <a:pt x="220" y="505"/>
                  <a:pt x="220" y="476"/>
                </a:cubicBezTo>
                <a:lnTo>
                  <a:pt x="220" y="434"/>
                </a:lnTo>
                <a:lnTo>
                  <a:pt x="0" y="434"/>
                </a:lnTo>
                <a:lnTo>
                  <a:pt x="0" y="395"/>
                </a:lnTo>
                <a:lnTo>
                  <a:pt x="129" y="199"/>
                </a:lnTo>
                <a:cubicBezTo>
                  <a:pt x="215" y="68"/>
                  <a:pt x="259" y="3"/>
                  <a:pt x="260" y="2"/>
                </a:cubicBezTo>
                <a:cubicBezTo>
                  <a:pt x="261" y="1"/>
                  <a:pt x="267" y="0"/>
                  <a:pt x="278" y="0"/>
                </a:cubicBezTo>
                <a:lnTo>
                  <a:pt x="293" y="0"/>
                </a:lnTo>
                <a:lnTo>
                  <a:pt x="298" y="5"/>
                </a:lnTo>
                <a:lnTo>
                  <a:pt x="298" y="395"/>
                </a:lnTo>
                <a:lnTo>
                  <a:pt x="375" y="395"/>
                </a:lnTo>
                <a:lnTo>
                  <a:pt x="375" y="434"/>
                </a:lnTo>
                <a:lnTo>
                  <a:pt x="298" y="434"/>
                </a:lnTo>
                <a:lnTo>
                  <a:pt x="298" y="477"/>
                </a:lnTo>
                <a:cubicBezTo>
                  <a:pt x="298" y="500"/>
                  <a:pt x="298" y="513"/>
                  <a:pt x="298" y="517"/>
                </a:cubicBezTo>
                <a:cubicBezTo>
                  <a:pt x="298" y="521"/>
                  <a:pt x="299" y="525"/>
                  <a:pt x="303" y="527"/>
                </a:cubicBezTo>
                <a:cubicBezTo>
                  <a:pt x="307" y="531"/>
                  <a:pt x="323" y="534"/>
                  <a:pt x="351" y="534"/>
                </a:cubicBezTo>
                <a:lnTo>
                  <a:pt x="375" y="534"/>
                </a:lnTo>
                <a:lnTo>
                  <a:pt x="375" y="573"/>
                </a:lnTo>
                <a:lnTo>
                  <a:pt x="368" y="573"/>
                </a:lnTo>
                <a:moveTo>
                  <a:pt x="225" y="395"/>
                </a:moveTo>
                <a:lnTo>
                  <a:pt x="225" y="112"/>
                </a:lnTo>
                <a:lnTo>
                  <a:pt x="40" y="394"/>
                </a:lnTo>
                <a:lnTo>
                  <a:pt x="132" y="395"/>
                </a:lnTo>
                <a:lnTo>
                  <a:pt x="225" y="39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733320" y="3448080"/>
            <a:ext cx="1689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S6 (Skew only)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7939080" y="3408480"/>
            <a:ext cx="217980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Only nABCD detects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0" name=""/>
          <p:cNvSpPr/>
          <p:nvPr/>
        </p:nvSpPr>
        <p:spPr>
          <a:xfrm>
            <a:off x="857160" y="4667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571320" y="4034160"/>
            <a:ext cx="13647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Key Finding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2" name=""/>
          <p:cNvSpPr/>
          <p:nvPr/>
        </p:nvSpPr>
        <p:spPr>
          <a:xfrm>
            <a:off x="857160" y="5010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7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7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1085760" y="4581360"/>
            <a:ext cx="60948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Location shift: SMD and nABCD provide equivalent information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1085760" y="4890960"/>
            <a:ext cx="18226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Scale and skewness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5" name=""/>
          <p:cNvSpPr/>
          <p:nvPr/>
        </p:nvSpPr>
        <p:spPr>
          <a:xfrm>
            <a:off x="857160" y="5352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3110760" y="4924440"/>
            <a:ext cx="43092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SMD remains at zero --- only nABCD detects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7" name=""/>
          <p:cNvSpPr/>
          <p:nvPr/>
        </p:nvSpPr>
        <p:spPr>
          <a:xfrm>
            <a:off x="7472520" y="539172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4"/>
                </a:moveTo>
                <a:cubicBezTo>
                  <a:pt x="0" y="8"/>
                  <a:pt x="3" y="3"/>
                  <a:pt x="10" y="0"/>
                </a:cubicBezTo>
                <a:lnTo>
                  <a:pt x="466" y="0"/>
                </a:lnTo>
                <a:cubicBezTo>
                  <a:pt x="473" y="4"/>
                  <a:pt x="477" y="8"/>
                  <a:pt x="477" y="14"/>
                </a:cubicBezTo>
                <a:cubicBezTo>
                  <a:pt x="477" y="19"/>
                  <a:pt x="474" y="24"/>
                  <a:pt x="467" y="28"/>
                </a:cubicBezTo>
                <a:lnTo>
                  <a:pt x="239" y="29"/>
                </a:lnTo>
                <a:lnTo>
                  <a:pt x="11" y="29"/>
                </a:lnTo>
                <a:cubicBezTo>
                  <a:pt x="4" y="26"/>
                  <a:pt x="0" y="21"/>
                  <a:pt x="0" y="14"/>
                </a:cubicBezTo>
                <a:moveTo>
                  <a:pt x="0" y="154"/>
                </a:moveTo>
                <a:cubicBezTo>
                  <a:pt x="0" y="147"/>
                  <a:pt x="4" y="142"/>
                  <a:pt x="11" y="140"/>
                </a:cubicBezTo>
                <a:lnTo>
                  <a:pt x="467" y="140"/>
                </a:lnTo>
                <a:cubicBezTo>
                  <a:pt x="474" y="144"/>
                  <a:pt x="477" y="149"/>
                  <a:pt x="477" y="154"/>
                </a:cubicBezTo>
                <a:cubicBezTo>
                  <a:pt x="477" y="160"/>
                  <a:pt x="473" y="165"/>
                  <a:pt x="466" y="168"/>
                </a:cubicBezTo>
                <a:lnTo>
                  <a:pt x="10" y="168"/>
                </a:lnTo>
                <a:cubicBezTo>
                  <a:pt x="3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8" name=""/>
          <p:cNvSpPr/>
          <p:nvPr/>
        </p:nvSpPr>
        <p:spPr>
          <a:xfrm>
            <a:off x="7739640" y="531468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8" y="20"/>
                  <a:pt x="104" y="0"/>
                  <a:pt x="150" y="0"/>
                </a:cubicBezTo>
                <a:cubicBezTo>
                  <a:pt x="173" y="0"/>
                  <a:pt x="196" y="6"/>
                  <a:pt x="219" y="19"/>
                </a:cubicBezTo>
                <a:cubicBezTo>
                  <a:pt x="242" y="31"/>
                  <a:pt x="261" y="53"/>
                  <a:pt x="276" y="85"/>
                </a:cubicBezTo>
                <a:cubicBezTo>
                  <a:pt x="293" y="124"/>
                  <a:pt x="302" y="178"/>
                  <a:pt x="302" y="249"/>
                </a:cubicBezTo>
                <a:cubicBezTo>
                  <a:pt x="302" y="322"/>
                  <a:pt x="292" y="379"/>
                  <a:pt x="271" y="418"/>
                </a:cubicBezTo>
                <a:cubicBezTo>
                  <a:pt x="262" y="438"/>
                  <a:pt x="248" y="454"/>
                  <a:pt x="231" y="466"/>
                </a:cubicBezTo>
                <a:cubicBezTo>
                  <a:pt x="214" y="478"/>
                  <a:pt x="200" y="485"/>
                  <a:pt x="187" y="488"/>
                </a:cubicBezTo>
                <a:cubicBezTo>
                  <a:pt x="175" y="491"/>
                  <a:pt x="163" y="492"/>
                  <a:pt x="151" y="493"/>
                </a:cubicBezTo>
                <a:cubicBezTo>
                  <a:pt x="139" y="493"/>
                  <a:pt x="126" y="491"/>
                  <a:pt x="114" y="489"/>
                </a:cubicBezTo>
                <a:cubicBezTo>
                  <a:pt x="101" y="486"/>
                  <a:pt x="87" y="478"/>
                  <a:pt x="70" y="466"/>
                </a:cubicBezTo>
                <a:cubicBezTo>
                  <a:pt x="54" y="453"/>
                  <a:pt x="41" y="437"/>
                  <a:pt x="31" y="418"/>
                </a:cubicBezTo>
                <a:cubicBezTo>
                  <a:pt x="11" y="379"/>
                  <a:pt x="0" y="322"/>
                  <a:pt x="0" y="249"/>
                </a:cubicBezTo>
                <a:cubicBezTo>
                  <a:pt x="0" y="165"/>
                  <a:pt x="14" y="101"/>
                  <a:pt x="41" y="58"/>
                </a:cubicBezTo>
                <a:moveTo>
                  <a:pt x="202" y="50"/>
                </a:moveTo>
                <a:cubicBezTo>
                  <a:pt x="187" y="34"/>
                  <a:pt x="171" y="27"/>
                  <a:pt x="151" y="27"/>
                </a:cubicBezTo>
                <a:cubicBezTo>
                  <a:pt x="131" y="27"/>
                  <a:pt x="114" y="34"/>
                  <a:pt x="100" y="50"/>
                </a:cubicBezTo>
                <a:cubicBezTo>
                  <a:pt x="88" y="62"/>
                  <a:pt x="80" y="79"/>
                  <a:pt x="76" y="101"/>
                </a:cubicBezTo>
                <a:cubicBezTo>
                  <a:pt x="72" y="123"/>
                  <a:pt x="70" y="169"/>
                  <a:pt x="70" y="239"/>
                </a:cubicBezTo>
                <a:cubicBezTo>
                  <a:pt x="70" y="314"/>
                  <a:pt x="72" y="364"/>
                  <a:pt x="76" y="388"/>
                </a:cubicBezTo>
                <a:cubicBezTo>
                  <a:pt x="80" y="412"/>
                  <a:pt x="88" y="431"/>
                  <a:pt x="102" y="444"/>
                </a:cubicBezTo>
                <a:cubicBezTo>
                  <a:pt x="115" y="459"/>
                  <a:pt x="132" y="466"/>
                  <a:pt x="151" y="466"/>
                </a:cubicBezTo>
                <a:cubicBezTo>
                  <a:pt x="170" y="466"/>
                  <a:pt x="186" y="459"/>
                  <a:pt x="200" y="444"/>
                </a:cubicBezTo>
                <a:cubicBezTo>
                  <a:pt x="213" y="430"/>
                  <a:pt x="222" y="410"/>
                  <a:pt x="225" y="384"/>
                </a:cubicBezTo>
                <a:cubicBezTo>
                  <a:pt x="229" y="359"/>
                  <a:pt x="231" y="310"/>
                  <a:pt x="231" y="239"/>
                </a:cubicBezTo>
                <a:cubicBezTo>
                  <a:pt x="231" y="169"/>
                  <a:pt x="229" y="124"/>
                  <a:pt x="225" y="102"/>
                </a:cubicBezTo>
                <a:cubicBezTo>
                  <a:pt x="222" y="80"/>
                  <a:pt x="214" y="62"/>
                  <a:pt x="202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9" name=""/>
          <p:cNvSpPr/>
          <p:nvPr/>
        </p:nvSpPr>
        <p:spPr>
          <a:xfrm>
            <a:off x="7878240" y="5455080"/>
            <a:ext cx="31680" cy="31320"/>
          </a:xfrm>
          <a:custGeom>
            <a:avLst/>
            <a:gdLst/>
            <a:ahLst/>
            <a:rect l="0" t="0" r="r" b="b"/>
            <a:pathLst>
              <a:path w="88" h="87">
                <a:moveTo>
                  <a:pt x="0" y="44"/>
                </a:moveTo>
                <a:cubicBezTo>
                  <a:pt x="0" y="33"/>
                  <a:pt x="5" y="23"/>
                  <a:pt x="14" y="13"/>
                </a:cubicBezTo>
                <a:cubicBezTo>
                  <a:pt x="22" y="5"/>
                  <a:pt x="32" y="0"/>
                  <a:pt x="44" y="0"/>
                </a:cubicBezTo>
                <a:cubicBezTo>
                  <a:pt x="56" y="0"/>
                  <a:pt x="66" y="4"/>
                  <a:pt x="74" y="12"/>
                </a:cubicBezTo>
                <a:cubicBezTo>
                  <a:pt x="83" y="19"/>
                  <a:pt x="87" y="31"/>
                  <a:pt x="88" y="44"/>
                </a:cubicBezTo>
                <a:cubicBezTo>
                  <a:pt x="88" y="56"/>
                  <a:pt x="84" y="66"/>
                  <a:pt x="76" y="74"/>
                </a:cubicBezTo>
                <a:cubicBezTo>
                  <a:pt x="68" y="83"/>
                  <a:pt x="57" y="87"/>
                  <a:pt x="45" y="87"/>
                </a:cubicBezTo>
                <a:cubicBezTo>
                  <a:pt x="33" y="87"/>
                  <a:pt x="22" y="83"/>
                  <a:pt x="14" y="75"/>
                </a:cubicBezTo>
                <a:cubicBezTo>
                  <a:pt x="6" y="67"/>
                  <a:pt x="1" y="57"/>
                  <a:pt x="0" y="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0" name=""/>
          <p:cNvSpPr/>
          <p:nvPr/>
        </p:nvSpPr>
        <p:spPr>
          <a:xfrm>
            <a:off x="7940520" y="5314680"/>
            <a:ext cx="106920" cy="177480"/>
          </a:xfrm>
          <a:custGeom>
            <a:avLst/>
            <a:gdLst/>
            <a:ahLst/>
            <a:rect l="0" t="0" r="r" b="b"/>
            <a:pathLst>
              <a:path w="297" h="493">
                <a:moveTo>
                  <a:pt x="0" y="254"/>
                </a:moveTo>
                <a:cubicBezTo>
                  <a:pt x="0" y="175"/>
                  <a:pt x="20" y="113"/>
                  <a:pt x="58" y="68"/>
                </a:cubicBezTo>
                <a:cubicBezTo>
                  <a:pt x="97" y="23"/>
                  <a:pt x="140" y="0"/>
                  <a:pt x="187" y="0"/>
                </a:cubicBezTo>
                <a:cubicBezTo>
                  <a:pt x="221" y="0"/>
                  <a:pt x="244" y="9"/>
                  <a:pt x="259" y="26"/>
                </a:cubicBezTo>
                <a:cubicBezTo>
                  <a:pt x="273" y="43"/>
                  <a:pt x="280" y="62"/>
                  <a:pt x="280" y="83"/>
                </a:cubicBezTo>
                <a:cubicBezTo>
                  <a:pt x="280" y="95"/>
                  <a:pt x="277" y="105"/>
                  <a:pt x="270" y="112"/>
                </a:cubicBezTo>
                <a:cubicBezTo>
                  <a:pt x="263" y="119"/>
                  <a:pt x="254" y="122"/>
                  <a:pt x="242" y="122"/>
                </a:cubicBezTo>
                <a:cubicBezTo>
                  <a:pt x="231" y="122"/>
                  <a:pt x="222" y="119"/>
                  <a:pt x="214" y="112"/>
                </a:cubicBezTo>
                <a:cubicBezTo>
                  <a:pt x="207" y="106"/>
                  <a:pt x="203" y="96"/>
                  <a:pt x="203" y="85"/>
                </a:cubicBezTo>
                <a:cubicBezTo>
                  <a:pt x="203" y="64"/>
                  <a:pt x="215" y="51"/>
                  <a:pt x="238" y="47"/>
                </a:cubicBezTo>
                <a:cubicBezTo>
                  <a:pt x="227" y="36"/>
                  <a:pt x="212" y="30"/>
                  <a:pt x="193" y="29"/>
                </a:cubicBezTo>
                <a:cubicBezTo>
                  <a:pt x="159" y="29"/>
                  <a:pt x="131" y="43"/>
                  <a:pt x="109" y="72"/>
                </a:cubicBezTo>
                <a:cubicBezTo>
                  <a:pt x="87" y="103"/>
                  <a:pt x="75" y="151"/>
                  <a:pt x="75" y="217"/>
                </a:cubicBezTo>
                <a:lnTo>
                  <a:pt x="76" y="220"/>
                </a:lnTo>
                <a:cubicBezTo>
                  <a:pt x="79" y="217"/>
                  <a:pt x="80" y="214"/>
                  <a:pt x="82" y="210"/>
                </a:cubicBezTo>
                <a:cubicBezTo>
                  <a:pt x="101" y="181"/>
                  <a:pt x="127" y="167"/>
                  <a:pt x="158" y="167"/>
                </a:cubicBezTo>
                <a:lnTo>
                  <a:pt x="161" y="167"/>
                </a:lnTo>
                <a:cubicBezTo>
                  <a:pt x="183" y="167"/>
                  <a:pt x="202" y="171"/>
                  <a:pt x="220" y="180"/>
                </a:cubicBezTo>
                <a:cubicBezTo>
                  <a:pt x="231" y="187"/>
                  <a:pt x="243" y="197"/>
                  <a:pt x="254" y="209"/>
                </a:cubicBezTo>
                <a:cubicBezTo>
                  <a:pt x="266" y="222"/>
                  <a:pt x="275" y="236"/>
                  <a:pt x="282" y="251"/>
                </a:cubicBezTo>
                <a:cubicBezTo>
                  <a:pt x="292" y="274"/>
                  <a:pt x="297" y="299"/>
                  <a:pt x="297" y="327"/>
                </a:cubicBezTo>
                <a:lnTo>
                  <a:pt x="297" y="340"/>
                </a:lnTo>
                <a:cubicBezTo>
                  <a:pt x="297" y="351"/>
                  <a:pt x="296" y="361"/>
                  <a:pt x="294" y="371"/>
                </a:cubicBezTo>
                <a:cubicBezTo>
                  <a:pt x="288" y="399"/>
                  <a:pt x="273" y="426"/>
                  <a:pt x="248" y="453"/>
                </a:cubicBezTo>
                <a:cubicBezTo>
                  <a:pt x="223" y="480"/>
                  <a:pt x="190" y="493"/>
                  <a:pt x="151" y="493"/>
                </a:cubicBezTo>
                <a:cubicBezTo>
                  <a:pt x="138" y="493"/>
                  <a:pt x="125" y="491"/>
                  <a:pt x="113" y="487"/>
                </a:cubicBezTo>
                <a:cubicBezTo>
                  <a:pt x="100" y="483"/>
                  <a:pt x="87" y="476"/>
                  <a:pt x="73" y="466"/>
                </a:cubicBezTo>
                <a:cubicBezTo>
                  <a:pt x="58" y="455"/>
                  <a:pt x="46" y="441"/>
                  <a:pt x="36" y="424"/>
                </a:cubicBezTo>
                <a:cubicBezTo>
                  <a:pt x="26" y="406"/>
                  <a:pt x="18" y="383"/>
                  <a:pt x="10" y="354"/>
                </a:cubicBezTo>
                <a:cubicBezTo>
                  <a:pt x="3" y="326"/>
                  <a:pt x="0" y="292"/>
                  <a:pt x="0" y="254"/>
                </a:cubicBezTo>
                <a:moveTo>
                  <a:pt x="154" y="192"/>
                </a:moveTo>
                <a:cubicBezTo>
                  <a:pt x="140" y="192"/>
                  <a:pt x="127" y="197"/>
                  <a:pt x="117" y="205"/>
                </a:cubicBezTo>
                <a:cubicBezTo>
                  <a:pt x="106" y="214"/>
                  <a:pt x="98" y="224"/>
                  <a:pt x="93" y="238"/>
                </a:cubicBezTo>
                <a:cubicBezTo>
                  <a:pt x="87" y="251"/>
                  <a:pt x="83" y="265"/>
                  <a:pt x="80" y="279"/>
                </a:cubicBezTo>
                <a:cubicBezTo>
                  <a:pt x="78" y="292"/>
                  <a:pt x="77" y="307"/>
                  <a:pt x="76" y="323"/>
                </a:cubicBezTo>
                <a:cubicBezTo>
                  <a:pt x="76" y="362"/>
                  <a:pt x="79" y="391"/>
                  <a:pt x="85" y="408"/>
                </a:cubicBezTo>
                <a:cubicBezTo>
                  <a:pt x="90" y="425"/>
                  <a:pt x="99" y="439"/>
                  <a:pt x="112" y="449"/>
                </a:cubicBezTo>
                <a:cubicBezTo>
                  <a:pt x="123" y="458"/>
                  <a:pt x="136" y="462"/>
                  <a:pt x="150" y="462"/>
                </a:cubicBezTo>
                <a:cubicBezTo>
                  <a:pt x="174" y="462"/>
                  <a:pt x="193" y="453"/>
                  <a:pt x="205" y="435"/>
                </a:cubicBezTo>
                <a:cubicBezTo>
                  <a:pt x="212" y="426"/>
                  <a:pt x="217" y="416"/>
                  <a:pt x="219" y="403"/>
                </a:cubicBezTo>
                <a:cubicBezTo>
                  <a:pt x="222" y="390"/>
                  <a:pt x="223" y="365"/>
                  <a:pt x="223" y="328"/>
                </a:cubicBezTo>
                <a:cubicBezTo>
                  <a:pt x="223" y="290"/>
                  <a:pt x="222" y="264"/>
                  <a:pt x="219" y="251"/>
                </a:cubicBezTo>
                <a:cubicBezTo>
                  <a:pt x="217" y="239"/>
                  <a:pt x="212" y="228"/>
                  <a:pt x="205" y="219"/>
                </a:cubicBezTo>
                <a:cubicBezTo>
                  <a:pt x="193" y="201"/>
                  <a:pt x="175" y="192"/>
                  <a:pt x="154" y="19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1" name=""/>
          <p:cNvSpPr/>
          <p:nvPr/>
        </p:nvSpPr>
        <p:spPr>
          <a:xfrm>
            <a:off x="8071200" y="5314680"/>
            <a:ext cx="103320" cy="171720"/>
          </a:xfrm>
          <a:custGeom>
            <a:avLst/>
            <a:gdLst/>
            <a:ahLst/>
            <a:rect l="0" t="0" r="r" b="b"/>
            <a:pathLst>
              <a:path w="287" h="477">
                <a:moveTo>
                  <a:pt x="43" y="170"/>
                </a:moveTo>
                <a:cubicBezTo>
                  <a:pt x="30" y="170"/>
                  <a:pt x="19" y="165"/>
                  <a:pt x="12" y="157"/>
                </a:cubicBezTo>
                <a:cubicBezTo>
                  <a:pt x="4" y="148"/>
                  <a:pt x="0" y="138"/>
                  <a:pt x="0" y="125"/>
                </a:cubicBezTo>
                <a:cubicBezTo>
                  <a:pt x="0" y="91"/>
                  <a:pt x="13" y="62"/>
                  <a:pt x="38" y="37"/>
                </a:cubicBezTo>
                <a:cubicBezTo>
                  <a:pt x="64" y="13"/>
                  <a:pt x="95" y="0"/>
                  <a:pt x="133" y="0"/>
                </a:cubicBezTo>
                <a:cubicBezTo>
                  <a:pt x="176" y="0"/>
                  <a:pt x="212" y="14"/>
                  <a:pt x="242" y="40"/>
                </a:cubicBezTo>
                <a:cubicBezTo>
                  <a:pt x="271" y="67"/>
                  <a:pt x="286" y="101"/>
                  <a:pt x="287" y="144"/>
                </a:cubicBezTo>
                <a:cubicBezTo>
                  <a:pt x="287" y="164"/>
                  <a:pt x="282" y="184"/>
                  <a:pt x="272" y="203"/>
                </a:cubicBezTo>
                <a:cubicBezTo>
                  <a:pt x="263" y="222"/>
                  <a:pt x="251" y="238"/>
                  <a:pt x="237" y="252"/>
                </a:cubicBezTo>
                <a:cubicBezTo>
                  <a:pt x="224" y="266"/>
                  <a:pt x="205" y="284"/>
                  <a:pt x="180" y="305"/>
                </a:cubicBezTo>
                <a:cubicBezTo>
                  <a:pt x="163" y="320"/>
                  <a:pt x="139" y="342"/>
                  <a:pt x="108" y="371"/>
                </a:cubicBezTo>
                <a:lnTo>
                  <a:pt x="66" y="411"/>
                </a:lnTo>
                <a:lnTo>
                  <a:pt x="120" y="411"/>
                </a:lnTo>
                <a:cubicBezTo>
                  <a:pt x="195" y="411"/>
                  <a:pt x="235" y="410"/>
                  <a:pt x="241" y="408"/>
                </a:cubicBezTo>
                <a:cubicBezTo>
                  <a:pt x="244" y="407"/>
                  <a:pt x="250" y="386"/>
                  <a:pt x="258" y="344"/>
                </a:cubicBezTo>
                <a:lnTo>
                  <a:pt x="258" y="342"/>
                </a:lnTo>
                <a:lnTo>
                  <a:pt x="287" y="342"/>
                </a:lnTo>
                <a:lnTo>
                  <a:pt x="287" y="344"/>
                </a:lnTo>
                <a:cubicBezTo>
                  <a:pt x="286" y="346"/>
                  <a:pt x="283" y="367"/>
                  <a:pt x="277" y="409"/>
                </a:cubicBezTo>
                <a:cubicBezTo>
                  <a:pt x="272" y="451"/>
                  <a:pt x="268" y="473"/>
                  <a:pt x="267" y="475"/>
                </a:cubicBezTo>
                <a:lnTo>
                  <a:pt x="267" y="477"/>
                </a:lnTo>
                <a:lnTo>
                  <a:pt x="0" y="477"/>
                </a:lnTo>
                <a:lnTo>
                  <a:pt x="0" y="464"/>
                </a:lnTo>
                <a:lnTo>
                  <a:pt x="0" y="455"/>
                </a:lnTo>
                <a:cubicBezTo>
                  <a:pt x="0" y="452"/>
                  <a:pt x="2" y="448"/>
                  <a:pt x="5" y="444"/>
                </a:cubicBezTo>
                <a:cubicBezTo>
                  <a:pt x="8" y="441"/>
                  <a:pt x="15" y="432"/>
                  <a:pt x="26" y="419"/>
                </a:cubicBezTo>
                <a:cubicBezTo>
                  <a:pt x="40" y="404"/>
                  <a:pt x="52" y="391"/>
                  <a:pt x="62" y="379"/>
                </a:cubicBezTo>
                <a:cubicBezTo>
                  <a:pt x="66" y="375"/>
                  <a:pt x="74" y="366"/>
                  <a:pt x="86" y="353"/>
                </a:cubicBezTo>
                <a:cubicBezTo>
                  <a:pt x="98" y="340"/>
                  <a:pt x="106" y="331"/>
                  <a:pt x="110" y="326"/>
                </a:cubicBezTo>
                <a:cubicBezTo>
                  <a:pt x="115" y="322"/>
                  <a:pt x="122" y="314"/>
                  <a:pt x="131" y="303"/>
                </a:cubicBezTo>
                <a:cubicBezTo>
                  <a:pt x="141" y="292"/>
                  <a:pt x="147" y="284"/>
                  <a:pt x="151" y="279"/>
                </a:cubicBezTo>
                <a:cubicBezTo>
                  <a:pt x="155" y="273"/>
                  <a:pt x="160" y="266"/>
                  <a:pt x="168" y="257"/>
                </a:cubicBezTo>
                <a:cubicBezTo>
                  <a:pt x="175" y="248"/>
                  <a:pt x="180" y="240"/>
                  <a:pt x="183" y="234"/>
                </a:cubicBezTo>
                <a:cubicBezTo>
                  <a:pt x="185" y="228"/>
                  <a:pt x="189" y="221"/>
                  <a:pt x="193" y="213"/>
                </a:cubicBezTo>
                <a:cubicBezTo>
                  <a:pt x="198" y="206"/>
                  <a:pt x="201" y="197"/>
                  <a:pt x="203" y="190"/>
                </a:cubicBezTo>
                <a:cubicBezTo>
                  <a:pt x="205" y="182"/>
                  <a:pt x="206" y="175"/>
                  <a:pt x="208" y="168"/>
                </a:cubicBezTo>
                <a:cubicBezTo>
                  <a:pt x="209" y="162"/>
                  <a:pt x="210" y="154"/>
                  <a:pt x="210" y="145"/>
                </a:cubicBezTo>
                <a:cubicBezTo>
                  <a:pt x="210" y="115"/>
                  <a:pt x="202" y="89"/>
                  <a:pt x="185" y="67"/>
                </a:cubicBezTo>
                <a:cubicBezTo>
                  <a:pt x="169" y="45"/>
                  <a:pt x="146" y="34"/>
                  <a:pt x="116" y="34"/>
                </a:cubicBezTo>
                <a:cubicBezTo>
                  <a:pt x="100" y="34"/>
                  <a:pt x="87" y="38"/>
                  <a:pt x="75" y="46"/>
                </a:cubicBezTo>
                <a:cubicBezTo>
                  <a:pt x="63" y="54"/>
                  <a:pt x="54" y="62"/>
                  <a:pt x="50" y="70"/>
                </a:cubicBezTo>
                <a:cubicBezTo>
                  <a:pt x="45" y="77"/>
                  <a:pt x="43" y="82"/>
                  <a:pt x="43" y="83"/>
                </a:cubicBezTo>
                <a:cubicBezTo>
                  <a:pt x="43" y="84"/>
                  <a:pt x="44" y="84"/>
                  <a:pt x="46" y="84"/>
                </a:cubicBezTo>
                <a:cubicBezTo>
                  <a:pt x="55" y="84"/>
                  <a:pt x="64" y="87"/>
                  <a:pt x="73" y="94"/>
                </a:cubicBezTo>
                <a:cubicBezTo>
                  <a:pt x="82" y="101"/>
                  <a:pt x="86" y="111"/>
                  <a:pt x="86" y="127"/>
                </a:cubicBezTo>
                <a:cubicBezTo>
                  <a:pt x="86" y="139"/>
                  <a:pt x="82" y="149"/>
                  <a:pt x="75" y="157"/>
                </a:cubicBezTo>
                <a:cubicBezTo>
                  <a:pt x="67" y="165"/>
                  <a:pt x="56" y="169"/>
                  <a:pt x="43" y="1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1085760" y="5267160"/>
            <a:ext cx="63860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S6 is particularly striking: a large distributional difference (nABCD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8191080" y="5267160"/>
            <a:ext cx="2657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 is entirely invisible to SMD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4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5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6" name=""/>
          <p:cNvSpPr/>
          <p:nvPr/>
        </p:nvSpPr>
        <p:spPr>
          <a:xfrm>
            <a:off x="6221160" y="410400"/>
            <a:ext cx="288000" cy="233640"/>
          </a:xfrm>
          <a:custGeom>
            <a:avLst/>
            <a:gdLst/>
            <a:ahLst/>
            <a:rect l="0" t="0" r="r" b="b"/>
            <a:pathLst>
              <a:path w="800" h="649">
                <a:moveTo>
                  <a:pt x="0" y="222"/>
                </a:moveTo>
                <a:cubicBezTo>
                  <a:pt x="1" y="216"/>
                  <a:pt x="2" y="208"/>
                  <a:pt x="4" y="199"/>
                </a:cubicBezTo>
                <a:cubicBezTo>
                  <a:pt x="6" y="189"/>
                  <a:pt x="12" y="171"/>
                  <a:pt x="21" y="144"/>
                </a:cubicBezTo>
                <a:cubicBezTo>
                  <a:pt x="31" y="118"/>
                  <a:pt x="40" y="95"/>
                  <a:pt x="50" y="77"/>
                </a:cubicBezTo>
                <a:cubicBezTo>
                  <a:pt x="59" y="59"/>
                  <a:pt x="75" y="41"/>
                  <a:pt x="97" y="24"/>
                </a:cubicBezTo>
                <a:cubicBezTo>
                  <a:pt x="119" y="7"/>
                  <a:pt x="141" y="-1"/>
                  <a:pt x="163" y="0"/>
                </a:cubicBezTo>
                <a:cubicBezTo>
                  <a:pt x="197" y="0"/>
                  <a:pt x="226" y="9"/>
                  <a:pt x="248" y="26"/>
                </a:cubicBezTo>
                <a:cubicBezTo>
                  <a:pt x="271" y="43"/>
                  <a:pt x="286" y="59"/>
                  <a:pt x="291" y="74"/>
                </a:cubicBezTo>
                <a:cubicBezTo>
                  <a:pt x="297" y="90"/>
                  <a:pt x="300" y="100"/>
                  <a:pt x="300" y="104"/>
                </a:cubicBezTo>
                <a:cubicBezTo>
                  <a:pt x="300" y="106"/>
                  <a:pt x="300" y="107"/>
                  <a:pt x="301" y="107"/>
                </a:cubicBezTo>
                <a:lnTo>
                  <a:pt x="317" y="91"/>
                </a:lnTo>
                <a:cubicBezTo>
                  <a:pt x="375" y="30"/>
                  <a:pt x="442" y="0"/>
                  <a:pt x="516" y="0"/>
                </a:cubicBezTo>
                <a:cubicBezTo>
                  <a:pt x="567" y="0"/>
                  <a:pt x="609" y="13"/>
                  <a:pt x="640" y="39"/>
                </a:cubicBezTo>
                <a:cubicBezTo>
                  <a:pt x="672" y="64"/>
                  <a:pt x="688" y="102"/>
                  <a:pt x="689" y="152"/>
                </a:cubicBezTo>
                <a:cubicBezTo>
                  <a:pt x="690" y="201"/>
                  <a:pt x="672" y="276"/>
                  <a:pt x="635" y="376"/>
                </a:cubicBezTo>
                <a:cubicBezTo>
                  <a:pt x="597" y="476"/>
                  <a:pt x="579" y="538"/>
                  <a:pt x="580" y="559"/>
                </a:cubicBezTo>
                <a:cubicBezTo>
                  <a:pt x="580" y="583"/>
                  <a:pt x="588" y="596"/>
                  <a:pt x="605" y="596"/>
                </a:cubicBezTo>
                <a:cubicBezTo>
                  <a:pt x="610" y="596"/>
                  <a:pt x="615" y="595"/>
                  <a:pt x="617" y="594"/>
                </a:cubicBezTo>
                <a:cubicBezTo>
                  <a:pt x="645" y="590"/>
                  <a:pt x="670" y="571"/>
                  <a:pt x="692" y="540"/>
                </a:cubicBezTo>
                <a:cubicBezTo>
                  <a:pt x="715" y="509"/>
                  <a:pt x="731" y="469"/>
                  <a:pt x="743" y="425"/>
                </a:cubicBezTo>
                <a:cubicBezTo>
                  <a:pt x="745" y="417"/>
                  <a:pt x="754" y="413"/>
                  <a:pt x="771" y="413"/>
                </a:cubicBezTo>
                <a:cubicBezTo>
                  <a:pt x="790" y="413"/>
                  <a:pt x="800" y="417"/>
                  <a:pt x="800" y="425"/>
                </a:cubicBezTo>
                <a:cubicBezTo>
                  <a:pt x="800" y="426"/>
                  <a:pt x="798" y="433"/>
                  <a:pt x="794" y="446"/>
                </a:cubicBezTo>
                <a:cubicBezTo>
                  <a:pt x="787" y="474"/>
                  <a:pt x="776" y="502"/>
                  <a:pt x="763" y="529"/>
                </a:cubicBezTo>
                <a:cubicBezTo>
                  <a:pt x="749" y="555"/>
                  <a:pt x="728" y="582"/>
                  <a:pt x="696" y="609"/>
                </a:cubicBezTo>
                <a:cubicBezTo>
                  <a:pt x="666" y="635"/>
                  <a:pt x="633" y="648"/>
                  <a:pt x="597" y="647"/>
                </a:cubicBezTo>
                <a:cubicBezTo>
                  <a:pt x="553" y="647"/>
                  <a:pt x="520" y="634"/>
                  <a:pt x="500" y="609"/>
                </a:cubicBezTo>
                <a:cubicBezTo>
                  <a:pt x="480" y="583"/>
                  <a:pt x="470" y="556"/>
                  <a:pt x="470" y="529"/>
                </a:cubicBezTo>
                <a:cubicBezTo>
                  <a:pt x="470" y="510"/>
                  <a:pt x="487" y="452"/>
                  <a:pt x="522" y="356"/>
                </a:cubicBezTo>
                <a:cubicBezTo>
                  <a:pt x="556" y="260"/>
                  <a:pt x="574" y="187"/>
                  <a:pt x="574" y="139"/>
                </a:cubicBezTo>
                <a:cubicBezTo>
                  <a:pt x="574" y="82"/>
                  <a:pt x="554" y="54"/>
                  <a:pt x="512" y="54"/>
                </a:cubicBezTo>
                <a:lnTo>
                  <a:pt x="504" y="54"/>
                </a:lnTo>
                <a:cubicBezTo>
                  <a:pt x="422" y="54"/>
                  <a:pt x="353" y="102"/>
                  <a:pt x="297" y="199"/>
                </a:cubicBezTo>
                <a:lnTo>
                  <a:pt x="287" y="216"/>
                </a:lnTo>
                <a:lnTo>
                  <a:pt x="240" y="407"/>
                </a:lnTo>
                <a:cubicBezTo>
                  <a:pt x="208" y="533"/>
                  <a:pt x="190" y="601"/>
                  <a:pt x="186" y="610"/>
                </a:cubicBezTo>
                <a:cubicBezTo>
                  <a:pt x="173" y="636"/>
                  <a:pt x="153" y="649"/>
                  <a:pt x="124" y="649"/>
                </a:cubicBezTo>
                <a:cubicBezTo>
                  <a:pt x="112" y="649"/>
                  <a:pt x="102" y="646"/>
                  <a:pt x="94" y="640"/>
                </a:cubicBezTo>
                <a:cubicBezTo>
                  <a:pt x="86" y="634"/>
                  <a:pt x="81" y="629"/>
                  <a:pt x="78" y="623"/>
                </a:cubicBezTo>
                <a:cubicBezTo>
                  <a:pt x="75" y="617"/>
                  <a:pt x="75" y="612"/>
                  <a:pt x="75" y="609"/>
                </a:cubicBezTo>
                <a:cubicBezTo>
                  <a:pt x="75" y="596"/>
                  <a:pt x="94" y="519"/>
                  <a:pt x="130" y="375"/>
                </a:cubicBezTo>
                <a:cubicBezTo>
                  <a:pt x="166" y="232"/>
                  <a:pt x="185" y="154"/>
                  <a:pt x="187" y="142"/>
                </a:cubicBezTo>
                <a:cubicBezTo>
                  <a:pt x="188" y="137"/>
                  <a:pt x="188" y="126"/>
                  <a:pt x="188" y="109"/>
                </a:cubicBezTo>
                <a:cubicBezTo>
                  <a:pt x="188" y="71"/>
                  <a:pt x="177" y="53"/>
                  <a:pt x="154" y="53"/>
                </a:cubicBezTo>
                <a:cubicBezTo>
                  <a:pt x="118" y="53"/>
                  <a:pt x="88" y="101"/>
                  <a:pt x="64" y="196"/>
                </a:cubicBezTo>
                <a:cubicBezTo>
                  <a:pt x="58" y="215"/>
                  <a:pt x="55" y="225"/>
                  <a:pt x="55" y="226"/>
                </a:cubicBezTo>
                <a:cubicBezTo>
                  <a:pt x="54" y="232"/>
                  <a:pt x="45" y="234"/>
                  <a:pt x="28" y="234"/>
                </a:cubicBezTo>
                <a:lnTo>
                  <a:pt x="8" y="234"/>
                </a:lnTo>
                <a:cubicBezTo>
                  <a:pt x="3" y="229"/>
                  <a:pt x="0" y="224"/>
                  <a:pt x="0" y="2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7" name=""/>
          <p:cNvSpPr/>
          <p:nvPr/>
        </p:nvSpPr>
        <p:spPr>
          <a:xfrm>
            <a:off x="6690960" y="448920"/>
            <a:ext cx="343080" cy="120960"/>
          </a:xfrm>
          <a:custGeom>
            <a:avLst/>
            <a:gdLst/>
            <a:ahLst/>
            <a:rect l="0" t="0" r="r" b="b"/>
            <a:pathLst>
              <a:path w="953" h="336">
                <a:moveTo>
                  <a:pt x="0" y="29"/>
                </a:moveTo>
                <a:cubicBezTo>
                  <a:pt x="0" y="16"/>
                  <a:pt x="7" y="7"/>
                  <a:pt x="20" y="0"/>
                </a:cubicBezTo>
                <a:lnTo>
                  <a:pt x="932" y="0"/>
                </a:lnTo>
                <a:cubicBezTo>
                  <a:pt x="946" y="8"/>
                  <a:pt x="953" y="17"/>
                  <a:pt x="953" y="29"/>
                </a:cubicBezTo>
                <a:cubicBezTo>
                  <a:pt x="953" y="39"/>
                  <a:pt x="946" y="48"/>
                  <a:pt x="933" y="56"/>
                </a:cubicBezTo>
                <a:lnTo>
                  <a:pt x="477" y="57"/>
                </a:lnTo>
                <a:lnTo>
                  <a:pt x="23" y="57"/>
                </a:lnTo>
                <a:cubicBezTo>
                  <a:pt x="7" y="53"/>
                  <a:pt x="0" y="43"/>
                  <a:pt x="0" y="29"/>
                </a:cubicBezTo>
                <a:moveTo>
                  <a:pt x="0" y="307"/>
                </a:moveTo>
                <a:cubicBezTo>
                  <a:pt x="0" y="293"/>
                  <a:pt x="7" y="283"/>
                  <a:pt x="23" y="279"/>
                </a:cubicBezTo>
                <a:lnTo>
                  <a:pt x="933" y="279"/>
                </a:lnTo>
                <a:cubicBezTo>
                  <a:pt x="946" y="288"/>
                  <a:pt x="953" y="298"/>
                  <a:pt x="953" y="307"/>
                </a:cubicBezTo>
                <a:cubicBezTo>
                  <a:pt x="953" y="320"/>
                  <a:pt x="946" y="329"/>
                  <a:pt x="932" y="336"/>
                </a:cubicBezTo>
                <a:lnTo>
                  <a:pt x="20" y="336"/>
                </a:lnTo>
                <a:cubicBezTo>
                  <a:pt x="7" y="329"/>
                  <a:pt x="0" y="320"/>
                  <a:pt x="0" y="30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8" name=""/>
          <p:cNvSpPr/>
          <p:nvPr/>
        </p:nvSpPr>
        <p:spPr>
          <a:xfrm>
            <a:off x="7248240" y="295200"/>
            <a:ext cx="177480" cy="343080"/>
          </a:xfrm>
          <a:custGeom>
            <a:avLst/>
            <a:gdLst/>
            <a:ahLst/>
            <a:rect l="0" t="0" r="r" b="b"/>
            <a:pathLst>
              <a:path w="493" h="953">
                <a:moveTo>
                  <a:pt x="186" y="126"/>
                </a:moveTo>
                <a:lnTo>
                  <a:pt x="167" y="133"/>
                </a:lnTo>
                <a:cubicBezTo>
                  <a:pt x="154" y="137"/>
                  <a:pt x="135" y="142"/>
                  <a:pt x="110" y="147"/>
                </a:cubicBezTo>
                <a:cubicBezTo>
                  <a:pt x="85" y="152"/>
                  <a:pt x="58" y="155"/>
                  <a:pt x="27" y="157"/>
                </a:cubicBezTo>
                <a:lnTo>
                  <a:pt x="0" y="157"/>
                </a:lnTo>
                <a:lnTo>
                  <a:pt x="0" y="91"/>
                </a:lnTo>
                <a:lnTo>
                  <a:pt x="27" y="91"/>
                </a:lnTo>
                <a:cubicBezTo>
                  <a:pt x="72" y="89"/>
                  <a:pt x="113" y="82"/>
                  <a:pt x="152" y="70"/>
                </a:cubicBezTo>
                <a:cubicBezTo>
                  <a:pt x="190" y="57"/>
                  <a:pt x="216" y="46"/>
                  <a:pt x="232" y="35"/>
                </a:cubicBezTo>
                <a:cubicBezTo>
                  <a:pt x="248" y="25"/>
                  <a:pt x="261" y="14"/>
                  <a:pt x="273" y="4"/>
                </a:cubicBezTo>
                <a:cubicBezTo>
                  <a:pt x="275" y="1"/>
                  <a:pt x="280" y="0"/>
                  <a:pt x="290" y="0"/>
                </a:cubicBezTo>
                <a:cubicBezTo>
                  <a:pt x="298" y="0"/>
                  <a:pt x="307" y="3"/>
                  <a:pt x="314" y="8"/>
                </a:cubicBezTo>
                <a:lnTo>
                  <a:pt x="314" y="436"/>
                </a:lnTo>
                <a:lnTo>
                  <a:pt x="316" y="866"/>
                </a:lnTo>
                <a:cubicBezTo>
                  <a:pt x="322" y="872"/>
                  <a:pt x="328" y="877"/>
                  <a:pt x="333" y="879"/>
                </a:cubicBezTo>
                <a:cubicBezTo>
                  <a:pt x="338" y="881"/>
                  <a:pt x="349" y="882"/>
                  <a:pt x="367" y="884"/>
                </a:cubicBezTo>
                <a:cubicBezTo>
                  <a:pt x="385" y="886"/>
                  <a:pt x="415" y="887"/>
                  <a:pt x="456" y="887"/>
                </a:cubicBezTo>
                <a:lnTo>
                  <a:pt x="493" y="887"/>
                </a:lnTo>
                <a:lnTo>
                  <a:pt x="493" y="953"/>
                </a:lnTo>
                <a:lnTo>
                  <a:pt x="477" y="953"/>
                </a:lnTo>
                <a:cubicBezTo>
                  <a:pt x="457" y="950"/>
                  <a:pt x="381" y="949"/>
                  <a:pt x="250" y="949"/>
                </a:cubicBezTo>
                <a:cubicBezTo>
                  <a:pt x="119" y="949"/>
                  <a:pt x="44" y="950"/>
                  <a:pt x="24" y="953"/>
                </a:cubicBezTo>
                <a:lnTo>
                  <a:pt x="7" y="953"/>
                </a:lnTo>
                <a:lnTo>
                  <a:pt x="7" y="887"/>
                </a:lnTo>
                <a:lnTo>
                  <a:pt x="44" y="887"/>
                </a:lnTo>
                <a:cubicBezTo>
                  <a:pt x="65" y="887"/>
                  <a:pt x="83" y="887"/>
                  <a:pt x="99" y="887"/>
                </a:cubicBezTo>
                <a:cubicBezTo>
                  <a:pt x="114" y="887"/>
                  <a:pt x="126" y="887"/>
                  <a:pt x="134" y="886"/>
                </a:cubicBezTo>
                <a:cubicBezTo>
                  <a:pt x="143" y="885"/>
                  <a:pt x="151" y="883"/>
                  <a:pt x="157" y="881"/>
                </a:cubicBezTo>
                <a:cubicBezTo>
                  <a:pt x="164" y="880"/>
                  <a:pt x="168" y="879"/>
                  <a:pt x="169" y="879"/>
                </a:cubicBezTo>
                <a:cubicBezTo>
                  <a:pt x="170" y="879"/>
                  <a:pt x="173" y="876"/>
                  <a:pt x="177" y="871"/>
                </a:cubicBezTo>
                <a:cubicBezTo>
                  <a:pt x="182" y="867"/>
                  <a:pt x="185" y="865"/>
                  <a:pt x="186" y="866"/>
                </a:cubicBezTo>
                <a:lnTo>
                  <a:pt x="186" y="1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9" name=""/>
          <p:cNvSpPr/>
          <p:nvPr/>
        </p:nvSpPr>
        <p:spPr>
          <a:xfrm>
            <a:off x="7482960" y="295200"/>
            <a:ext cx="217080" cy="354240"/>
          </a:xfrm>
          <a:custGeom>
            <a:avLst/>
            <a:gdLst/>
            <a:ahLst/>
            <a:rect l="0" t="0" r="r" b="b"/>
            <a:pathLst>
              <a:path w="603" h="984">
                <a:moveTo>
                  <a:pt x="82" y="116"/>
                </a:moveTo>
                <a:cubicBezTo>
                  <a:pt x="135" y="38"/>
                  <a:pt x="208" y="0"/>
                  <a:pt x="300" y="0"/>
                </a:cubicBezTo>
                <a:cubicBezTo>
                  <a:pt x="346" y="0"/>
                  <a:pt x="392" y="12"/>
                  <a:pt x="438" y="37"/>
                </a:cubicBezTo>
                <a:cubicBezTo>
                  <a:pt x="483" y="62"/>
                  <a:pt x="520" y="106"/>
                  <a:pt x="549" y="168"/>
                </a:cubicBezTo>
                <a:cubicBezTo>
                  <a:pt x="585" y="248"/>
                  <a:pt x="603" y="356"/>
                  <a:pt x="603" y="494"/>
                </a:cubicBezTo>
                <a:cubicBezTo>
                  <a:pt x="603" y="642"/>
                  <a:pt x="582" y="756"/>
                  <a:pt x="540" y="834"/>
                </a:cubicBezTo>
                <a:cubicBezTo>
                  <a:pt x="521" y="874"/>
                  <a:pt x="495" y="906"/>
                  <a:pt x="462" y="930"/>
                </a:cubicBezTo>
                <a:cubicBezTo>
                  <a:pt x="428" y="954"/>
                  <a:pt x="399" y="969"/>
                  <a:pt x="375" y="974"/>
                </a:cubicBezTo>
                <a:cubicBezTo>
                  <a:pt x="350" y="980"/>
                  <a:pt x="326" y="983"/>
                  <a:pt x="302" y="984"/>
                </a:cubicBezTo>
                <a:cubicBezTo>
                  <a:pt x="277" y="984"/>
                  <a:pt x="252" y="982"/>
                  <a:pt x="227" y="976"/>
                </a:cubicBezTo>
                <a:cubicBezTo>
                  <a:pt x="203" y="970"/>
                  <a:pt x="174" y="955"/>
                  <a:pt x="140" y="930"/>
                </a:cubicBezTo>
                <a:cubicBezTo>
                  <a:pt x="107" y="905"/>
                  <a:pt x="81" y="873"/>
                  <a:pt x="62" y="834"/>
                </a:cubicBezTo>
                <a:cubicBezTo>
                  <a:pt x="21" y="756"/>
                  <a:pt x="0" y="642"/>
                  <a:pt x="0" y="494"/>
                </a:cubicBezTo>
                <a:cubicBezTo>
                  <a:pt x="0" y="329"/>
                  <a:pt x="27" y="202"/>
                  <a:pt x="82" y="116"/>
                </a:cubicBezTo>
                <a:moveTo>
                  <a:pt x="403" y="98"/>
                </a:moveTo>
                <a:cubicBezTo>
                  <a:pt x="375" y="68"/>
                  <a:pt x="341" y="53"/>
                  <a:pt x="302" y="53"/>
                </a:cubicBezTo>
                <a:cubicBezTo>
                  <a:pt x="262" y="53"/>
                  <a:pt x="227" y="68"/>
                  <a:pt x="199" y="98"/>
                </a:cubicBezTo>
                <a:cubicBezTo>
                  <a:pt x="175" y="123"/>
                  <a:pt x="159" y="157"/>
                  <a:pt x="152" y="201"/>
                </a:cubicBezTo>
                <a:cubicBezTo>
                  <a:pt x="144" y="245"/>
                  <a:pt x="140" y="337"/>
                  <a:pt x="140" y="476"/>
                </a:cubicBezTo>
                <a:cubicBezTo>
                  <a:pt x="140" y="626"/>
                  <a:pt x="144" y="727"/>
                  <a:pt x="152" y="774"/>
                </a:cubicBezTo>
                <a:cubicBezTo>
                  <a:pt x="159" y="822"/>
                  <a:pt x="176" y="860"/>
                  <a:pt x="203" y="887"/>
                </a:cubicBezTo>
                <a:cubicBezTo>
                  <a:pt x="230" y="916"/>
                  <a:pt x="263" y="930"/>
                  <a:pt x="302" y="930"/>
                </a:cubicBezTo>
                <a:cubicBezTo>
                  <a:pt x="340" y="930"/>
                  <a:pt x="372" y="916"/>
                  <a:pt x="399" y="887"/>
                </a:cubicBezTo>
                <a:cubicBezTo>
                  <a:pt x="427" y="859"/>
                  <a:pt x="444" y="819"/>
                  <a:pt x="450" y="767"/>
                </a:cubicBezTo>
                <a:cubicBezTo>
                  <a:pt x="457" y="716"/>
                  <a:pt x="461" y="618"/>
                  <a:pt x="462" y="476"/>
                </a:cubicBezTo>
                <a:cubicBezTo>
                  <a:pt x="462" y="338"/>
                  <a:pt x="458" y="247"/>
                  <a:pt x="450" y="203"/>
                </a:cubicBezTo>
                <a:cubicBezTo>
                  <a:pt x="443" y="159"/>
                  <a:pt x="427" y="124"/>
                  <a:pt x="403" y="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0" name=""/>
          <p:cNvSpPr/>
          <p:nvPr/>
        </p:nvSpPr>
        <p:spPr>
          <a:xfrm>
            <a:off x="7740360" y="295200"/>
            <a:ext cx="217080" cy="354240"/>
          </a:xfrm>
          <a:custGeom>
            <a:avLst/>
            <a:gdLst/>
            <a:ahLst/>
            <a:rect l="0" t="0" r="r" b="b"/>
            <a:pathLst>
              <a:path w="603" h="984">
                <a:moveTo>
                  <a:pt x="81" y="116"/>
                </a:moveTo>
                <a:cubicBezTo>
                  <a:pt x="135" y="38"/>
                  <a:pt x="208" y="0"/>
                  <a:pt x="300" y="0"/>
                </a:cubicBezTo>
                <a:cubicBezTo>
                  <a:pt x="346" y="0"/>
                  <a:pt x="392" y="12"/>
                  <a:pt x="438" y="37"/>
                </a:cubicBezTo>
                <a:cubicBezTo>
                  <a:pt x="484" y="62"/>
                  <a:pt x="521" y="106"/>
                  <a:pt x="550" y="168"/>
                </a:cubicBezTo>
                <a:cubicBezTo>
                  <a:pt x="585" y="248"/>
                  <a:pt x="603" y="356"/>
                  <a:pt x="603" y="494"/>
                </a:cubicBezTo>
                <a:cubicBezTo>
                  <a:pt x="603" y="642"/>
                  <a:pt x="582" y="756"/>
                  <a:pt x="541" y="834"/>
                </a:cubicBezTo>
                <a:cubicBezTo>
                  <a:pt x="522" y="874"/>
                  <a:pt x="496" y="906"/>
                  <a:pt x="463" y="930"/>
                </a:cubicBezTo>
                <a:cubicBezTo>
                  <a:pt x="428" y="954"/>
                  <a:pt x="399" y="969"/>
                  <a:pt x="375" y="974"/>
                </a:cubicBezTo>
                <a:cubicBezTo>
                  <a:pt x="350" y="980"/>
                  <a:pt x="325" y="983"/>
                  <a:pt x="302" y="984"/>
                </a:cubicBezTo>
                <a:cubicBezTo>
                  <a:pt x="277" y="984"/>
                  <a:pt x="252" y="982"/>
                  <a:pt x="227" y="976"/>
                </a:cubicBezTo>
                <a:cubicBezTo>
                  <a:pt x="202" y="970"/>
                  <a:pt x="173" y="955"/>
                  <a:pt x="140" y="930"/>
                </a:cubicBezTo>
                <a:cubicBezTo>
                  <a:pt x="107" y="905"/>
                  <a:pt x="80" y="873"/>
                  <a:pt x="61" y="834"/>
                </a:cubicBezTo>
                <a:cubicBezTo>
                  <a:pt x="20" y="756"/>
                  <a:pt x="0" y="642"/>
                  <a:pt x="0" y="494"/>
                </a:cubicBezTo>
                <a:cubicBezTo>
                  <a:pt x="0" y="329"/>
                  <a:pt x="27" y="202"/>
                  <a:pt x="81" y="116"/>
                </a:cubicBezTo>
                <a:moveTo>
                  <a:pt x="403" y="98"/>
                </a:moveTo>
                <a:cubicBezTo>
                  <a:pt x="375" y="68"/>
                  <a:pt x="341" y="53"/>
                  <a:pt x="302" y="53"/>
                </a:cubicBezTo>
                <a:cubicBezTo>
                  <a:pt x="262" y="53"/>
                  <a:pt x="227" y="68"/>
                  <a:pt x="199" y="98"/>
                </a:cubicBezTo>
                <a:cubicBezTo>
                  <a:pt x="175" y="123"/>
                  <a:pt x="159" y="157"/>
                  <a:pt x="151" y="201"/>
                </a:cubicBezTo>
                <a:cubicBezTo>
                  <a:pt x="144" y="245"/>
                  <a:pt x="140" y="337"/>
                  <a:pt x="140" y="476"/>
                </a:cubicBezTo>
                <a:cubicBezTo>
                  <a:pt x="140" y="626"/>
                  <a:pt x="144" y="727"/>
                  <a:pt x="151" y="774"/>
                </a:cubicBezTo>
                <a:cubicBezTo>
                  <a:pt x="159" y="822"/>
                  <a:pt x="176" y="860"/>
                  <a:pt x="203" y="887"/>
                </a:cubicBezTo>
                <a:cubicBezTo>
                  <a:pt x="230" y="916"/>
                  <a:pt x="263" y="930"/>
                  <a:pt x="302" y="930"/>
                </a:cubicBezTo>
                <a:cubicBezTo>
                  <a:pt x="340" y="930"/>
                  <a:pt x="372" y="916"/>
                  <a:pt x="399" y="887"/>
                </a:cubicBezTo>
                <a:cubicBezTo>
                  <a:pt x="426" y="859"/>
                  <a:pt x="445" y="819"/>
                  <a:pt x="451" y="767"/>
                </a:cubicBezTo>
                <a:cubicBezTo>
                  <a:pt x="458" y="716"/>
                  <a:pt x="462" y="618"/>
                  <a:pt x="463" y="476"/>
                </a:cubicBezTo>
                <a:cubicBezTo>
                  <a:pt x="463" y="338"/>
                  <a:pt x="459" y="247"/>
                  <a:pt x="451" y="203"/>
                </a:cubicBezTo>
                <a:cubicBezTo>
                  <a:pt x="444" y="159"/>
                  <a:pt x="427" y="124"/>
                  <a:pt x="403" y="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571320" y="151920"/>
            <a:ext cx="496152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nABCD vs SMD: Sensitivity (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2" name=""/>
          <p:cNvSpPr txBox="1"/>
          <p:nvPr/>
        </p:nvSpPr>
        <p:spPr>
          <a:xfrm>
            <a:off x="7976520" y="151920"/>
            <a:ext cx="41868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)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3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17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8" name=""/>
          <p:cNvSpPr/>
          <p:nvPr/>
        </p:nvSpPr>
        <p:spPr>
          <a:xfrm>
            <a:off x="571320" y="3962160"/>
            <a:ext cx="3848400" cy="38520"/>
          </a:xfrm>
          <a:custGeom>
            <a:avLst/>
            <a:gdLst/>
            <a:ahLst/>
            <a:rect l="0" t="0" r="r" b="b"/>
            <a:pathLst>
              <a:path w="10690" h="107">
                <a:moveTo>
                  <a:pt x="0" y="0"/>
                </a:moveTo>
                <a:lnTo>
                  <a:pt x="10690" y="0"/>
                </a:lnTo>
                <a:lnTo>
                  <a:pt x="1069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9" name=""/>
          <p:cNvSpPr txBox="1"/>
          <p:nvPr/>
        </p:nvSpPr>
        <p:spPr>
          <a:xfrm>
            <a:off x="571320" y="2833560"/>
            <a:ext cx="3454560" cy="101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Application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3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4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5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6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7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8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9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0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1" name=""/>
          <p:cNvSpPr/>
          <p:nvPr/>
        </p:nvSpPr>
        <p:spPr>
          <a:xfrm>
            <a:off x="857160" y="1752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2" name=""/>
          <p:cNvSpPr txBox="1"/>
          <p:nvPr/>
        </p:nvSpPr>
        <p:spPr>
          <a:xfrm>
            <a:off x="571320" y="1119240"/>
            <a:ext cx="8326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Setting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3" name=""/>
          <p:cNvSpPr/>
          <p:nvPr/>
        </p:nvSpPr>
        <p:spPr>
          <a:xfrm>
            <a:off x="857160" y="2095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4" name=""/>
          <p:cNvSpPr txBox="1"/>
          <p:nvPr/>
        </p:nvSpPr>
        <p:spPr>
          <a:xfrm>
            <a:off x="1085760" y="1666800"/>
            <a:ext cx="5819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Phase 3 MRCT for a novel thrombolytic agent (Drug T) in AMI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5" name=""/>
          <p:cNvSpPr/>
          <p:nvPr/>
        </p:nvSpPr>
        <p:spPr>
          <a:xfrm>
            <a:off x="3132360" y="2047680"/>
            <a:ext cx="220680" cy="176040"/>
          </a:xfrm>
          <a:custGeom>
            <a:avLst/>
            <a:gdLst/>
            <a:ahLst/>
            <a:rect l="0" t="0" r="r" b="b"/>
            <a:pathLst>
              <a:path w="613" h="489">
                <a:moveTo>
                  <a:pt x="145" y="33"/>
                </a:moveTo>
                <a:cubicBezTo>
                  <a:pt x="144" y="33"/>
                  <a:pt x="142" y="33"/>
                  <a:pt x="139" y="33"/>
                </a:cubicBezTo>
                <a:cubicBezTo>
                  <a:pt x="127" y="33"/>
                  <a:pt x="120" y="33"/>
                  <a:pt x="118" y="32"/>
                </a:cubicBezTo>
                <a:cubicBezTo>
                  <a:pt x="115" y="32"/>
                  <a:pt x="114" y="29"/>
                  <a:pt x="114" y="24"/>
                </a:cubicBezTo>
                <a:cubicBezTo>
                  <a:pt x="114" y="11"/>
                  <a:pt x="117" y="4"/>
                  <a:pt x="122" y="1"/>
                </a:cubicBezTo>
                <a:cubicBezTo>
                  <a:pt x="123" y="0"/>
                  <a:pt x="146" y="0"/>
                  <a:pt x="192" y="0"/>
                </a:cubicBezTo>
                <a:cubicBezTo>
                  <a:pt x="229" y="0"/>
                  <a:pt x="250" y="0"/>
                  <a:pt x="255" y="0"/>
                </a:cubicBezTo>
                <a:cubicBezTo>
                  <a:pt x="261" y="0"/>
                  <a:pt x="264" y="1"/>
                  <a:pt x="265" y="4"/>
                </a:cubicBezTo>
                <a:cubicBezTo>
                  <a:pt x="366" y="241"/>
                  <a:pt x="417" y="362"/>
                  <a:pt x="419" y="368"/>
                </a:cubicBezTo>
                <a:lnTo>
                  <a:pt x="458" y="216"/>
                </a:lnTo>
                <a:cubicBezTo>
                  <a:pt x="483" y="115"/>
                  <a:pt x="495" y="62"/>
                  <a:pt x="495" y="55"/>
                </a:cubicBezTo>
                <a:cubicBezTo>
                  <a:pt x="495" y="42"/>
                  <a:pt x="480" y="35"/>
                  <a:pt x="450" y="33"/>
                </a:cubicBezTo>
                <a:cubicBezTo>
                  <a:pt x="438" y="33"/>
                  <a:pt x="433" y="30"/>
                  <a:pt x="433" y="25"/>
                </a:cubicBezTo>
                <a:cubicBezTo>
                  <a:pt x="433" y="24"/>
                  <a:pt x="433" y="21"/>
                  <a:pt x="434" y="16"/>
                </a:cubicBezTo>
                <a:cubicBezTo>
                  <a:pt x="436" y="9"/>
                  <a:pt x="437" y="4"/>
                  <a:pt x="438" y="3"/>
                </a:cubicBezTo>
                <a:cubicBezTo>
                  <a:pt x="439" y="1"/>
                  <a:pt x="442" y="1"/>
                  <a:pt x="445" y="0"/>
                </a:cubicBezTo>
                <a:cubicBezTo>
                  <a:pt x="447" y="0"/>
                  <a:pt x="454" y="0"/>
                  <a:pt x="468" y="1"/>
                </a:cubicBezTo>
                <a:cubicBezTo>
                  <a:pt x="481" y="1"/>
                  <a:pt x="501" y="2"/>
                  <a:pt x="527" y="2"/>
                </a:cubicBezTo>
                <a:cubicBezTo>
                  <a:pt x="551" y="2"/>
                  <a:pt x="569" y="2"/>
                  <a:pt x="581" y="1"/>
                </a:cubicBezTo>
                <a:cubicBezTo>
                  <a:pt x="594" y="1"/>
                  <a:pt x="601" y="1"/>
                  <a:pt x="603" y="1"/>
                </a:cubicBezTo>
                <a:cubicBezTo>
                  <a:pt x="610" y="1"/>
                  <a:pt x="613" y="3"/>
                  <a:pt x="613" y="8"/>
                </a:cubicBezTo>
                <a:cubicBezTo>
                  <a:pt x="613" y="18"/>
                  <a:pt x="611" y="26"/>
                  <a:pt x="608" y="29"/>
                </a:cubicBezTo>
                <a:cubicBezTo>
                  <a:pt x="607" y="32"/>
                  <a:pt x="601" y="33"/>
                  <a:pt x="592" y="33"/>
                </a:cubicBezTo>
                <a:cubicBezTo>
                  <a:pt x="558" y="35"/>
                  <a:pt x="537" y="44"/>
                  <a:pt x="528" y="61"/>
                </a:cubicBezTo>
                <a:lnTo>
                  <a:pt x="422" y="484"/>
                </a:lnTo>
                <a:cubicBezTo>
                  <a:pt x="421" y="487"/>
                  <a:pt x="416" y="489"/>
                  <a:pt x="407" y="489"/>
                </a:cubicBezTo>
                <a:cubicBezTo>
                  <a:pt x="400" y="489"/>
                  <a:pt x="396" y="489"/>
                  <a:pt x="395" y="488"/>
                </a:cubicBezTo>
                <a:cubicBezTo>
                  <a:pt x="393" y="486"/>
                  <a:pt x="363" y="414"/>
                  <a:pt x="303" y="270"/>
                </a:cubicBezTo>
                <a:lnTo>
                  <a:pt x="212" y="56"/>
                </a:lnTo>
                <a:lnTo>
                  <a:pt x="164" y="242"/>
                </a:lnTo>
                <a:cubicBezTo>
                  <a:pt x="133" y="364"/>
                  <a:pt x="118" y="428"/>
                  <a:pt x="118" y="433"/>
                </a:cubicBezTo>
                <a:cubicBezTo>
                  <a:pt x="120" y="448"/>
                  <a:pt x="137" y="456"/>
                  <a:pt x="169" y="456"/>
                </a:cubicBezTo>
                <a:lnTo>
                  <a:pt x="177" y="456"/>
                </a:lnTo>
                <a:cubicBezTo>
                  <a:pt x="180" y="459"/>
                  <a:pt x="182" y="461"/>
                  <a:pt x="182" y="462"/>
                </a:cubicBezTo>
                <a:cubicBezTo>
                  <a:pt x="182" y="463"/>
                  <a:pt x="181" y="468"/>
                  <a:pt x="180" y="476"/>
                </a:cubicBezTo>
                <a:cubicBezTo>
                  <a:pt x="178" y="482"/>
                  <a:pt x="176" y="486"/>
                  <a:pt x="172" y="489"/>
                </a:cubicBezTo>
                <a:lnTo>
                  <a:pt x="163" y="489"/>
                </a:lnTo>
                <a:cubicBezTo>
                  <a:pt x="148" y="488"/>
                  <a:pt x="122" y="488"/>
                  <a:pt x="86" y="488"/>
                </a:cubicBezTo>
                <a:cubicBezTo>
                  <a:pt x="72" y="488"/>
                  <a:pt x="60" y="488"/>
                  <a:pt x="49" y="488"/>
                </a:cubicBezTo>
                <a:cubicBezTo>
                  <a:pt x="38" y="488"/>
                  <a:pt x="29" y="488"/>
                  <a:pt x="23" y="488"/>
                </a:cubicBezTo>
                <a:cubicBezTo>
                  <a:pt x="16" y="488"/>
                  <a:pt x="12" y="488"/>
                  <a:pt x="11" y="488"/>
                </a:cubicBezTo>
                <a:cubicBezTo>
                  <a:pt x="4" y="488"/>
                  <a:pt x="0" y="486"/>
                  <a:pt x="0" y="482"/>
                </a:cubicBezTo>
                <a:cubicBezTo>
                  <a:pt x="0" y="480"/>
                  <a:pt x="1" y="476"/>
                  <a:pt x="2" y="471"/>
                </a:cubicBezTo>
                <a:cubicBezTo>
                  <a:pt x="4" y="465"/>
                  <a:pt x="5" y="462"/>
                  <a:pt x="6" y="461"/>
                </a:cubicBezTo>
                <a:cubicBezTo>
                  <a:pt x="7" y="458"/>
                  <a:pt x="12" y="456"/>
                  <a:pt x="22" y="456"/>
                </a:cubicBezTo>
                <a:cubicBezTo>
                  <a:pt x="54" y="455"/>
                  <a:pt x="75" y="446"/>
                  <a:pt x="85" y="428"/>
                </a:cubicBezTo>
                <a:cubicBezTo>
                  <a:pt x="87" y="426"/>
                  <a:pt x="104" y="359"/>
                  <a:pt x="136" y="229"/>
                </a:cubicBezTo>
                <a:lnTo>
                  <a:pt x="185" y="35"/>
                </a:lnTo>
                <a:cubicBezTo>
                  <a:pt x="184" y="35"/>
                  <a:pt x="170" y="34"/>
                  <a:pt x="145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6" name=""/>
          <p:cNvSpPr/>
          <p:nvPr/>
        </p:nvSpPr>
        <p:spPr>
          <a:xfrm>
            <a:off x="3438720" y="212904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4"/>
                </a:moveTo>
                <a:cubicBezTo>
                  <a:pt x="0" y="8"/>
                  <a:pt x="3" y="3"/>
                  <a:pt x="10" y="0"/>
                </a:cubicBezTo>
                <a:lnTo>
                  <a:pt x="466" y="0"/>
                </a:lnTo>
                <a:cubicBezTo>
                  <a:pt x="473" y="4"/>
                  <a:pt x="477" y="8"/>
                  <a:pt x="477" y="14"/>
                </a:cubicBezTo>
                <a:cubicBezTo>
                  <a:pt x="477" y="20"/>
                  <a:pt x="474" y="25"/>
                  <a:pt x="467" y="29"/>
                </a:cubicBezTo>
                <a:lnTo>
                  <a:pt x="240" y="29"/>
                </a:lnTo>
                <a:lnTo>
                  <a:pt x="11" y="29"/>
                </a:lnTo>
                <a:cubicBezTo>
                  <a:pt x="4" y="27"/>
                  <a:pt x="0" y="22"/>
                  <a:pt x="0" y="14"/>
                </a:cubicBezTo>
                <a:moveTo>
                  <a:pt x="0" y="154"/>
                </a:moveTo>
                <a:cubicBezTo>
                  <a:pt x="0" y="147"/>
                  <a:pt x="4" y="142"/>
                  <a:pt x="11" y="140"/>
                </a:cubicBezTo>
                <a:lnTo>
                  <a:pt x="467" y="140"/>
                </a:lnTo>
                <a:cubicBezTo>
                  <a:pt x="474" y="144"/>
                  <a:pt x="477" y="149"/>
                  <a:pt x="477" y="154"/>
                </a:cubicBezTo>
                <a:cubicBezTo>
                  <a:pt x="477" y="160"/>
                  <a:pt x="473" y="165"/>
                  <a:pt x="466" y="168"/>
                </a:cubicBezTo>
                <a:lnTo>
                  <a:pt x="10" y="168"/>
                </a:lnTo>
                <a:cubicBezTo>
                  <a:pt x="3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7" name=""/>
          <p:cNvSpPr/>
          <p:nvPr/>
        </p:nvSpPr>
        <p:spPr>
          <a:xfrm>
            <a:off x="3702960" y="2049120"/>
            <a:ext cx="114480" cy="174600"/>
          </a:xfrm>
          <a:custGeom>
            <a:avLst/>
            <a:gdLst/>
            <a:ahLst/>
            <a:rect l="0" t="0" r="r" b="b"/>
            <a:pathLst>
              <a:path w="318" h="485">
                <a:moveTo>
                  <a:pt x="312" y="485"/>
                </a:moveTo>
                <a:cubicBezTo>
                  <a:pt x="303" y="484"/>
                  <a:pt x="271" y="483"/>
                  <a:pt x="218" y="483"/>
                </a:cubicBezTo>
                <a:cubicBezTo>
                  <a:pt x="163" y="483"/>
                  <a:pt x="131" y="484"/>
                  <a:pt x="123" y="485"/>
                </a:cubicBezTo>
                <a:lnTo>
                  <a:pt x="116" y="485"/>
                </a:lnTo>
                <a:lnTo>
                  <a:pt x="116" y="452"/>
                </a:lnTo>
                <a:lnTo>
                  <a:pt x="138" y="452"/>
                </a:lnTo>
                <a:cubicBezTo>
                  <a:pt x="148" y="452"/>
                  <a:pt x="154" y="452"/>
                  <a:pt x="158" y="452"/>
                </a:cubicBezTo>
                <a:cubicBezTo>
                  <a:pt x="161" y="452"/>
                  <a:pt x="165" y="452"/>
                  <a:pt x="170" y="451"/>
                </a:cubicBezTo>
                <a:cubicBezTo>
                  <a:pt x="175" y="450"/>
                  <a:pt x="178" y="449"/>
                  <a:pt x="180" y="447"/>
                </a:cubicBezTo>
                <a:cubicBezTo>
                  <a:pt x="182" y="446"/>
                  <a:pt x="183" y="444"/>
                  <a:pt x="185" y="442"/>
                </a:cubicBezTo>
                <a:cubicBezTo>
                  <a:pt x="185" y="441"/>
                  <a:pt x="186" y="428"/>
                  <a:pt x="186" y="403"/>
                </a:cubicBezTo>
                <a:lnTo>
                  <a:pt x="186" y="367"/>
                </a:lnTo>
                <a:lnTo>
                  <a:pt x="0" y="367"/>
                </a:lnTo>
                <a:lnTo>
                  <a:pt x="0" y="333"/>
                </a:lnTo>
                <a:lnTo>
                  <a:pt x="108" y="168"/>
                </a:lnTo>
                <a:cubicBezTo>
                  <a:pt x="181" y="58"/>
                  <a:pt x="218" y="2"/>
                  <a:pt x="219" y="2"/>
                </a:cubicBezTo>
                <a:cubicBezTo>
                  <a:pt x="220" y="1"/>
                  <a:pt x="225" y="0"/>
                  <a:pt x="234" y="0"/>
                </a:cubicBezTo>
                <a:lnTo>
                  <a:pt x="247" y="0"/>
                </a:lnTo>
                <a:lnTo>
                  <a:pt x="251" y="5"/>
                </a:lnTo>
                <a:lnTo>
                  <a:pt x="251" y="333"/>
                </a:lnTo>
                <a:lnTo>
                  <a:pt x="318" y="333"/>
                </a:lnTo>
                <a:lnTo>
                  <a:pt x="318" y="367"/>
                </a:lnTo>
                <a:lnTo>
                  <a:pt x="251" y="367"/>
                </a:lnTo>
                <a:lnTo>
                  <a:pt x="251" y="404"/>
                </a:lnTo>
                <a:cubicBezTo>
                  <a:pt x="251" y="423"/>
                  <a:pt x="251" y="435"/>
                  <a:pt x="251" y="438"/>
                </a:cubicBezTo>
                <a:cubicBezTo>
                  <a:pt x="251" y="441"/>
                  <a:pt x="253" y="444"/>
                  <a:pt x="256" y="447"/>
                </a:cubicBezTo>
                <a:cubicBezTo>
                  <a:pt x="259" y="450"/>
                  <a:pt x="273" y="452"/>
                  <a:pt x="296" y="452"/>
                </a:cubicBezTo>
                <a:lnTo>
                  <a:pt x="318" y="452"/>
                </a:lnTo>
                <a:lnTo>
                  <a:pt x="318" y="485"/>
                </a:lnTo>
                <a:lnTo>
                  <a:pt x="312" y="485"/>
                </a:lnTo>
                <a:moveTo>
                  <a:pt x="190" y="333"/>
                </a:moveTo>
                <a:lnTo>
                  <a:pt x="190" y="95"/>
                </a:lnTo>
                <a:lnTo>
                  <a:pt x="33" y="333"/>
                </a:lnTo>
                <a:lnTo>
                  <a:pt x="111" y="333"/>
                </a:lnTo>
                <a:lnTo>
                  <a:pt x="190" y="3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8" name=""/>
          <p:cNvSpPr/>
          <p:nvPr/>
        </p:nvSpPr>
        <p:spPr>
          <a:xfrm>
            <a:off x="3834720" y="2052000"/>
            <a:ext cx="108360" cy="177480"/>
          </a:xfrm>
          <a:custGeom>
            <a:avLst/>
            <a:gdLst/>
            <a:ahLst/>
            <a:rect l="0" t="0" r="r" b="b"/>
            <a:pathLst>
              <a:path w="301" h="493">
                <a:moveTo>
                  <a:pt x="40" y="58"/>
                </a:moveTo>
                <a:cubicBezTo>
                  <a:pt x="67" y="19"/>
                  <a:pt x="103" y="0"/>
                  <a:pt x="150" y="0"/>
                </a:cubicBezTo>
                <a:cubicBezTo>
                  <a:pt x="173" y="0"/>
                  <a:pt x="195" y="6"/>
                  <a:pt x="218" y="19"/>
                </a:cubicBezTo>
                <a:cubicBezTo>
                  <a:pt x="241" y="31"/>
                  <a:pt x="260" y="53"/>
                  <a:pt x="274" y="85"/>
                </a:cubicBezTo>
                <a:cubicBezTo>
                  <a:pt x="292" y="124"/>
                  <a:pt x="301" y="178"/>
                  <a:pt x="301" y="247"/>
                </a:cubicBezTo>
                <a:cubicBezTo>
                  <a:pt x="301" y="321"/>
                  <a:pt x="290" y="378"/>
                  <a:pt x="270" y="417"/>
                </a:cubicBezTo>
                <a:cubicBezTo>
                  <a:pt x="260" y="437"/>
                  <a:pt x="247" y="454"/>
                  <a:pt x="230" y="466"/>
                </a:cubicBezTo>
                <a:cubicBezTo>
                  <a:pt x="214" y="478"/>
                  <a:pt x="199" y="485"/>
                  <a:pt x="187" y="488"/>
                </a:cubicBezTo>
                <a:cubicBezTo>
                  <a:pt x="174" y="491"/>
                  <a:pt x="162" y="492"/>
                  <a:pt x="150" y="493"/>
                </a:cubicBezTo>
                <a:cubicBezTo>
                  <a:pt x="138" y="493"/>
                  <a:pt x="126" y="491"/>
                  <a:pt x="113" y="489"/>
                </a:cubicBezTo>
                <a:cubicBezTo>
                  <a:pt x="101" y="486"/>
                  <a:pt x="86" y="478"/>
                  <a:pt x="70" y="466"/>
                </a:cubicBezTo>
                <a:cubicBezTo>
                  <a:pt x="53" y="453"/>
                  <a:pt x="40" y="436"/>
                  <a:pt x="30" y="417"/>
                </a:cubicBezTo>
                <a:cubicBezTo>
                  <a:pt x="10" y="378"/>
                  <a:pt x="0" y="321"/>
                  <a:pt x="0" y="247"/>
                </a:cubicBezTo>
                <a:cubicBezTo>
                  <a:pt x="0" y="165"/>
                  <a:pt x="13" y="101"/>
                  <a:pt x="40" y="58"/>
                </a:cubicBezTo>
                <a:moveTo>
                  <a:pt x="201" y="49"/>
                </a:moveTo>
                <a:cubicBezTo>
                  <a:pt x="187" y="34"/>
                  <a:pt x="170" y="27"/>
                  <a:pt x="150" y="27"/>
                </a:cubicBezTo>
                <a:cubicBezTo>
                  <a:pt x="130" y="27"/>
                  <a:pt x="113" y="34"/>
                  <a:pt x="99" y="49"/>
                </a:cubicBezTo>
                <a:cubicBezTo>
                  <a:pt x="87" y="62"/>
                  <a:pt x="79" y="79"/>
                  <a:pt x="75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3"/>
                  <a:pt x="72" y="363"/>
                  <a:pt x="75" y="387"/>
                </a:cubicBezTo>
                <a:cubicBezTo>
                  <a:pt x="79" y="411"/>
                  <a:pt x="88" y="429"/>
                  <a:pt x="101" y="444"/>
                </a:cubicBezTo>
                <a:cubicBezTo>
                  <a:pt x="114" y="459"/>
                  <a:pt x="131" y="466"/>
                  <a:pt x="150" y="466"/>
                </a:cubicBezTo>
                <a:cubicBezTo>
                  <a:pt x="169" y="466"/>
                  <a:pt x="186" y="459"/>
                  <a:pt x="199" y="444"/>
                </a:cubicBezTo>
                <a:cubicBezTo>
                  <a:pt x="213" y="429"/>
                  <a:pt x="221" y="409"/>
                  <a:pt x="225" y="383"/>
                </a:cubicBezTo>
                <a:cubicBezTo>
                  <a:pt x="228" y="358"/>
                  <a:pt x="230" y="309"/>
                  <a:pt x="230" y="238"/>
                </a:cubicBezTo>
                <a:cubicBezTo>
                  <a:pt x="230" y="169"/>
                  <a:pt x="229" y="124"/>
                  <a:pt x="225" y="102"/>
                </a:cubicBezTo>
                <a:cubicBezTo>
                  <a:pt x="221" y="80"/>
                  <a:pt x="213" y="62"/>
                  <a:pt x="201" y="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9" name=""/>
          <p:cNvSpPr/>
          <p:nvPr/>
        </p:nvSpPr>
        <p:spPr>
          <a:xfrm>
            <a:off x="3973320" y="2192400"/>
            <a:ext cx="34200" cy="81360"/>
          </a:xfrm>
          <a:custGeom>
            <a:avLst/>
            <a:gdLst/>
            <a:ahLst/>
            <a:rect l="0" t="0" r="r" b="b"/>
            <a:pathLst>
              <a:path w="95" h="226">
                <a:moveTo>
                  <a:pt x="0" y="61"/>
                </a:moveTo>
                <a:cubicBezTo>
                  <a:pt x="0" y="61"/>
                  <a:pt x="0" y="55"/>
                  <a:pt x="0" y="43"/>
                </a:cubicBezTo>
                <a:cubicBezTo>
                  <a:pt x="0" y="31"/>
                  <a:pt x="4" y="21"/>
                  <a:pt x="12" y="13"/>
                </a:cubicBezTo>
                <a:cubicBezTo>
                  <a:pt x="20" y="4"/>
                  <a:pt x="30" y="0"/>
                  <a:pt x="43" y="0"/>
                </a:cubicBezTo>
                <a:cubicBezTo>
                  <a:pt x="56" y="0"/>
                  <a:pt x="68" y="6"/>
                  <a:pt x="79" y="18"/>
                </a:cubicBezTo>
                <a:cubicBezTo>
                  <a:pt x="89" y="29"/>
                  <a:pt x="95" y="50"/>
                  <a:pt x="95" y="80"/>
                </a:cubicBezTo>
                <a:cubicBezTo>
                  <a:pt x="95" y="97"/>
                  <a:pt x="93" y="114"/>
                  <a:pt x="89" y="130"/>
                </a:cubicBezTo>
                <a:cubicBezTo>
                  <a:pt x="84" y="146"/>
                  <a:pt x="79" y="159"/>
                  <a:pt x="74" y="171"/>
                </a:cubicBezTo>
                <a:cubicBezTo>
                  <a:pt x="68" y="182"/>
                  <a:pt x="62" y="192"/>
                  <a:pt x="55" y="200"/>
                </a:cubicBezTo>
                <a:cubicBezTo>
                  <a:pt x="48" y="208"/>
                  <a:pt x="43" y="215"/>
                  <a:pt x="38" y="219"/>
                </a:cubicBezTo>
                <a:cubicBezTo>
                  <a:pt x="33" y="224"/>
                  <a:pt x="30" y="226"/>
                  <a:pt x="29" y="226"/>
                </a:cubicBezTo>
                <a:cubicBezTo>
                  <a:pt x="27" y="226"/>
                  <a:pt x="24" y="224"/>
                  <a:pt x="19" y="219"/>
                </a:cubicBezTo>
                <a:cubicBezTo>
                  <a:pt x="15" y="215"/>
                  <a:pt x="13" y="212"/>
                  <a:pt x="13" y="210"/>
                </a:cubicBezTo>
                <a:cubicBezTo>
                  <a:pt x="13" y="208"/>
                  <a:pt x="16" y="204"/>
                  <a:pt x="21" y="199"/>
                </a:cubicBezTo>
                <a:cubicBezTo>
                  <a:pt x="26" y="193"/>
                  <a:pt x="32" y="186"/>
                  <a:pt x="39" y="177"/>
                </a:cubicBezTo>
                <a:cubicBezTo>
                  <a:pt x="45" y="169"/>
                  <a:pt x="52" y="157"/>
                  <a:pt x="57" y="141"/>
                </a:cubicBezTo>
                <a:cubicBezTo>
                  <a:pt x="63" y="126"/>
                  <a:pt x="67" y="109"/>
                  <a:pt x="69" y="88"/>
                </a:cubicBezTo>
                <a:lnTo>
                  <a:pt x="69" y="80"/>
                </a:lnTo>
                <a:lnTo>
                  <a:pt x="68" y="80"/>
                </a:lnTo>
                <a:cubicBezTo>
                  <a:pt x="67" y="81"/>
                  <a:pt x="66" y="81"/>
                  <a:pt x="64" y="82"/>
                </a:cubicBezTo>
                <a:cubicBezTo>
                  <a:pt x="63" y="82"/>
                  <a:pt x="62" y="83"/>
                  <a:pt x="60" y="84"/>
                </a:cubicBezTo>
                <a:cubicBezTo>
                  <a:pt x="59" y="85"/>
                  <a:pt x="57" y="85"/>
                  <a:pt x="54" y="85"/>
                </a:cubicBezTo>
                <a:cubicBezTo>
                  <a:pt x="51" y="85"/>
                  <a:pt x="48" y="86"/>
                  <a:pt x="45" y="86"/>
                </a:cubicBezTo>
                <a:cubicBezTo>
                  <a:pt x="32" y="86"/>
                  <a:pt x="22" y="82"/>
                  <a:pt x="14" y="74"/>
                </a:cubicBezTo>
                <a:lnTo>
                  <a:pt x="0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0" name=""/>
          <p:cNvSpPr/>
          <p:nvPr/>
        </p:nvSpPr>
        <p:spPr>
          <a:xfrm>
            <a:off x="4035600" y="2052000"/>
            <a:ext cx="106920" cy="177480"/>
          </a:xfrm>
          <a:custGeom>
            <a:avLst/>
            <a:gdLst/>
            <a:ahLst/>
            <a:rect l="0" t="0" r="r" b="b"/>
            <a:pathLst>
              <a:path w="297" h="493">
                <a:moveTo>
                  <a:pt x="58" y="34"/>
                </a:moveTo>
                <a:cubicBezTo>
                  <a:pt x="84" y="12"/>
                  <a:pt x="114" y="1"/>
                  <a:pt x="147" y="0"/>
                </a:cubicBezTo>
                <a:cubicBezTo>
                  <a:pt x="182" y="0"/>
                  <a:pt x="212" y="10"/>
                  <a:pt x="238" y="30"/>
                </a:cubicBezTo>
                <a:cubicBezTo>
                  <a:pt x="264" y="50"/>
                  <a:pt x="277" y="76"/>
                  <a:pt x="277" y="108"/>
                </a:cubicBezTo>
                <a:cubicBezTo>
                  <a:pt x="277" y="122"/>
                  <a:pt x="275" y="136"/>
                  <a:pt x="269" y="148"/>
                </a:cubicBezTo>
                <a:cubicBezTo>
                  <a:pt x="264" y="161"/>
                  <a:pt x="258" y="171"/>
                  <a:pt x="251" y="178"/>
                </a:cubicBezTo>
                <a:cubicBezTo>
                  <a:pt x="244" y="186"/>
                  <a:pt x="236" y="192"/>
                  <a:pt x="229" y="198"/>
                </a:cubicBezTo>
                <a:cubicBezTo>
                  <a:pt x="221" y="204"/>
                  <a:pt x="215" y="208"/>
                  <a:pt x="210" y="211"/>
                </a:cubicBezTo>
                <a:cubicBezTo>
                  <a:pt x="205" y="214"/>
                  <a:pt x="203" y="216"/>
                  <a:pt x="202" y="217"/>
                </a:cubicBezTo>
                <a:lnTo>
                  <a:pt x="212" y="223"/>
                </a:lnTo>
                <a:cubicBezTo>
                  <a:pt x="219" y="228"/>
                  <a:pt x="226" y="233"/>
                  <a:pt x="232" y="237"/>
                </a:cubicBezTo>
                <a:cubicBezTo>
                  <a:pt x="239" y="242"/>
                  <a:pt x="243" y="245"/>
                  <a:pt x="244" y="245"/>
                </a:cubicBezTo>
                <a:cubicBezTo>
                  <a:pt x="279" y="273"/>
                  <a:pt x="297" y="309"/>
                  <a:pt x="297" y="352"/>
                </a:cubicBezTo>
                <a:cubicBezTo>
                  <a:pt x="297" y="389"/>
                  <a:pt x="283" y="422"/>
                  <a:pt x="256" y="451"/>
                </a:cubicBezTo>
                <a:cubicBezTo>
                  <a:pt x="228" y="478"/>
                  <a:pt x="192" y="492"/>
                  <a:pt x="149" y="493"/>
                </a:cubicBezTo>
                <a:cubicBezTo>
                  <a:pt x="105" y="493"/>
                  <a:pt x="70" y="481"/>
                  <a:pt x="42" y="456"/>
                </a:cubicBezTo>
                <a:cubicBezTo>
                  <a:pt x="14" y="431"/>
                  <a:pt x="0" y="401"/>
                  <a:pt x="0" y="365"/>
                </a:cubicBezTo>
                <a:cubicBezTo>
                  <a:pt x="0" y="314"/>
                  <a:pt x="31" y="271"/>
                  <a:pt x="93" y="237"/>
                </a:cubicBezTo>
                <a:lnTo>
                  <a:pt x="80" y="227"/>
                </a:lnTo>
                <a:cubicBezTo>
                  <a:pt x="70" y="221"/>
                  <a:pt x="63" y="216"/>
                  <a:pt x="60" y="213"/>
                </a:cubicBezTo>
                <a:cubicBezTo>
                  <a:pt x="33" y="190"/>
                  <a:pt x="20" y="160"/>
                  <a:pt x="20" y="123"/>
                </a:cubicBezTo>
                <a:cubicBezTo>
                  <a:pt x="20" y="86"/>
                  <a:pt x="33" y="57"/>
                  <a:pt x="58" y="34"/>
                </a:cubicBezTo>
                <a:moveTo>
                  <a:pt x="175" y="200"/>
                </a:moveTo>
                <a:lnTo>
                  <a:pt x="179" y="197"/>
                </a:lnTo>
                <a:cubicBezTo>
                  <a:pt x="182" y="196"/>
                  <a:pt x="184" y="194"/>
                  <a:pt x="186" y="193"/>
                </a:cubicBezTo>
                <a:cubicBezTo>
                  <a:pt x="187" y="192"/>
                  <a:pt x="190" y="191"/>
                  <a:pt x="193" y="188"/>
                </a:cubicBezTo>
                <a:cubicBezTo>
                  <a:pt x="196" y="186"/>
                  <a:pt x="199" y="183"/>
                  <a:pt x="202" y="181"/>
                </a:cubicBezTo>
                <a:cubicBezTo>
                  <a:pt x="204" y="179"/>
                  <a:pt x="207" y="176"/>
                  <a:pt x="209" y="172"/>
                </a:cubicBezTo>
                <a:cubicBezTo>
                  <a:pt x="212" y="169"/>
                  <a:pt x="215" y="166"/>
                  <a:pt x="217" y="163"/>
                </a:cubicBezTo>
                <a:cubicBezTo>
                  <a:pt x="220" y="160"/>
                  <a:pt x="222" y="156"/>
                  <a:pt x="224" y="152"/>
                </a:cubicBezTo>
                <a:cubicBezTo>
                  <a:pt x="227" y="147"/>
                  <a:pt x="229" y="143"/>
                  <a:pt x="231" y="140"/>
                </a:cubicBezTo>
                <a:cubicBezTo>
                  <a:pt x="233" y="136"/>
                  <a:pt x="234" y="131"/>
                  <a:pt x="234" y="125"/>
                </a:cubicBezTo>
                <a:cubicBezTo>
                  <a:pt x="235" y="119"/>
                  <a:pt x="235" y="114"/>
                  <a:pt x="236" y="110"/>
                </a:cubicBezTo>
                <a:cubicBezTo>
                  <a:pt x="236" y="89"/>
                  <a:pt x="229" y="72"/>
                  <a:pt x="215" y="57"/>
                </a:cubicBezTo>
                <a:cubicBezTo>
                  <a:pt x="201" y="43"/>
                  <a:pt x="185" y="34"/>
                  <a:pt x="167" y="30"/>
                </a:cubicBezTo>
                <a:cubicBezTo>
                  <a:pt x="164" y="30"/>
                  <a:pt x="156" y="29"/>
                  <a:pt x="143" y="29"/>
                </a:cubicBezTo>
                <a:cubicBezTo>
                  <a:pt x="123" y="29"/>
                  <a:pt x="105" y="36"/>
                  <a:pt x="88" y="48"/>
                </a:cubicBezTo>
                <a:cubicBezTo>
                  <a:pt x="70" y="60"/>
                  <a:pt x="62" y="76"/>
                  <a:pt x="61" y="95"/>
                </a:cubicBezTo>
                <a:cubicBezTo>
                  <a:pt x="61" y="105"/>
                  <a:pt x="64" y="115"/>
                  <a:pt x="70" y="125"/>
                </a:cubicBezTo>
                <a:cubicBezTo>
                  <a:pt x="77" y="134"/>
                  <a:pt x="83" y="140"/>
                  <a:pt x="89" y="145"/>
                </a:cubicBezTo>
                <a:cubicBezTo>
                  <a:pt x="95" y="150"/>
                  <a:pt x="107" y="158"/>
                  <a:pt x="125" y="168"/>
                </a:cubicBezTo>
                <a:cubicBezTo>
                  <a:pt x="128" y="171"/>
                  <a:pt x="131" y="172"/>
                  <a:pt x="133" y="173"/>
                </a:cubicBezTo>
                <a:lnTo>
                  <a:pt x="175" y="200"/>
                </a:lnTo>
                <a:moveTo>
                  <a:pt x="149" y="462"/>
                </a:moveTo>
                <a:cubicBezTo>
                  <a:pt x="177" y="462"/>
                  <a:pt x="201" y="454"/>
                  <a:pt x="221" y="437"/>
                </a:cubicBezTo>
                <a:cubicBezTo>
                  <a:pt x="241" y="421"/>
                  <a:pt x="251" y="401"/>
                  <a:pt x="251" y="378"/>
                </a:cubicBezTo>
                <a:cubicBezTo>
                  <a:pt x="251" y="370"/>
                  <a:pt x="250" y="363"/>
                  <a:pt x="247" y="355"/>
                </a:cubicBezTo>
                <a:cubicBezTo>
                  <a:pt x="245" y="348"/>
                  <a:pt x="242" y="342"/>
                  <a:pt x="239" y="337"/>
                </a:cubicBezTo>
                <a:cubicBezTo>
                  <a:pt x="235" y="333"/>
                  <a:pt x="230" y="327"/>
                  <a:pt x="223" y="322"/>
                </a:cubicBezTo>
                <a:cubicBezTo>
                  <a:pt x="216" y="316"/>
                  <a:pt x="210" y="312"/>
                  <a:pt x="207" y="309"/>
                </a:cubicBezTo>
                <a:cubicBezTo>
                  <a:pt x="203" y="306"/>
                  <a:pt x="196" y="302"/>
                  <a:pt x="186" y="295"/>
                </a:cubicBezTo>
                <a:cubicBezTo>
                  <a:pt x="176" y="289"/>
                  <a:pt x="169" y="285"/>
                  <a:pt x="167" y="283"/>
                </a:cubicBezTo>
                <a:cubicBezTo>
                  <a:pt x="160" y="279"/>
                  <a:pt x="153" y="274"/>
                  <a:pt x="144" y="270"/>
                </a:cubicBezTo>
                <a:cubicBezTo>
                  <a:pt x="136" y="265"/>
                  <a:pt x="130" y="261"/>
                  <a:pt x="125" y="257"/>
                </a:cubicBezTo>
                <a:lnTo>
                  <a:pt x="120" y="254"/>
                </a:lnTo>
                <a:cubicBezTo>
                  <a:pt x="117" y="254"/>
                  <a:pt x="110" y="258"/>
                  <a:pt x="99" y="266"/>
                </a:cubicBezTo>
                <a:cubicBezTo>
                  <a:pt x="88" y="274"/>
                  <a:pt x="77" y="287"/>
                  <a:pt x="65" y="305"/>
                </a:cubicBezTo>
                <a:cubicBezTo>
                  <a:pt x="53" y="323"/>
                  <a:pt x="47" y="343"/>
                  <a:pt x="46" y="364"/>
                </a:cubicBezTo>
                <a:cubicBezTo>
                  <a:pt x="46" y="392"/>
                  <a:pt x="56" y="415"/>
                  <a:pt x="77" y="433"/>
                </a:cubicBezTo>
                <a:cubicBezTo>
                  <a:pt x="97" y="452"/>
                  <a:pt x="121" y="462"/>
                  <a:pt x="149" y="46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1" name=""/>
          <p:cNvSpPr/>
          <p:nvPr/>
        </p:nvSpPr>
        <p:spPr>
          <a:xfrm>
            <a:off x="4164120" y="2052360"/>
            <a:ext cx="107280" cy="177120"/>
          </a:xfrm>
          <a:custGeom>
            <a:avLst/>
            <a:gdLst/>
            <a:ahLst/>
            <a:rect l="0" t="0" r="r" b="b"/>
            <a:pathLst>
              <a:path w="298" h="492">
                <a:moveTo>
                  <a:pt x="61" y="144"/>
                </a:moveTo>
                <a:cubicBezTo>
                  <a:pt x="48" y="144"/>
                  <a:pt x="38" y="140"/>
                  <a:pt x="31" y="132"/>
                </a:cubicBezTo>
                <a:cubicBezTo>
                  <a:pt x="24" y="124"/>
                  <a:pt x="20" y="114"/>
                  <a:pt x="19" y="101"/>
                </a:cubicBezTo>
                <a:cubicBezTo>
                  <a:pt x="19" y="74"/>
                  <a:pt x="31" y="51"/>
                  <a:pt x="54" y="31"/>
                </a:cubicBezTo>
                <a:cubicBezTo>
                  <a:pt x="77" y="10"/>
                  <a:pt x="104" y="0"/>
                  <a:pt x="138" y="0"/>
                </a:cubicBezTo>
                <a:cubicBezTo>
                  <a:pt x="154" y="0"/>
                  <a:pt x="165" y="0"/>
                  <a:pt x="169" y="1"/>
                </a:cubicBezTo>
                <a:cubicBezTo>
                  <a:pt x="204" y="6"/>
                  <a:pt x="231" y="19"/>
                  <a:pt x="250" y="38"/>
                </a:cubicBezTo>
                <a:cubicBezTo>
                  <a:pt x="268" y="58"/>
                  <a:pt x="278" y="79"/>
                  <a:pt x="278" y="102"/>
                </a:cubicBezTo>
                <a:cubicBezTo>
                  <a:pt x="278" y="127"/>
                  <a:pt x="270" y="151"/>
                  <a:pt x="254" y="174"/>
                </a:cubicBezTo>
                <a:cubicBezTo>
                  <a:pt x="238" y="198"/>
                  <a:pt x="215" y="215"/>
                  <a:pt x="187" y="225"/>
                </a:cubicBezTo>
                <a:lnTo>
                  <a:pt x="185" y="226"/>
                </a:lnTo>
                <a:cubicBezTo>
                  <a:pt x="185" y="227"/>
                  <a:pt x="187" y="228"/>
                  <a:pt x="191" y="229"/>
                </a:cubicBezTo>
                <a:cubicBezTo>
                  <a:pt x="195" y="230"/>
                  <a:pt x="202" y="232"/>
                  <a:pt x="212" y="235"/>
                </a:cubicBezTo>
                <a:cubicBezTo>
                  <a:pt x="221" y="238"/>
                  <a:pt x="230" y="243"/>
                  <a:pt x="239" y="250"/>
                </a:cubicBezTo>
                <a:cubicBezTo>
                  <a:pt x="278" y="275"/>
                  <a:pt x="298" y="309"/>
                  <a:pt x="298" y="350"/>
                </a:cubicBezTo>
                <a:cubicBezTo>
                  <a:pt x="298" y="388"/>
                  <a:pt x="283" y="421"/>
                  <a:pt x="253" y="450"/>
                </a:cubicBezTo>
                <a:cubicBezTo>
                  <a:pt x="224" y="478"/>
                  <a:pt x="186" y="492"/>
                  <a:pt x="141" y="492"/>
                </a:cubicBezTo>
                <a:cubicBezTo>
                  <a:pt x="102" y="492"/>
                  <a:pt x="69" y="482"/>
                  <a:pt x="41" y="461"/>
                </a:cubicBezTo>
                <a:cubicBezTo>
                  <a:pt x="14" y="441"/>
                  <a:pt x="0" y="414"/>
                  <a:pt x="0" y="382"/>
                </a:cubicBezTo>
                <a:cubicBezTo>
                  <a:pt x="0" y="369"/>
                  <a:pt x="4" y="358"/>
                  <a:pt x="13" y="350"/>
                </a:cubicBezTo>
                <a:cubicBezTo>
                  <a:pt x="21" y="342"/>
                  <a:pt x="32" y="338"/>
                  <a:pt x="45" y="337"/>
                </a:cubicBezTo>
                <a:cubicBezTo>
                  <a:pt x="58" y="337"/>
                  <a:pt x="69" y="341"/>
                  <a:pt x="78" y="350"/>
                </a:cubicBezTo>
                <a:cubicBezTo>
                  <a:pt x="87" y="359"/>
                  <a:pt x="91" y="369"/>
                  <a:pt x="91" y="382"/>
                </a:cubicBezTo>
                <a:cubicBezTo>
                  <a:pt x="91" y="387"/>
                  <a:pt x="90" y="392"/>
                  <a:pt x="89" y="397"/>
                </a:cubicBezTo>
                <a:cubicBezTo>
                  <a:pt x="87" y="401"/>
                  <a:pt x="86" y="405"/>
                  <a:pt x="84" y="408"/>
                </a:cubicBezTo>
                <a:cubicBezTo>
                  <a:pt x="82" y="411"/>
                  <a:pt x="79" y="414"/>
                  <a:pt x="76" y="417"/>
                </a:cubicBezTo>
                <a:cubicBezTo>
                  <a:pt x="72" y="419"/>
                  <a:pt x="70" y="421"/>
                  <a:pt x="67" y="422"/>
                </a:cubicBezTo>
                <a:cubicBezTo>
                  <a:pt x="65" y="425"/>
                  <a:pt x="62" y="426"/>
                  <a:pt x="60" y="426"/>
                </a:cubicBezTo>
                <a:cubicBezTo>
                  <a:pt x="58" y="427"/>
                  <a:pt x="56" y="427"/>
                  <a:pt x="54" y="428"/>
                </a:cubicBezTo>
                <a:lnTo>
                  <a:pt x="51" y="429"/>
                </a:lnTo>
                <a:cubicBezTo>
                  <a:pt x="76" y="450"/>
                  <a:pt x="105" y="461"/>
                  <a:pt x="141" y="461"/>
                </a:cubicBezTo>
                <a:cubicBezTo>
                  <a:pt x="167" y="461"/>
                  <a:pt x="187" y="449"/>
                  <a:pt x="200" y="422"/>
                </a:cubicBezTo>
                <a:cubicBezTo>
                  <a:pt x="209" y="407"/>
                  <a:pt x="213" y="382"/>
                  <a:pt x="213" y="350"/>
                </a:cubicBezTo>
                <a:lnTo>
                  <a:pt x="213" y="336"/>
                </a:lnTo>
                <a:cubicBezTo>
                  <a:pt x="213" y="291"/>
                  <a:pt x="197" y="260"/>
                  <a:pt x="167" y="245"/>
                </a:cubicBezTo>
                <a:cubicBezTo>
                  <a:pt x="160" y="242"/>
                  <a:pt x="145" y="240"/>
                  <a:pt x="122" y="240"/>
                </a:cubicBezTo>
                <a:lnTo>
                  <a:pt x="92" y="239"/>
                </a:lnTo>
                <a:lnTo>
                  <a:pt x="90" y="238"/>
                </a:lnTo>
                <a:cubicBezTo>
                  <a:pt x="89" y="236"/>
                  <a:pt x="89" y="233"/>
                  <a:pt x="89" y="226"/>
                </a:cubicBezTo>
                <a:cubicBezTo>
                  <a:pt x="89" y="218"/>
                  <a:pt x="91" y="214"/>
                  <a:pt x="94" y="214"/>
                </a:cubicBezTo>
                <a:cubicBezTo>
                  <a:pt x="108" y="214"/>
                  <a:pt x="122" y="212"/>
                  <a:pt x="137" y="210"/>
                </a:cubicBezTo>
                <a:cubicBezTo>
                  <a:pt x="153" y="208"/>
                  <a:pt x="168" y="198"/>
                  <a:pt x="181" y="180"/>
                </a:cubicBezTo>
                <a:cubicBezTo>
                  <a:pt x="194" y="162"/>
                  <a:pt x="201" y="136"/>
                  <a:pt x="201" y="100"/>
                </a:cubicBezTo>
                <a:lnTo>
                  <a:pt x="201" y="94"/>
                </a:lnTo>
                <a:cubicBezTo>
                  <a:pt x="201" y="67"/>
                  <a:pt x="193" y="48"/>
                  <a:pt x="176" y="38"/>
                </a:cubicBezTo>
                <a:cubicBezTo>
                  <a:pt x="166" y="31"/>
                  <a:pt x="154" y="28"/>
                  <a:pt x="143" y="28"/>
                </a:cubicBezTo>
                <a:cubicBezTo>
                  <a:pt x="127" y="28"/>
                  <a:pt x="112" y="30"/>
                  <a:pt x="99" y="36"/>
                </a:cubicBezTo>
                <a:cubicBezTo>
                  <a:pt x="87" y="41"/>
                  <a:pt x="77" y="46"/>
                  <a:pt x="72" y="52"/>
                </a:cubicBezTo>
                <a:cubicBezTo>
                  <a:pt x="67" y="58"/>
                  <a:pt x="64" y="61"/>
                  <a:pt x="64" y="61"/>
                </a:cubicBezTo>
                <a:lnTo>
                  <a:pt x="66" y="61"/>
                </a:lnTo>
                <a:cubicBezTo>
                  <a:pt x="68" y="61"/>
                  <a:pt x="70" y="62"/>
                  <a:pt x="72" y="62"/>
                </a:cubicBezTo>
                <a:cubicBezTo>
                  <a:pt x="75" y="63"/>
                  <a:pt x="77" y="64"/>
                  <a:pt x="79" y="66"/>
                </a:cubicBezTo>
                <a:cubicBezTo>
                  <a:pt x="82" y="68"/>
                  <a:pt x="85" y="69"/>
                  <a:pt x="88" y="71"/>
                </a:cubicBezTo>
                <a:cubicBezTo>
                  <a:pt x="91" y="72"/>
                  <a:pt x="94" y="75"/>
                  <a:pt x="95" y="79"/>
                </a:cubicBezTo>
                <a:cubicBezTo>
                  <a:pt x="97" y="82"/>
                  <a:pt x="98" y="86"/>
                  <a:pt x="101" y="89"/>
                </a:cubicBezTo>
                <a:cubicBezTo>
                  <a:pt x="103" y="93"/>
                  <a:pt x="104" y="97"/>
                  <a:pt x="103" y="104"/>
                </a:cubicBezTo>
                <a:cubicBezTo>
                  <a:pt x="103" y="114"/>
                  <a:pt x="100" y="123"/>
                  <a:pt x="93" y="131"/>
                </a:cubicBezTo>
                <a:cubicBezTo>
                  <a:pt x="86" y="139"/>
                  <a:pt x="76" y="144"/>
                  <a:pt x="61" y="1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2" name=""/>
          <p:cNvSpPr/>
          <p:nvPr/>
        </p:nvSpPr>
        <p:spPr>
          <a:xfrm>
            <a:off x="4291920" y="205200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8" y="19"/>
                  <a:pt x="104" y="0"/>
                  <a:pt x="150" y="0"/>
                </a:cubicBezTo>
                <a:cubicBezTo>
                  <a:pt x="173" y="0"/>
                  <a:pt x="196" y="6"/>
                  <a:pt x="219" y="19"/>
                </a:cubicBezTo>
                <a:cubicBezTo>
                  <a:pt x="243" y="31"/>
                  <a:pt x="261" y="53"/>
                  <a:pt x="276" y="85"/>
                </a:cubicBezTo>
                <a:cubicBezTo>
                  <a:pt x="293" y="124"/>
                  <a:pt x="302" y="178"/>
                  <a:pt x="302" y="247"/>
                </a:cubicBezTo>
                <a:cubicBezTo>
                  <a:pt x="302" y="321"/>
                  <a:pt x="292" y="378"/>
                  <a:pt x="271" y="417"/>
                </a:cubicBezTo>
                <a:cubicBezTo>
                  <a:pt x="262" y="437"/>
                  <a:pt x="249" y="454"/>
                  <a:pt x="232" y="466"/>
                </a:cubicBezTo>
                <a:cubicBezTo>
                  <a:pt x="214" y="478"/>
                  <a:pt x="200" y="485"/>
                  <a:pt x="187" y="488"/>
                </a:cubicBezTo>
                <a:cubicBezTo>
                  <a:pt x="175" y="491"/>
                  <a:pt x="163" y="492"/>
                  <a:pt x="151" y="493"/>
                </a:cubicBezTo>
                <a:cubicBezTo>
                  <a:pt x="139" y="493"/>
                  <a:pt x="126" y="491"/>
                  <a:pt x="114" y="489"/>
                </a:cubicBezTo>
                <a:cubicBezTo>
                  <a:pt x="101" y="486"/>
                  <a:pt x="87" y="478"/>
                  <a:pt x="70" y="466"/>
                </a:cubicBezTo>
                <a:cubicBezTo>
                  <a:pt x="54" y="453"/>
                  <a:pt x="40" y="436"/>
                  <a:pt x="31" y="417"/>
                </a:cubicBezTo>
                <a:cubicBezTo>
                  <a:pt x="10" y="378"/>
                  <a:pt x="0" y="321"/>
                  <a:pt x="0" y="247"/>
                </a:cubicBezTo>
                <a:cubicBezTo>
                  <a:pt x="0" y="165"/>
                  <a:pt x="14" y="101"/>
                  <a:pt x="41" y="58"/>
                </a:cubicBezTo>
                <a:moveTo>
                  <a:pt x="202" y="49"/>
                </a:moveTo>
                <a:cubicBezTo>
                  <a:pt x="187" y="34"/>
                  <a:pt x="171" y="27"/>
                  <a:pt x="151" y="27"/>
                </a:cubicBezTo>
                <a:cubicBezTo>
                  <a:pt x="131" y="27"/>
                  <a:pt x="114" y="34"/>
                  <a:pt x="100" y="49"/>
                </a:cubicBezTo>
                <a:cubicBezTo>
                  <a:pt x="88" y="62"/>
                  <a:pt x="80" y="79"/>
                  <a:pt x="76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3"/>
                  <a:pt x="72" y="363"/>
                  <a:pt x="76" y="387"/>
                </a:cubicBezTo>
                <a:cubicBezTo>
                  <a:pt x="80" y="411"/>
                  <a:pt x="88" y="429"/>
                  <a:pt x="102" y="444"/>
                </a:cubicBezTo>
                <a:cubicBezTo>
                  <a:pt x="115" y="459"/>
                  <a:pt x="131" y="466"/>
                  <a:pt x="151" y="466"/>
                </a:cubicBezTo>
                <a:cubicBezTo>
                  <a:pt x="170" y="466"/>
                  <a:pt x="186" y="459"/>
                  <a:pt x="200" y="444"/>
                </a:cubicBezTo>
                <a:cubicBezTo>
                  <a:pt x="213" y="429"/>
                  <a:pt x="222" y="409"/>
                  <a:pt x="225" y="383"/>
                </a:cubicBezTo>
                <a:cubicBezTo>
                  <a:pt x="230" y="358"/>
                  <a:pt x="232" y="309"/>
                  <a:pt x="232" y="238"/>
                </a:cubicBezTo>
                <a:cubicBezTo>
                  <a:pt x="232" y="169"/>
                  <a:pt x="230" y="124"/>
                  <a:pt x="225" y="102"/>
                </a:cubicBezTo>
                <a:cubicBezTo>
                  <a:pt x="222" y="80"/>
                  <a:pt x="214" y="62"/>
                  <a:pt x="202" y="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3" name=""/>
          <p:cNvSpPr txBox="1"/>
          <p:nvPr/>
        </p:nvSpPr>
        <p:spPr>
          <a:xfrm>
            <a:off x="1085760" y="2009880"/>
            <a:ext cx="2047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GUSTO-I (public IPD;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4" name=""/>
          <p:cNvSpPr/>
          <p:nvPr/>
        </p:nvSpPr>
        <p:spPr>
          <a:xfrm>
            <a:off x="857160" y="24476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2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2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5" name=""/>
          <p:cNvSpPr txBox="1"/>
          <p:nvPr/>
        </p:nvSpPr>
        <p:spPr>
          <a:xfrm>
            <a:off x="4412880" y="2009880"/>
            <a:ext cx="5442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, 16 anonymized regions) used as a distributional source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6" name=""/>
          <p:cNvSpPr txBox="1"/>
          <p:nvPr/>
        </p:nvSpPr>
        <p:spPr>
          <a:xfrm>
            <a:off x="1085760" y="2362320"/>
            <a:ext cx="85197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GUSTO-I is not an MRCT and regions are anonymized — methodological illustration only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7" name=""/>
          <p:cNvSpPr/>
          <p:nvPr/>
        </p:nvSpPr>
        <p:spPr>
          <a:xfrm>
            <a:off x="857160" y="34477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8" name=""/>
          <p:cNvSpPr txBox="1"/>
          <p:nvPr/>
        </p:nvSpPr>
        <p:spPr>
          <a:xfrm>
            <a:off x="571320" y="2814840"/>
            <a:ext cx="17136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Anchor Region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9" name=""/>
          <p:cNvSpPr txBox="1"/>
          <p:nvPr/>
        </p:nvSpPr>
        <p:spPr>
          <a:xfrm>
            <a:off x="1085760" y="3328920"/>
            <a:ext cx="7938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Region 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0" name=""/>
          <p:cNvSpPr/>
          <p:nvPr/>
        </p:nvSpPr>
        <p:spPr>
          <a:xfrm>
            <a:off x="2091240" y="3457800"/>
            <a:ext cx="144360" cy="117000"/>
          </a:xfrm>
          <a:custGeom>
            <a:avLst/>
            <a:gdLst/>
            <a:ahLst/>
            <a:rect l="0" t="0" r="r" b="b"/>
            <a:pathLst>
              <a:path w="401" h="325">
                <a:moveTo>
                  <a:pt x="0" y="111"/>
                </a:moveTo>
                <a:cubicBezTo>
                  <a:pt x="1" y="108"/>
                  <a:pt x="1" y="104"/>
                  <a:pt x="2" y="100"/>
                </a:cubicBezTo>
                <a:cubicBezTo>
                  <a:pt x="3" y="95"/>
                  <a:pt x="6" y="86"/>
                  <a:pt x="11" y="72"/>
                </a:cubicBezTo>
                <a:cubicBezTo>
                  <a:pt x="16" y="59"/>
                  <a:pt x="21" y="48"/>
                  <a:pt x="25" y="39"/>
                </a:cubicBezTo>
                <a:cubicBezTo>
                  <a:pt x="30" y="30"/>
                  <a:pt x="38" y="21"/>
                  <a:pt x="49" y="12"/>
                </a:cubicBezTo>
                <a:cubicBezTo>
                  <a:pt x="60" y="4"/>
                  <a:pt x="71" y="0"/>
                  <a:pt x="82" y="0"/>
                </a:cubicBezTo>
                <a:cubicBezTo>
                  <a:pt x="99" y="0"/>
                  <a:pt x="113" y="5"/>
                  <a:pt x="125" y="13"/>
                </a:cubicBezTo>
                <a:cubicBezTo>
                  <a:pt x="136" y="22"/>
                  <a:pt x="143" y="30"/>
                  <a:pt x="146" y="37"/>
                </a:cubicBezTo>
                <a:cubicBezTo>
                  <a:pt x="149" y="45"/>
                  <a:pt x="150" y="50"/>
                  <a:pt x="150" y="52"/>
                </a:cubicBezTo>
                <a:cubicBezTo>
                  <a:pt x="150" y="53"/>
                  <a:pt x="151" y="54"/>
                  <a:pt x="151" y="54"/>
                </a:cubicBezTo>
                <a:lnTo>
                  <a:pt x="159" y="46"/>
                </a:lnTo>
                <a:cubicBezTo>
                  <a:pt x="188" y="15"/>
                  <a:pt x="221" y="0"/>
                  <a:pt x="258" y="0"/>
                </a:cubicBezTo>
                <a:cubicBezTo>
                  <a:pt x="284" y="0"/>
                  <a:pt x="305" y="7"/>
                  <a:pt x="321" y="20"/>
                </a:cubicBezTo>
                <a:cubicBezTo>
                  <a:pt x="336" y="32"/>
                  <a:pt x="344" y="51"/>
                  <a:pt x="345" y="76"/>
                </a:cubicBezTo>
                <a:cubicBezTo>
                  <a:pt x="345" y="101"/>
                  <a:pt x="336" y="138"/>
                  <a:pt x="318" y="188"/>
                </a:cubicBezTo>
                <a:cubicBezTo>
                  <a:pt x="299" y="238"/>
                  <a:pt x="290" y="270"/>
                  <a:pt x="290" y="280"/>
                </a:cubicBezTo>
                <a:cubicBezTo>
                  <a:pt x="290" y="292"/>
                  <a:pt x="295" y="299"/>
                  <a:pt x="303" y="299"/>
                </a:cubicBezTo>
                <a:cubicBezTo>
                  <a:pt x="305" y="299"/>
                  <a:pt x="308" y="298"/>
                  <a:pt x="309" y="298"/>
                </a:cubicBezTo>
                <a:cubicBezTo>
                  <a:pt x="323" y="296"/>
                  <a:pt x="335" y="286"/>
                  <a:pt x="346" y="271"/>
                </a:cubicBezTo>
                <a:cubicBezTo>
                  <a:pt x="357" y="255"/>
                  <a:pt x="366" y="235"/>
                  <a:pt x="371" y="213"/>
                </a:cubicBezTo>
                <a:cubicBezTo>
                  <a:pt x="372" y="209"/>
                  <a:pt x="378" y="207"/>
                  <a:pt x="387" y="207"/>
                </a:cubicBezTo>
                <a:cubicBezTo>
                  <a:pt x="396" y="207"/>
                  <a:pt x="401" y="209"/>
                  <a:pt x="401" y="213"/>
                </a:cubicBezTo>
                <a:cubicBezTo>
                  <a:pt x="401" y="213"/>
                  <a:pt x="400" y="217"/>
                  <a:pt x="398" y="223"/>
                </a:cubicBezTo>
                <a:cubicBezTo>
                  <a:pt x="394" y="237"/>
                  <a:pt x="389" y="252"/>
                  <a:pt x="382" y="265"/>
                </a:cubicBezTo>
                <a:cubicBezTo>
                  <a:pt x="375" y="278"/>
                  <a:pt x="364" y="292"/>
                  <a:pt x="348" y="305"/>
                </a:cubicBezTo>
                <a:cubicBezTo>
                  <a:pt x="333" y="318"/>
                  <a:pt x="317" y="325"/>
                  <a:pt x="299" y="324"/>
                </a:cubicBezTo>
                <a:cubicBezTo>
                  <a:pt x="277" y="324"/>
                  <a:pt x="260" y="318"/>
                  <a:pt x="250" y="305"/>
                </a:cubicBezTo>
                <a:cubicBezTo>
                  <a:pt x="240" y="292"/>
                  <a:pt x="235" y="279"/>
                  <a:pt x="235" y="265"/>
                </a:cubicBezTo>
                <a:cubicBezTo>
                  <a:pt x="235" y="256"/>
                  <a:pt x="244" y="226"/>
                  <a:pt x="261" y="178"/>
                </a:cubicBezTo>
                <a:cubicBezTo>
                  <a:pt x="278" y="130"/>
                  <a:pt x="287" y="94"/>
                  <a:pt x="288" y="70"/>
                </a:cubicBezTo>
                <a:cubicBezTo>
                  <a:pt x="288" y="41"/>
                  <a:pt x="277" y="27"/>
                  <a:pt x="256" y="27"/>
                </a:cubicBezTo>
                <a:lnTo>
                  <a:pt x="253" y="27"/>
                </a:lnTo>
                <a:cubicBezTo>
                  <a:pt x="212" y="27"/>
                  <a:pt x="177" y="51"/>
                  <a:pt x="149" y="100"/>
                </a:cubicBezTo>
                <a:lnTo>
                  <a:pt x="144" y="108"/>
                </a:lnTo>
                <a:lnTo>
                  <a:pt x="120" y="204"/>
                </a:lnTo>
                <a:cubicBezTo>
                  <a:pt x="105" y="267"/>
                  <a:pt x="96" y="301"/>
                  <a:pt x="93" y="306"/>
                </a:cubicBezTo>
                <a:cubicBezTo>
                  <a:pt x="87" y="319"/>
                  <a:pt x="77" y="325"/>
                  <a:pt x="62" y="325"/>
                </a:cubicBezTo>
                <a:cubicBezTo>
                  <a:pt x="56" y="325"/>
                  <a:pt x="51" y="324"/>
                  <a:pt x="47" y="321"/>
                </a:cubicBezTo>
                <a:cubicBezTo>
                  <a:pt x="44" y="318"/>
                  <a:pt x="41" y="315"/>
                  <a:pt x="40" y="312"/>
                </a:cubicBezTo>
                <a:cubicBezTo>
                  <a:pt x="38" y="309"/>
                  <a:pt x="38" y="307"/>
                  <a:pt x="38" y="305"/>
                </a:cubicBezTo>
                <a:cubicBezTo>
                  <a:pt x="38" y="299"/>
                  <a:pt x="47" y="260"/>
                  <a:pt x="65" y="188"/>
                </a:cubicBezTo>
                <a:cubicBezTo>
                  <a:pt x="83" y="116"/>
                  <a:pt x="93" y="77"/>
                  <a:pt x="94" y="71"/>
                </a:cubicBezTo>
                <a:cubicBezTo>
                  <a:pt x="94" y="69"/>
                  <a:pt x="95" y="63"/>
                  <a:pt x="95" y="55"/>
                </a:cubicBezTo>
                <a:cubicBezTo>
                  <a:pt x="95" y="36"/>
                  <a:pt x="89" y="27"/>
                  <a:pt x="77" y="27"/>
                </a:cubicBezTo>
                <a:cubicBezTo>
                  <a:pt x="59" y="27"/>
                  <a:pt x="44" y="51"/>
                  <a:pt x="32" y="98"/>
                </a:cubicBezTo>
                <a:cubicBezTo>
                  <a:pt x="30" y="108"/>
                  <a:pt x="28" y="113"/>
                  <a:pt x="28" y="113"/>
                </a:cubicBezTo>
                <a:cubicBezTo>
                  <a:pt x="27" y="116"/>
                  <a:pt x="23" y="117"/>
                  <a:pt x="15" y="117"/>
                </a:cubicBezTo>
                <a:lnTo>
                  <a:pt x="5" y="117"/>
                </a:lnTo>
                <a:cubicBezTo>
                  <a:pt x="2" y="115"/>
                  <a:pt x="0" y="112"/>
                  <a:pt x="0" y="11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1" name=""/>
          <p:cNvSpPr/>
          <p:nvPr/>
        </p:nvSpPr>
        <p:spPr>
          <a:xfrm>
            <a:off x="2326320" y="347724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4"/>
                </a:moveTo>
                <a:cubicBezTo>
                  <a:pt x="0" y="8"/>
                  <a:pt x="3" y="3"/>
                  <a:pt x="10" y="0"/>
                </a:cubicBezTo>
                <a:lnTo>
                  <a:pt x="466" y="0"/>
                </a:lnTo>
                <a:cubicBezTo>
                  <a:pt x="473" y="4"/>
                  <a:pt x="477" y="8"/>
                  <a:pt x="477" y="14"/>
                </a:cubicBezTo>
                <a:cubicBezTo>
                  <a:pt x="477" y="19"/>
                  <a:pt x="473" y="24"/>
                  <a:pt x="467" y="28"/>
                </a:cubicBezTo>
                <a:lnTo>
                  <a:pt x="239" y="28"/>
                </a:lnTo>
                <a:lnTo>
                  <a:pt x="11" y="28"/>
                </a:lnTo>
                <a:cubicBezTo>
                  <a:pt x="4" y="26"/>
                  <a:pt x="0" y="21"/>
                  <a:pt x="0" y="14"/>
                </a:cubicBezTo>
                <a:moveTo>
                  <a:pt x="0" y="154"/>
                </a:moveTo>
                <a:cubicBezTo>
                  <a:pt x="0" y="147"/>
                  <a:pt x="4" y="142"/>
                  <a:pt x="11" y="140"/>
                </a:cubicBezTo>
                <a:lnTo>
                  <a:pt x="467" y="140"/>
                </a:lnTo>
                <a:cubicBezTo>
                  <a:pt x="473" y="144"/>
                  <a:pt x="477" y="149"/>
                  <a:pt x="477" y="154"/>
                </a:cubicBezTo>
                <a:cubicBezTo>
                  <a:pt x="477" y="160"/>
                  <a:pt x="473" y="165"/>
                  <a:pt x="466" y="168"/>
                </a:cubicBezTo>
                <a:lnTo>
                  <a:pt x="10" y="168"/>
                </a:lnTo>
                <a:cubicBezTo>
                  <a:pt x="3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2" name=""/>
          <p:cNvSpPr/>
          <p:nvPr/>
        </p:nvSpPr>
        <p:spPr>
          <a:xfrm>
            <a:off x="2596320" y="3400200"/>
            <a:ext cx="102960" cy="171720"/>
          </a:xfrm>
          <a:custGeom>
            <a:avLst/>
            <a:gdLst/>
            <a:ahLst/>
            <a:rect l="0" t="0" r="r" b="b"/>
            <a:pathLst>
              <a:path w="286" h="477">
                <a:moveTo>
                  <a:pt x="42" y="170"/>
                </a:moveTo>
                <a:cubicBezTo>
                  <a:pt x="29" y="170"/>
                  <a:pt x="19" y="165"/>
                  <a:pt x="12" y="157"/>
                </a:cubicBezTo>
                <a:cubicBezTo>
                  <a:pt x="4" y="148"/>
                  <a:pt x="0" y="138"/>
                  <a:pt x="0" y="125"/>
                </a:cubicBezTo>
                <a:cubicBezTo>
                  <a:pt x="0" y="91"/>
                  <a:pt x="13" y="62"/>
                  <a:pt x="38" y="37"/>
                </a:cubicBezTo>
                <a:cubicBezTo>
                  <a:pt x="64" y="13"/>
                  <a:pt x="96" y="0"/>
                  <a:pt x="133" y="0"/>
                </a:cubicBezTo>
                <a:cubicBezTo>
                  <a:pt x="177" y="0"/>
                  <a:pt x="213" y="13"/>
                  <a:pt x="242" y="40"/>
                </a:cubicBezTo>
                <a:cubicBezTo>
                  <a:pt x="271" y="67"/>
                  <a:pt x="286" y="101"/>
                  <a:pt x="286" y="144"/>
                </a:cubicBezTo>
                <a:cubicBezTo>
                  <a:pt x="286" y="164"/>
                  <a:pt x="282" y="184"/>
                  <a:pt x="272" y="202"/>
                </a:cubicBezTo>
                <a:cubicBezTo>
                  <a:pt x="263" y="221"/>
                  <a:pt x="251" y="237"/>
                  <a:pt x="238" y="251"/>
                </a:cubicBezTo>
                <a:cubicBezTo>
                  <a:pt x="224" y="265"/>
                  <a:pt x="205" y="282"/>
                  <a:pt x="181" y="304"/>
                </a:cubicBezTo>
                <a:cubicBezTo>
                  <a:pt x="163" y="320"/>
                  <a:pt x="140" y="342"/>
                  <a:pt x="109" y="371"/>
                </a:cubicBezTo>
                <a:lnTo>
                  <a:pt x="67" y="411"/>
                </a:lnTo>
                <a:lnTo>
                  <a:pt x="121" y="411"/>
                </a:lnTo>
                <a:cubicBezTo>
                  <a:pt x="196" y="411"/>
                  <a:pt x="236" y="410"/>
                  <a:pt x="241" y="408"/>
                </a:cubicBezTo>
                <a:cubicBezTo>
                  <a:pt x="244" y="407"/>
                  <a:pt x="250" y="386"/>
                  <a:pt x="258" y="344"/>
                </a:cubicBezTo>
                <a:lnTo>
                  <a:pt x="258" y="342"/>
                </a:lnTo>
                <a:lnTo>
                  <a:pt x="286" y="342"/>
                </a:lnTo>
                <a:lnTo>
                  <a:pt x="286" y="344"/>
                </a:lnTo>
                <a:cubicBezTo>
                  <a:pt x="286" y="346"/>
                  <a:pt x="283" y="367"/>
                  <a:pt x="277" y="409"/>
                </a:cubicBezTo>
                <a:cubicBezTo>
                  <a:pt x="271" y="451"/>
                  <a:pt x="268" y="473"/>
                  <a:pt x="266" y="475"/>
                </a:cubicBezTo>
                <a:lnTo>
                  <a:pt x="266" y="477"/>
                </a:lnTo>
                <a:lnTo>
                  <a:pt x="0" y="477"/>
                </a:lnTo>
                <a:lnTo>
                  <a:pt x="0" y="464"/>
                </a:lnTo>
                <a:lnTo>
                  <a:pt x="0" y="455"/>
                </a:lnTo>
                <a:cubicBezTo>
                  <a:pt x="0" y="452"/>
                  <a:pt x="2" y="448"/>
                  <a:pt x="4" y="444"/>
                </a:cubicBezTo>
                <a:cubicBezTo>
                  <a:pt x="7" y="440"/>
                  <a:pt x="14" y="432"/>
                  <a:pt x="26" y="419"/>
                </a:cubicBezTo>
                <a:cubicBezTo>
                  <a:pt x="40" y="404"/>
                  <a:pt x="52" y="391"/>
                  <a:pt x="63" y="379"/>
                </a:cubicBezTo>
                <a:cubicBezTo>
                  <a:pt x="67" y="374"/>
                  <a:pt x="75" y="366"/>
                  <a:pt x="87" y="353"/>
                </a:cubicBezTo>
                <a:cubicBezTo>
                  <a:pt x="99" y="340"/>
                  <a:pt x="107" y="331"/>
                  <a:pt x="111" y="326"/>
                </a:cubicBezTo>
                <a:cubicBezTo>
                  <a:pt x="116" y="322"/>
                  <a:pt x="122" y="314"/>
                  <a:pt x="132" y="302"/>
                </a:cubicBezTo>
                <a:cubicBezTo>
                  <a:pt x="142" y="291"/>
                  <a:pt x="148" y="283"/>
                  <a:pt x="152" y="277"/>
                </a:cubicBezTo>
                <a:cubicBezTo>
                  <a:pt x="156" y="272"/>
                  <a:pt x="161" y="265"/>
                  <a:pt x="168" y="256"/>
                </a:cubicBezTo>
                <a:cubicBezTo>
                  <a:pt x="176" y="247"/>
                  <a:pt x="181" y="239"/>
                  <a:pt x="183" y="233"/>
                </a:cubicBezTo>
                <a:cubicBezTo>
                  <a:pt x="186" y="227"/>
                  <a:pt x="190" y="220"/>
                  <a:pt x="194" y="212"/>
                </a:cubicBezTo>
                <a:cubicBezTo>
                  <a:pt x="198" y="205"/>
                  <a:pt x="202" y="197"/>
                  <a:pt x="203" y="190"/>
                </a:cubicBezTo>
                <a:cubicBezTo>
                  <a:pt x="205" y="182"/>
                  <a:pt x="207" y="175"/>
                  <a:pt x="208" y="168"/>
                </a:cubicBezTo>
                <a:cubicBezTo>
                  <a:pt x="210" y="161"/>
                  <a:pt x="211" y="154"/>
                  <a:pt x="211" y="145"/>
                </a:cubicBezTo>
                <a:cubicBezTo>
                  <a:pt x="211" y="114"/>
                  <a:pt x="203" y="89"/>
                  <a:pt x="186" y="67"/>
                </a:cubicBezTo>
                <a:cubicBezTo>
                  <a:pt x="170" y="45"/>
                  <a:pt x="147" y="34"/>
                  <a:pt x="117" y="34"/>
                </a:cubicBezTo>
                <a:cubicBezTo>
                  <a:pt x="101" y="34"/>
                  <a:pt x="87" y="38"/>
                  <a:pt x="76" y="46"/>
                </a:cubicBezTo>
                <a:cubicBezTo>
                  <a:pt x="64" y="54"/>
                  <a:pt x="54" y="62"/>
                  <a:pt x="49" y="69"/>
                </a:cubicBezTo>
                <a:cubicBezTo>
                  <a:pt x="45" y="77"/>
                  <a:pt x="42" y="82"/>
                  <a:pt x="42" y="83"/>
                </a:cubicBezTo>
                <a:cubicBezTo>
                  <a:pt x="42" y="84"/>
                  <a:pt x="44" y="84"/>
                  <a:pt x="46" y="84"/>
                </a:cubicBezTo>
                <a:cubicBezTo>
                  <a:pt x="54" y="84"/>
                  <a:pt x="64" y="87"/>
                  <a:pt x="73" y="94"/>
                </a:cubicBezTo>
                <a:cubicBezTo>
                  <a:pt x="82" y="100"/>
                  <a:pt x="87" y="111"/>
                  <a:pt x="87" y="127"/>
                </a:cubicBezTo>
                <a:cubicBezTo>
                  <a:pt x="87" y="139"/>
                  <a:pt x="83" y="149"/>
                  <a:pt x="76" y="157"/>
                </a:cubicBezTo>
                <a:cubicBezTo>
                  <a:pt x="68" y="165"/>
                  <a:pt x="57" y="169"/>
                  <a:pt x="42" y="1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3" name=""/>
          <p:cNvSpPr/>
          <p:nvPr/>
        </p:nvSpPr>
        <p:spPr>
          <a:xfrm>
            <a:off x="2732400" y="3540600"/>
            <a:ext cx="34200" cy="81360"/>
          </a:xfrm>
          <a:custGeom>
            <a:avLst/>
            <a:gdLst/>
            <a:ahLst/>
            <a:rect l="0" t="0" r="r" b="b"/>
            <a:pathLst>
              <a:path w="95" h="226">
                <a:moveTo>
                  <a:pt x="0" y="61"/>
                </a:moveTo>
                <a:cubicBezTo>
                  <a:pt x="0" y="61"/>
                  <a:pt x="0" y="55"/>
                  <a:pt x="0" y="43"/>
                </a:cubicBezTo>
                <a:cubicBezTo>
                  <a:pt x="0" y="31"/>
                  <a:pt x="3" y="21"/>
                  <a:pt x="11" y="13"/>
                </a:cubicBezTo>
                <a:cubicBezTo>
                  <a:pt x="19" y="4"/>
                  <a:pt x="29" y="0"/>
                  <a:pt x="42" y="0"/>
                </a:cubicBezTo>
                <a:cubicBezTo>
                  <a:pt x="55" y="0"/>
                  <a:pt x="67" y="6"/>
                  <a:pt x="79" y="18"/>
                </a:cubicBezTo>
                <a:cubicBezTo>
                  <a:pt x="89" y="29"/>
                  <a:pt x="94" y="50"/>
                  <a:pt x="95" y="80"/>
                </a:cubicBezTo>
                <a:cubicBezTo>
                  <a:pt x="95" y="97"/>
                  <a:pt x="93" y="113"/>
                  <a:pt x="89" y="129"/>
                </a:cubicBezTo>
                <a:cubicBezTo>
                  <a:pt x="84" y="145"/>
                  <a:pt x="79" y="158"/>
                  <a:pt x="74" y="170"/>
                </a:cubicBezTo>
                <a:cubicBezTo>
                  <a:pt x="67" y="182"/>
                  <a:pt x="61" y="192"/>
                  <a:pt x="54" y="200"/>
                </a:cubicBezTo>
                <a:cubicBezTo>
                  <a:pt x="47" y="208"/>
                  <a:pt x="42" y="215"/>
                  <a:pt x="37" y="219"/>
                </a:cubicBezTo>
                <a:cubicBezTo>
                  <a:pt x="32" y="224"/>
                  <a:pt x="29" y="226"/>
                  <a:pt x="27" y="226"/>
                </a:cubicBezTo>
                <a:cubicBezTo>
                  <a:pt x="26" y="226"/>
                  <a:pt x="22" y="224"/>
                  <a:pt x="18" y="219"/>
                </a:cubicBezTo>
                <a:cubicBezTo>
                  <a:pt x="14" y="215"/>
                  <a:pt x="12" y="212"/>
                  <a:pt x="12" y="210"/>
                </a:cubicBezTo>
                <a:cubicBezTo>
                  <a:pt x="12" y="208"/>
                  <a:pt x="14" y="204"/>
                  <a:pt x="20" y="199"/>
                </a:cubicBezTo>
                <a:cubicBezTo>
                  <a:pt x="25" y="193"/>
                  <a:pt x="31" y="186"/>
                  <a:pt x="37" y="176"/>
                </a:cubicBezTo>
                <a:cubicBezTo>
                  <a:pt x="44" y="168"/>
                  <a:pt x="50" y="156"/>
                  <a:pt x="56" y="141"/>
                </a:cubicBezTo>
                <a:cubicBezTo>
                  <a:pt x="62" y="125"/>
                  <a:pt x="66" y="108"/>
                  <a:pt x="67" y="88"/>
                </a:cubicBezTo>
                <a:lnTo>
                  <a:pt x="67" y="80"/>
                </a:lnTo>
                <a:cubicBezTo>
                  <a:pt x="66" y="81"/>
                  <a:pt x="65" y="81"/>
                  <a:pt x="63" y="82"/>
                </a:cubicBezTo>
                <a:cubicBezTo>
                  <a:pt x="62" y="82"/>
                  <a:pt x="60" y="83"/>
                  <a:pt x="59" y="84"/>
                </a:cubicBezTo>
                <a:cubicBezTo>
                  <a:pt x="57" y="85"/>
                  <a:pt x="55" y="85"/>
                  <a:pt x="52" y="85"/>
                </a:cubicBezTo>
                <a:cubicBezTo>
                  <a:pt x="50" y="85"/>
                  <a:pt x="47" y="86"/>
                  <a:pt x="44" y="86"/>
                </a:cubicBezTo>
                <a:cubicBezTo>
                  <a:pt x="31" y="86"/>
                  <a:pt x="21" y="82"/>
                  <a:pt x="12" y="74"/>
                </a:cubicBezTo>
                <a:lnTo>
                  <a:pt x="0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4" name=""/>
          <p:cNvSpPr/>
          <p:nvPr/>
        </p:nvSpPr>
        <p:spPr>
          <a:xfrm>
            <a:off x="2794680" y="3400200"/>
            <a:ext cx="106920" cy="177480"/>
          </a:xfrm>
          <a:custGeom>
            <a:avLst/>
            <a:gdLst/>
            <a:ahLst/>
            <a:rect l="0" t="0" r="r" b="b"/>
            <a:pathLst>
              <a:path w="297" h="493">
                <a:moveTo>
                  <a:pt x="222" y="272"/>
                </a:moveTo>
                <a:cubicBezTo>
                  <a:pt x="199" y="308"/>
                  <a:pt x="171" y="326"/>
                  <a:pt x="136" y="326"/>
                </a:cubicBezTo>
                <a:cubicBezTo>
                  <a:pt x="99" y="326"/>
                  <a:pt x="69" y="312"/>
                  <a:pt x="44" y="284"/>
                </a:cubicBezTo>
                <a:cubicBezTo>
                  <a:pt x="20" y="256"/>
                  <a:pt x="6" y="226"/>
                  <a:pt x="1" y="194"/>
                </a:cubicBezTo>
                <a:cubicBezTo>
                  <a:pt x="0" y="187"/>
                  <a:pt x="0" y="177"/>
                  <a:pt x="0" y="166"/>
                </a:cubicBezTo>
                <a:lnTo>
                  <a:pt x="0" y="160"/>
                </a:lnTo>
                <a:cubicBezTo>
                  <a:pt x="0" y="114"/>
                  <a:pt x="16" y="76"/>
                  <a:pt x="49" y="43"/>
                </a:cubicBezTo>
                <a:cubicBezTo>
                  <a:pt x="78" y="14"/>
                  <a:pt x="110" y="0"/>
                  <a:pt x="144" y="0"/>
                </a:cubicBezTo>
                <a:cubicBezTo>
                  <a:pt x="145" y="0"/>
                  <a:pt x="147" y="0"/>
                  <a:pt x="149" y="0"/>
                </a:cubicBezTo>
                <a:cubicBezTo>
                  <a:pt x="150" y="0"/>
                  <a:pt x="152" y="0"/>
                  <a:pt x="154" y="1"/>
                </a:cubicBezTo>
                <a:lnTo>
                  <a:pt x="157" y="1"/>
                </a:lnTo>
                <a:cubicBezTo>
                  <a:pt x="163" y="1"/>
                  <a:pt x="169" y="1"/>
                  <a:pt x="175" y="2"/>
                </a:cubicBezTo>
                <a:cubicBezTo>
                  <a:pt x="181" y="3"/>
                  <a:pt x="190" y="6"/>
                  <a:pt x="201" y="11"/>
                </a:cubicBezTo>
                <a:cubicBezTo>
                  <a:pt x="213" y="16"/>
                  <a:pt x="224" y="23"/>
                  <a:pt x="235" y="34"/>
                </a:cubicBezTo>
                <a:cubicBezTo>
                  <a:pt x="246" y="44"/>
                  <a:pt x="256" y="58"/>
                  <a:pt x="266" y="76"/>
                </a:cubicBezTo>
                <a:cubicBezTo>
                  <a:pt x="286" y="118"/>
                  <a:pt x="297" y="173"/>
                  <a:pt x="297" y="238"/>
                </a:cubicBezTo>
                <a:cubicBezTo>
                  <a:pt x="297" y="305"/>
                  <a:pt x="282" y="362"/>
                  <a:pt x="254" y="408"/>
                </a:cubicBezTo>
                <a:cubicBezTo>
                  <a:pt x="237" y="435"/>
                  <a:pt x="217" y="455"/>
                  <a:pt x="194" y="470"/>
                </a:cubicBezTo>
                <a:cubicBezTo>
                  <a:pt x="170" y="485"/>
                  <a:pt x="145" y="492"/>
                  <a:pt x="119" y="493"/>
                </a:cubicBezTo>
                <a:cubicBezTo>
                  <a:pt x="90" y="493"/>
                  <a:pt x="66" y="486"/>
                  <a:pt x="47" y="472"/>
                </a:cubicBezTo>
                <a:cubicBezTo>
                  <a:pt x="28" y="458"/>
                  <a:pt x="19" y="438"/>
                  <a:pt x="18" y="411"/>
                </a:cubicBezTo>
                <a:cubicBezTo>
                  <a:pt x="18" y="384"/>
                  <a:pt x="30" y="370"/>
                  <a:pt x="57" y="371"/>
                </a:cubicBezTo>
                <a:cubicBezTo>
                  <a:pt x="68" y="371"/>
                  <a:pt x="76" y="374"/>
                  <a:pt x="83" y="381"/>
                </a:cubicBezTo>
                <a:cubicBezTo>
                  <a:pt x="91" y="387"/>
                  <a:pt x="94" y="397"/>
                  <a:pt x="94" y="409"/>
                </a:cubicBezTo>
                <a:cubicBezTo>
                  <a:pt x="94" y="417"/>
                  <a:pt x="92" y="425"/>
                  <a:pt x="88" y="431"/>
                </a:cubicBezTo>
                <a:cubicBezTo>
                  <a:pt x="83" y="437"/>
                  <a:pt x="80" y="441"/>
                  <a:pt x="76" y="442"/>
                </a:cubicBezTo>
                <a:cubicBezTo>
                  <a:pt x="73" y="444"/>
                  <a:pt x="70" y="445"/>
                  <a:pt x="67" y="446"/>
                </a:cubicBezTo>
                <a:lnTo>
                  <a:pt x="64" y="446"/>
                </a:lnTo>
                <a:cubicBezTo>
                  <a:pt x="64" y="447"/>
                  <a:pt x="66" y="449"/>
                  <a:pt x="69" y="451"/>
                </a:cubicBezTo>
                <a:cubicBezTo>
                  <a:pt x="73" y="453"/>
                  <a:pt x="79" y="455"/>
                  <a:pt x="88" y="458"/>
                </a:cubicBezTo>
                <a:cubicBezTo>
                  <a:pt x="97" y="461"/>
                  <a:pt x="107" y="462"/>
                  <a:pt x="118" y="461"/>
                </a:cubicBezTo>
                <a:lnTo>
                  <a:pt x="122" y="461"/>
                </a:lnTo>
                <a:cubicBezTo>
                  <a:pt x="151" y="461"/>
                  <a:pt x="175" y="446"/>
                  <a:pt x="194" y="416"/>
                </a:cubicBezTo>
                <a:cubicBezTo>
                  <a:pt x="213" y="389"/>
                  <a:pt x="222" y="343"/>
                  <a:pt x="222" y="277"/>
                </a:cubicBezTo>
                <a:lnTo>
                  <a:pt x="222" y="272"/>
                </a:lnTo>
                <a:moveTo>
                  <a:pt x="145" y="300"/>
                </a:moveTo>
                <a:cubicBezTo>
                  <a:pt x="168" y="300"/>
                  <a:pt x="186" y="288"/>
                  <a:pt x="200" y="265"/>
                </a:cubicBezTo>
                <a:cubicBezTo>
                  <a:pt x="214" y="242"/>
                  <a:pt x="221" y="210"/>
                  <a:pt x="221" y="170"/>
                </a:cubicBezTo>
                <a:cubicBezTo>
                  <a:pt x="221" y="133"/>
                  <a:pt x="220" y="105"/>
                  <a:pt x="216" y="89"/>
                </a:cubicBezTo>
                <a:cubicBezTo>
                  <a:pt x="215" y="84"/>
                  <a:pt x="213" y="79"/>
                  <a:pt x="211" y="74"/>
                </a:cubicBezTo>
                <a:cubicBezTo>
                  <a:pt x="210" y="70"/>
                  <a:pt x="206" y="64"/>
                  <a:pt x="201" y="56"/>
                </a:cubicBezTo>
                <a:cubicBezTo>
                  <a:pt x="197" y="48"/>
                  <a:pt x="190" y="42"/>
                  <a:pt x="180" y="37"/>
                </a:cubicBezTo>
                <a:cubicBezTo>
                  <a:pt x="170" y="31"/>
                  <a:pt x="159" y="29"/>
                  <a:pt x="146" y="29"/>
                </a:cubicBezTo>
                <a:cubicBezTo>
                  <a:pt x="128" y="29"/>
                  <a:pt x="113" y="36"/>
                  <a:pt x="100" y="49"/>
                </a:cubicBezTo>
                <a:cubicBezTo>
                  <a:pt x="90" y="59"/>
                  <a:pt x="83" y="72"/>
                  <a:pt x="81" y="86"/>
                </a:cubicBezTo>
                <a:cubicBezTo>
                  <a:pt x="78" y="100"/>
                  <a:pt x="76" y="125"/>
                  <a:pt x="76" y="162"/>
                </a:cubicBezTo>
                <a:cubicBezTo>
                  <a:pt x="76" y="202"/>
                  <a:pt x="77" y="228"/>
                  <a:pt x="79" y="242"/>
                </a:cubicBezTo>
                <a:cubicBezTo>
                  <a:pt x="82" y="256"/>
                  <a:pt x="86" y="267"/>
                  <a:pt x="94" y="276"/>
                </a:cubicBezTo>
                <a:cubicBezTo>
                  <a:pt x="105" y="292"/>
                  <a:pt x="123" y="300"/>
                  <a:pt x="145" y="3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5" name=""/>
          <p:cNvSpPr/>
          <p:nvPr/>
        </p:nvSpPr>
        <p:spPr>
          <a:xfrm>
            <a:off x="2933640" y="3400200"/>
            <a:ext cx="88920" cy="171720"/>
          </a:xfrm>
          <a:custGeom>
            <a:avLst/>
            <a:gdLst/>
            <a:ahLst/>
            <a:rect l="0" t="0" r="r" b="b"/>
            <a:pathLst>
              <a:path w="247" h="477">
                <a:moveTo>
                  <a:pt x="94" y="63"/>
                </a:moveTo>
                <a:lnTo>
                  <a:pt x="85" y="67"/>
                </a:lnTo>
                <a:cubicBezTo>
                  <a:pt x="78" y="69"/>
                  <a:pt x="69" y="71"/>
                  <a:pt x="55" y="74"/>
                </a:cubicBezTo>
                <a:cubicBezTo>
                  <a:pt x="43" y="76"/>
                  <a:pt x="29" y="78"/>
                  <a:pt x="14" y="79"/>
                </a:cubicBezTo>
                <a:lnTo>
                  <a:pt x="0" y="79"/>
                </a:lnTo>
                <a:lnTo>
                  <a:pt x="0" y="46"/>
                </a:lnTo>
                <a:lnTo>
                  <a:pt x="14" y="46"/>
                </a:lnTo>
                <a:cubicBezTo>
                  <a:pt x="36" y="45"/>
                  <a:pt x="57" y="41"/>
                  <a:pt x="77" y="35"/>
                </a:cubicBezTo>
                <a:cubicBezTo>
                  <a:pt x="96" y="29"/>
                  <a:pt x="109" y="23"/>
                  <a:pt x="117" y="18"/>
                </a:cubicBezTo>
                <a:cubicBezTo>
                  <a:pt x="125" y="13"/>
                  <a:pt x="131" y="8"/>
                  <a:pt x="137" y="2"/>
                </a:cubicBezTo>
                <a:cubicBezTo>
                  <a:pt x="138" y="1"/>
                  <a:pt x="141" y="0"/>
                  <a:pt x="146" y="0"/>
                </a:cubicBezTo>
                <a:cubicBezTo>
                  <a:pt x="150" y="0"/>
                  <a:pt x="154" y="2"/>
                  <a:pt x="158" y="4"/>
                </a:cubicBezTo>
                <a:lnTo>
                  <a:pt x="158" y="218"/>
                </a:lnTo>
                <a:lnTo>
                  <a:pt x="159" y="434"/>
                </a:lnTo>
                <a:cubicBezTo>
                  <a:pt x="162" y="437"/>
                  <a:pt x="165" y="439"/>
                  <a:pt x="167" y="440"/>
                </a:cubicBezTo>
                <a:cubicBezTo>
                  <a:pt x="170" y="441"/>
                  <a:pt x="175" y="442"/>
                  <a:pt x="184" y="443"/>
                </a:cubicBezTo>
                <a:cubicBezTo>
                  <a:pt x="193" y="444"/>
                  <a:pt x="208" y="444"/>
                  <a:pt x="229" y="444"/>
                </a:cubicBezTo>
                <a:lnTo>
                  <a:pt x="247" y="444"/>
                </a:lnTo>
                <a:lnTo>
                  <a:pt x="247" y="477"/>
                </a:lnTo>
                <a:lnTo>
                  <a:pt x="239" y="477"/>
                </a:lnTo>
                <a:cubicBezTo>
                  <a:pt x="229" y="476"/>
                  <a:pt x="191" y="475"/>
                  <a:pt x="126" y="475"/>
                </a:cubicBezTo>
                <a:cubicBezTo>
                  <a:pt x="61" y="475"/>
                  <a:pt x="22" y="476"/>
                  <a:pt x="12" y="477"/>
                </a:cubicBezTo>
                <a:lnTo>
                  <a:pt x="4" y="477"/>
                </a:lnTo>
                <a:lnTo>
                  <a:pt x="4" y="444"/>
                </a:lnTo>
                <a:lnTo>
                  <a:pt x="22" y="444"/>
                </a:lnTo>
                <a:cubicBezTo>
                  <a:pt x="33" y="444"/>
                  <a:pt x="42" y="444"/>
                  <a:pt x="50" y="444"/>
                </a:cubicBezTo>
                <a:cubicBezTo>
                  <a:pt x="57" y="444"/>
                  <a:pt x="64" y="444"/>
                  <a:pt x="68" y="444"/>
                </a:cubicBezTo>
                <a:cubicBezTo>
                  <a:pt x="73" y="443"/>
                  <a:pt x="77" y="442"/>
                  <a:pt x="80" y="441"/>
                </a:cubicBezTo>
                <a:cubicBezTo>
                  <a:pt x="83" y="440"/>
                  <a:pt x="85" y="440"/>
                  <a:pt x="86" y="440"/>
                </a:cubicBezTo>
                <a:cubicBezTo>
                  <a:pt x="86" y="440"/>
                  <a:pt x="88" y="439"/>
                  <a:pt x="90" y="436"/>
                </a:cubicBezTo>
                <a:cubicBezTo>
                  <a:pt x="92" y="434"/>
                  <a:pt x="94" y="433"/>
                  <a:pt x="94" y="434"/>
                </a:cubicBezTo>
                <a:lnTo>
                  <a:pt x="94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6" name=""/>
          <p:cNvSpPr/>
          <p:nvPr/>
        </p:nvSpPr>
        <p:spPr>
          <a:xfrm>
            <a:off x="3051720" y="3400200"/>
            <a:ext cx="106920" cy="177480"/>
          </a:xfrm>
          <a:custGeom>
            <a:avLst/>
            <a:gdLst/>
            <a:ahLst/>
            <a:rect l="0" t="0" r="r" b="b"/>
            <a:pathLst>
              <a:path w="297" h="493">
                <a:moveTo>
                  <a:pt x="0" y="253"/>
                </a:moveTo>
                <a:cubicBezTo>
                  <a:pt x="0" y="176"/>
                  <a:pt x="20" y="113"/>
                  <a:pt x="58" y="68"/>
                </a:cubicBezTo>
                <a:cubicBezTo>
                  <a:pt x="97" y="23"/>
                  <a:pt x="140" y="0"/>
                  <a:pt x="187" y="0"/>
                </a:cubicBezTo>
                <a:cubicBezTo>
                  <a:pt x="220" y="0"/>
                  <a:pt x="244" y="9"/>
                  <a:pt x="259" y="26"/>
                </a:cubicBezTo>
                <a:cubicBezTo>
                  <a:pt x="273" y="43"/>
                  <a:pt x="280" y="62"/>
                  <a:pt x="280" y="83"/>
                </a:cubicBezTo>
                <a:cubicBezTo>
                  <a:pt x="280" y="95"/>
                  <a:pt x="277" y="104"/>
                  <a:pt x="270" y="112"/>
                </a:cubicBezTo>
                <a:cubicBezTo>
                  <a:pt x="263" y="119"/>
                  <a:pt x="254" y="122"/>
                  <a:pt x="242" y="122"/>
                </a:cubicBezTo>
                <a:cubicBezTo>
                  <a:pt x="231" y="122"/>
                  <a:pt x="221" y="119"/>
                  <a:pt x="214" y="112"/>
                </a:cubicBezTo>
                <a:cubicBezTo>
                  <a:pt x="207" y="106"/>
                  <a:pt x="203" y="96"/>
                  <a:pt x="203" y="84"/>
                </a:cubicBezTo>
                <a:cubicBezTo>
                  <a:pt x="203" y="64"/>
                  <a:pt x="215" y="51"/>
                  <a:pt x="238" y="47"/>
                </a:cubicBezTo>
                <a:cubicBezTo>
                  <a:pt x="228" y="36"/>
                  <a:pt x="212" y="30"/>
                  <a:pt x="193" y="29"/>
                </a:cubicBezTo>
                <a:cubicBezTo>
                  <a:pt x="159" y="29"/>
                  <a:pt x="131" y="43"/>
                  <a:pt x="109" y="72"/>
                </a:cubicBezTo>
                <a:cubicBezTo>
                  <a:pt x="87" y="103"/>
                  <a:pt x="75" y="152"/>
                  <a:pt x="75" y="217"/>
                </a:cubicBezTo>
                <a:lnTo>
                  <a:pt x="76" y="220"/>
                </a:lnTo>
                <a:cubicBezTo>
                  <a:pt x="79" y="217"/>
                  <a:pt x="80" y="214"/>
                  <a:pt x="82" y="211"/>
                </a:cubicBezTo>
                <a:cubicBezTo>
                  <a:pt x="101" y="182"/>
                  <a:pt x="127" y="168"/>
                  <a:pt x="158" y="168"/>
                </a:cubicBezTo>
                <a:lnTo>
                  <a:pt x="161" y="168"/>
                </a:lnTo>
                <a:cubicBezTo>
                  <a:pt x="183" y="168"/>
                  <a:pt x="202" y="172"/>
                  <a:pt x="219" y="181"/>
                </a:cubicBezTo>
                <a:cubicBezTo>
                  <a:pt x="232" y="188"/>
                  <a:pt x="243" y="197"/>
                  <a:pt x="254" y="210"/>
                </a:cubicBezTo>
                <a:cubicBezTo>
                  <a:pt x="266" y="222"/>
                  <a:pt x="275" y="236"/>
                  <a:pt x="282" y="251"/>
                </a:cubicBezTo>
                <a:cubicBezTo>
                  <a:pt x="292" y="274"/>
                  <a:pt x="297" y="299"/>
                  <a:pt x="297" y="327"/>
                </a:cubicBezTo>
                <a:lnTo>
                  <a:pt x="297" y="340"/>
                </a:lnTo>
                <a:cubicBezTo>
                  <a:pt x="297" y="351"/>
                  <a:pt x="296" y="361"/>
                  <a:pt x="294" y="371"/>
                </a:cubicBezTo>
                <a:cubicBezTo>
                  <a:pt x="289" y="399"/>
                  <a:pt x="273" y="426"/>
                  <a:pt x="248" y="453"/>
                </a:cubicBezTo>
                <a:cubicBezTo>
                  <a:pt x="222" y="480"/>
                  <a:pt x="190" y="493"/>
                  <a:pt x="151" y="493"/>
                </a:cubicBezTo>
                <a:cubicBezTo>
                  <a:pt x="138" y="493"/>
                  <a:pt x="125" y="491"/>
                  <a:pt x="113" y="487"/>
                </a:cubicBezTo>
                <a:cubicBezTo>
                  <a:pt x="100" y="483"/>
                  <a:pt x="87" y="476"/>
                  <a:pt x="73" y="466"/>
                </a:cubicBezTo>
                <a:cubicBezTo>
                  <a:pt x="58" y="455"/>
                  <a:pt x="46" y="441"/>
                  <a:pt x="36" y="424"/>
                </a:cubicBezTo>
                <a:cubicBezTo>
                  <a:pt x="26" y="406"/>
                  <a:pt x="18" y="383"/>
                  <a:pt x="10" y="354"/>
                </a:cubicBezTo>
                <a:cubicBezTo>
                  <a:pt x="3" y="326"/>
                  <a:pt x="0" y="292"/>
                  <a:pt x="0" y="253"/>
                </a:cubicBezTo>
                <a:moveTo>
                  <a:pt x="154" y="193"/>
                </a:moveTo>
                <a:cubicBezTo>
                  <a:pt x="140" y="193"/>
                  <a:pt x="127" y="197"/>
                  <a:pt x="117" y="206"/>
                </a:cubicBezTo>
                <a:cubicBezTo>
                  <a:pt x="106" y="214"/>
                  <a:pt x="98" y="224"/>
                  <a:pt x="93" y="238"/>
                </a:cubicBezTo>
                <a:cubicBezTo>
                  <a:pt x="87" y="251"/>
                  <a:pt x="83" y="265"/>
                  <a:pt x="80" y="278"/>
                </a:cubicBezTo>
                <a:cubicBezTo>
                  <a:pt x="78" y="292"/>
                  <a:pt x="77" y="307"/>
                  <a:pt x="76" y="323"/>
                </a:cubicBezTo>
                <a:cubicBezTo>
                  <a:pt x="76" y="362"/>
                  <a:pt x="79" y="391"/>
                  <a:pt x="85" y="408"/>
                </a:cubicBezTo>
                <a:cubicBezTo>
                  <a:pt x="90" y="425"/>
                  <a:pt x="100" y="439"/>
                  <a:pt x="112" y="449"/>
                </a:cubicBezTo>
                <a:cubicBezTo>
                  <a:pt x="123" y="458"/>
                  <a:pt x="136" y="462"/>
                  <a:pt x="150" y="462"/>
                </a:cubicBezTo>
                <a:cubicBezTo>
                  <a:pt x="174" y="462"/>
                  <a:pt x="193" y="453"/>
                  <a:pt x="206" y="435"/>
                </a:cubicBezTo>
                <a:cubicBezTo>
                  <a:pt x="212" y="426"/>
                  <a:pt x="216" y="416"/>
                  <a:pt x="218" y="403"/>
                </a:cubicBezTo>
                <a:cubicBezTo>
                  <a:pt x="221" y="390"/>
                  <a:pt x="222" y="365"/>
                  <a:pt x="222" y="328"/>
                </a:cubicBezTo>
                <a:cubicBezTo>
                  <a:pt x="222" y="290"/>
                  <a:pt x="221" y="264"/>
                  <a:pt x="218" y="251"/>
                </a:cubicBezTo>
                <a:cubicBezTo>
                  <a:pt x="216" y="238"/>
                  <a:pt x="212" y="228"/>
                  <a:pt x="206" y="219"/>
                </a:cubicBezTo>
                <a:cubicBezTo>
                  <a:pt x="193" y="202"/>
                  <a:pt x="176" y="193"/>
                  <a:pt x="154" y="19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1968840" y="3362400"/>
            <a:ext cx="209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8" name=""/>
          <p:cNvSpPr/>
          <p:nvPr/>
        </p:nvSpPr>
        <p:spPr>
          <a:xfrm>
            <a:off x="857160" y="3800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9" name=""/>
          <p:cNvSpPr txBox="1"/>
          <p:nvPr/>
        </p:nvSpPr>
        <p:spPr>
          <a:xfrm>
            <a:off x="3170880" y="3362400"/>
            <a:ext cx="3926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 designated as the small-sample anchor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0" name=""/>
          <p:cNvSpPr txBox="1"/>
          <p:nvPr/>
        </p:nvSpPr>
        <p:spPr>
          <a:xfrm>
            <a:off x="1085760" y="3714840"/>
            <a:ext cx="6066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Remaining 15 partner regions evaluated as pooling candidates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1" name=""/>
          <p:cNvSpPr/>
          <p:nvPr/>
        </p:nvSpPr>
        <p:spPr>
          <a:xfrm>
            <a:off x="857160" y="4809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571320" y="4177080"/>
            <a:ext cx="36428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Two Candidate Effect Modifiers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3" name=""/>
          <p:cNvSpPr txBox="1"/>
          <p:nvPr/>
        </p:nvSpPr>
        <p:spPr>
          <a:xfrm>
            <a:off x="1085760" y="4690800"/>
            <a:ext cx="3412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Age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1461960" y="4724280"/>
            <a:ext cx="468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and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1931400" y="4690800"/>
            <a:ext cx="3762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SBP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6" name=""/>
          <p:cNvSpPr/>
          <p:nvPr/>
        </p:nvSpPr>
        <p:spPr>
          <a:xfrm>
            <a:off x="857160" y="51526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5" y="231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90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2344680" y="4724280"/>
            <a:ext cx="2430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(systolic blood pressure)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8" name=""/>
          <p:cNvSpPr/>
          <p:nvPr/>
        </p:nvSpPr>
        <p:spPr>
          <a:xfrm>
            <a:off x="3113280" y="5095800"/>
            <a:ext cx="158760" cy="176400"/>
          </a:xfrm>
          <a:custGeom>
            <a:avLst/>
            <a:gdLst/>
            <a:ahLst/>
            <a:rect l="0" t="0" r="r" b="b"/>
            <a:pathLst>
              <a:path w="441" h="490">
                <a:moveTo>
                  <a:pt x="140" y="33"/>
                </a:moveTo>
                <a:cubicBezTo>
                  <a:pt x="124" y="33"/>
                  <a:pt x="115" y="32"/>
                  <a:pt x="114" y="30"/>
                </a:cubicBezTo>
                <a:cubicBezTo>
                  <a:pt x="114" y="29"/>
                  <a:pt x="114" y="27"/>
                  <a:pt x="114" y="24"/>
                </a:cubicBezTo>
                <a:cubicBezTo>
                  <a:pt x="114" y="13"/>
                  <a:pt x="116" y="5"/>
                  <a:pt x="121" y="0"/>
                </a:cubicBezTo>
                <a:cubicBezTo>
                  <a:pt x="122" y="0"/>
                  <a:pt x="126" y="0"/>
                  <a:pt x="132" y="0"/>
                </a:cubicBezTo>
                <a:cubicBezTo>
                  <a:pt x="158" y="1"/>
                  <a:pt x="188" y="2"/>
                  <a:pt x="223" y="2"/>
                </a:cubicBezTo>
                <a:cubicBezTo>
                  <a:pt x="290" y="2"/>
                  <a:pt x="329" y="1"/>
                  <a:pt x="339" y="0"/>
                </a:cubicBezTo>
                <a:lnTo>
                  <a:pt x="347" y="0"/>
                </a:lnTo>
                <a:cubicBezTo>
                  <a:pt x="350" y="3"/>
                  <a:pt x="353" y="5"/>
                  <a:pt x="353" y="6"/>
                </a:cubicBezTo>
                <a:cubicBezTo>
                  <a:pt x="353" y="8"/>
                  <a:pt x="351" y="12"/>
                  <a:pt x="350" y="19"/>
                </a:cubicBezTo>
                <a:cubicBezTo>
                  <a:pt x="348" y="26"/>
                  <a:pt x="346" y="31"/>
                  <a:pt x="344" y="33"/>
                </a:cubicBezTo>
                <a:lnTo>
                  <a:pt x="317" y="33"/>
                </a:lnTo>
                <a:cubicBezTo>
                  <a:pt x="284" y="33"/>
                  <a:pt x="264" y="35"/>
                  <a:pt x="259" y="39"/>
                </a:cubicBezTo>
                <a:cubicBezTo>
                  <a:pt x="255" y="41"/>
                  <a:pt x="252" y="48"/>
                  <a:pt x="249" y="59"/>
                </a:cubicBezTo>
                <a:cubicBezTo>
                  <a:pt x="245" y="70"/>
                  <a:pt x="229" y="133"/>
                  <a:pt x="201" y="248"/>
                </a:cubicBezTo>
                <a:cubicBezTo>
                  <a:pt x="193" y="280"/>
                  <a:pt x="185" y="313"/>
                  <a:pt x="176" y="347"/>
                </a:cubicBezTo>
                <a:cubicBezTo>
                  <a:pt x="168" y="382"/>
                  <a:pt x="161" y="408"/>
                  <a:pt x="157" y="426"/>
                </a:cubicBezTo>
                <a:lnTo>
                  <a:pt x="151" y="452"/>
                </a:lnTo>
                <a:cubicBezTo>
                  <a:pt x="151" y="454"/>
                  <a:pt x="153" y="455"/>
                  <a:pt x="157" y="455"/>
                </a:cubicBezTo>
                <a:cubicBezTo>
                  <a:pt x="161" y="455"/>
                  <a:pt x="175" y="455"/>
                  <a:pt x="199" y="456"/>
                </a:cubicBezTo>
                <a:lnTo>
                  <a:pt x="211" y="456"/>
                </a:lnTo>
                <a:cubicBezTo>
                  <a:pt x="227" y="456"/>
                  <a:pt x="239" y="456"/>
                  <a:pt x="248" y="455"/>
                </a:cubicBezTo>
                <a:cubicBezTo>
                  <a:pt x="257" y="455"/>
                  <a:pt x="269" y="453"/>
                  <a:pt x="283" y="450"/>
                </a:cubicBezTo>
                <a:cubicBezTo>
                  <a:pt x="297" y="447"/>
                  <a:pt x="309" y="443"/>
                  <a:pt x="319" y="437"/>
                </a:cubicBezTo>
                <a:cubicBezTo>
                  <a:pt x="328" y="432"/>
                  <a:pt x="339" y="424"/>
                  <a:pt x="350" y="413"/>
                </a:cubicBezTo>
                <a:cubicBezTo>
                  <a:pt x="363" y="403"/>
                  <a:pt x="373" y="390"/>
                  <a:pt x="381" y="374"/>
                </a:cubicBezTo>
                <a:cubicBezTo>
                  <a:pt x="389" y="360"/>
                  <a:pt x="396" y="344"/>
                  <a:pt x="403" y="326"/>
                </a:cubicBezTo>
                <a:cubicBezTo>
                  <a:pt x="409" y="308"/>
                  <a:pt x="413" y="298"/>
                  <a:pt x="415" y="296"/>
                </a:cubicBezTo>
                <a:cubicBezTo>
                  <a:pt x="417" y="295"/>
                  <a:pt x="421" y="294"/>
                  <a:pt x="427" y="294"/>
                </a:cubicBezTo>
                <a:lnTo>
                  <a:pt x="436" y="294"/>
                </a:lnTo>
                <a:cubicBezTo>
                  <a:pt x="439" y="298"/>
                  <a:pt x="441" y="301"/>
                  <a:pt x="441" y="302"/>
                </a:cubicBezTo>
                <a:cubicBezTo>
                  <a:pt x="441" y="303"/>
                  <a:pt x="436" y="317"/>
                  <a:pt x="426" y="344"/>
                </a:cubicBezTo>
                <a:cubicBezTo>
                  <a:pt x="417" y="371"/>
                  <a:pt x="406" y="400"/>
                  <a:pt x="395" y="430"/>
                </a:cubicBezTo>
                <a:cubicBezTo>
                  <a:pt x="383" y="460"/>
                  <a:pt x="377" y="477"/>
                  <a:pt x="376" y="483"/>
                </a:cubicBezTo>
                <a:cubicBezTo>
                  <a:pt x="375" y="485"/>
                  <a:pt x="374" y="486"/>
                  <a:pt x="373" y="487"/>
                </a:cubicBezTo>
                <a:cubicBezTo>
                  <a:pt x="372" y="487"/>
                  <a:pt x="369" y="488"/>
                  <a:pt x="362" y="489"/>
                </a:cubicBezTo>
                <a:cubicBezTo>
                  <a:pt x="355" y="490"/>
                  <a:pt x="344" y="490"/>
                  <a:pt x="330" y="490"/>
                </a:cubicBezTo>
                <a:cubicBezTo>
                  <a:pt x="325" y="490"/>
                  <a:pt x="307" y="490"/>
                  <a:pt x="276" y="490"/>
                </a:cubicBezTo>
                <a:cubicBezTo>
                  <a:pt x="245" y="490"/>
                  <a:pt x="215" y="489"/>
                  <a:pt x="187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8"/>
                  <a:pt x="0" y="475"/>
                  <a:pt x="1" y="472"/>
                </a:cubicBezTo>
                <a:cubicBezTo>
                  <a:pt x="4" y="463"/>
                  <a:pt x="6" y="458"/>
                  <a:pt x="8" y="457"/>
                </a:cubicBezTo>
                <a:cubicBezTo>
                  <a:pt x="10" y="456"/>
                  <a:pt x="14" y="456"/>
                  <a:pt x="19" y="456"/>
                </a:cubicBezTo>
                <a:lnTo>
                  <a:pt x="23" y="456"/>
                </a:lnTo>
                <a:cubicBezTo>
                  <a:pt x="36" y="456"/>
                  <a:pt x="51" y="455"/>
                  <a:pt x="66" y="454"/>
                </a:cubicBezTo>
                <a:cubicBezTo>
                  <a:pt x="73" y="452"/>
                  <a:pt x="78" y="450"/>
                  <a:pt x="80" y="445"/>
                </a:cubicBezTo>
                <a:cubicBezTo>
                  <a:pt x="81" y="443"/>
                  <a:pt x="99" y="377"/>
                  <a:pt x="131" y="246"/>
                </a:cubicBezTo>
                <a:cubicBezTo>
                  <a:pt x="164" y="115"/>
                  <a:pt x="181" y="46"/>
                  <a:pt x="181" y="39"/>
                </a:cubicBezTo>
                <a:cubicBezTo>
                  <a:pt x="181" y="36"/>
                  <a:pt x="167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9" name=""/>
          <p:cNvSpPr txBox="1"/>
          <p:nvPr/>
        </p:nvSpPr>
        <p:spPr>
          <a:xfrm>
            <a:off x="1085760" y="5067360"/>
            <a:ext cx="2040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Per-unit CATE slope (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0" name=""/>
          <p:cNvSpPr/>
          <p:nvPr/>
        </p:nvSpPr>
        <p:spPr>
          <a:xfrm>
            <a:off x="1371240" y="5448240"/>
            <a:ext cx="86400" cy="86040"/>
          </a:xfrm>
          <a:custGeom>
            <a:avLst/>
            <a:gdLst/>
            <a:ahLst/>
            <a:rect l="0" t="0" r="r" b="b"/>
            <a:pathLst>
              <a:path w="240" h="239">
                <a:moveTo>
                  <a:pt x="240" y="119"/>
                </a:moveTo>
                <a:cubicBezTo>
                  <a:pt x="240" y="135"/>
                  <a:pt x="237" y="150"/>
                  <a:pt x="231" y="164"/>
                </a:cubicBezTo>
                <a:cubicBezTo>
                  <a:pt x="225" y="179"/>
                  <a:pt x="216" y="192"/>
                  <a:pt x="205" y="203"/>
                </a:cubicBezTo>
                <a:cubicBezTo>
                  <a:pt x="194" y="214"/>
                  <a:pt x="181" y="224"/>
                  <a:pt x="166" y="230"/>
                </a:cubicBezTo>
                <a:cubicBezTo>
                  <a:pt x="152" y="236"/>
                  <a:pt x="136" y="239"/>
                  <a:pt x="121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7" y="214"/>
                  <a:pt x="35" y="203"/>
                </a:cubicBezTo>
                <a:cubicBezTo>
                  <a:pt x="24" y="192"/>
                  <a:pt x="16" y="179"/>
                  <a:pt x="10" y="164"/>
                </a:cubicBezTo>
                <a:cubicBezTo>
                  <a:pt x="4" y="150"/>
                  <a:pt x="0" y="135"/>
                  <a:pt x="0" y="119"/>
                </a:cubicBezTo>
                <a:cubicBezTo>
                  <a:pt x="0" y="103"/>
                  <a:pt x="4" y="88"/>
                  <a:pt x="10" y="73"/>
                </a:cubicBezTo>
                <a:cubicBezTo>
                  <a:pt x="16" y="59"/>
                  <a:pt x="24" y="46"/>
                  <a:pt x="35" y="35"/>
                </a:cubicBezTo>
                <a:cubicBezTo>
                  <a:pt x="47" y="23"/>
                  <a:pt x="59" y="15"/>
                  <a:pt x="74" y="9"/>
                </a:cubicBezTo>
                <a:cubicBezTo>
                  <a:pt x="89" y="3"/>
                  <a:pt x="104" y="0"/>
                  <a:pt x="121" y="0"/>
                </a:cubicBezTo>
                <a:cubicBezTo>
                  <a:pt x="136" y="0"/>
                  <a:pt x="152" y="3"/>
                  <a:pt x="166" y="9"/>
                </a:cubicBezTo>
                <a:cubicBezTo>
                  <a:pt x="181" y="15"/>
                  <a:pt x="194" y="23"/>
                  <a:pt x="205" y="35"/>
                </a:cubicBezTo>
                <a:cubicBezTo>
                  <a:pt x="216" y="46"/>
                  <a:pt x="225" y="59"/>
                  <a:pt x="231" y="73"/>
                </a:cubicBezTo>
                <a:cubicBezTo>
                  <a:pt x="237" y="88"/>
                  <a:pt x="240" y="103"/>
                  <a:pt x="240" y="119"/>
                </a:cubicBezTo>
                <a:close/>
              </a:path>
            </a:pathLst>
          </a:custGeom>
          <a:noFill/>
          <a:ln w="9360">
            <a:solidFill>
              <a:srgbClr val="D52B1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3282120" y="5067360"/>
            <a:ext cx="29422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 unavailable a priori for either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2" name=""/>
          <p:cNvSpPr/>
          <p:nvPr/>
        </p:nvSpPr>
        <p:spPr>
          <a:xfrm>
            <a:off x="1371240" y="5790960"/>
            <a:ext cx="86400" cy="86040"/>
          </a:xfrm>
          <a:custGeom>
            <a:avLst/>
            <a:gdLst/>
            <a:ahLst/>
            <a:rect l="0" t="0" r="r" b="b"/>
            <a:pathLst>
              <a:path w="240" h="239">
                <a:moveTo>
                  <a:pt x="240" y="119"/>
                </a:moveTo>
                <a:cubicBezTo>
                  <a:pt x="240" y="135"/>
                  <a:pt x="237" y="150"/>
                  <a:pt x="231" y="165"/>
                </a:cubicBezTo>
                <a:cubicBezTo>
                  <a:pt x="225" y="179"/>
                  <a:pt x="216" y="192"/>
                  <a:pt x="205" y="203"/>
                </a:cubicBezTo>
                <a:cubicBezTo>
                  <a:pt x="194" y="215"/>
                  <a:pt x="181" y="224"/>
                  <a:pt x="166" y="230"/>
                </a:cubicBezTo>
                <a:cubicBezTo>
                  <a:pt x="152" y="236"/>
                  <a:pt x="136" y="239"/>
                  <a:pt x="121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7" y="215"/>
                  <a:pt x="35" y="203"/>
                </a:cubicBezTo>
                <a:cubicBezTo>
                  <a:pt x="24" y="192"/>
                  <a:pt x="16" y="179"/>
                  <a:pt x="10" y="165"/>
                </a:cubicBezTo>
                <a:cubicBezTo>
                  <a:pt x="4" y="150"/>
                  <a:pt x="0" y="135"/>
                  <a:pt x="0" y="119"/>
                </a:cubicBezTo>
                <a:cubicBezTo>
                  <a:pt x="0" y="103"/>
                  <a:pt x="4" y="88"/>
                  <a:pt x="10" y="74"/>
                </a:cubicBezTo>
                <a:cubicBezTo>
                  <a:pt x="16" y="59"/>
                  <a:pt x="24" y="46"/>
                  <a:pt x="35" y="35"/>
                </a:cubicBezTo>
                <a:cubicBezTo>
                  <a:pt x="47" y="24"/>
                  <a:pt x="59" y="15"/>
                  <a:pt x="74" y="9"/>
                </a:cubicBezTo>
                <a:cubicBezTo>
                  <a:pt x="89" y="3"/>
                  <a:pt x="104" y="0"/>
                  <a:pt x="121" y="0"/>
                </a:cubicBezTo>
                <a:cubicBezTo>
                  <a:pt x="136" y="0"/>
                  <a:pt x="152" y="3"/>
                  <a:pt x="166" y="9"/>
                </a:cubicBezTo>
                <a:cubicBezTo>
                  <a:pt x="181" y="15"/>
                  <a:pt x="194" y="24"/>
                  <a:pt x="205" y="35"/>
                </a:cubicBezTo>
                <a:cubicBezTo>
                  <a:pt x="216" y="46"/>
                  <a:pt x="225" y="59"/>
                  <a:pt x="231" y="74"/>
                </a:cubicBezTo>
                <a:cubicBezTo>
                  <a:pt x="237" y="88"/>
                  <a:pt x="240" y="103"/>
                  <a:pt x="240" y="119"/>
                </a:cubicBezTo>
                <a:close/>
              </a:path>
            </a:pathLst>
          </a:custGeom>
          <a:noFill/>
          <a:ln w="9360">
            <a:solidFill>
              <a:srgbClr val="D52B1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1600200" y="5362560"/>
            <a:ext cx="6144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Age: FTT meta-analysis (1994) reports only "irrespective of age"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4" name=""/>
          <p:cNvSpPr/>
          <p:nvPr/>
        </p:nvSpPr>
        <p:spPr>
          <a:xfrm>
            <a:off x="857160" y="6134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3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5" name=""/>
          <p:cNvSpPr/>
          <p:nvPr/>
        </p:nvSpPr>
        <p:spPr>
          <a:xfrm>
            <a:off x="1094040" y="608868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0" y="33"/>
                </a:moveTo>
                <a:cubicBezTo>
                  <a:pt x="123" y="33"/>
                  <a:pt x="115" y="32"/>
                  <a:pt x="114" y="30"/>
                </a:cubicBezTo>
                <a:cubicBezTo>
                  <a:pt x="113" y="29"/>
                  <a:pt x="113" y="27"/>
                  <a:pt x="113" y="24"/>
                </a:cubicBezTo>
                <a:cubicBezTo>
                  <a:pt x="113" y="13"/>
                  <a:pt x="116" y="5"/>
                  <a:pt x="121" y="0"/>
                </a:cubicBezTo>
                <a:cubicBezTo>
                  <a:pt x="122" y="0"/>
                  <a:pt x="126" y="0"/>
                  <a:pt x="132" y="0"/>
                </a:cubicBezTo>
                <a:cubicBezTo>
                  <a:pt x="158" y="1"/>
                  <a:pt x="188" y="2"/>
                  <a:pt x="223" y="2"/>
                </a:cubicBezTo>
                <a:cubicBezTo>
                  <a:pt x="291" y="2"/>
                  <a:pt x="329" y="1"/>
                  <a:pt x="339" y="0"/>
                </a:cubicBezTo>
                <a:lnTo>
                  <a:pt x="348" y="0"/>
                </a:lnTo>
                <a:cubicBezTo>
                  <a:pt x="351" y="3"/>
                  <a:pt x="352" y="5"/>
                  <a:pt x="352" y="6"/>
                </a:cubicBezTo>
                <a:cubicBezTo>
                  <a:pt x="352" y="8"/>
                  <a:pt x="352" y="12"/>
                  <a:pt x="351" y="19"/>
                </a:cubicBezTo>
                <a:cubicBezTo>
                  <a:pt x="348" y="26"/>
                  <a:pt x="346" y="31"/>
                  <a:pt x="344" y="33"/>
                </a:cubicBezTo>
                <a:lnTo>
                  <a:pt x="317" y="33"/>
                </a:lnTo>
                <a:cubicBezTo>
                  <a:pt x="284" y="33"/>
                  <a:pt x="265" y="35"/>
                  <a:pt x="259" y="39"/>
                </a:cubicBezTo>
                <a:cubicBezTo>
                  <a:pt x="256" y="41"/>
                  <a:pt x="252" y="48"/>
                  <a:pt x="248" y="59"/>
                </a:cubicBezTo>
                <a:cubicBezTo>
                  <a:pt x="245" y="70"/>
                  <a:pt x="229" y="133"/>
                  <a:pt x="200" y="248"/>
                </a:cubicBezTo>
                <a:cubicBezTo>
                  <a:pt x="193" y="279"/>
                  <a:pt x="185" y="312"/>
                  <a:pt x="176" y="346"/>
                </a:cubicBezTo>
                <a:cubicBezTo>
                  <a:pt x="168" y="381"/>
                  <a:pt x="161" y="407"/>
                  <a:pt x="157" y="425"/>
                </a:cubicBezTo>
                <a:lnTo>
                  <a:pt x="150" y="452"/>
                </a:lnTo>
                <a:cubicBezTo>
                  <a:pt x="150" y="454"/>
                  <a:pt x="153" y="454"/>
                  <a:pt x="157" y="454"/>
                </a:cubicBezTo>
                <a:cubicBezTo>
                  <a:pt x="161" y="454"/>
                  <a:pt x="175" y="455"/>
                  <a:pt x="199" y="456"/>
                </a:cubicBezTo>
                <a:lnTo>
                  <a:pt x="211" y="456"/>
                </a:lnTo>
                <a:cubicBezTo>
                  <a:pt x="226" y="456"/>
                  <a:pt x="239" y="456"/>
                  <a:pt x="248" y="455"/>
                </a:cubicBezTo>
                <a:cubicBezTo>
                  <a:pt x="258" y="455"/>
                  <a:pt x="269" y="453"/>
                  <a:pt x="284" y="450"/>
                </a:cubicBezTo>
                <a:cubicBezTo>
                  <a:pt x="298" y="446"/>
                  <a:pt x="310" y="442"/>
                  <a:pt x="319" y="436"/>
                </a:cubicBezTo>
                <a:cubicBezTo>
                  <a:pt x="329" y="431"/>
                  <a:pt x="339" y="423"/>
                  <a:pt x="351" y="412"/>
                </a:cubicBezTo>
                <a:cubicBezTo>
                  <a:pt x="362" y="402"/>
                  <a:pt x="372" y="388"/>
                  <a:pt x="381" y="373"/>
                </a:cubicBezTo>
                <a:cubicBezTo>
                  <a:pt x="388" y="358"/>
                  <a:pt x="396" y="342"/>
                  <a:pt x="402" y="325"/>
                </a:cubicBezTo>
                <a:cubicBezTo>
                  <a:pt x="409" y="307"/>
                  <a:pt x="413" y="297"/>
                  <a:pt x="414" y="295"/>
                </a:cubicBezTo>
                <a:cubicBezTo>
                  <a:pt x="417" y="293"/>
                  <a:pt x="421" y="293"/>
                  <a:pt x="427" y="293"/>
                </a:cubicBezTo>
                <a:lnTo>
                  <a:pt x="436" y="293"/>
                </a:lnTo>
                <a:cubicBezTo>
                  <a:pt x="439" y="297"/>
                  <a:pt x="440" y="300"/>
                  <a:pt x="440" y="301"/>
                </a:cubicBezTo>
                <a:cubicBezTo>
                  <a:pt x="440" y="302"/>
                  <a:pt x="435" y="316"/>
                  <a:pt x="426" y="343"/>
                </a:cubicBezTo>
                <a:cubicBezTo>
                  <a:pt x="416" y="370"/>
                  <a:pt x="406" y="398"/>
                  <a:pt x="394" y="428"/>
                </a:cubicBezTo>
                <a:cubicBezTo>
                  <a:pt x="383" y="459"/>
                  <a:pt x="377" y="477"/>
                  <a:pt x="376" y="482"/>
                </a:cubicBezTo>
                <a:cubicBezTo>
                  <a:pt x="375" y="485"/>
                  <a:pt x="374" y="486"/>
                  <a:pt x="373" y="487"/>
                </a:cubicBezTo>
                <a:cubicBezTo>
                  <a:pt x="372" y="487"/>
                  <a:pt x="368" y="488"/>
                  <a:pt x="362" y="489"/>
                </a:cubicBezTo>
                <a:cubicBezTo>
                  <a:pt x="355" y="490"/>
                  <a:pt x="345" y="490"/>
                  <a:pt x="331" y="490"/>
                </a:cubicBezTo>
                <a:cubicBezTo>
                  <a:pt x="326" y="490"/>
                  <a:pt x="307" y="490"/>
                  <a:pt x="276" y="490"/>
                </a:cubicBezTo>
                <a:cubicBezTo>
                  <a:pt x="245" y="490"/>
                  <a:pt x="215" y="489"/>
                  <a:pt x="187" y="489"/>
                </a:cubicBezTo>
                <a:lnTo>
                  <a:pt x="60" y="489"/>
                </a:lnTo>
                <a:cubicBezTo>
                  <a:pt x="20" y="489"/>
                  <a:pt x="0" y="486"/>
                  <a:pt x="0" y="482"/>
                </a:cubicBezTo>
                <a:cubicBezTo>
                  <a:pt x="0" y="478"/>
                  <a:pt x="0" y="475"/>
                  <a:pt x="1" y="472"/>
                </a:cubicBezTo>
                <a:cubicBezTo>
                  <a:pt x="3" y="463"/>
                  <a:pt x="6" y="458"/>
                  <a:pt x="8" y="457"/>
                </a:cubicBezTo>
                <a:cubicBezTo>
                  <a:pt x="10" y="456"/>
                  <a:pt x="14" y="456"/>
                  <a:pt x="19" y="456"/>
                </a:cubicBezTo>
                <a:lnTo>
                  <a:pt x="23" y="456"/>
                </a:lnTo>
                <a:cubicBezTo>
                  <a:pt x="36" y="456"/>
                  <a:pt x="50" y="455"/>
                  <a:pt x="66" y="454"/>
                </a:cubicBezTo>
                <a:cubicBezTo>
                  <a:pt x="73" y="452"/>
                  <a:pt x="77" y="449"/>
                  <a:pt x="80" y="444"/>
                </a:cubicBezTo>
                <a:cubicBezTo>
                  <a:pt x="81" y="442"/>
                  <a:pt x="98" y="376"/>
                  <a:pt x="131" y="246"/>
                </a:cubicBezTo>
                <a:cubicBezTo>
                  <a:pt x="164" y="115"/>
                  <a:pt x="180" y="46"/>
                  <a:pt x="180" y="39"/>
                </a:cubicBezTo>
                <a:cubicBezTo>
                  <a:pt x="180" y="36"/>
                  <a:pt x="167" y="34"/>
                  <a:pt x="140" y="33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6" name=""/>
          <p:cNvSpPr/>
          <p:nvPr/>
        </p:nvSpPr>
        <p:spPr>
          <a:xfrm>
            <a:off x="1280880" y="6086160"/>
            <a:ext cx="68040" cy="78840"/>
          </a:xfrm>
          <a:custGeom>
            <a:avLst/>
            <a:gdLst/>
            <a:ahLst/>
            <a:rect l="0" t="0" r="r" b="b"/>
            <a:pathLst>
              <a:path w="189" h="219">
                <a:moveTo>
                  <a:pt x="84" y="91"/>
                </a:moveTo>
                <a:cubicBezTo>
                  <a:pt x="79" y="46"/>
                  <a:pt x="77" y="20"/>
                  <a:pt x="77" y="15"/>
                </a:cubicBezTo>
                <a:cubicBezTo>
                  <a:pt x="77" y="9"/>
                  <a:pt x="81" y="4"/>
                  <a:pt x="90" y="1"/>
                </a:cubicBezTo>
                <a:cubicBezTo>
                  <a:pt x="91" y="1"/>
                  <a:pt x="91" y="1"/>
                  <a:pt x="93" y="1"/>
                </a:cubicBezTo>
                <a:cubicBezTo>
                  <a:pt x="94" y="1"/>
                  <a:pt x="95" y="1"/>
                  <a:pt x="96" y="0"/>
                </a:cubicBezTo>
                <a:cubicBezTo>
                  <a:pt x="100" y="1"/>
                  <a:pt x="104" y="2"/>
                  <a:pt x="107" y="5"/>
                </a:cubicBezTo>
                <a:cubicBezTo>
                  <a:pt x="110" y="8"/>
                  <a:pt x="112" y="11"/>
                  <a:pt x="112" y="15"/>
                </a:cubicBezTo>
                <a:cubicBezTo>
                  <a:pt x="112" y="21"/>
                  <a:pt x="111" y="34"/>
                  <a:pt x="109" y="55"/>
                </a:cubicBezTo>
                <a:cubicBezTo>
                  <a:pt x="107" y="77"/>
                  <a:pt x="106" y="89"/>
                  <a:pt x="105" y="91"/>
                </a:cubicBezTo>
                <a:lnTo>
                  <a:pt x="135" y="70"/>
                </a:lnTo>
                <a:cubicBezTo>
                  <a:pt x="154" y="56"/>
                  <a:pt x="164" y="48"/>
                  <a:pt x="166" y="47"/>
                </a:cubicBezTo>
                <a:cubicBezTo>
                  <a:pt x="167" y="46"/>
                  <a:pt x="169" y="46"/>
                  <a:pt x="171" y="46"/>
                </a:cubicBezTo>
                <a:cubicBezTo>
                  <a:pt x="175" y="46"/>
                  <a:pt x="179" y="48"/>
                  <a:pt x="183" y="51"/>
                </a:cubicBezTo>
                <a:cubicBezTo>
                  <a:pt x="186" y="54"/>
                  <a:pt x="188" y="59"/>
                  <a:pt x="189" y="65"/>
                </a:cubicBezTo>
                <a:cubicBezTo>
                  <a:pt x="189" y="69"/>
                  <a:pt x="187" y="73"/>
                  <a:pt x="184" y="76"/>
                </a:cubicBezTo>
                <a:cubicBezTo>
                  <a:pt x="182" y="77"/>
                  <a:pt x="171" y="83"/>
                  <a:pt x="149" y="93"/>
                </a:cubicBezTo>
                <a:cubicBezTo>
                  <a:pt x="128" y="103"/>
                  <a:pt x="117" y="108"/>
                  <a:pt x="115" y="109"/>
                </a:cubicBezTo>
                <a:lnTo>
                  <a:pt x="148" y="125"/>
                </a:lnTo>
                <a:lnTo>
                  <a:pt x="184" y="143"/>
                </a:lnTo>
                <a:cubicBezTo>
                  <a:pt x="187" y="146"/>
                  <a:pt x="188" y="150"/>
                  <a:pt x="188" y="155"/>
                </a:cubicBezTo>
                <a:cubicBezTo>
                  <a:pt x="188" y="160"/>
                  <a:pt x="187" y="164"/>
                  <a:pt x="184" y="168"/>
                </a:cubicBezTo>
                <a:cubicBezTo>
                  <a:pt x="181" y="171"/>
                  <a:pt x="177" y="173"/>
                  <a:pt x="172" y="173"/>
                </a:cubicBezTo>
                <a:cubicBezTo>
                  <a:pt x="169" y="173"/>
                  <a:pt x="166" y="172"/>
                  <a:pt x="163" y="170"/>
                </a:cubicBezTo>
                <a:cubicBezTo>
                  <a:pt x="159" y="168"/>
                  <a:pt x="150" y="161"/>
                  <a:pt x="135" y="150"/>
                </a:cubicBezTo>
                <a:lnTo>
                  <a:pt x="105" y="128"/>
                </a:lnTo>
                <a:cubicBezTo>
                  <a:pt x="110" y="174"/>
                  <a:pt x="112" y="199"/>
                  <a:pt x="112" y="205"/>
                </a:cubicBezTo>
                <a:cubicBezTo>
                  <a:pt x="112" y="208"/>
                  <a:pt x="111" y="211"/>
                  <a:pt x="108" y="214"/>
                </a:cubicBezTo>
                <a:cubicBezTo>
                  <a:pt x="106" y="217"/>
                  <a:pt x="102" y="219"/>
                  <a:pt x="95" y="219"/>
                </a:cubicBezTo>
                <a:cubicBezTo>
                  <a:pt x="88" y="219"/>
                  <a:pt x="84" y="217"/>
                  <a:pt x="81" y="214"/>
                </a:cubicBezTo>
                <a:cubicBezTo>
                  <a:pt x="79" y="211"/>
                  <a:pt x="77" y="208"/>
                  <a:pt x="77" y="205"/>
                </a:cubicBezTo>
                <a:cubicBezTo>
                  <a:pt x="77" y="199"/>
                  <a:pt x="78" y="185"/>
                  <a:pt x="80" y="164"/>
                </a:cubicBezTo>
                <a:cubicBezTo>
                  <a:pt x="82" y="143"/>
                  <a:pt x="83" y="131"/>
                  <a:pt x="84" y="128"/>
                </a:cubicBezTo>
                <a:lnTo>
                  <a:pt x="54" y="150"/>
                </a:lnTo>
                <a:cubicBezTo>
                  <a:pt x="36" y="164"/>
                  <a:pt x="25" y="171"/>
                  <a:pt x="24" y="172"/>
                </a:cubicBezTo>
                <a:cubicBezTo>
                  <a:pt x="22" y="173"/>
                  <a:pt x="21" y="174"/>
                  <a:pt x="19" y="174"/>
                </a:cubicBezTo>
                <a:cubicBezTo>
                  <a:pt x="14" y="174"/>
                  <a:pt x="10" y="172"/>
                  <a:pt x="6" y="169"/>
                </a:cubicBezTo>
                <a:cubicBezTo>
                  <a:pt x="3" y="165"/>
                  <a:pt x="1" y="161"/>
                  <a:pt x="0" y="155"/>
                </a:cubicBezTo>
                <a:cubicBezTo>
                  <a:pt x="0" y="153"/>
                  <a:pt x="0" y="152"/>
                  <a:pt x="0" y="151"/>
                </a:cubicBezTo>
                <a:cubicBezTo>
                  <a:pt x="0" y="150"/>
                  <a:pt x="1" y="149"/>
                  <a:pt x="2" y="148"/>
                </a:cubicBezTo>
                <a:cubicBezTo>
                  <a:pt x="3" y="147"/>
                  <a:pt x="4" y="146"/>
                  <a:pt x="4" y="145"/>
                </a:cubicBezTo>
                <a:cubicBezTo>
                  <a:pt x="5" y="144"/>
                  <a:pt x="7" y="143"/>
                  <a:pt x="9" y="141"/>
                </a:cubicBezTo>
                <a:cubicBezTo>
                  <a:pt x="11" y="140"/>
                  <a:pt x="13" y="139"/>
                  <a:pt x="16" y="138"/>
                </a:cubicBezTo>
                <a:cubicBezTo>
                  <a:pt x="18" y="137"/>
                  <a:pt x="21" y="135"/>
                  <a:pt x="25" y="133"/>
                </a:cubicBezTo>
                <a:cubicBezTo>
                  <a:pt x="29" y="131"/>
                  <a:pt x="34" y="128"/>
                  <a:pt x="38" y="127"/>
                </a:cubicBezTo>
                <a:cubicBezTo>
                  <a:pt x="42" y="125"/>
                  <a:pt x="47" y="123"/>
                  <a:pt x="54" y="119"/>
                </a:cubicBezTo>
                <a:cubicBezTo>
                  <a:pt x="61" y="116"/>
                  <a:pt x="67" y="112"/>
                  <a:pt x="74" y="109"/>
                </a:cubicBezTo>
                <a:lnTo>
                  <a:pt x="5" y="76"/>
                </a:lnTo>
                <a:cubicBezTo>
                  <a:pt x="2" y="73"/>
                  <a:pt x="1" y="69"/>
                  <a:pt x="1" y="65"/>
                </a:cubicBezTo>
                <a:cubicBezTo>
                  <a:pt x="1" y="60"/>
                  <a:pt x="2" y="55"/>
                  <a:pt x="5" y="52"/>
                </a:cubicBezTo>
                <a:cubicBezTo>
                  <a:pt x="8" y="49"/>
                  <a:pt x="12" y="47"/>
                  <a:pt x="18" y="46"/>
                </a:cubicBezTo>
                <a:cubicBezTo>
                  <a:pt x="20" y="46"/>
                  <a:pt x="23" y="47"/>
                  <a:pt x="27" y="49"/>
                </a:cubicBezTo>
                <a:cubicBezTo>
                  <a:pt x="30" y="51"/>
                  <a:pt x="39" y="58"/>
                  <a:pt x="54" y="70"/>
                </a:cubicBezTo>
                <a:lnTo>
                  <a:pt x="84" y="91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7" name=""/>
          <p:cNvSpPr txBox="1"/>
          <p:nvPr/>
        </p:nvSpPr>
        <p:spPr>
          <a:xfrm>
            <a:off x="1600200" y="5705640"/>
            <a:ext cx="46382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SBP: no quantitative class-level CATE sensitivity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1373400" y="6014880"/>
            <a:ext cx="17737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 reverse calculation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3372480" y="6048360"/>
            <a:ext cx="161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applied for both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0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2" name=""/>
          <p:cNvSpPr txBox="1"/>
          <p:nvPr/>
        </p:nvSpPr>
        <p:spPr>
          <a:xfrm>
            <a:off x="571320" y="151920"/>
            <a:ext cx="788076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Application: Thrombolytic MRCT (GUSTO-I)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19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8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9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0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1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2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3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4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5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6" name=""/>
          <p:cNvSpPr/>
          <p:nvPr/>
        </p:nvSpPr>
        <p:spPr>
          <a:xfrm>
            <a:off x="857160" y="29336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7" name=""/>
          <p:cNvSpPr txBox="1"/>
          <p:nvPr/>
        </p:nvSpPr>
        <p:spPr>
          <a:xfrm>
            <a:off x="571320" y="2300400"/>
            <a:ext cx="1312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Age nABCD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8" name=""/>
          <p:cNvSpPr txBox="1"/>
          <p:nvPr/>
        </p:nvSpPr>
        <p:spPr>
          <a:xfrm>
            <a:off x="1085760" y="2847960"/>
            <a:ext cx="716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Range: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9" name=""/>
          <p:cNvSpPr txBox="1"/>
          <p:nvPr/>
        </p:nvSpPr>
        <p:spPr>
          <a:xfrm>
            <a:off x="1798920" y="2814480"/>
            <a:ext cx="23256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0.022 (R5, R7) -- 0.151 (R3)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0" name=""/>
          <p:cNvSpPr/>
          <p:nvPr/>
        </p:nvSpPr>
        <p:spPr>
          <a:xfrm>
            <a:off x="7279560" y="2918160"/>
            <a:ext cx="157680" cy="149760"/>
          </a:xfrm>
          <a:custGeom>
            <a:avLst/>
            <a:gdLst/>
            <a:ahLst/>
            <a:rect l="0" t="0" r="r" b="b"/>
            <a:pathLst>
              <a:path w="438" h="416">
                <a:moveTo>
                  <a:pt x="433" y="411"/>
                </a:moveTo>
                <a:cubicBezTo>
                  <a:pt x="430" y="414"/>
                  <a:pt x="428" y="415"/>
                  <a:pt x="426" y="416"/>
                </a:cubicBezTo>
                <a:cubicBezTo>
                  <a:pt x="423" y="416"/>
                  <a:pt x="386" y="399"/>
                  <a:pt x="316" y="365"/>
                </a:cubicBezTo>
                <a:cubicBezTo>
                  <a:pt x="246" y="333"/>
                  <a:pt x="177" y="300"/>
                  <a:pt x="109" y="268"/>
                </a:cubicBezTo>
                <a:lnTo>
                  <a:pt x="5" y="218"/>
                </a:lnTo>
                <a:cubicBezTo>
                  <a:pt x="2" y="216"/>
                  <a:pt x="0" y="212"/>
                  <a:pt x="0" y="208"/>
                </a:cubicBezTo>
                <a:cubicBezTo>
                  <a:pt x="0" y="202"/>
                  <a:pt x="2" y="199"/>
                  <a:pt x="6" y="196"/>
                </a:cubicBezTo>
                <a:cubicBezTo>
                  <a:pt x="280" y="66"/>
                  <a:pt x="419" y="0"/>
                  <a:pt x="426" y="0"/>
                </a:cubicBezTo>
                <a:cubicBezTo>
                  <a:pt x="428" y="0"/>
                  <a:pt x="430" y="2"/>
                  <a:pt x="433" y="5"/>
                </a:cubicBezTo>
                <a:cubicBezTo>
                  <a:pt x="435" y="8"/>
                  <a:pt x="437" y="11"/>
                  <a:pt x="438" y="15"/>
                </a:cubicBezTo>
                <a:cubicBezTo>
                  <a:pt x="438" y="20"/>
                  <a:pt x="436" y="23"/>
                  <a:pt x="433" y="25"/>
                </a:cubicBezTo>
                <a:cubicBezTo>
                  <a:pt x="432" y="26"/>
                  <a:pt x="368" y="57"/>
                  <a:pt x="240" y="118"/>
                </a:cubicBezTo>
                <a:lnTo>
                  <a:pt x="49" y="208"/>
                </a:lnTo>
                <a:lnTo>
                  <a:pt x="240" y="298"/>
                </a:lnTo>
                <a:cubicBezTo>
                  <a:pt x="368" y="359"/>
                  <a:pt x="432" y="390"/>
                  <a:pt x="433" y="391"/>
                </a:cubicBezTo>
                <a:cubicBezTo>
                  <a:pt x="436" y="394"/>
                  <a:pt x="438" y="397"/>
                  <a:pt x="438" y="401"/>
                </a:cubicBezTo>
                <a:cubicBezTo>
                  <a:pt x="438" y="405"/>
                  <a:pt x="436" y="408"/>
                  <a:pt x="433" y="41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1" name=""/>
          <p:cNvSpPr/>
          <p:nvPr/>
        </p:nvSpPr>
        <p:spPr>
          <a:xfrm>
            <a:off x="7539840" y="288576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7" y="20"/>
                  <a:pt x="104" y="0"/>
                  <a:pt x="150" y="0"/>
                </a:cubicBezTo>
                <a:cubicBezTo>
                  <a:pt x="173" y="0"/>
                  <a:pt x="196" y="7"/>
                  <a:pt x="220" y="19"/>
                </a:cubicBezTo>
                <a:cubicBezTo>
                  <a:pt x="242" y="31"/>
                  <a:pt x="261" y="53"/>
                  <a:pt x="275" y="85"/>
                </a:cubicBezTo>
                <a:cubicBezTo>
                  <a:pt x="293" y="125"/>
                  <a:pt x="302" y="179"/>
                  <a:pt x="302" y="249"/>
                </a:cubicBezTo>
                <a:cubicBezTo>
                  <a:pt x="302" y="322"/>
                  <a:pt x="291" y="379"/>
                  <a:pt x="271" y="418"/>
                </a:cubicBezTo>
                <a:cubicBezTo>
                  <a:pt x="261" y="438"/>
                  <a:pt x="248" y="454"/>
                  <a:pt x="232" y="466"/>
                </a:cubicBezTo>
                <a:cubicBezTo>
                  <a:pt x="215" y="478"/>
                  <a:pt x="199" y="485"/>
                  <a:pt x="187" y="488"/>
                </a:cubicBezTo>
                <a:cubicBezTo>
                  <a:pt x="175" y="491"/>
                  <a:pt x="163" y="492"/>
                  <a:pt x="151" y="493"/>
                </a:cubicBezTo>
                <a:cubicBezTo>
                  <a:pt x="138" y="493"/>
                  <a:pt x="126" y="491"/>
                  <a:pt x="113" y="489"/>
                </a:cubicBezTo>
                <a:cubicBezTo>
                  <a:pt x="101" y="486"/>
                  <a:pt x="87" y="478"/>
                  <a:pt x="70" y="466"/>
                </a:cubicBezTo>
                <a:cubicBezTo>
                  <a:pt x="53" y="453"/>
                  <a:pt x="40" y="437"/>
                  <a:pt x="31" y="418"/>
                </a:cubicBezTo>
                <a:cubicBezTo>
                  <a:pt x="10" y="379"/>
                  <a:pt x="0" y="322"/>
                  <a:pt x="0" y="249"/>
                </a:cubicBezTo>
                <a:cubicBezTo>
                  <a:pt x="0" y="166"/>
                  <a:pt x="13" y="103"/>
                  <a:pt x="41" y="58"/>
                </a:cubicBezTo>
                <a:moveTo>
                  <a:pt x="201" y="50"/>
                </a:moveTo>
                <a:cubicBezTo>
                  <a:pt x="187" y="34"/>
                  <a:pt x="170" y="27"/>
                  <a:pt x="151" y="27"/>
                </a:cubicBezTo>
                <a:cubicBezTo>
                  <a:pt x="131" y="27"/>
                  <a:pt x="113" y="34"/>
                  <a:pt x="99" y="50"/>
                </a:cubicBezTo>
                <a:cubicBezTo>
                  <a:pt x="87" y="62"/>
                  <a:pt x="79" y="79"/>
                  <a:pt x="76" y="102"/>
                </a:cubicBezTo>
                <a:cubicBezTo>
                  <a:pt x="72" y="124"/>
                  <a:pt x="70" y="170"/>
                  <a:pt x="70" y="239"/>
                </a:cubicBezTo>
                <a:cubicBezTo>
                  <a:pt x="70" y="315"/>
                  <a:pt x="72" y="364"/>
                  <a:pt x="76" y="388"/>
                </a:cubicBezTo>
                <a:cubicBezTo>
                  <a:pt x="79" y="412"/>
                  <a:pt x="88" y="430"/>
                  <a:pt x="101" y="444"/>
                </a:cubicBezTo>
                <a:cubicBezTo>
                  <a:pt x="115" y="459"/>
                  <a:pt x="131" y="466"/>
                  <a:pt x="151" y="466"/>
                </a:cubicBezTo>
                <a:cubicBezTo>
                  <a:pt x="170" y="466"/>
                  <a:pt x="186" y="459"/>
                  <a:pt x="199" y="444"/>
                </a:cubicBezTo>
                <a:cubicBezTo>
                  <a:pt x="214" y="430"/>
                  <a:pt x="223" y="410"/>
                  <a:pt x="226" y="384"/>
                </a:cubicBezTo>
                <a:cubicBezTo>
                  <a:pt x="229" y="359"/>
                  <a:pt x="231" y="310"/>
                  <a:pt x="232" y="239"/>
                </a:cubicBezTo>
                <a:cubicBezTo>
                  <a:pt x="232" y="170"/>
                  <a:pt x="230" y="125"/>
                  <a:pt x="226" y="103"/>
                </a:cubicBezTo>
                <a:cubicBezTo>
                  <a:pt x="222" y="80"/>
                  <a:pt x="214" y="63"/>
                  <a:pt x="201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2" name=""/>
          <p:cNvSpPr/>
          <p:nvPr/>
        </p:nvSpPr>
        <p:spPr>
          <a:xfrm>
            <a:off x="7678440" y="302616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0" y="43"/>
                </a:moveTo>
                <a:cubicBezTo>
                  <a:pt x="0" y="32"/>
                  <a:pt x="4" y="22"/>
                  <a:pt x="12" y="13"/>
                </a:cubicBezTo>
                <a:cubicBezTo>
                  <a:pt x="20" y="5"/>
                  <a:pt x="30" y="0"/>
                  <a:pt x="44" y="0"/>
                </a:cubicBezTo>
                <a:cubicBezTo>
                  <a:pt x="55" y="0"/>
                  <a:pt x="65" y="4"/>
                  <a:pt x="74" y="12"/>
                </a:cubicBezTo>
                <a:cubicBezTo>
                  <a:pt x="82" y="19"/>
                  <a:pt x="87" y="30"/>
                  <a:pt x="87" y="43"/>
                </a:cubicBezTo>
                <a:cubicBezTo>
                  <a:pt x="87" y="55"/>
                  <a:pt x="83" y="66"/>
                  <a:pt x="75" y="74"/>
                </a:cubicBezTo>
                <a:cubicBezTo>
                  <a:pt x="67" y="83"/>
                  <a:pt x="57" y="87"/>
                  <a:pt x="45" y="87"/>
                </a:cubicBezTo>
                <a:cubicBezTo>
                  <a:pt x="31" y="87"/>
                  <a:pt x="21" y="83"/>
                  <a:pt x="13" y="75"/>
                </a:cubicBezTo>
                <a:cubicBezTo>
                  <a:pt x="5" y="67"/>
                  <a:pt x="0" y="57"/>
                  <a:pt x="0" y="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3" name=""/>
          <p:cNvSpPr/>
          <p:nvPr/>
        </p:nvSpPr>
        <p:spPr>
          <a:xfrm>
            <a:off x="7740000" y="2885760"/>
            <a:ext cx="108360" cy="177480"/>
          </a:xfrm>
          <a:custGeom>
            <a:avLst/>
            <a:gdLst/>
            <a:ahLst/>
            <a:rect l="0" t="0" r="r" b="b"/>
            <a:pathLst>
              <a:path w="301" h="493">
                <a:moveTo>
                  <a:pt x="40" y="58"/>
                </a:moveTo>
                <a:cubicBezTo>
                  <a:pt x="67" y="20"/>
                  <a:pt x="104" y="0"/>
                  <a:pt x="150" y="0"/>
                </a:cubicBezTo>
                <a:cubicBezTo>
                  <a:pt x="173" y="0"/>
                  <a:pt x="195" y="7"/>
                  <a:pt x="218" y="19"/>
                </a:cubicBezTo>
                <a:cubicBezTo>
                  <a:pt x="241" y="31"/>
                  <a:pt x="261" y="53"/>
                  <a:pt x="275" y="85"/>
                </a:cubicBezTo>
                <a:cubicBezTo>
                  <a:pt x="293" y="125"/>
                  <a:pt x="301" y="179"/>
                  <a:pt x="301" y="249"/>
                </a:cubicBezTo>
                <a:cubicBezTo>
                  <a:pt x="301" y="322"/>
                  <a:pt x="291" y="379"/>
                  <a:pt x="271" y="418"/>
                </a:cubicBezTo>
                <a:cubicBezTo>
                  <a:pt x="261" y="438"/>
                  <a:pt x="247" y="454"/>
                  <a:pt x="230" y="466"/>
                </a:cubicBezTo>
                <a:cubicBezTo>
                  <a:pt x="214" y="478"/>
                  <a:pt x="199" y="485"/>
                  <a:pt x="187" y="488"/>
                </a:cubicBezTo>
                <a:cubicBezTo>
                  <a:pt x="174" y="491"/>
                  <a:pt x="162" y="492"/>
                  <a:pt x="150" y="493"/>
                </a:cubicBezTo>
                <a:cubicBezTo>
                  <a:pt x="138" y="493"/>
                  <a:pt x="126" y="491"/>
                  <a:pt x="113" y="489"/>
                </a:cubicBezTo>
                <a:cubicBezTo>
                  <a:pt x="101" y="486"/>
                  <a:pt x="86" y="478"/>
                  <a:pt x="70" y="466"/>
                </a:cubicBezTo>
                <a:cubicBezTo>
                  <a:pt x="53" y="453"/>
                  <a:pt x="40" y="437"/>
                  <a:pt x="30" y="418"/>
                </a:cubicBezTo>
                <a:cubicBezTo>
                  <a:pt x="10" y="379"/>
                  <a:pt x="0" y="322"/>
                  <a:pt x="0" y="249"/>
                </a:cubicBezTo>
                <a:cubicBezTo>
                  <a:pt x="0" y="166"/>
                  <a:pt x="13" y="103"/>
                  <a:pt x="40" y="58"/>
                </a:cubicBezTo>
                <a:moveTo>
                  <a:pt x="201" y="50"/>
                </a:moveTo>
                <a:cubicBezTo>
                  <a:pt x="187" y="34"/>
                  <a:pt x="170" y="27"/>
                  <a:pt x="150" y="27"/>
                </a:cubicBezTo>
                <a:cubicBezTo>
                  <a:pt x="130" y="27"/>
                  <a:pt x="113" y="34"/>
                  <a:pt x="99" y="50"/>
                </a:cubicBezTo>
                <a:cubicBezTo>
                  <a:pt x="87" y="62"/>
                  <a:pt x="79" y="79"/>
                  <a:pt x="75" y="102"/>
                </a:cubicBezTo>
                <a:cubicBezTo>
                  <a:pt x="72" y="124"/>
                  <a:pt x="70" y="170"/>
                  <a:pt x="70" y="239"/>
                </a:cubicBezTo>
                <a:cubicBezTo>
                  <a:pt x="70" y="315"/>
                  <a:pt x="72" y="364"/>
                  <a:pt x="75" y="388"/>
                </a:cubicBezTo>
                <a:cubicBezTo>
                  <a:pt x="79" y="412"/>
                  <a:pt x="88" y="430"/>
                  <a:pt x="101" y="444"/>
                </a:cubicBezTo>
                <a:cubicBezTo>
                  <a:pt x="114" y="459"/>
                  <a:pt x="131" y="466"/>
                  <a:pt x="150" y="466"/>
                </a:cubicBezTo>
                <a:cubicBezTo>
                  <a:pt x="169" y="466"/>
                  <a:pt x="186" y="459"/>
                  <a:pt x="199" y="444"/>
                </a:cubicBezTo>
                <a:cubicBezTo>
                  <a:pt x="213" y="430"/>
                  <a:pt x="221" y="410"/>
                  <a:pt x="225" y="384"/>
                </a:cubicBezTo>
                <a:cubicBezTo>
                  <a:pt x="228" y="359"/>
                  <a:pt x="230" y="310"/>
                  <a:pt x="230" y="239"/>
                </a:cubicBezTo>
                <a:cubicBezTo>
                  <a:pt x="230" y="170"/>
                  <a:pt x="229" y="125"/>
                  <a:pt x="225" y="103"/>
                </a:cubicBezTo>
                <a:cubicBezTo>
                  <a:pt x="221" y="80"/>
                  <a:pt x="213" y="63"/>
                  <a:pt x="201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4" name=""/>
          <p:cNvSpPr/>
          <p:nvPr/>
        </p:nvSpPr>
        <p:spPr>
          <a:xfrm>
            <a:off x="7869600" y="2885760"/>
            <a:ext cx="106920" cy="177480"/>
          </a:xfrm>
          <a:custGeom>
            <a:avLst/>
            <a:gdLst/>
            <a:ahLst/>
            <a:rect l="0" t="0" r="r" b="b"/>
            <a:pathLst>
              <a:path w="297" h="493">
                <a:moveTo>
                  <a:pt x="58" y="35"/>
                </a:moveTo>
                <a:cubicBezTo>
                  <a:pt x="83" y="12"/>
                  <a:pt x="113" y="1"/>
                  <a:pt x="147" y="0"/>
                </a:cubicBezTo>
                <a:cubicBezTo>
                  <a:pt x="181" y="0"/>
                  <a:pt x="211" y="10"/>
                  <a:pt x="237" y="30"/>
                </a:cubicBezTo>
                <a:cubicBezTo>
                  <a:pt x="263" y="50"/>
                  <a:pt x="277" y="76"/>
                  <a:pt x="277" y="109"/>
                </a:cubicBezTo>
                <a:cubicBezTo>
                  <a:pt x="277" y="124"/>
                  <a:pt x="274" y="137"/>
                  <a:pt x="269" y="149"/>
                </a:cubicBezTo>
                <a:cubicBezTo>
                  <a:pt x="263" y="162"/>
                  <a:pt x="257" y="172"/>
                  <a:pt x="250" y="179"/>
                </a:cubicBezTo>
                <a:cubicBezTo>
                  <a:pt x="243" y="187"/>
                  <a:pt x="236" y="194"/>
                  <a:pt x="228" y="199"/>
                </a:cubicBezTo>
                <a:cubicBezTo>
                  <a:pt x="220" y="205"/>
                  <a:pt x="214" y="209"/>
                  <a:pt x="209" y="212"/>
                </a:cubicBezTo>
                <a:cubicBezTo>
                  <a:pt x="205" y="215"/>
                  <a:pt x="202" y="217"/>
                  <a:pt x="202" y="218"/>
                </a:cubicBezTo>
                <a:lnTo>
                  <a:pt x="212" y="224"/>
                </a:lnTo>
                <a:cubicBezTo>
                  <a:pt x="218" y="229"/>
                  <a:pt x="225" y="234"/>
                  <a:pt x="232" y="239"/>
                </a:cubicBezTo>
                <a:cubicBezTo>
                  <a:pt x="238" y="243"/>
                  <a:pt x="242" y="246"/>
                  <a:pt x="243" y="246"/>
                </a:cubicBezTo>
                <a:cubicBezTo>
                  <a:pt x="279" y="275"/>
                  <a:pt x="297" y="310"/>
                  <a:pt x="297" y="353"/>
                </a:cubicBezTo>
                <a:cubicBezTo>
                  <a:pt x="297" y="390"/>
                  <a:pt x="283" y="423"/>
                  <a:pt x="255" y="451"/>
                </a:cubicBezTo>
                <a:cubicBezTo>
                  <a:pt x="227" y="478"/>
                  <a:pt x="192" y="492"/>
                  <a:pt x="148" y="493"/>
                </a:cubicBezTo>
                <a:cubicBezTo>
                  <a:pt x="104" y="493"/>
                  <a:pt x="69" y="481"/>
                  <a:pt x="41" y="456"/>
                </a:cubicBezTo>
                <a:cubicBezTo>
                  <a:pt x="14" y="432"/>
                  <a:pt x="0" y="402"/>
                  <a:pt x="0" y="366"/>
                </a:cubicBezTo>
                <a:cubicBezTo>
                  <a:pt x="0" y="315"/>
                  <a:pt x="30" y="272"/>
                  <a:pt x="92" y="238"/>
                </a:cubicBezTo>
                <a:lnTo>
                  <a:pt x="79" y="229"/>
                </a:lnTo>
                <a:cubicBezTo>
                  <a:pt x="69" y="222"/>
                  <a:pt x="63" y="218"/>
                  <a:pt x="60" y="214"/>
                </a:cubicBezTo>
                <a:cubicBezTo>
                  <a:pt x="33" y="191"/>
                  <a:pt x="19" y="161"/>
                  <a:pt x="19" y="124"/>
                </a:cubicBezTo>
                <a:cubicBezTo>
                  <a:pt x="19" y="88"/>
                  <a:pt x="32" y="57"/>
                  <a:pt x="58" y="35"/>
                </a:cubicBezTo>
                <a:moveTo>
                  <a:pt x="174" y="201"/>
                </a:moveTo>
                <a:lnTo>
                  <a:pt x="179" y="199"/>
                </a:lnTo>
                <a:cubicBezTo>
                  <a:pt x="182" y="197"/>
                  <a:pt x="184" y="195"/>
                  <a:pt x="185" y="194"/>
                </a:cubicBezTo>
                <a:cubicBezTo>
                  <a:pt x="187" y="193"/>
                  <a:pt x="189" y="192"/>
                  <a:pt x="192" y="189"/>
                </a:cubicBezTo>
                <a:cubicBezTo>
                  <a:pt x="196" y="187"/>
                  <a:pt x="198" y="184"/>
                  <a:pt x="201" y="182"/>
                </a:cubicBezTo>
                <a:cubicBezTo>
                  <a:pt x="203" y="180"/>
                  <a:pt x="206" y="177"/>
                  <a:pt x="209" y="174"/>
                </a:cubicBezTo>
                <a:cubicBezTo>
                  <a:pt x="212" y="170"/>
                  <a:pt x="214" y="167"/>
                  <a:pt x="217" y="164"/>
                </a:cubicBezTo>
                <a:cubicBezTo>
                  <a:pt x="219" y="161"/>
                  <a:pt x="221" y="158"/>
                  <a:pt x="224" y="153"/>
                </a:cubicBezTo>
                <a:cubicBezTo>
                  <a:pt x="226" y="148"/>
                  <a:pt x="228" y="144"/>
                  <a:pt x="230" y="141"/>
                </a:cubicBezTo>
                <a:cubicBezTo>
                  <a:pt x="232" y="137"/>
                  <a:pt x="233" y="133"/>
                  <a:pt x="234" y="126"/>
                </a:cubicBezTo>
                <a:cubicBezTo>
                  <a:pt x="234" y="120"/>
                  <a:pt x="235" y="115"/>
                  <a:pt x="235" y="111"/>
                </a:cubicBezTo>
                <a:cubicBezTo>
                  <a:pt x="235" y="90"/>
                  <a:pt x="228" y="72"/>
                  <a:pt x="214" y="58"/>
                </a:cubicBezTo>
                <a:cubicBezTo>
                  <a:pt x="201" y="43"/>
                  <a:pt x="185" y="34"/>
                  <a:pt x="167" y="30"/>
                </a:cubicBezTo>
                <a:cubicBezTo>
                  <a:pt x="163" y="30"/>
                  <a:pt x="155" y="30"/>
                  <a:pt x="143" y="30"/>
                </a:cubicBezTo>
                <a:cubicBezTo>
                  <a:pt x="123" y="30"/>
                  <a:pt x="104" y="36"/>
                  <a:pt x="87" y="48"/>
                </a:cubicBezTo>
                <a:cubicBezTo>
                  <a:pt x="70" y="61"/>
                  <a:pt x="61" y="76"/>
                  <a:pt x="60" y="96"/>
                </a:cubicBezTo>
                <a:cubicBezTo>
                  <a:pt x="60" y="107"/>
                  <a:pt x="64" y="117"/>
                  <a:pt x="70" y="126"/>
                </a:cubicBezTo>
                <a:cubicBezTo>
                  <a:pt x="76" y="135"/>
                  <a:pt x="82" y="142"/>
                  <a:pt x="88" y="146"/>
                </a:cubicBezTo>
                <a:cubicBezTo>
                  <a:pt x="95" y="151"/>
                  <a:pt x="106" y="159"/>
                  <a:pt x="125" y="169"/>
                </a:cubicBezTo>
                <a:cubicBezTo>
                  <a:pt x="128" y="172"/>
                  <a:pt x="131" y="173"/>
                  <a:pt x="133" y="174"/>
                </a:cubicBezTo>
                <a:lnTo>
                  <a:pt x="174" y="201"/>
                </a:lnTo>
                <a:moveTo>
                  <a:pt x="149" y="462"/>
                </a:moveTo>
                <a:cubicBezTo>
                  <a:pt x="176" y="462"/>
                  <a:pt x="200" y="454"/>
                  <a:pt x="220" y="438"/>
                </a:cubicBezTo>
                <a:cubicBezTo>
                  <a:pt x="240" y="422"/>
                  <a:pt x="250" y="402"/>
                  <a:pt x="250" y="379"/>
                </a:cubicBezTo>
                <a:cubicBezTo>
                  <a:pt x="250" y="371"/>
                  <a:pt x="249" y="364"/>
                  <a:pt x="247" y="356"/>
                </a:cubicBezTo>
                <a:cubicBezTo>
                  <a:pt x="244" y="349"/>
                  <a:pt x="241" y="343"/>
                  <a:pt x="238" y="339"/>
                </a:cubicBezTo>
                <a:cubicBezTo>
                  <a:pt x="235" y="334"/>
                  <a:pt x="229" y="329"/>
                  <a:pt x="222" y="323"/>
                </a:cubicBezTo>
                <a:cubicBezTo>
                  <a:pt x="215" y="317"/>
                  <a:pt x="210" y="313"/>
                  <a:pt x="206" y="310"/>
                </a:cubicBezTo>
                <a:cubicBezTo>
                  <a:pt x="202" y="307"/>
                  <a:pt x="195" y="303"/>
                  <a:pt x="185" y="296"/>
                </a:cubicBezTo>
                <a:cubicBezTo>
                  <a:pt x="175" y="290"/>
                  <a:pt x="169" y="286"/>
                  <a:pt x="166" y="284"/>
                </a:cubicBezTo>
                <a:cubicBezTo>
                  <a:pt x="159" y="280"/>
                  <a:pt x="152" y="275"/>
                  <a:pt x="144" y="271"/>
                </a:cubicBezTo>
                <a:cubicBezTo>
                  <a:pt x="137" y="266"/>
                  <a:pt x="131" y="262"/>
                  <a:pt x="126" y="259"/>
                </a:cubicBezTo>
                <a:lnTo>
                  <a:pt x="120" y="255"/>
                </a:lnTo>
                <a:cubicBezTo>
                  <a:pt x="116" y="255"/>
                  <a:pt x="109" y="259"/>
                  <a:pt x="98" y="267"/>
                </a:cubicBezTo>
                <a:cubicBezTo>
                  <a:pt x="87" y="275"/>
                  <a:pt x="76" y="288"/>
                  <a:pt x="64" y="306"/>
                </a:cubicBezTo>
                <a:cubicBezTo>
                  <a:pt x="52" y="325"/>
                  <a:pt x="46" y="344"/>
                  <a:pt x="45" y="365"/>
                </a:cubicBezTo>
                <a:cubicBezTo>
                  <a:pt x="45" y="393"/>
                  <a:pt x="56" y="416"/>
                  <a:pt x="76" y="434"/>
                </a:cubicBezTo>
                <a:cubicBezTo>
                  <a:pt x="97" y="452"/>
                  <a:pt x="121" y="462"/>
                  <a:pt x="149" y="46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5" name=""/>
          <p:cNvSpPr/>
          <p:nvPr/>
        </p:nvSpPr>
        <p:spPr>
          <a:xfrm>
            <a:off x="7997040" y="288576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7" y="20"/>
                  <a:pt x="104" y="0"/>
                  <a:pt x="151" y="0"/>
                </a:cubicBezTo>
                <a:cubicBezTo>
                  <a:pt x="174" y="0"/>
                  <a:pt x="197" y="7"/>
                  <a:pt x="220" y="19"/>
                </a:cubicBezTo>
                <a:cubicBezTo>
                  <a:pt x="243" y="31"/>
                  <a:pt x="261" y="53"/>
                  <a:pt x="275" y="85"/>
                </a:cubicBezTo>
                <a:cubicBezTo>
                  <a:pt x="293" y="125"/>
                  <a:pt x="302" y="179"/>
                  <a:pt x="302" y="249"/>
                </a:cubicBezTo>
                <a:cubicBezTo>
                  <a:pt x="302" y="322"/>
                  <a:pt x="292" y="379"/>
                  <a:pt x="271" y="418"/>
                </a:cubicBezTo>
                <a:cubicBezTo>
                  <a:pt x="262" y="438"/>
                  <a:pt x="249" y="454"/>
                  <a:pt x="232" y="466"/>
                </a:cubicBezTo>
                <a:cubicBezTo>
                  <a:pt x="215" y="478"/>
                  <a:pt x="201" y="485"/>
                  <a:pt x="188" y="488"/>
                </a:cubicBezTo>
                <a:cubicBezTo>
                  <a:pt x="176" y="491"/>
                  <a:pt x="164" y="492"/>
                  <a:pt x="152" y="493"/>
                </a:cubicBezTo>
                <a:cubicBezTo>
                  <a:pt x="139" y="493"/>
                  <a:pt x="126" y="491"/>
                  <a:pt x="114" y="489"/>
                </a:cubicBezTo>
                <a:cubicBezTo>
                  <a:pt x="101" y="486"/>
                  <a:pt x="87" y="478"/>
                  <a:pt x="70" y="466"/>
                </a:cubicBezTo>
                <a:cubicBezTo>
                  <a:pt x="53" y="453"/>
                  <a:pt x="40" y="437"/>
                  <a:pt x="31" y="418"/>
                </a:cubicBezTo>
                <a:cubicBezTo>
                  <a:pt x="10" y="379"/>
                  <a:pt x="0" y="322"/>
                  <a:pt x="0" y="249"/>
                </a:cubicBezTo>
                <a:cubicBezTo>
                  <a:pt x="0" y="166"/>
                  <a:pt x="14" y="103"/>
                  <a:pt x="41" y="58"/>
                </a:cubicBezTo>
                <a:moveTo>
                  <a:pt x="203" y="50"/>
                </a:moveTo>
                <a:cubicBezTo>
                  <a:pt x="188" y="34"/>
                  <a:pt x="171" y="27"/>
                  <a:pt x="152" y="27"/>
                </a:cubicBezTo>
                <a:cubicBezTo>
                  <a:pt x="131" y="27"/>
                  <a:pt x="114" y="34"/>
                  <a:pt x="99" y="50"/>
                </a:cubicBezTo>
                <a:cubicBezTo>
                  <a:pt x="87" y="62"/>
                  <a:pt x="80" y="79"/>
                  <a:pt x="76" y="102"/>
                </a:cubicBezTo>
                <a:cubicBezTo>
                  <a:pt x="72" y="124"/>
                  <a:pt x="70" y="170"/>
                  <a:pt x="70" y="239"/>
                </a:cubicBezTo>
                <a:cubicBezTo>
                  <a:pt x="70" y="315"/>
                  <a:pt x="72" y="364"/>
                  <a:pt x="76" y="388"/>
                </a:cubicBezTo>
                <a:cubicBezTo>
                  <a:pt x="80" y="412"/>
                  <a:pt x="88" y="430"/>
                  <a:pt x="102" y="444"/>
                </a:cubicBezTo>
                <a:cubicBezTo>
                  <a:pt x="115" y="459"/>
                  <a:pt x="131" y="466"/>
                  <a:pt x="152" y="466"/>
                </a:cubicBezTo>
                <a:cubicBezTo>
                  <a:pt x="171" y="466"/>
                  <a:pt x="187" y="459"/>
                  <a:pt x="200" y="444"/>
                </a:cubicBezTo>
                <a:cubicBezTo>
                  <a:pt x="214" y="430"/>
                  <a:pt x="223" y="410"/>
                  <a:pt x="226" y="384"/>
                </a:cubicBezTo>
                <a:cubicBezTo>
                  <a:pt x="229" y="359"/>
                  <a:pt x="231" y="310"/>
                  <a:pt x="232" y="239"/>
                </a:cubicBezTo>
                <a:cubicBezTo>
                  <a:pt x="232" y="170"/>
                  <a:pt x="230" y="125"/>
                  <a:pt x="226" y="103"/>
                </a:cubicBezTo>
                <a:cubicBezTo>
                  <a:pt x="222" y="80"/>
                  <a:pt x="214" y="63"/>
                  <a:pt x="203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6" name=""/>
          <p:cNvSpPr txBox="1"/>
          <p:nvPr/>
        </p:nvSpPr>
        <p:spPr>
          <a:xfrm>
            <a:off x="4501800" y="2847960"/>
            <a:ext cx="2760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— narrow; 11 of 15 partners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7" name=""/>
          <p:cNvSpPr/>
          <p:nvPr/>
        </p:nvSpPr>
        <p:spPr>
          <a:xfrm>
            <a:off x="857160" y="3943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8" name=""/>
          <p:cNvSpPr txBox="1"/>
          <p:nvPr/>
        </p:nvSpPr>
        <p:spPr>
          <a:xfrm>
            <a:off x="571320" y="3310200"/>
            <a:ext cx="13568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SBP nABCD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9" name=""/>
          <p:cNvSpPr txBox="1"/>
          <p:nvPr/>
        </p:nvSpPr>
        <p:spPr>
          <a:xfrm>
            <a:off x="1085760" y="3857760"/>
            <a:ext cx="716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Range: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1798920" y="3823920"/>
            <a:ext cx="19998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0.030 (R2) -- 0.219 (R9)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1" name=""/>
          <p:cNvSpPr txBox="1"/>
          <p:nvPr/>
        </p:nvSpPr>
        <p:spPr>
          <a:xfrm>
            <a:off x="4119840" y="3857760"/>
            <a:ext cx="3611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— wider; most cluster in 0.100--0.220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2" name=""/>
          <p:cNvSpPr/>
          <p:nvPr/>
        </p:nvSpPr>
        <p:spPr>
          <a:xfrm>
            <a:off x="857160" y="4952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3" name=""/>
          <p:cNvSpPr txBox="1"/>
          <p:nvPr/>
        </p:nvSpPr>
        <p:spPr>
          <a:xfrm>
            <a:off x="571320" y="4319640"/>
            <a:ext cx="15796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Bootstrap CIs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4" name=""/>
          <p:cNvSpPr txBox="1"/>
          <p:nvPr/>
        </p:nvSpPr>
        <p:spPr>
          <a:xfrm>
            <a:off x="1085760" y="4867200"/>
            <a:ext cx="91605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Mid-rank CIs overlap → varying ranking confidence; widths reported alongside point estimates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5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6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7" name=""/>
          <p:cNvSpPr txBox="1"/>
          <p:nvPr/>
        </p:nvSpPr>
        <p:spPr>
          <a:xfrm>
            <a:off x="571320" y="151920"/>
            <a:ext cx="547056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nABCD Results: R8 vs Partners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8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9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3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4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5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6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7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8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9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0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pic>
        <p:nvPicPr>
          <p:cNvPr id="1531" name=""/>
          <p:cNvPicPr/>
          <p:nvPr/>
        </p:nvPicPr>
        <p:blipFill>
          <a:blip r:embed="rId1"/>
          <a:stretch/>
        </p:blipFill>
        <p:spPr>
          <a:xfrm>
            <a:off x="1523880" y="1143000"/>
            <a:ext cx="91436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2" name=""/>
          <p:cNvSpPr txBox="1"/>
          <p:nvPr/>
        </p:nvSpPr>
        <p:spPr>
          <a:xfrm>
            <a:off x="623880" y="5886360"/>
            <a:ext cx="678060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Forest plots of nABCD with 95% bootstrap CIs — age (A) and SBP (B)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3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5" name=""/>
          <p:cNvSpPr txBox="1"/>
          <p:nvPr/>
        </p:nvSpPr>
        <p:spPr>
          <a:xfrm>
            <a:off x="571320" y="151920"/>
            <a:ext cx="587952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Region 8 vs Partners: Forest Plot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6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7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1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2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3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4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5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6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7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8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9" name=""/>
          <p:cNvSpPr/>
          <p:nvPr/>
        </p:nvSpPr>
        <p:spPr>
          <a:xfrm>
            <a:off x="580680" y="2114280"/>
            <a:ext cx="1543680" cy="514800"/>
          </a:xfrm>
          <a:custGeom>
            <a:avLst/>
            <a:gdLst/>
            <a:ahLst/>
            <a:rect l="0" t="0" r="r" b="b"/>
            <a:pathLst>
              <a:path w="4288" h="1430">
                <a:moveTo>
                  <a:pt x="0" y="0"/>
                </a:moveTo>
                <a:lnTo>
                  <a:pt x="4288" y="0"/>
                </a:lnTo>
                <a:lnTo>
                  <a:pt x="4288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0" name=""/>
          <p:cNvSpPr/>
          <p:nvPr/>
        </p:nvSpPr>
        <p:spPr>
          <a:xfrm>
            <a:off x="2124000" y="2114280"/>
            <a:ext cx="2476800" cy="514800"/>
          </a:xfrm>
          <a:custGeom>
            <a:avLst/>
            <a:gdLst/>
            <a:ahLst/>
            <a:rect l="0" t="0" r="r" b="b"/>
            <a:pathLst>
              <a:path w="6880" h="1430">
                <a:moveTo>
                  <a:pt x="0" y="0"/>
                </a:moveTo>
                <a:lnTo>
                  <a:pt x="6880" y="0"/>
                </a:lnTo>
                <a:lnTo>
                  <a:pt x="6880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1" name=""/>
          <p:cNvSpPr/>
          <p:nvPr/>
        </p:nvSpPr>
        <p:spPr>
          <a:xfrm>
            <a:off x="4600440" y="2114280"/>
            <a:ext cx="2562480" cy="514800"/>
          </a:xfrm>
          <a:custGeom>
            <a:avLst/>
            <a:gdLst/>
            <a:ahLst/>
            <a:rect l="0" t="0" r="r" b="b"/>
            <a:pathLst>
              <a:path w="7118" h="1430">
                <a:moveTo>
                  <a:pt x="0" y="0"/>
                </a:moveTo>
                <a:lnTo>
                  <a:pt x="7118" y="0"/>
                </a:lnTo>
                <a:lnTo>
                  <a:pt x="7118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2" name=""/>
          <p:cNvSpPr/>
          <p:nvPr/>
        </p:nvSpPr>
        <p:spPr>
          <a:xfrm>
            <a:off x="580680" y="2114280"/>
            <a:ext cx="1543680" cy="514800"/>
          </a:xfrm>
          <a:custGeom>
            <a:avLst/>
            <a:gdLst/>
            <a:ahLst/>
            <a:rect l="0" t="0" r="r" b="b"/>
            <a:pathLst>
              <a:path w="4288" h="1430">
                <a:moveTo>
                  <a:pt x="0" y="0"/>
                </a:moveTo>
                <a:lnTo>
                  <a:pt x="4288" y="0"/>
                </a:lnTo>
                <a:lnTo>
                  <a:pt x="4288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3" name=""/>
          <p:cNvSpPr/>
          <p:nvPr/>
        </p:nvSpPr>
        <p:spPr>
          <a:xfrm>
            <a:off x="2124000" y="2114280"/>
            <a:ext cx="2476800" cy="514800"/>
          </a:xfrm>
          <a:custGeom>
            <a:avLst/>
            <a:gdLst/>
            <a:ahLst/>
            <a:rect l="0" t="0" r="r" b="b"/>
            <a:pathLst>
              <a:path w="6880" h="1430">
                <a:moveTo>
                  <a:pt x="0" y="0"/>
                </a:moveTo>
                <a:lnTo>
                  <a:pt x="6880" y="0"/>
                </a:lnTo>
                <a:lnTo>
                  <a:pt x="6880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4" name=""/>
          <p:cNvSpPr/>
          <p:nvPr/>
        </p:nvSpPr>
        <p:spPr>
          <a:xfrm>
            <a:off x="4600440" y="2114280"/>
            <a:ext cx="2562480" cy="514800"/>
          </a:xfrm>
          <a:custGeom>
            <a:avLst/>
            <a:gdLst/>
            <a:ahLst/>
            <a:rect l="0" t="0" r="r" b="b"/>
            <a:pathLst>
              <a:path w="7118" h="1430">
                <a:moveTo>
                  <a:pt x="0" y="0"/>
                </a:moveTo>
                <a:lnTo>
                  <a:pt x="7118" y="0"/>
                </a:lnTo>
                <a:lnTo>
                  <a:pt x="7118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5" name=""/>
          <p:cNvSpPr/>
          <p:nvPr/>
        </p:nvSpPr>
        <p:spPr>
          <a:xfrm>
            <a:off x="580680" y="2628720"/>
            <a:ext cx="1543680" cy="524160"/>
          </a:xfrm>
          <a:custGeom>
            <a:avLst/>
            <a:gdLst/>
            <a:ahLst/>
            <a:rect l="0" t="0" r="r" b="b"/>
            <a:pathLst>
              <a:path w="4288" h="1456">
                <a:moveTo>
                  <a:pt x="0" y="0"/>
                </a:moveTo>
                <a:lnTo>
                  <a:pt x="4288" y="0"/>
                </a:lnTo>
                <a:lnTo>
                  <a:pt x="428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6" name=""/>
          <p:cNvSpPr/>
          <p:nvPr/>
        </p:nvSpPr>
        <p:spPr>
          <a:xfrm>
            <a:off x="2124000" y="2628720"/>
            <a:ext cx="2476800" cy="524160"/>
          </a:xfrm>
          <a:custGeom>
            <a:avLst/>
            <a:gdLst/>
            <a:ahLst/>
            <a:rect l="0" t="0" r="r" b="b"/>
            <a:pathLst>
              <a:path w="6880" h="1456">
                <a:moveTo>
                  <a:pt x="0" y="0"/>
                </a:moveTo>
                <a:lnTo>
                  <a:pt x="6880" y="0"/>
                </a:lnTo>
                <a:lnTo>
                  <a:pt x="6880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7" name=""/>
          <p:cNvSpPr/>
          <p:nvPr/>
        </p:nvSpPr>
        <p:spPr>
          <a:xfrm>
            <a:off x="4600440" y="2628720"/>
            <a:ext cx="2562480" cy="524160"/>
          </a:xfrm>
          <a:custGeom>
            <a:avLst/>
            <a:gdLst/>
            <a:ahLst/>
            <a:rect l="0" t="0" r="r" b="b"/>
            <a:pathLst>
              <a:path w="7118" h="1456">
                <a:moveTo>
                  <a:pt x="0" y="0"/>
                </a:moveTo>
                <a:lnTo>
                  <a:pt x="7118" y="0"/>
                </a:lnTo>
                <a:lnTo>
                  <a:pt x="711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8" name=""/>
          <p:cNvSpPr/>
          <p:nvPr/>
        </p:nvSpPr>
        <p:spPr>
          <a:xfrm>
            <a:off x="580680" y="3152520"/>
            <a:ext cx="1543680" cy="486360"/>
          </a:xfrm>
          <a:custGeom>
            <a:avLst/>
            <a:gdLst/>
            <a:ahLst/>
            <a:rect l="0" t="0" r="r" b="b"/>
            <a:pathLst>
              <a:path w="4288" h="1351">
                <a:moveTo>
                  <a:pt x="0" y="0"/>
                </a:moveTo>
                <a:lnTo>
                  <a:pt x="4288" y="0"/>
                </a:lnTo>
                <a:lnTo>
                  <a:pt x="428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9" name=""/>
          <p:cNvSpPr/>
          <p:nvPr/>
        </p:nvSpPr>
        <p:spPr>
          <a:xfrm>
            <a:off x="2124000" y="3152520"/>
            <a:ext cx="2476800" cy="486360"/>
          </a:xfrm>
          <a:custGeom>
            <a:avLst/>
            <a:gdLst/>
            <a:ahLst/>
            <a:rect l="0" t="0" r="r" b="b"/>
            <a:pathLst>
              <a:path w="6880" h="1351">
                <a:moveTo>
                  <a:pt x="0" y="0"/>
                </a:moveTo>
                <a:lnTo>
                  <a:pt x="6880" y="0"/>
                </a:lnTo>
                <a:lnTo>
                  <a:pt x="6880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0" name=""/>
          <p:cNvSpPr/>
          <p:nvPr/>
        </p:nvSpPr>
        <p:spPr>
          <a:xfrm>
            <a:off x="4600440" y="3152520"/>
            <a:ext cx="2562480" cy="486360"/>
          </a:xfrm>
          <a:custGeom>
            <a:avLst/>
            <a:gdLst/>
            <a:ahLst/>
            <a:rect l="0" t="0" r="r" b="b"/>
            <a:pathLst>
              <a:path w="7118" h="1351">
                <a:moveTo>
                  <a:pt x="0" y="0"/>
                </a:moveTo>
                <a:lnTo>
                  <a:pt x="7118" y="0"/>
                </a:lnTo>
                <a:lnTo>
                  <a:pt x="711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1" name=""/>
          <p:cNvSpPr/>
          <p:nvPr/>
        </p:nvSpPr>
        <p:spPr>
          <a:xfrm>
            <a:off x="580680" y="3152520"/>
            <a:ext cx="1543680" cy="486360"/>
          </a:xfrm>
          <a:custGeom>
            <a:avLst/>
            <a:gdLst/>
            <a:ahLst/>
            <a:rect l="0" t="0" r="r" b="b"/>
            <a:pathLst>
              <a:path w="4288" h="1351">
                <a:moveTo>
                  <a:pt x="0" y="0"/>
                </a:moveTo>
                <a:lnTo>
                  <a:pt x="4288" y="0"/>
                </a:lnTo>
                <a:lnTo>
                  <a:pt x="428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2" name=""/>
          <p:cNvSpPr/>
          <p:nvPr/>
        </p:nvSpPr>
        <p:spPr>
          <a:xfrm>
            <a:off x="2124000" y="3152520"/>
            <a:ext cx="2476800" cy="486360"/>
          </a:xfrm>
          <a:custGeom>
            <a:avLst/>
            <a:gdLst/>
            <a:ahLst/>
            <a:rect l="0" t="0" r="r" b="b"/>
            <a:pathLst>
              <a:path w="6880" h="1351">
                <a:moveTo>
                  <a:pt x="0" y="0"/>
                </a:moveTo>
                <a:lnTo>
                  <a:pt x="6880" y="0"/>
                </a:lnTo>
                <a:lnTo>
                  <a:pt x="6880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3" name=""/>
          <p:cNvSpPr/>
          <p:nvPr/>
        </p:nvSpPr>
        <p:spPr>
          <a:xfrm>
            <a:off x="4600440" y="3152520"/>
            <a:ext cx="2562480" cy="486360"/>
          </a:xfrm>
          <a:custGeom>
            <a:avLst/>
            <a:gdLst/>
            <a:ahLst/>
            <a:rect l="0" t="0" r="r" b="b"/>
            <a:pathLst>
              <a:path w="7118" h="1351">
                <a:moveTo>
                  <a:pt x="0" y="0"/>
                </a:moveTo>
                <a:lnTo>
                  <a:pt x="7118" y="0"/>
                </a:lnTo>
                <a:lnTo>
                  <a:pt x="711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4" name=""/>
          <p:cNvSpPr/>
          <p:nvPr/>
        </p:nvSpPr>
        <p:spPr>
          <a:xfrm>
            <a:off x="571320" y="21049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5" name=""/>
          <p:cNvSpPr/>
          <p:nvPr/>
        </p:nvSpPr>
        <p:spPr>
          <a:xfrm>
            <a:off x="571320" y="210492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6" name=""/>
          <p:cNvSpPr/>
          <p:nvPr/>
        </p:nvSpPr>
        <p:spPr>
          <a:xfrm>
            <a:off x="2124000" y="21049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7" name=""/>
          <p:cNvSpPr/>
          <p:nvPr/>
        </p:nvSpPr>
        <p:spPr>
          <a:xfrm>
            <a:off x="2133360" y="2104920"/>
            <a:ext cx="2476800" cy="9720"/>
          </a:xfrm>
          <a:custGeom>
            <a:avLst/>
            <a:gdLst/>
            <a:ahLst/>
            <a:rect l="0" t="0" r="r" b="b"/>
            <a:pathLst>
              <a:path w="6880" h="27">
                <a:moveTo>
                  <a:pt x="0" y="0"/>
                </a:moveTo>
                <a:lnTo>
                  <a:pt x="6880" y="0"/>
                </a:lnTo>
                <a:lnTo>
                  <a:pt x="6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8" name=""/>
          <p:cNvSpPr/>
          <p:nvPr/>
        </p:nvSpPr>
        <p:spPr>
          <a:xfrm>
            <a:off x="4600440" y="21049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9" name=""/>
          <p:cNvSpPr/>
          <p:nvPr/>
        </p:nvSpPr>
        <p:spPr>
          <a:xfrm>
            <a:off x="4609800" y="2104920"/>
            <a:ext cx="2553120" cy="9720"/>
          </a:xfrm>
          <a:custGeom>
            <a:avLst/>
            <a:gdLst/>
            <a:ahLst/>
            <a:rect l="0" t="0" r="r" b="b"/>
            <a:pathLst>
              <a:path w="7092" h="27">
                <a:moveTo>
                  <a:pt x="0" y="0"/>
                </a:moveTo>
                <a:lnTo>
                  <a:pt x="7092" y="0"/>
                </a:lnTo>
                <a:lnTo>
                  <a:pt x="70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0" name=""/>
          <p:cNvSpPr/>
          <p:nvPr/>
        </p:nvSpPr>
        <p:spPr>
          <a:xfrm>
            <a:off x="7153200" y="21049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1" name=""/>
          <p:cNvSpPr/>
          <p:nvPr/>
        </p:nvSpPr>
        <p:spPr>
          <a:xfrm>
            <a:off x="571320" y="262872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2" name=""/>
          <p:cNvSpPr/>
          <p:nvPr/>
        </p:nvSpPr>
        <p:spPr>
          <a:xfrm>
            <a:off x="2133360" y="2628720"/>
            <a:ext cx="2476800" cy="9720"/>
          </a:xfrm>
          <a:custGeom>
            <a:avLst/>
            <a:gdLst/>
            <a:ahLst/>
            <a:rect l="0" t="0" r="r" b="b"/>
            <a:pathLst>
              <a:path w="6880" h="27">
                <a:moveTo>
                  <a:pt x="0" y="0"/>
                </a:moveTo>
                <a:lnTo>
                  <a:pt x="6880" y="0"/>
                </a:lnTo>
                <a:lnTo>
                  <a:pt x="6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3" name=""/>
          <p:cNvSpPr/>
          <p:nvPr/>
        </p:nvSpPr>
        <p:spPr>
          <a:xfrm>
            <a:off x="4609800" y="2628720"/>
            <a:ext cx="2553120" cy="9720"/>
          </a:xfrm>
          <a:custGeom>
            <a:avLst/>
            <a:gdLst/>
            <a:ahLst/>
            <a:rect l="0" t="0" r="r" b="b"/>
            <a:pathLst>
              <a:path w="7092" h="27">
                <a:moveTo>
                  <a:pt x="0" y="0"/>
                </a:moveTo>
                <a:lnTo>
                  <a:pt x="7092" y="0"/>
                </a:lnTo>
                <a:lnTo>
                  <a:pt x="70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4" name=""/>
          <p:cNvSpPr/>
          <p:nvPr/>
        </p:nvSpPr>
        <p:spPr>
          <a:xfrm>
            <a:off x="571320" y="2638080"/>
            <a:ext cx="9720" cy="514800"/>
          </a:xfrm>
          <a:custGeom>
            <a:avLst/>
            <a:gdLst/>
            <a:ahLst/>
            <a:rect l="0" t="0" r="r" b="b"/>
            <a:pathLst>
              <a:path w="27" h="1430">
                <a:moveTo>
                  <a:pt x="0" y="0"/>
                </a:moveTo>
                <a:lnTo>
                  <a:pt x="27" y="0"/>
                </a:lnTo>
                <a:lnTo>
                  <a:pt x="27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5" name=""/>
          <p:cNvSpPr/>
          <p:nvPr/>
        </p:nvSpPr>
        <p:spPr>
          <a:xfrm>
            <a:off x="2124000" y="2638080"/>
            <a:ext cx="9720" cy="514800"/>
          </a:xfrm>
          <a:custGeom>
            <a:avLst/>
            <a:gdLst/>
            <a:ahLst/>
            <a:rect l="0" t="0" r="r" b="b"/>
            <a:pathLst>
              <a:path w="27" h="1430">
                <a:moveTo>
                  <a:pt x="0" y="0"/>
                </a:moveTo>
                <a:lnTo>
                  <a:pt x="27" y="0"/>
                </a:lnTo>
                <a:lnTo>
                  <a:pt x="27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6" name=""/>
          <p:cNvSpPr/>
          <p:nvPr/>
        </p:nvSpPr>
        <p:spPr>
          <a:xfrm>
            <a:off x="4600440" y="2638080"/>
            <a:ext cx="9720" cy="514800"/>
          </a:xfrm>
          <a:custGeom>
            <a:avLst/>
            <a:gdLst/>
            <a:ahLst/>
            <a:rect l="0" t="0" r="r" b="b"/>
            <a:pathLst>
              <a:path w="27" h="1430">
                <a:moveTo>
                  <a:pt x="0" y="0"/>
                </a:moveTo>
                <a:lnTo>
                  <a:pt x="27" y="0"/>
                </a:lnTo>
                <a:lnTo>
                  <a:pt x="27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7" name=""/>
          <p:cNvSpPr/>
          <p:nvPr/>
        </p:nvSpPr>
        <p:spPr>
          <a:xfrm>
            <a:off x="7153200" y="2638080"/>
            <a:ext cx="9720" cy="514800"/>
          </a:xfrm>
          <a:custGeom>
            <a:avLst/>
            <a:gdLst/>
            <a:ahLst/>
            <a:rect l="0" t="0" r="r" b="b"/>
            <a:pathLst>
              <a:path w="27" h="1430">
                <a:moveTo>
                  <a:pt x="0" y="0"/>
                </a:moveTo>
                <a:lnTo>
                  <a:pt x="27" y="0"/>
                </a:lnTo>
                <a:lnTo>
                  <a:pt x="27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8" name=""/>
          <p:cNvSpPr/>
          <p:nvPr/>
        </p:nvSpPr>
        <p:spPr>
          <a:xfrm>
            <a:off x="571320" y="31525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9" name=""/>
          <p:cNvSpPr/>
          <p:nvPr/>
        </p:nvSpPr>
        <p:spPr>
          <a:xfrm>
            <a:off x="571320" y="314316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0" name=""/>
          <p:cNvSpPr/>
          <p:nvPr/>
        </p:nvSpPr>
        <p:spPr>
          <a:xfrm>
            <a:off x="2124000" y="31525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1" name=""/>
          <p:cNvSpPr/>
          <p:nvPr/>
        </p:nvSpPr>
        <p:spPr>
          <a:xfrm>
            <a:off x="2133360" y="3143160"/>
            <a:ext cx="2476800" cy="9720"/>
          </a:xfrm>
          <a:custGeom>
            <a:avLst/>
            <a:gdLst/>
            <a:ahLst/>
            <a:rect l="0" t="0" r="r" b="b"/>
            <a:pathLst>
              <a:path w="6880" h="27">
                <a:moveTo>
                  <a:pt x="0" y="0"/>
                </a:moveTo>
                <a:lnTo>
                  <a:pt x="6880" y="0"/>
                </a:lnTo>
                <a:lnTo>
                  <a:pt x="6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2" name=""/>
          <p:cNvSpPr/>
          <p:nvPr/>
        </p:nvSpPr>
        <p:spPr>
          <a:xfrm>
            <a:off x="4600440" y="31525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3" name=""/>
          <p:cNvSpPr/>
          <p:nvPr/>
        </p:nvSpPr>
        <p:spPr>
          <a:xfrm>
            <a:off x="4609800" y="3143160"/>
            <a:ext cx="2553120" cy="9720"/>
          </a:xfrm>
          <a:custGeom>
            <a:avLst/>
            <a:gdLst/>
            <a:ahLst/>
            <a:rect l="0" t="0" r="r" b="b"/>
            <a:pathLst>
              <a:path w="7092" h="27">
                <a:moveTo>
                  <a:pt x="0" y="0"/>
                </a:moveTo>
                <a:lnTo>
                  <a:pt x="7092" y="0"/>
                </a:lnTo>
                <a:lnTo>
                  <a:pt x="70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4" name=""/>
          <p:cNvSpPr/>
          <p:nvPr/>
        </p:nvSpPr>
        <p:spPr>
          <a:xfrm>
            <a:off x="7153200" y="31525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5" name=""/>
          <p:cNvSpPr/>
          <p:nvPr/>
        </p:nvSpPr>
        <p:spPr>
          <a:xfrm>
            <a:off x="571320" y="362880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6" name=""/>
          <p:cNvSpPr/>
          <p:nvPr/>
        </p:nvSpPr>
        <p:spPr>
          <a:xfrm>
            <a:off x="2133360" y="3628800"/>
            <a:ext cx="2476800" cy="10080"/>
          </a:xfrm>
          <a:custGeom>
            <a:avLst/>
            <a:gdLst/>
            <a:ahLst/>
            <a:rect l="0" t="0" r="r" b="b"/>
            <a:pathLst>
              <a:path w="6880" h="28">
                <a:moveTo>
                  <a:pt x="0" y="0"/>
                </a:moveTo>
                <a:lnTo>
                  <a:pt x="6880" y="0"/>
                </a:lnTo>
                <a:lnTo>
                  <a:pt x="68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7" name=""/>
          <p:cNvSpPr/>
          <p:nvPr/>
        </p:nvSpPr>
        <p:spPr>
          <a:xfrm>
            <a:off x="4609800" y="3628800"/>
            <a:ext cx="2553120" cy="10080"/>
          </a:xfrm>
          <a:custGeom>
            <a:avLst/>
            <a:gdLst/>
            <a:ahLst/>
            <a:rect l="0" t="0" r="r" b="b"/>
            <a:pathLst>
              <a:path w="7092" h="28">
                <a:moveTo>
                  <a:pt x="0" y="0"/>
                </a:moveTo>
                <a:lnTo>
                  <a:pt x="7092" y="0"/>
                </a:lnTo>
                <a:lnTo>
                  <a:pt x="70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8" name=""/>
          <p:cNvSpPr txBox="1"/>
          <p:nvPr/>
        </p:nvSpPr>
        <p:spPr>
          <a:xfrm>
            <a:off x="2284200" y="2189160"/>
            <a:ext cx="2764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R2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9" name=""/>
          <p:cNvSpPr txBox="1"/>
          <p:nvPr/>
        </p:nvSpPr>
        <p:spPr>
          <a:xfrm>
            <a:off x="4761720" y="2189160"/>
            <a:ext cx="2764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R9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0" name=""/>
          <p:cNvSpPr/>
          <p:nvPr/>
        </p:nvSpPr>
        <p:spPr>
          <a:xfrm>
            <a:off x="1541160" y="2925000"/>
            <a:ext cx="99000" cy="99000"/>
          </a:xfrm>
          <a:custGeom>
            <a:avLst/>
            <a:gdLst/>
            <a:ahLst/>
            <a:rect l="0" t="0" r="r" b="b"/>
            <a:pathLst>
              <a:path w="275" h="275">
                <a:moveTo>
                  <a:pt x="62" y="86"/>
                </a:moveTo>
                <a:cubicBezTo>
                  <a:pt x="62" y="86"/>
                  <a:pt x="57" y="86"/>
                  <a:pt x="49" y="86"/>
                </a:cubicBezTo>
                <a:cubicBezTo>
                  <a:pt x="40" y="86"/>
                  <a:pt x="33" y="83"/>
                  <a:pt x="27" y="77"/>
                </a:cubicBezTo>
                <a:cubicBezTo>
                  <a:pt x="21" y="71"/>
                  <a:pt x="18" y="63"/>
                  <a:pt x="18" y="53"/>
                </a:cubicBezTo>
                <a:cubicBezTo>
                  <a:pt x="18" y="39"/>
                  <a:pt x="24" y="27"/>
                  <a:pt x="38" y="16"/>
                </a:cubicBezTo>
                <a:cubicBezTo>
                  <a:pt x="51" y="6"/>
                  <a:pt x="76" y="0"/>
                  <a:pt x="110" y="0"/>
                </a:cubicBezTo>
                <a:cubicBezTo>
                  <a:pt x="139" y="0"/>
                  <a:pt x="163" y="7"/>
                  <a:pt x="181" y="19"/>
                </a:cubicBezTo>
                <a:cubicBezTo>
                  <a:pt x="199" y="32"/>
                  <a:pt x="210" y="47"/>
                  <a:pt x="216" y="65"/>
                </a:cubicBezTo>
                <a:cubicBezTo>
                  <a:pt x="218" y="70"/>
                  <a:pt x="219" y="76"/>
                  <a:pt x="219" y="83"/>
                </a:cubicBezTo>
                <a:cubicBezTo>
                  <a:pt x="219" y="90"/>
                  <a:pt x="220" y="113"/>
                  <a:pt x="220" y="152"/>
                </a:cubicBezTo>
                <a:lnTo>
                  <a:pt x="220" y="194"/>
                </a:lnTo>
                <a:cubicBezTo>
                  <a:pt x="220" y="213"/>
                  <a:pt x="221" y="226"/>
                  <a:pt x="223" y="234"/>
                </a:cubicBezTo>
                <a:cubicBezTo>
                  <a:pt x="225" y="241"/>
                  <a:pt x="229" y="245"/>
                  <a:pt x="236" y="245"/>
                </a:cubicBezTo>
                <a:cubicBezTo>
                  <a:pt x="243" y="245"/>
                  <a:pt x="247" y="242"/>
                  <a:pt x="249" y="235"/>
                </a:cubicBezTo>
                <a:cubicBezTo>
                  <a:pt x="250" y="228"/>
                  <a:pt x="251" y="217"/>
                  <a:pt x="251" y="203"/>
                </a:cubicBezTo>
                <a:lnTo>
                  <a:pt x="251" y="181"/>
                </a:lnTo>
                <a:lnTo>
                  <a:pt x="275" y="181"/>
                </a:lnTo>
                <a:lnTo>
                  <a:pt x="275" y="204"/>
                </a:lnTo>
                <a:cubicBezTo>
                  <a:pt x="275" y="220"/>
                  <a:pt x="274" y="230"/>
                  <a:pt x="274" y="233"/>
                </a:cubicBezTo>
                <a:cubicBezTo>
                  <a:pt x="270" y="245"/>
                  <a:pt x="263" y="255"/>
                  <a:pt x="253" y="262"/>
                </a:cubicBezTo>
                <a:cubicBezTo>
                  <a:pt x="242" y="268"/>
                  <a:pt x="230" y="272"/>
                  <a:pt x="219" y="272"/>
                </a:cubicBezTo>
                <a:cubicBezTo>
                  <a:pt x="207" y="273"/>
                  <a:pt x="198" y="269"/>
                  <a:pt x="191" y="262"/>
                </a:cubicBezTo>
                <a:cubicBezTo>
                  <a:pt x="184" y="254"/>
                  <a:pt x="179" y="246"/>
                  <a:pt x="176" y="236"/>
                </a:cubicBezTo>
                <a:lnTo>
                  <a:pt x="176" y="234"/>
                </a:lnTo>
                <a:lnTo>
                  <a:pt x="175" y="236"/>
                </a:lnTo>
                <a:cubicBezTo>
                  <a:pt x="174" y="237"/>
                  <a:pt x="173" y="238"/>
                  <a:pt x="172" y="239"/>
                </a:cubicBezTo>
                <a:cubicBezTo>
                  <a:pt x="171" y="241"/>
                  <a:pt x="169" y="242"/>
                  <a:pt x="167" y="245"/>
                </a:cubicBezTo>
                <a:cubicBezTo>
                  <a:pt x="165" y="247"/>
                  <a:pt x="163" y="249"/>
                  <a:pt x="160" y="251"/>
                </a:cubicBezTo>
                <a:cubicBezTo>
                  <a:pt x="158" y="253"/>
                  <a:pt x="155" y="256"/>
                  <a:pt x="151" y="259"/>
                </a:cubicBezTo>
                <a:cubicBezTo>
                  <a:pt x="148" y="261"/>
                  <a:pt x="145" y="264"/>
                  <a:pt x="141" y="265"/>
                </a:cubicBezTo>
                <a:cubicBezTo>
                  <a:pt x="137" y="267"/>
                  <a:pt x="132" y="268"/>
                  <a:pt x="127" y="270"/>
                </a:cubicBezTo>
                <a:cubicBezTo>
                  <a:pt x="123" y="272"/>
                  <a:pt x="118" y="273"/>
                  <a:pt x="112" y="273"/>
                </a:cubicBezTo>
                <a:cubicBezTo>
                  <a:pt x="106" y="274"/>
                  <a:pt x="100" y="275"/>
                  <a:pt x="93" y="275"/>
                </a:cubicBezTo>
                <a:cubicBezTo>
                  <a:pt x="70" y="275"/>
                  <a:pt x="48" y="269"/>
                  <a:pt x="29" y="257"/>
                </a:cubicBezTo>
                <a:cubicBezTo>
                  <a:pt x="10" y="244"/>
                  <a:pt x="0" y="226"/>
                  <a:pt x="0" y="204"/>
                </a:cubicBezTo>
                <a:cubicBezTo>
                  <a:pt x="0" y="195"/>
                  <a:pt x="2" y="188"/>
                  <a:pt x="4" y="180"/>
                </a:cubicBezTo>
                <a:cubicBezTo>
                  <a:pt x="7" y="172"/>
                  <a:pt x="13" y="164"/>
                  <a:pt x="21" y="155"/>
                </a:cubicBezTo>
                <a:cubicBezTo>
                  <a:pt x="29" y="147"/>
                  <a:pt x="38" y="139"/>
                  <a:pt x="49" y="133"/>
                </a:cubicBezTo>
                <a:cubicBezTo>
                  <a:pt x="60" y="127"/>
                  <a:pt x="76" y="122"/>
                  <a:pt x="96" y="117"/>
                </a:cubicBezTo>
                <a:cubicBezTo>
                  <a:pt x="116" y="111"/>
                  <a:pt x="138" y="108"/>
                  <a:pt x="162" y="108"/>
                </a:cubicBezTo>
                <a:lnTo>
                  <a:pt x="170" y="108"/>
                </a:lnTo>
                <a:lnTo>
                  <a:pt x="170" y="95"/>
                </a:lnTo>
                <a:cubicBezTo>
                  <a:pt x="170" y="81"/>
                  <a:pt x="169" y="71"/>
                  <a:pt x="166" y="65"/>
                </a:cubicBezTo>
                <a:cubicBezTo>
                  <a:pt x="158" y="36"/>
                  <a:pt x="138" y="22"/>
                  <a:pt x="108" y="22"/>
                </a:cubicBezTo>
                <a:cubicBezTo>
                  <a:pt x="101" y="22"/>
                  <a:pt x="94" y="23"/>
                  <a:pt x="88" y="23"/>
                </a:cubicBezTo>
                <a:cubicBezTo>
                  <a:pt x="82" y="23"/>
                  <a:pt x="77" y="24"/>
                  <a:pt x="73" y="25"/>
                </a:cubicBezTo>
                <a:cubicBezTo>
                  <a:pt x="70" y="26"/>
                  <a:pt x="68" y="27"/>
                  <a:pt x="68" y="27"/>
                </a:cubicBezTo>
                <a:cubicBezTo>
                  <a:pt x="77" y="33"/>
                  <a:pt x="82" y="42"/>
                  <a:pt x="82" y="53"/>
                </a:cubicBezTo>
                <a:cubicBezTo>
                  <a:pt x="82" y="63"/>
                  <a:pt x="78" y="71"/>
                  <a:pt x="72" y="77"/>
                </a:cubicBezTo>
                <a:lnTo>
                  <a:pt x="62" y="86"/>
                </a:lnTo>
                <a:moveTo>
                  <a:pt x="55" y="204"/>
                </a:moveTo>
                <a:cubicBezTo>
                  <a:pt x="55" y="217"/>
                  <a:pt x="60" y="228"/>
                  <a:pt x="70" y="238"/>
                </a:cubicBezTo>
                <a:cubicBezTo>
                  <a:pt x="79" y="248"/>
                  <a:pt x="91" y="253"/>
                  <a:pt x="105" y="253"/>
                </a:cubicBezTo>
                <a:cubicBezTo>
                  <a:pt x="120" y="253"/>
                  <a:pt x="133" y="249"/>
                  <a:pt x="145" y="239"/>
                </a:cubicBezTo>
                <a:cubicBezTo>
                  <a:pt x="156" y="229"/>
                  <a:pt x="164" y="217"/>
                  <a:pt x="168" y="203"/>
                </a:cubicBezTo>
                <a:cubicBezTo>
                  <a:pt x="169" y="200"/>
                  <a:pt x="169" y="187"/>
                  <a:pt x="170" y="163"/>
                </a:cubicBezTo>
                <a:cubicBezTo>
                  <a:pt x="170" y="140"/>
                  <a:pt x="170" y="129"/>
                  <a:pt x="169" y="129"/>
                </a:cubicBezTo>
                <a:cubicBezTo>
                  <a:pt x="166" y="129"/>
                  <a:pt x="162" y="129"/>
                  <a:pt x="157" y="129"/>
                </a:cubicBezTo>
                <a:cubicBezTo>
                  <a:pt x="152" y="130"/>
                  <a:pt x="143" y="131"/>
                  <a:pt x="130" y="135"/>
                </a:cubicBezTo>
                <a:cubicBezTo>
                  <a:pt x="117" y="138"/>
                  <a:pt x="106" y="142"/>
                  <a:pt x="95" y="147"/>
                </a:cubicBezTo>
                <a:cubicBezTo>
                  <a:pt x="85" y="151"/>
                  <a:pt x="76" y="159"/>
                  <a:pt x="68" y="169"/>
                </a:cubicBezTo>
                <a:cubicBezTo>
                  <a:pt x="60" y="179"/>
                  <a:pt x="56" y="190"/>
                  <a:pt x="55" y="20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1" name=""/>
          <p:cNvSpPr/>
          <p:nvPr/>
        </p:nvSpPr>
        <p:spPr>
          <a:xfrm>
            <a:off x="1647720" y="2923920"/>
            <a:ext cx="98280" cy="142200"/>
          </a:xfrm>
          <a:custGeom>
            <a:avLst/>
            <a:gdLst/>
            <a:ahLst/>
            <a:rect l="0" t="0" r="r" b="b"/>
            <a:pathLst>
              <a:path w="273" h="395">
                <a:moveTo>
                  <a:pt x="179" y="27"/>
                </a:moveTo>
                <a:cubicBezTo>
                  <a:pt x="198" y="9"/>
                  <a:pt x="217" y="0"/>
                  <a:pt x="240" y="0"/>
                </a:cubicBezTo>
                <a:cubicBezTo>
                  <a:pt x="252" y="0"/>
                  <a:pt x="260" y="4"/>
                  <a:pt x="265" y="12"/>
                </a:cubicBezTo>
                <a:cubicBezTo>
                  <a:pt x="271" y="19"/>
                  <a:pt x="273" y="27"/>
                  <a:pt x="273" y="34"/>
                </a:cubicBezTo>
                <a:cubicBezTo>
                  <a:pt x="273" y="40"/>
                  <a:pt x="271" y="45"/>
                  <a:pt x="268" y="49"/>
                </a:cubicBezTo>
                <a:cubicBezTo>
                  <a:pt x="264" y="54"/>
                  <a:pt x="259" y="56"/>
                  <a:pt x="252" y="56"/>
                </a:cubicBezTo>
                <a:cubicBezTo>
                  <a:pt x="239" y="56"/>
                  <a:pt x="231" y="50"/>
                  <a:pt x="230" y="38"/>
                </a:cubicBezTo>
                <a:cubicBezTo>
                  <a:pt x="229" y="32"/>
                  <a:pt x="229" y="28"/>
                  <a:pt x="231" y="25"/>
                </a:cubicBezTo>
                <a:lnTo>
                  <a:pt x="232" y="24"/>
                </a:lnTo>
                <a:lnTo>
                  <a:pt x="232" y="23"/>
                </a:lnTo>
                <a:cubicBezTo>
                  <a:pt x="221" y="24"/>
                  <a:pt x="210" y="28"/>
                  <a:pt x="200" y="36"/>
                </a:cubicBezTo>
                <a:cubicBezTo>
                  <a:pt x="197" y="38"/>
                  <a:pt x="196" y="39"/>
                  <a:pt x="196" y="40"/>
                </a:cubicBezTo>
                <a:cubicBezTo>
                  <a:pt x="196" y="41"/>
                  <a:pt x="196" y="42"/>
                  <a:pt x="198" y="43"/>
                </a:cubicBezTo>
                <a:cubicBezTo>
                  <a:pt x="200" y="45"/>
                  <a:pt x="201" y="47"/>
                  <a:pt x="203" y="50"/>
                </a:cubicBezTo>
                <a:cubicBezTo>
                  <a:pt x="205" y="54"/>
                  <a:pt x="207" y="57"/>
                  <a:pt x="210" y="61"/>
                </a:cubicBezTo>
                <a:cubicBezTo>
                  <a:pt x="212" y="65"/>
                  <a:pt x="214" y="70"/>
                  <a:pt x="215" y="77"/>
                </a:cubicBezTo>
                <a:cubicBezTo>
                  <a:pt x="216" y="83"/>
                  <a:pt x="217" y="90"/>
                  <a:pt x="218" y="96"/>
                </a:cubicBezTo>
                <a:cubicBezTo>
                  <a:pt x="218" y="121"/>
                  <a:pt x="208" y="142"/>
                  <a:pt x="188" y="159"/>
                </a:cubicBezTo>
                <a:cubicBezTo>
                  <a:pt x="168" y="176"/>
                  <a:pt x="144" y="185"/>
                  <a:pt x="115" y="185"/>
                </a:cubicBezTo>
                <a:cubicBezTo>
                  <a:pt x="95" y="185"/>
                  <a:pt x="75" y="180"/>
                  <a:pt x="56" y="169"/>
                </a:cubicBezTo>
                <a:cubicBezTo>
                  <a:pt x="52" y="176"/>
                  <a:pt x="49" y="183"/>
                  <a:pt x="49" y="191"/>
                </a:cubicBezTo>
                <a:cubicBezTo>
                  <a:pt x="49" y="205"/>
                  <a:pt x="55" y="216"/>
                  <a:pt x="65" y="222"/>
                </a:cubicBezTo>
                <a:cubicBezTo>
                  <a:pt x="69" y="225"/>
                  <a:pt x="72" y="226"/>
                  <a:pt x="75" y="226"/>
                </a:cubicBezTo>
                <a:cubicBezTo>
                  <a:pt x="78" y="226"/>
                  <a:pt x="93" y="226"/>
                  <a:pt x="118" y="227"/>
                </a:cubicBezTo>
                <a:cubicBezTo>
                  <a:pt x="152" y="228"/>
                  <a:pt x="173" y="229"/>
                  <a:pt x="184" y="231"/>
                </a:cubicBezTo>
                <a:cubicBezTo>
                  <a:pt x="208" y="234"/>
                  <a:pt x="227" y="242"/>
                  <a:pt x="241" y="255"/>
                </a:cubicBezTo>
                <a:cubicBezTo>
                  <a:pt x="256" y="271"/>
                  <a:pt x="264" y="290"/>
                  <a:pt x="264" y="314"/>
                </a:cubicBezTo>
                <a:cubicBezTo>
                  <a:pt x="264" y="341"/>
                  <a:pt x="249" y="362"/>
                  <a:pt x="218" y="376"/>
                </a:cubicBezTo>
                <a:cubicBezTo>
                  <a:pt x="194" y="389"/>
                  <a:pt x="164" y="395"/>
                  <a:pt x="132" y="395"/>
                </a:cubicBezTo>
                <a:cubicBezTo>
                  <a:pt x="99" y="395"/>
                  <a:pt x="70" y="389"/>
                  <a:pt x="46" y="376"/>
                </a:cubicBezTo>
                <a:cubicBezTo>
                  <a:pt x="15" y="362"/>
                  <a:pt x="0" y="342"/>
                  <a:pt x="0" y="316"/>
                </a:cubicBezTo>
                <a:cubicBezTo>
                  <a:pt x="0" y="301"/>
                  <a:pt x="4" y="289"/>
                  <a:pt x="12" y="280"/>
                </a:cubicBezTo>
                <a:cubicBezTo>
                  <a:pt x="21" y="270"/>
                  <a:pt x="29" y="264"/>
                  <a:pt x="37" y="260"/>
                </a:cubicBezTo>
                <a:lnTo>
                  <a:pt x="44" y="256"/>
                </a:lnTo>
                <a:cubicBezTo>
                  <a:pt x="30" y="244"/>
                  <a:pt x="23" y="227"/>
                  <a:pt x="23" y="206"/>
                </a:cubicBezTo>
                <a:cubicBezTo>
                  <a:pt x="23" y="188"/>
                  <a:pt x="28" y="171"/>
                  <a:pt x="40" y="155"/>
                </a:cubicBezTo>
                <a:cubicBezTo>
                  <a:pt x="22" y="138"/>
                  <a:pt x="14" y="118"/>
                  <a:pt x="14" y="96"/>
                </a:cubicBezTo>
                <a:cubicBezTo>
                  <a:pt x="14" y="71"/>
                  <a:pt x="24" y="50"/>
                  <a:pt x="43" y="33"/>
                </a:cubicBezTo>
                <a:cubicBezTo>
                  <a:pt x="63" y="16"/>
                  <a:pt x="87" y="7"/>
                  <a:pt x="116" y="7"/>
                </a:cubicBezTo>
                <a:cubicBezTo>
                  <a:pt x="136" y="7"/>
                  <a:pt x="155" y="12"/>
                  <a:pt x="172" y="22"/>
                </a:cubicBezTo>
                <a:lnTo>
                  <a:pt x="179" y="27"/>
                </a:lnTo>
                <a:moveTo>
                  <a:pt x="161" y="66"/>
                </a:moveTo>
                <a:cubicBezTo>
                  <a:pt x="159" y="55"/>
                  <a:pt x="154" y="46"/>
                  <a:pt x="146" y="40"/>
                </a:cubicBezTo>
                <a:cubicBezTo>
                  <a:pt x="137" y="33"/>
                  <a:pt x="127" y="30"/>
                  <a:pt x="115" y="29"/>
                </a:cubicBezTo>
                <a:cubicBezTo>
                  <a:pt x="103" y="29"/>
                  <a:pt x="93" y="33"/>
                  <a:pt x="85" y="39"/>
                </a:cubicBezTo>
                <a:cubicBezTo>
                  <a:pt x="76" y="45"/>
                  <a:pt x="71" y="54"/>
                  <a:pt x="69" y="66"/>
                </a:cubicBezTo>
                <a:cubicBezTo>
                  <a:pt x="68" y="73"/>
                  <a:pt x="67" y="83"/>
                  <a:pt x="67" y="96"/>
                </a:cubicBezTo>
                <a:cubicBezTo>
                  <a:pt x="67" y="114"/>
                  <a:pt x="69" y="127"/>
                  <a:pt x="72" y="135"/>
                </a:cubicBezTo>
                <a:cubicBezTo>
                  <a:pt x="74" y="144"/>
                  <a:pt x="80" y="151"/>
                  <a:pt x="89" y="156"/>
                </a:cubicBezTo>
                <a:cubicBezTo>
                  <a:pt x="96" y="160"/>
                  <a:pt x="105" y="162"/>
                  <a:pt x="115" y="162"/>
                </a:cubicBezTo>
                <a:cubicBezTo>
                  <a:pt x="124" y="162"/>
                  <a:pt x="131" y="161"/>
                  <a:pt x="138" y="158"/>
                </a:cubicBezTo>
                <a:cubicBezTo>
                  <a:pt x="144" y="155"/>
                  <a:pt x="149" y="152"/>
                  <a:pt x="152" y="147"/>
                </a:cubicBezTo>
                <a:cubicBezTo>
                  <a:pt x="154" y="143"/>
                  <a:pt x="157" y="139"/>
                  <a:pt x="158" y="135"/>
                </a:cubicBezTo>
                <a:cubicBezTo>
                  <a:pt x="160" y="132"/>
                  <a:pt x="161" y="129"/>
                  <a:pt x="161" y="126"/>
                </a:cubicBezTo>
                <a:cubicBezTo>
                  <a:pt x="162" y="120"/>
                  <a:pt x="163" y="110"/>
                  <a:pt x="163" y="96"/>
                </a:cubicBezTo>
                <a:cubicBezTo>
                  <a:pt x="163" y="83"/>
                  <a:pt x="162" y="73"/>
                  <a:pt x="161" y="66"/>
                </a:cubicBezTo>
                <a:moveTo>
                  <a:pt x="224" y="316"/>
                </a:moveTo>
                <a:cubicBezTo>
                  <a:pt x="224" y="306"/>
                  <a:pt x="221" y="297"/>
                  <a:pt x="216" y="291"/>
                </a:cubicBezTo>
                <a:cubicBezTo>
                  <a:pt x="210" y="285"/>
                  <a:pt x="202" y="280"/>
                  <a:pt x="191" y="277"/>
                </a:cubicBezTo>
                <a:cubicBezTo>
                  <a:pt x="180" y="275"/>
                  <a:pt x="170" y="273"/>
                  <a:pt x="161" y="272"/>
                </a:cubicBezTo>
                <a:cubicBezTo>
                  <a:pt x="152" y="271"/>
                  <a:pt x="142" y="271"/>
                  <a:pt x="129" y="271"/>
                </a:cubicBezTo>
                <a:lnTo>
                  <a:pt x="113" y="271"/>
                </a:lnTo>
                <a:cubicBezTo>
                  <a:pt x="86" y="271"/>
                  <a:pt x="70" y="272"/>
                  <a:pt x="65" y="274"/>
                </a:cubicBezTo>
                <a:cubicBezTo>
                  <a:pt x="57" y="278"/>
                  <a:pt x="51" y="283"/>
                  <a:pt x="46" y="291"/>
                </a:cubicBezTo>
                <a:cubicBezTo>
                  <a:pt x="42" y="299"/>
                  <a:pt x="40" y="307"/>
                  <a:pt x="39" y="315"/>
                </a:cubicBezTo>
                <a:cubicBezTo>
                  <a:pt x="39" y="319"/>
                  <a:pt x="40" y="323"/>
                  <a:pt x="43" y="330"/>
                </a:cubicBezTo>
                <a:cubicBezTo>
                  <a:pt x="45" y="335"/>
                  <a:pt x="49" y="341"/>
                  <a:pt x="55" y="348"/>
                </a:cubicBezTo>
                <a:cubicBezTo>
                  <a:pt x="61" y="354"/>
                  <a:pt x="71" y="360"/>
                  <a:pt x="84" y="364"/>
                </a:cubicBezTo>
                <a:cubicBezTo>
                  <a:pt x="97" y="369"/>
                  <a:pt x="113" y="371"/>
                  <a:pt x="132" y="371"/>
                </a:cubicBezTo>
                <a:cubicBezTo>
                  <a:pt x="159" y="371"/>
                  <a:pt x="181" y="366"/>
                  <a:pt x="199" y="355"/>
                </a:cubicBezTo>
                <a:cubicBezTo>
                  <a:pt x="216" y="344"/>
                  <a:pt x="224" y="331"/>
                  <a:pt x="224" y="31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2" name=""/>
          <p:cNvSpPr/>
          <p:nvPr/>
        </p:nvSpPr>
        <p:spPr>
          <a:xfrm>
            <a:off x="1755000" y="2925000"/>
            <a:ext cx="83520" cy="99000"/>
          </a:xfrm>
          <a:custGeom>
            <a:avLst/>
            <a:gdLst/>
            <a:ahLst/>
            <a:rect l="0" t="0" r="r" b="b"/>
            <a:pathLst>
              <a:path w="232" h="275">
                <a:moveTo>
                  <a:pt x="0" y="138"/>
                </a:moveTo>
                <a:cubicBezTo>
                  <a:pt x="0" y="116"/>
                  <a:pt x="4" y="96"/>
                  <a:pt x="12" y="78"/>
                </a:cubicBezTo>
                <a:cubicBezTo>
                  <a:pt x="20" y="60"/>
                  <a:pt x="30" y="45"/>
                  <a:pt x="42" y="34"/>
                </a:cubicBezTo>
                <a:cubicBezTo>
                  <a:pt x="54" y="23"/>
                  <a:pt x="67" y="15"/>
                  <a:pt x="80" y="9"/>
                </a:cubicBezTo>
                <a:cubicBezTo>
                  <a:pt x="95" y="4"/>
                  <a:pt x="109" y="1"/>
                  <a:pt x="121" y="0"/>
                </a:cubicBezTo>
                <a:cubicBezTo>
                  <a:pt x="142" y="0"/>
                  <a:pt x="160" y="4"/>
                  <a:pt x="175" y="11"/>
                </a:cubicBezTo>
                <a:cubicBezTo>
                  <a:pt x="190" y="18"/>
                  <a:pt x="202" y="28"/>
                  <a:pt x="210" y="41"/>
                </a:cubicBezTo>
                <a:cubicBezTo>
                  <a:pt x="218" y="54"/>
                  <a:pt x="223" y="66"/>
                  <a:pt x="227" y="79"/>
                </a:cubicBezTo>
                <a:cubicBezTo>
                  <a:pt x="230" y="92"/>
                  <a:pt x="232" y="106"/>
                  <a:pt x="232" y="121"/>
                </a:cubicBezTo>
                <a:cubicBezTo>
                  <a:pt x="232" y="124"/>
                  <a:pt x="231" y="127"/>
                  <a:pt x="228" y="130"/>
                </a:cubicBezTo>
                <a:lnTo>
                  <a:pt x="58" y="130"/>
                </a:lnTo>
                <a:lnTo>
                  <a:pt x="58" y="139"/>
                </a:lnTo>
                <a:cubicBezTo>
                  <a:pt x="58" y="198"/>
                  <a:pt x="78" y="234"/>
                  <a:pt x="119" y="247"/>
                </a:cubicBezTo>
                <a:cubicBezTo>
                  <a:pt x="127" y="250"/>
                  <a:pt x="136" y="251"/>
                  <a:pt x="145" y="251"/>
                </a:cubicBezTo>
                <a:cubicBezTo>
                  <a:pt x="162" y="251"/>
                  <a:pt x="176" y="244"/>
                  <a:pt x="188" y="231"/>
                </a:cubicBezTo>
                <a:cubicBezTo>
                  <a:pt x="195" y="224"/>
                  <a:pt x="200" y="216"/>
                  <a:pt x="204" y="206"/>
                </a:cubicBezTo>
                <a:lnTo>
                  <a:pt x="210" y="191"/>
                </a:lnTo>
                <a:cubicBezTo>
                  <a:pt x="212" y="190"/>
                  <a:pt x="215" y="190"/>
                  <a:pt x="220" y="190"/>
                </a:cubicBezTo>
                <a:lnTo>
                  <a:pt x="222" y="190"/>
                </a:lnTo>
                <a:cubicBezTo>
                  <a:pt x="229" y="190"/>
                  <a:pt x="232" y="191"/>
                  <a:pt x="232" y="195"/>
                </a:cubicBezTo>
                <a:cubicBezTo>
                  <a:pt x="232" y="197"/>
                  <a:pt x="231" y="200"/>
                  <a:pt x="230" y="203"/>
                </a:cubicBezTo>
                <a:cubicBezTo>
                  <a:pt x="223" y="225"/>
                  <a:pt x="210" y="243"/>
                  <a:pt x="192" y="256"/>
                </a:cubicBezTo>
                <a:cubicBezTo>
                  <a:pt x="175" y="269"/>
                  <a:pt x="155" y="275"/>
                  <a:pt x="133" y="275"/>
                </a:cubicBezTo>
                <a:cubicBezTo>
                  <a:pt x="96" y="275"/>
                  <a:pt x="63" y="262"/>
                  <a:pt x="38" y="234"/>
                </a:cubicBezTo>
                <a:cubicBezTo>
                  <a:pt x="13" y="206"/>
                  <a:pt x="0" y="174"/>
                  <a:pt x="0" y="138"/>
                </a:cubicBezTo>
                <a:moveTo>
                  <a:pt x="183" y="104"/>
                </a:moveTo>
                <a:cubicBezTo>
                  <a:pt x="179" y="53"/>
                  <a:pt x="160" y="25"/>
                  <a:pt x="126" y="22"/>
                </a:cubicBezTo>
                <a:lnTo>
                  <a:pt x="125" y="22"/>
                </a:lnTo>
                <a:cubicBezTo>
                  <a:pt x="122" y="22"/>
                  <a:pt x="119" y="23"/>
                  <a:pt x="115" y="23"/>
                </a:cubicBezTo>
                <a:cubicBezTo>
                  <a:pt x="112" y="23"/>
                  <a:pt x="107" y="25"/>
                  <a:pt x="101" y="28"/>
                </a:cubicBezTo>
                <a:cubicBezTo>
                  <a:pt x="94" y="30"/>
                  <a:pt x="87" y="35"/>
                  <a:pt x="82" y="40"/>
                </a:cubicBezTo>
                <a:cubicBezTo>
                  <a:pt x="77" y="46"/>
                  <a:pt x="73" y="54"/>
                  <a:pt x="68" y="65"/>
                </a:cubicBezTo>
                <a:cubicBezTo>
                  <a:pt x="64" y="75"/>
                  <a:pt x="61" y="89"/>
                  <a:pt x="59" y="104"/>
                </a:cubicBezTo>
                <a:lnTo>
                  <a:pt x="59" y="108"/>
                </a:lnTo>
                <a:lnTo>
                  <a:pt x="183" y="108"/>
                </a:lnTo>
                <a:lnTo>
                  <a:pt x="183" y="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3" name=""/>
          <p:cNvSpPr txBox="1"/>
          <p:nvPr/>
        </p:nvSpPr>
        <p:spPr>
          <a:xfrm>
            <a:off x="733320" y="2733840"/>
            <a:ext cx="795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4" name=""/>
          <p:cNvSpPr txBox="1"/>
          <p:nvPr/>
        </p:nvSpPr>
        <p:spPr>
          <a:xfrm>
            <a:off x="2284200" y="2712960"/>
            <a:ext cx="5756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0.122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5" name=""/>
          <p:cNvSpPr txBox="1"/>
          <p:nvPr/>
        </p:nvSpPr>
        <p:spPr>
          <a:xfrm>
            <a:off x="2949120" y="2752560"/>
            <a:ext cx="1517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(2nd largest)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6" name=""/>
          <p:cNvSpPr txBox="1"/>
          <p:nvPr/>
        </p:nvSpPr>
        <p:spPr>
          <a:xfrm>
            <a:off x="4761720" y="2752560"/>
            <a:ext cx="2257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0.033 (4th smallest)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7" name=""/>
          <p:cNvSpPr/>
          <p:nvPr/>
        </p:nvSpPr>
        <p:spPr>
          <a:xfrm>
            <a:off x="1545840" y="3390840"/>
            <a:ext cx="95760" cy="156600"/>
          </a:xfrm>
          <a:custGeom>
            <a:avLst/>
            <a:gdLst/>
            <a:ahLst/>
            <a:rect l="0" t="0" r="r" b="b"/>
            <a:pathLst>
              <a:path w="266" h="435">
                <a:moveTo>
                  <a:pt x="0" y="118"/>
                </a:moveTo>
                <a:cubicBezTo>
                  <a:pt x="0" y="85"/>
                  <a:pt x="11" y="57"/>
                  <a:pt x="34" y="34"/>
                </a:cubicBezTo>
                <a:cubicBezTo>
                  <a:pt x="57" y="12"/>
                  <a:pt x="84" y="0"/>
                  <a:pt x="113" y="0"/>
                </a:cubicBezTo>
                <a:lnTo>
                  <a:pt x="121" y="0"/>
                </a:lnTo>
                <a:cubicBezTo>
                  <a:pt x="155" y="0"/>
                  <a:pt x="185" y="13"/>
                  <a:pt x="210" y="38"/>
                </a:cubicBezTo>
                <a:lnTo>
                  <a:pt x="222" y="19"/>
                </a:lnTo>
                <a:cubicBezTo>
                  <a:pt x="224" y="17"/>
                  <a:pt x="226" y="14"/>
                  <a:pt x="228" y="10"/>
                </a:cubicBezTo>
                <a:cubicBezTo>
                  <a:pt x="230" y="7"/>
                  <a:pt x="232" y="5"/>
                  <a:pt x="234" y="3"/>
                </a:cubicBezTo>
                <a:lnTo>
                  <a:pt x="236" y="0"/>
                </a:lnTo>
                <a:cubicBezTo>
                  <a:pt x="236" y="0"/>
                  <a:pt x="237" y="0"/>
                  <a:pt x="238" y="0"/>
                </a:cubicBezTo>
                <a:cubicBezTo>
                  <a:pt x="240" y="0"/>
                  <a:pt x="241" y="0"/>
                  <a:pt x="242" y="0"/>
                </a:cubicBezTo>
                <a:lnTo>
                  <a:pt x="244" y="0"/>
                </a:lnTo>
                <a:cubicBezTo>
                  <a:pt x="246" y="0"/>
                  <a:pt x="247" y="1"/>
                  <a:pt x="250" y="3"/>
                </a:cubicBezTo>
                <a:lnTo>
                  <a:pt x="250" y="145"/>
                </a:lnTo>
                <a:lnTo>
                  <a:pt x="246" y="148"/>
                </a:lnTo>
                <a:lnTo>
                  <a:pt x="235" y="148"/>
                </a:lnTo>
                <a:cubicBezTo>
                  <a:pt x="231" y="148"/>
                  <a:pt x="228" y="148"/>
                  <a:pt x="228" y="147"/>
                </a:cubicBezTo>
                <a:cubicBezTo>
                  <a:pt x="227" y="145"/>
                  <a:pt x="226" y="141"/>
                  <a:pt x="225" y="135"/>
                </a:cubicBezTo>
                <a:cubicBezTo>
                  <a:pt x="218" y="84"/>
                  <a:pt x="198" y="51"/>
                  <a:pt x="164" y="35"/>
                </a:cubicBezTo>
                <a:cubicBezTo>
                  <a:pt x="150" y="29"/>
                  <a:pt x="135" y="25"/>
                  <a:pt x="120" y="25"/>
                </a:cubicBezTo>
                <a:cubicBezTo>
                  <a:pt x="99" y="25"/>
                  <a:pt x="81" y="33"/>
                  <a:pt x="67" y="47"/>
                </a:cubicBezTo>
                <a:cubicBezTo>
                  <a:pt x="54" y="61"/>
                  <a:pt x="48" y="78"/>
                  <a:pt x="48" y="97"/>
                </a:cubicBezTo>
                <a:cubicBezTo>
                  <a:pt x="48" y="111"/>
                  <a:pt x="51" y="123"/>
                  <a:pt x="58" y="134"/>
                </a:cubicBezTo>
                <a:cubicBezTo>
                  <a:pt x="65" y="145"/>
                  <a:pt x="74" y="154"/>
                  <a:pt x="87" y="161"/>
                </a:cubicBezTo>
                <a:cubicBezTo>
                  <a:pt x="91" y="162"/>
                  <a:pt x="109" y="167"/>
                  <a:pt x="139" y="175"/>
                </a:cubicBezTo>
                <a:cubicBezTo>
                  <a:pt x="169" y="182"/>
                  <a:pt x="186" y="187"/>
                  <a:pt x="189" y="188"/>
                </a:cubicBezTo>
                <a:cubicBezTo>
                  <a:pt x="212" y="197"/>
                  <a:pt x="230" y="212"/>
                  <a:pt x="244" y="233"/>
                </a:cubicBezTo>
                <a:cubicBezTo>
                  <a:pt x="259" y="254"/>
                  <a:pt x="266" y="279"/>
                  <a:pt x="266" y="307"/>
                </a:cubicBezTo>
                <a:cubicBezTo>
                  <a:pt x="266" y="340"/>
                  <a:pt x="256" y="369"/>
                  <a:pt x="235" y="395"/>
                </a:cubicBezTo>
                <a:cubicBezTo>
                  <a:pt x="215" y="421"/>
                  <a:pt x="186" y="434"/>
                  <a:pt x="148" y="434"/>
                </a:cubicBezTo>
                <a:cubicBezTo>
                  <a:pt x="125" y="434"/>
                  <a:pt x="106" y="431"/>
                  <a:pt x="88" y="424"/>
                </a:cubicBezTo>
                <a:cubicBezTo>
                  <a:pt x="69" y="417"/>
                  <a:pt x="57" y="411"/>
                  <a:pt x="51" y="405"/>
                </a:cubicBezTo>
                <a:lnTo>
                  <a:pt x="40" y="397"/>
                </a:lnTo>
                <a:cubicBezTo>
                  <a:pt x="38" y="399"/>
                  <a:pt x="35" y="403"/>
                  <a:pt x="31" y="409"/>
                </a:cubicBezTo>
                <a:cubicBezTo>
                  <a:pt x="27" y="415"/>
                  <a:pt x="23" y="421"/>
                  <a:pt x="19" y="426"/>
                </a:cubicBezTo>
                <a:cubicBezTo>
                  <a:pt x="15" y="431"/>
                  <a:pt x="14" y="434"/>
                  <a:pt x="14" y="434"/>
                </a:cubicBezTo>
                <a:cubicBezTo>
                  <a:pt x="13" y="435"/>
                  <a:pt x="11" y="435"/>
                  <a:pt x="8" y="435"/>
                </a:cubicBezTo>
                <a:lnTo>
                  <a:pt x="5" y="435"/>
                </a:lnTo>
                <a:cubicBezTo>
                  <a:pt x="4" y="435"/>
                  <a:pt x="2" y="434"/>
                  <a:pt x="0" y="431"/>
                </a:cubicBezTo>
                <a:lnTo>
                  <a:pt x="0" y="361"/>
                </a:lnTo>
                <a:cubicBezTo>
                  <a:pt x="0" y="313"/>
                  <a:pt x="0" y="289"/>
                  <a:pt x="0" y="288"/>
                </a:cubicBezTo>
                <a:cubicBezTo>
                  <a:pt x="1" y="286"/>
                  <a:pt x="5" y="285"/>
                  <a:pt x="12" y="285"/>
                </a:cubicBezTo>
                <a:lnTo>
                  <a:pt x="20" y="285"/>
                </a:lnTo>
                <a:cubicBezTo>
                  <a:pt x="23" y="287"/>
                  <a:pt x="24" y="290"/>
                  <a:pt x="24" y="293"/>
                </a:cubicBezTo>
                <a:cubicBezTo>
                  <a:pt x="24" y="306"/>
                  <a:pt x="26" y="318"/>
                  <a:pt x="30" y="331"/>
                </a:cubicBezTo>
                <a:cubicBezTo>
                  <a:pt x="34" y="344"/>
                  <a:pt x="40" y="356"/>
                  <a:pt x="50" y="368"/>
                </a:cubicBezTo>
                <a:cubicBezTo>
                  <a:pt x="60" y="380"/>
                  <a:pt x="73" y="389"/>
                  <a:pt x="90" y="397"/>
                </a:cubicBezTo>
                <a:cubicBezTo>
                  <a:pt x="107" y="404"/>
                  <a:pt x="127" y="407"/>
                  <a:pt x="150" y="407"/>
                </a:cubicBezTo>
                <a:cubicBezTo>
                  <a:pt x="169" y="407"/>
                  <a:pt x="185" y="400"/>
                  <a:pt x="198" y="385"/>
                </a:cubicBezTo>
                <a:cubicBezTo>
                  <a:pt x="212" y="369"/>
                  <a:pt x="219" y="351"/>
                  <a:pt x="219" y="329"/>
                </a:cubicBezTo>
                <a:cubicBezTo>
                  <a:pt x="219" y="311"/>
                  <a:pt x="214" y="295"/>
                  <a:pt x="206" y="281"/>
                </a:cubicBezTo>
                <a:cubicBezTo>
                  <a:pt x="197" y="268"/>
                  <a:pt x="185" y="258"/>
                  <a:pt x="171" y="253"/>
                </a:cubicBezTo>
                <a:cubicBezTo>
                  <a:pt x="149" y="247"/>
                  <a:pt x="134" y="243"/>
                  <a:pt x="127" y="241"/>
                </a:cubicBezTo>
                <a:cubicBezTo>
                  <a:pt x="125" y="241"/>
                  <a:pt x="119" y="240"/>
                  <a:pt x="111" y="238"/>
                </a:cubicBezTo>
                <a:cubicBezTo>
                  <a:pt x="102" y="236"/>
                  <a:pt x="95" y="234"/>
                  <a:pt x="91" y="233"/>
                </a:cubicBezTo>
                <a:cubicBezTo>
                  <a:pt x="87" y="232"/>
                  <a:pt x="80" y="230"/>
                  <a:pt x="71" y="227"/>
                </a:cubicBezTo>
                <a:cubicBezTo>
                  <a:pt x="63" y="223"/>
                  <a:pt x="56" y="220"/>
                  <a:pt x="51" y="216"/>
                </a:cubicBezTo>
                <a:cubicBezTo>
                  <a:pt x="46" y="212"/>
                  <a:pt x="41" y="207"/>
                  <a:pt x="34" y="201"/>
                </a:cubicBezTo>
                <a:cubicBezTo>
                  <a:pt x="27" y="196"/>
                  <a:pt x="22" y="189"/>
                  <a:pt x="18" y="181"/>
                </a:cubicBezTo>
                <a:cubicBezTo>
                  <a:pt x="6" y="161"/>
                  <a:pt x="0" y="140"/>
                  <a:pt x="0" y="1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8" name=""/>
          <p:cNvSpPr/>
          <p:nvPr/>
        </p:nvSpPr>
        <p:spPr>
          <a:xfrm>
            <a:off x="1659600" y="3395520"/>
            <a:ext cx="134280" cy="147240"/>
          </a:xfrm>
          <a:custGeom>
            <a:avLst/>
            <a:gdLst/>
            <a:ahLst/>
            <a:rect l="0" t="0" r="r" b="b"/>
            <a:pathLst>
              <a:path w="373" h="409">
                <a:moveTo>
                  <a:pt x="62" y="36"/>
                </a:moveTo>
                <a:cubicBezTo>
                  <a:pt x="59" y="33"/>
                  <a:pt x="57" y="32"/>
                  <a:pt x="56" y="31"/>
                </a:cubicBezTo>
                <a:cubicBezTo>
                  <a:pt x="54" y="30"/>
                  <a:pt x="51" y="30"/>
                  <a:pt x="46" y="29"/>
                </a:cubicBezTo>
                <a:cubicBezTo>
                  <a:pt x="41" y="29"/>
                  <a:pt x="33" y="28"/>
                  <a:pt x="19" y="27"/>
                </a:cubicBezTo>
                <a:lnTo>
                  <a:pt x="0" y="27"/>
                </a:lnTo>
                <a:lnTo>
                  <a:pt x="0" y="0"/>
                </a:lnTo>
                <a:lnTo>
                  <a:pt x="121" y="0"/>
                </a:lnTo>
                <a:lnTo>
                  <a:pt x="143" y="0"/>
                </a:lnTo>
                <a:lnTo>
                  <a:pt x="190" y="0"/>
                </a:lnTo>
                <a:cubicBezTo>
                  <a:pt x="221" y="0"/>
                  <a:pt x="244" y="1"/>
                  <a:pt x="258" y="3"/>
                </a:cubicBezTo>
                <a:cubicBezTo>
                  <a:pt x="272" y="5"/>
                  <a:pt x="287" y="10"/>
                  <a:pt x="301" y="19"/>
                </a:cubicBezTo>
                <a:cubicBezTo>
                  <a:pt x="318" y="29"/>
                  <a:pt x="332" y="41"/>
                  <a:pt x="342" y="55"/>
                </a:cubicBezTo>
                <a:cubicBezTo>
                  <a:pt x="351" y="70"/>
                  <a:pt x="356" y="86"/>
                  <a:pt x="356" y="102"/>
                </a:cubicBezTo>
                <a:cubicBezTo>
                  <a:pt x="356" y="122"/>
                  <a:pt x="348" y="142"/>
                  <a:pt x="332" y="158"/>
                </a:cubicBezTo>
                <a:cubicBezTo>
                  <a:pt x="316" y="175"/>
                  <a:pt x="294" y="187"/>
                  <a:pt x="268" y="194"/>
                </a:cubicBezTo>
                <a:lnTo>
                  <a:pt x="262" y="195"/>
                </a:lnTo>
                <a:cubicBezTo>
                  <a:pt x="291" y="199"/>
                  <a:pt x="317" y="210"/>
                  <a:pt x="339" y="228"/>
                </a:cubicBezTo>
                <a:cubicBezTo>
                  <a:pt x="361" y="247"/>
                  <a:pt x="373" y="269"/>
                  <a:pt x="373" y="297"/>
                </a:cubicBezTo>
                <a:cubicBezTo>
                  <a:pt x="373" y="324"/>
                  <a:pt x="362" y="348"/>
                  <a:pt x="342" y="369"/>
                </a:cubicBezTo>
                <a:cubicBezTo>
                  <a:pt x="322" y="389"/>
                  <a:pt x="296" y="402"/>
                  <a:pt x="264" y="407"/>
                </a:cubicBezTo>
                <a:cubicBezTo>
                  <a:pt x="259" y="408"/>
                  <a:pt x="214" y="408"/>
                  <a:pt x="128" y="409"/>
                </a:cubicBezTo>
                <a:lnTo>
                  <a:pt x="0" y="409"/>
                </a:lnTo>
                <a:lnTo>
                  <a:pt x="0" y="381"/>
                </a:lnTo>
                <a:lnTo>
                  <a:pt x="19" y="381"/>
                </a:lnTo>
                <a:cubicBezTo>
                  <a:pt x="37" y="381"/>
                  <a:pt x="47" y="380"/>
                  <a:pt x="51" y="379"/>
                </a:cubicBezTo>
                <a:cubicBezTo>
                  <a:pt x="54" y="379"/>
                  <a:pt x="58" y="376"/>
                  <a:pt x="62" y="372"/>
                </a:cubicBezTo>
                <a:lnTo>
                  <a:pt x="62" y="36"/>
                </a:lnTo>
                <a:moveTo>
                  <a:pt x="289" y="101"/>
                </a:moveTo>
                <a:cubicBezTo>
                  <a:pt x="289" y="83"/>
                  <a:pt x="284" y="67"/>
                  <a:pt x="273" y="53"/>
                </a:cubicBezTo>
                <a:cubicBezTo>
                  <a:pt x="263" y="39"/>
                  <a:pt x="249" y="31"/>
                  <a:pt x="232" y="28"/>
                </a:cubicBezTo>
                <a:cubicBezTo>
                  <a:pt x="232" y="28"/>
                  <a:pt x="229" y="28"/>
                  <a:pt x="225" y="28"/>
                </a:cubicBezTo>
                <a:cubicBezTo>
                  <a:pt x="220" y="28"/>
                  <a:pt x="213" y="28"/>
                  <a:pt x="205" y="28"/>
                </a:cubicBezTo>
                <a:cubicBezTo>
                  <a:pt x="197" y="28"/>
                  <a:pt x="190" y="28"/>
                  <a:pt x="183" y="27"/>
                </a:cubicBezTo>
                <a:cubicBezTo>
                  <a:pt x="156" y="27"/>
                  <a:pt x="140" y="28"/>
                  <a:pt x="134" y="28"/>
                </a:cubicBezTo>
                <a:cubicBezTo>
                  <a:pt x="128" y="28"/>
                  <a:pt x="124" y="30"/>
                  <a:pt x="122" y="33"/>
                </a:cubicBezTo>
                <a:cubicBezTo>
                  <a:pt x="121" y="34"/>
                  <a:pt x="121" y="60"/>
                  <a:pt x="121" y="110"/>
                </a:cubicBezTo>
                <a:lnTo>
                  <a:pt x="121" y="185"/>
                </a:lnTo>
                <a:lnTo>
                  <a:pt x="170" y="185"/>
                </a:lnTo>
                <a:lnTo>
                  <a:pt x="220" y="185"/>
                </a:lnTo>
                <a:lnTo>
                  <a:pt x="226" y="184"/>
                </a:lnTo>
                <a:cubicBezTo>
                  <a:pt x="228" y="183"/>
                  <a:pt x="230" y="183"/>
                  <a:pt x="233" y="182"/>
                </a:cubicBezTo>
                <a:cubicBezTo>
                  <a:pt x="236" y="181"/>
                  <a:pt x="241" y="178"/>
                  <a:pt x="248" y="174"/>
                </a:cubicBezTo>
                <a:cubicBezTo>
                  <a:pt x="255" y="170"/>
                  <a:pt x="261" y="165"/>
                  <a:pt x="267" y="160"/>
                </a:cubicBezTo>
                <a:cubicBezTo>
                  <a:pt x="272" y="154"/>
                  <a:pt x="277" y="147"/>
                  <a:pt x="282" y="136"/>
                </a:cubicBezTo>
                <a:cubicBezTo>
                  <a:pt x="286" y="125"/>
                  <a:pt x="289" y="114"/>
                  <a:pt x="289" y="101"/>
                </a:cubicBezTo>
                <a:moveTo>
                  <a:pt x="304" y="296"/>
                </a:moveTo>
                <a:cubicBezTo>
                  <a:pt x="304" y="276"/>
                  <a:pt x="299" y="257"/>
                  <a:pt x="288" y="240"/>
                </a:cubicBezTo>
                <a:cubicBezTo>
                  <a:pt x="277" y="223"/>
                  <a:pt x="261" y="212"/>
                  <a:pt x="241" y="208"/>
                </a:cubicBezTo>
                <a:lnTo>
                  <a:pt x="180" y="207"/>
                </a:lnTo>
                <a:lnTo>
                  <a:pt x="121" y="207"/>
                </a:lnTo>
                <a:lnTo>
                  <a:pt x="121" y="289"/>
                </a:lnTo>
                <a:lnTo>
                  <a:pt x="121" y="339"/>
                </a:lnTo>
                <a:cubicBezTo>
                  <a:pt x="121" y="363"/>
                  <a:pt x="122" y="376"/>
                  <a:pt x="124" y="378"/>
                </a:cubicBezTo>
                <a:cubicBezTo>
                  <a:pt x="126" y="380"/>
                  <a:pt x="146" y="381"/>
                  <a:pt x="183" y="381"/>
                </a:cubicBezTo>
                <a:lnTo>
                  <a:pt x="213" y="381"/>
                </a:lnTo>
                <a:cubicBezTo>
                  <a:pt x="229" y="381"/>
                  <a:pt x="241" y="379"/>
                  <a:pt x="248" y="377"/>
                </a:cubicBezTo>
                <a:cubicBezTo>
                  <a:pt x="265" y="371"/>
                  <a:pt x="279" y="361"/>
                  <a:pt x="289" y="346"/>
                </a:cubicBezTo>
                <a:cubicBezTo>
                  <a:pt x="299" y="332"/>
                  <a:pt x="304" y="315"/>
                  <a:pt x="304" y="2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9" name=""/>
          <p:cNvSpPr/>
          <p:nvPr/>
        </p:nvSpPr>
        <p:spPr>
          <a:xfrm>
            <a:off x="1811520" y="3395160"/>
            <a:ext cx="128520" cy="147600"/>
          </a:xfrm>
          <a:custGeom>
            <a:avLst/>
            <a:gdLst/>
            <a:ahLst/>
            <a:rect l="0" t="0" r="r" b="b"/>
            <a:pathLst>
              <a:path w="357" h="410">
                <a:moveTo>
                  <a:pt x="61" y="37"/>
                </a:moveTo>
                <a:cubicBezTo>
                  <a:pt x="58" y="34"/>
                  <a:pt x="56" y="33"/>
                  <a:pt x="55" y="32"/>
                </a:cubicBezTo>
                <a:cubicBezTo>
                  <a:pt x="53" y="31"/>
                  <a:pt x="50" y="31"/>
                  <a:pt x="45" y="30"/>
                </a:cubicBezTo>
                <a:cubicBezTo>
                  <a:pt x="40" y="30"/>
                  <a:pt x="32" y="29"/>
                  <a:pt x="19" y="28"/>
                </a:cubicBezTo>
                <a:lnTo>
                  <a:pt x="0" y="28"/>
                </a:lnTo>
                <a:lnTo>
                  <a:pt x="0" y="1"/>
                </a:lnTo>
                <a:lnTo>
                  <a:pt x="111" y="1"/>
                </a:lnTo>
                <a:cubicBezTo>
                  <a:pt x="120" y="1"/>
                  <a:pt x="134" y="1"/>
                  <a:pt x="149" y="1"/>
                </a:cubicBezTo>
                <a:cubicBezTo>
                  <a:pt x="165" y="1"/>
                  <a:pt x="176" y="1"/>
                  <a:pt x="182" y="0"/>
                </a:cubicBezTo>
                <a:cubicBezTo>
                  <a:pt x="217" y="0"/>
                  <a:pt x="245" y="3"/>
                  <a:pt x="266" y="8"/>
                </a:cubicBezTo>
                <a:cubicBezTo>
                  <a:pt x="286" y="13"/>
                  <a:pt x="306" y="24"/>
                  <a:pt x="323" y="41"/>
                </a:cubicBezTo>
                <a:cubicBezTo>
                  <a:pt x="346" y="62"/>
                  <a:pt x="357" y="87"/>
                  <a:pt x="357" y="117"/>
                </a:cubicBezTo>
                <a:cubicBezTo>
                  <a:pt x="357" y="144"/>
                  <a:pt x="347" y="168"/>
                  <a:pt x="327" y="188"/>
                </a:cubicBezTo>
                <a:cubicBezTo>
                  <a:pt x="306" y="207"/>
                  <a:pt x="282" y="220"/>
                  <a:pt x="254" y="226"/>
                </a:cubicBezTo>
                <a:cubicBezTo>
                  <a:pt x="245" y="228"/>
                  <a:pt x="221" y="229"/>
                  <a:pt x="180" y="230"/>
                </a:cubicBezTo>
                <a:lnTo>
                  <a:pt x="123" y="230"/>
                </a:lnTo>
                <a:lnTo>
                  <a:pt x="123" y="302"/>
                </a:lnTo>
                <a:cubicBezTo>
                  <a:pt x="123" y="349"/>
                  <a:pt x="124" y="373"/>
                  <a:pt x="125" y="375"/>
                </a:cubicBezTo>
                <a:cubicBezTo>
                  <a:pt x="128" y="379"/>
                  <a:pt x="143" y="382"/>
                  <a:pt x="166" y="382"/>
                </a:cubicBezTo>
                <a:lnTo>
                  <a:pt x="186" y="382"/>
                </a:lnTo>
                <a:lnTo>
                  <a:pt x="186" y="410"/>
                </a:lnTo>
                <a:lnTo>
                  <a:pt x="179" y="410"/>
                </a:lnTo>
                <a:cubicBezTo>
                  <a:pt x="171" y="408"/>
                  <a:pt x="142" y="408"/>
                  <a:pt x="92" y="408"/>
                </a:cubicBezTo>
                <a:cubicBezTo>
                  <a:pt x="38" y="408"/>
                  <a:pt x="10" y="408"/>
                  <a:pt x="6" y="410"/>
                </a:cubicBezTo>
                <a:lnTo>
                  <a:pt x="0" y="410"/>
                </a:lnTo>
                <a:lnTo>
                  <a:pt x="0" y="382"/>
                </a:lnTo>
                <a:lnTo>
                  <a:pt x="19" y="382"/>
                </a:lnTo>
                <a:cubicBezTo>
                  <a:pt x="36" y="382"/>
                  <a:pt x="46" y="381"/>
                  <a:pt x="50" y="380"/>
                </a:cubicBezTo>
                <a:cubicBezTo>
                  <a:pt x="53" y="380"/>
                  <a:pt x="57" y="377"/>
                  <a:pt x="61" y="373"/>
                </a:cubicBezTo>
                <a:lnTo>
                  <a:pt x="61" y="37"/>
                </a:lnTo>
                <a:moveTo>
                  <a:pt x="287" y="117"/>
                </a:moveTo>
                <a:cubicBezTo>
                  <a:pt x="287" y="107"/>
                  <a:pt x="287" y="99"/>
                  <a:pt x="287" y="93"/>
                </a:cubicBezTo>
                <a:cubicBezTo>
                  <a:pt x="286" y="88"/>
                  <a:pt x="285" y="81"/>
                  <a:pt x="283" y="72"/>
                </a:cubicBezTo>
                <a:cubicBezTo>
                  <a:pt x="281" y="63"/>
                  <a:pt x="278" y="57"/>
                  <a:pt x="273" y="52"/>
                </a:cubicBezTo>
                <a:cubicBezTo>
                  <a:pt x="268" y="48"/>
                  <a:pt x="262" y="43"/>
                  <a:pt x="253" y="38"/>
                </a:cubicBezTo>
                <a:cubicBezTo>
                  <a:pt x="245" y="34"/>
                  <a:pt x="234" y="31"/>
                  <a:pt x="222" y="30"/>
                </a:cubicBezTo>
                <a:cubicBezTo>
                  <a:pt x="217" y="29"/>
                  <a:pt x="199" y="28"/>
                  <a:pt x="168" y="28"/>
                </a:cubicBezTo>
                <a:lnTo>
                  <a:pt x="155" y="28"/>
                </a:lnTo>
                <a:cubicBezTo>
                  <a:pt x="136" y="28"/>
                  <a:pt x="124" y="30"/>
                  <a:pt x="123" y="34"/>
                </a:cubicBezTo>
                <a:cubicBezTo>
                  <a:pt x="122" y="35"/>
                  <a:pt x="121" y="64"/>
                  <a:pt x="121" y="120"/>
                </a:cubicBezTo>
                <a:lnTo>
                  <a:pt x="121" y="205"/>
                </a:lnTo>
                <a:lnTo>
                  <a:pt x="165" y="205"/>
                </a:lnTo>
                <a:lnTo>
                  <a:pt x="187" y="205"/>
                </a:lnTo>
                <a:cubicBezTo>
                  <a:pt x="207" y="205"/>
                  <a:pt x="224" y="204"/>
                  <a:pt x="237" y="201"/>
                </a:cubicBezTo>
                <a:cubicBezTo>
                  <a:pt x="250" y="198"/>
                  <a:pt x="262" y="192"/>
                  <a:pt x="272" y="182"/>
                </a:cubicBezTo>
                <a:cubicBezTo>
                  <a:pt x="282" y="170"/>
                  <a:pt x="287" y="148"/>
                  <a:pt x="287" y="11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0" name=""/>
          <p:cNvSpPr txBox="1"/>
          <p:nvPr/>
        </p:nvSpPr>
        <p:spPr>
          <a:xfrm>
            <a:off x="733320" y="3247920"/>
            <a:ext cx="795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1" name=""/>
          <p:cNvSpPr txBox="1"/>
          <p:nvPr/>
        </p:nvSpPr>
        <p:spPr>
          <a:xfrm>
            <a:off x="2284200" y="3208320"/>
            <a:ext cx="5756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0.030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2" name=""/>
          <p:cNvSpPr txBox="1"/>
          <p:nvPr/>
        </p:nvSpPr>
        <p:spPr>
          <a:xfrm>
            <a:off x="2949120" y="3247920"/>
            <a:ext cx="119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(smallest)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3" name=""/>
          <p:cNvSpPr txBox="1"/>
          <p:nvPr/>
        </p:nvSpPr>
        <p:spPr>
          <a:xfrm>
            <a:off x="4761720" y="3208320"/>
            <a:ext cx="5756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0.219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4" name=""/>
          <p:cNvSpPr txBox="1"/>
          <p:nvPr/>
        </p:nvSpPr>
        <p:spPr>
          <a:xfrm>
            <a:off x="5426640" y="3247920"/>
            <a:ext cx="1018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(largest)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5" name=""/>
          <p:cNvSpPr/>
          <p:nvPr/>
        </p:nvSpPr>
        <p:spPr>
          <a:xfrm>
            <a:off x="857160" y="44668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5" y="231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90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6" name=""/>
          <p:cNvSpPr txBox="1"/>
          <p:nvPr/>
        </p:nvSpPr>
        <p:spPr>
          <a:xfrm>
            <a:off x="571320" y="3834000"/>
            <a:ext cx="13377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Implication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7" name=""/>
          <p:cNvSpPr txBox="1"/>
          <p:nvPr/>
        </p:nvSpPr>
        <p:spPr>
          <a:xfrm>
            <a:off x="1085760" y="4381560"/>
            <a:ext cx="25250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 single effect modifier →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8" name=""/>
          <p:cNvSpPr txBox="1"/>
          <p:nvPr/>
        </p:nvSpPr>
        <p:spPr>
          <a:xfrm>
            <a:off x="3612240" y="4348080"/>
            <a:ext cx="19638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opposite conclusions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9" name=""/>
          <p:cNvSpPr txBox="1"/>
          <p:nvPr/>
        </p:nvSpPr>
        <p:spPr>
          <a:xfrm>
            <a:off x="5777280" y="4381560"/>
            <a:ext cx="57052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; R2 best on SBP, near-worst on Age; R9 good on Age, worst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0" name=""/>
          <p:cNvSpPr/>
          <p:nvPr/>
        </p:nvSpPr>
        <p:spPr>
          <a:xfrm>
            <a:off x="857160" y="5105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3"/>
                </a:cubicBezTo>
                <a:cubicBezTo>
                  <a:pt x="23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1085760" y="4676760"/>
            <a:ext cx="695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on SBP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2" name=""/>
          <p:cNvSpPr txBox="1"/>
          <p:nvPr/>
        </p:nvSpPr>
        <p:spPr>
          <a:xfrm>
            <a:off x="1085760" y="4986000"/>
            <a:ext cx="41137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Evaluate all candidate effect modifiers jointly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3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4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5" name=""/>
          <p:cNvSpPr txBox="1"/>
          <p:nvPr/>
        </p:nvSpPr>
        <p:spPr>
          <a:xfrm>
            <a:off x="571320" y="151920"/>
            <a:ext cx="549288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R2 vs R9: Why Evaluate Jointly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6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7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1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2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3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4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5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6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7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8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9" name=""/>
          <p:cNvSpPr/>
          <p:nvPr/>
        </p:nvSpPr>
        <p:spPr>
          <a:xfrm>
            <a:off x="571320" y="5143320"/>
            <a:ext cx="11049480" cy="505080"/>
          </a:xfrm>
          <a:custGeom>
            <a:avLst/>
            <a:gdLst/>
            <a:ahLst/>
            <a:rect l="0" t="0" r="r" b="b"/>
            <a:pathLst>
              <a:path w="30693" h="1403">
                <a:moveTo>
                  <a:pt x="0" y="0"/>
                </a:moveTo>
                <a:lnTo>
                  <a:pt x="30693" y="0"/>
                </a:lnTo>
                <a:lnTo>
                  <a:pt x="3069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0" name=""/>
          <p:cNvSpPr/>
          <p:nvPr/>
        </p:nvSpPr>
        <p:spPr>
          <a:xfrm>
            <a:off x="571320" y="5143320"/>
            <a:ext cx="38520" cy="505080"/>
          </a:xfrm>
          <a:custGeom>
            <a:avLst/>
            <a:gdLst/>
            <a:ahLst/>
            <a:rect l="0" t="0" r="r" b="b"/>
            <a:pathLst>
              <a:path w="107" h="1403">
                <a:moveTo>
                  <a:pt x="0" y="0"/>
                </a:moveTo>
                <a:lnTo>
                  <a:pt x="107" y="0"/>
                </a:lnTo>
                <a:lnTo>
                  <a:pt x="10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1" name=""/>
          <p:cNvSpPr/>
          <p:nvPr/>
        </p:nvSpPr>
        <p:spPr>
          <a:xfrm>
            <a:off x="4220280" y="1904760"/>
            <a:ext cx="201960" cy="224640"/>
          </a:xfrm>
          <a:custGeom>
            <a:avLst/>
            <a:gdLst/>
            <a:ahLst/>
            <a:rect l="0" t="0" r="r" b="b"/>
            <a:pathLst>
              <a:path w="561" h="624">
                <a:moveTo>
                  <a:pt x="179" y="42"/>
                </a:moveTo>
                <a:cubicBezTo>
                  <a:pt x="158" y="42"/>
                  <a:pt x="147" y="41"/>
                  <a:pt x="146" y="38"/>
                </a:cubicBezTo>
                <a:cubicBezTo>
                  <a:pt x="145" y="37"/>
                  <a:pt x="145" y="35"/>
                  <a:pt x="145" y="31"/>
                </a:cubicBezTo>
                <a:cubicBezTo>
                  <a:pt x="145" y="17"/>
                  <a:pt x="148" y="7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2"/>
                  <a:pt x="240" y="3"/>
                  <a:pt x="284" y="3"/>
                </a:cubicBezTo>
                <a:cubicBezTo>
                  <a:pt x="371" y="3"/>
                  <a:pt x="420" y="2"/>
                  <a:pt x="432" y="0"/>
                </a:cubicBezTo>
                <a:lnTo>
                  <a:pt x="443" y="0"/>
                </a:lnTo>
                <a:cubicBezTo>
                  <a:pt x="447" y="4"/>
                  <a:pt x="449" y="7"/>
                  <a:pt x="449" y="8"/>
                </a:cubicBezTo>
                <a:cubicBezTo>
                  <a:pt x="449" y="10"/>
                  <a:pt x="448" y="16"/>
                  <a:pt x="447" y="25"/>
                </a:cubicBezTo>
                <a:cubicBezTo>
                  <a:pt x="444" y="34"/>
                  <a:pt x="441" y="40"/>
                  <a:pt x="439" y="42"/>
                </a:cubicBezTo>
                <a:lnTo>
                  <a:pt x="404" y="42"/>
                </a:lnTo>
                <a:cubicBezTo>
                  <a:pt x="362" y="43"/>
                  <a:pt x="338" y="45"/>
                  <a:pt x="331" y="50"/>
                </a:cubicBezTo>
                <a:cubicBezTo>
                  <a:pt x="326" y="53"/>
                  <a:pt x="322" y="61"/>
                  <a:pt x="318" y="76"/>
                </a:cubicBezTo>
                <a:cubicBezTo>
                  <a:pt x="314" y="90"/>
                  <a:pt x="292" y="170"/>
                  <a:pt x="256" y="316"/>
                </a:cubicBezTo>
                <a:cubicBezTo>
                  <a:pt x="246" y="355"/>
                  <a:pt x="236" y="397"/>
                  <a:pt x="225" y="441"/>
                </a:cubicBezTo>
                <a:cubicBezTo>
                  <a:pt x="214" y="486"/>
                  <a:pt x="206" y="519"/>
                  <a:pt x="200" y="541"/>
                </a:cubicBezTo>
                <a:lnTo>
                  <a:pt x="192" y="574"/>
                </a:lnTo>
                <a:cubicBezTo>
                  <a:pt x="192" y="577"/>
                  <a:pt x="195" y="578"/>
                  <a:pt x="200" y="578"/>
                </a:cubicBezTo>
                <a:cubicBezTo>
                  <a:pt x="206" y="578"/>
                  <a:pt x="224" y="578"/>
                  <a:pt x="254" y="580"/>
                </a:cubicBezTo>
                <a:lnTo>
                  <a:pt x="270" y="580"/>
                </a:lnTo>
                <a:cubicBezTo>
                  <a:pt x="289" y="580"/>
                  <a:pt x="305" y="579"/>
                  <a:pt x="317" y="579"/>
                </a:cubicBezTo>
                <a:cubicBezTo>
                  <a:pt x="328" y="578"/>
                  <a:pt x="343" y="576"/>
                  <a:pt x="362" y="572"/>
                </a:cubicBezTo>
                <a:cubicBezTo>
                  <a:pt x="380" y="569"/>
                  <a:pt x="395" y="563"/>
                  <a:pt x="407" y="556"/>
                </a:cubicBezTo>
                <a:cubicBezTo>
                  <a:pt x="419" y="549"/>
                  <a:pt x="432" y="538"/>
                  <a:pt x="447" y="525"/>
                </a:cubicBezTo>
                <a:cubicBezTo>
                  <a:pt x="462" y="512"/>
                  <a:pt x="474" y="495"/>
                  <a:pt x="485" y="475"/>
                </a:cubicBezTo>
                <a:cubicBezTo>
                  <a:pt x="495" y="457"/>
                  <a:pt x="504" y="437"/>
                  <a:pt x="513" y="414"/>
                </a:cubicBezTo>
                <a:cubicBezTo>
                  <a:pt x="521" y="392"/>
                  <a:pt x="526" y="379"/>
                  <a:pt x="528" y="376"/>
                </a:cubicBezTo>
                <a:cubicBezTo>
                  <a:pt x="531" y="374"/>
                  <a:pt x="536" y="373"/>
                  <a:pt x="543" y="373"/>
                </a:cubicBezTo>
                <a:lnTo>
                  <a:pt x="555" y="373"/>
                </a:lnTo>
                <a:cubicBezTo>
                  <a:pt x="559" y="379"/>
                  <a:pt x="561" y="382"/>
                  <a:pt x="561" y="383"/>
                </a:cubicBezTo>
                <a:cubicBezTo>
                  <a:pt x="561" y="384"/>
                  <a:pt x="555" y="402"/>
                  <a:pt x="543" y="437"/>
                </a:cubicBezTo>
                <a:cubicBezTo>
                  <a:pt x="530" y="471"/>
                  <a:pt x="517" y="508"/>
                  <a:pt x="503" y="546"/>
                </a:cubicBezTo>
                <a:cubicBezTo>
                  <a:pt x="488" y="584"/>
                  <a:pt x="480" y="607"/>
                  <a:pt x="479" y="613"/>
                </a:cubicBezTo>
                <a:cubicBezTo>
                  <a:pt x="478" y="616"/>
                  <a:pt x="476" y="619"/>
                  <a:pt x="475" y="620"/>
                </a:cubicBezTo>
                <a:cubicBezTo>
                  <a:pt x="474" y="620"/>
                  <a:pt x="469" y="621"/>
                  <a:pt x="461" y="623"/>
                </a:cubicBezTo>
                <a:cubicBezTo>
                  <a:pt x="452" y="624"/>
                  <a:pt x="439" y="624"/>
                  <a:pt x="422" y="623"/>
                </a:cubicBezTo>
                <a:cubicBezTo>
                  <a:pt x="415" y="623"/>
                  <a:pt x="392" y="623"/>
                  <a:pt x="352" y="623"/>
                </a:cubicBezTo>
                <a:cubicBezTo>
                  <a:pt x="313" y="623"/>
                  <a:pt x="274" y="623"/>
                  <a:pt x="239" y="623"/>
                </a:cubicBezTo>
                <a:lnTo>
                  <a:pt x="77" y="623"/>
                </a:lnTo>
                <a:cubicBezTo>
                  <a:pt x="26" y="623"/>
                  <a:pt x="0" y="619"/>
                  <a:pt x="0" y="612"/>
                </a:cubicBezTo>
                <a:cubicBezTo>
                  <a:pt x="0" y="608"/>
                  <a:pt x="1" y="604"/>
                  <a:pt x="2" y="600"/>
                </a:cubicBezTo>
                <a:cubicBezTo>
                  <a:pt x="5" y="588"/>
                  <a:pt x="8" y="582"/>
                  <a:pt x="11" y="581"/>
                </a:cubicBezTo>
                <a:cubicBezTo>
                  <a:pt x="14" y="580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7"/>
                </a:cubicBezTo>
                <a:cubicBezTo>
                  <a:pt x="93" y="575"/>
                  <a:pt x="99" y="571"/>
                  <a:pt x="102" y="566"/>
                </a:cubicBezTo>
                <a:cubicBezTo>
                  <a:pt x="104" y="564"/>
                  <a:pt x="126" y="479"/>
                  <a:pt x="168" y="313"/>
                </a:cubicBezTo>
                <a:cubicBezTo>
                  <a:pt x="210" y="147"/>
                  <a:pt x="230" y="59"/>
                  <a:pt x="230" y="50"/>
                </a:cubicBezTo>
                <a:cubicBezTo>
                  <a:pt x="230" y="46"/>
                  <a:pt x="213" y="43"/>
                  <a:pt x="179" y="42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2" name=""/>
          <p:cNvSpPr/>
          <p:nvPr/>
        </p:nvSpPr>
        <p:spPr>
          <a:xfrm>
            <a:off x="857160" y="2457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3" name=""/>
          <p:cNvSpPr/>
          <p:nvPr/>
        </p:nvSpPr>
        <p:spPr>
          <a:xfrm>
            <a:off x="1094040" y="240876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0" y="33"/>
                </a:moveTo>
                <a:cubicBezTo>
                  <a:pt x="124" y="33"/>
                  <a:pt x="115" y="32"/>
                  <a:pt x="114" y="30"/>
                </a:cubicBezTo>
                <a:cubicBezTo>
                  <a:pt x="114" y="29"/>
                  <a:pt x="113" y="27"/>
                  <a:pt x="113" y="24"/>
                </a:cubicBezTo>
                <a:cubicBezTo>
                  <a:pt x="113" y="12"/>
                  <a:pt x="116" y="5"/>
                  <a:pt x="121" y="0"/>
                </a:cubicBezTo>
                <a:cubicBezTo>
                  <a:pt x="122" y="0"/>
                  <a:pt x="126" y="0"/>
                  <a:pt x="132" y="0"/>
                </a:cubicBezTo>
                <a:cubicBezTo>
                  <a:pt x="158" y="1"/>
                  <a:pt x="188" y="2"/>
                  <a:pt x="223" y="2"/>
                </a:cubicBezTo>
                <a:cubicBezTo>
                  <a:pt x="291" y="2"/>
                  <a:pt x="330" y="1"/>
                  <a:pt x="340" y="0"/>
                </a:cubicBezTo>
                <a:lnTo>
                  <a:pt x="348" y="0"/>
                </a:lnTo>
                <a:cubicBezTo>
                  <a:pt x="351" y="2"/>
                  <a:pt x="352" y="5"/>
                  <a:pt x="352" y="6"/>
                </a:cubicBezTo>
                <a:cubicBezTo>
                  <a:pt x="352" y="7"/>
                  <a:pt x="352" y="12"/>
                  <a:pt x="351" y="19"/>
                </a:cubicBezTo>
                <a:cubicBezTo>
                  <a:pt x="349" y="26"/>
                  <a:pt x="346" y="31"/>
                  <a:pt x="345" y="33"/>
                </a:cubicBezTo>
                <a:lnTo>
                  <a:pt x="317" y="33"/>
                </a:lnTo>
                <a:cubicBezTo>
                  <a:pt x="285" y="33"/>
                  <a:pt x="265" y="35"/>
                  <a:pt x="259" y="39"/>
                </a:cubicBezTo>
                <a:cubicBezTo>
                  <a:pt x="256" y="41"/>
                  <a:pt x="252" y="48"/>
                  <a:pt x="248" y="59"/>
                </a:cubicBezTo>
                <a:cubicBezTo>
                  <a:pt x="245" y="70"/>
                  <a:pt x="229" y="133"/>
                  <a:pt x="201" y="248"/>
                </a:cubicBezTo>
                <a:cubicBezTo>
                  <a:pt x="193" y="279"/>
                  <a:pt x="185" y="312"/>
                  <a:pt x="176" y="346"/>
                </a:cubicBezTo>
                <a:cubicBezTo>
                  <a:pt x="168" y="381"/>
                  <a:pt x="161" y="408"/>
                  <a:pt x="157" y="426"/>
                </a:cubicBezTo>
                <a:lnTo>
                  <a:pt x="151" y="452"/>
                </a:lnTo>
                <a:cubicBezTo>
                  <a:pt x="151" y="454"/>
                  <a:pt x="153" y="455"/>
                  <a:pt x="157" y="455"/>
                </a:cubicBezTo>
                <a:cubicBezTo>
                  <a:pt x="161" y="455"/>
                  <a:pt x="175" y="455"/>
                  <a:pt x="199" y="456"/>
                </a:cubicBezTo>
                <a:lnTo>
                  <a:pt x="211" y="456"/>
                </a:lnTo>
                <a:cubicBezTo>
                  <a:pt x="227" y="456"/>
                  <a:pt x="239" y="456"/>
                  <a:pt x="248" y="455"/>
                </a:cubicBezTo>
                <a:cubicBezTo>
                  <a:pt x="258" y="455"/>
                  <a:pt x="269" y="453"/>
                  <a:pt x="284" y="450"/>
                </a:cubicBezTo>
                <a:cubicBezTo>
                  <a:pt x="298" y="448"/>
                  <a:pt x="310" y="443"/>
                  <a:pt x="320" y="438"/>
                </a:cubicBezTo>
                <a:cubicBezTo>
                  <a:pt x="329" y="432"/>
                  <a:pt x="340" y="424"/>
                  <a:pt x="351" y="413"/>
                </a:cubicBezTo>
                <a:cubicBezTo>
                  <a:pt x="362" y="403"/>
                  <a:pt x="372" y="389"/>
                  <a:pt x="381" y="373"/>
                </a:cubicBezTo>
                <a:cubicBezTo>
                  <a:pt x="389" y="359"/>
                  <a:pt x="396" y="343"/>
                  <a:pt x="402" y="325"/>
                </a:cubicBezTo>
                <a:cubicBezTo>
                  <a:pt x="409" y="307"/>
                  <a:pt x="413" y="297"/>
                  <a:pt x="415" y="295"/>
                </a:cubicBezTo>
                <a:cubicBezTo>
                  <a:pt x="417" y="294"/>
                  <a:pt x="421" y="293"/>
                  <a:pt x="427" y="293"/>
                </a:cubicBezTo>
                <a:lnTo>
                  <a:pt x="436" y="293"/>
                </a:lnTo>
                <a:cubicBezTo>
                  <a:pt x="439" y="297"/>
                  <a:pt x="440" y="300"/>
                  <a:pt x="440" y="301"/>
                </a:cubicBezTo>
                <a:cubicBezTo>
                  <a:pt x="440" y="302"/>
                  <a:pt x="436" y="316"/>
                  <a:pt x="426" y="343"/>
                </a:cubicBezTo>
                <a:cubicBezTo>
                  <a:pt x="417" y="370"/>
                  <a:pt x="406" y="399"/>
                  <a:pt x="395" y="430"/>
                </a:cubicBezTo>
                <a:cubicBezTo>
                  <a:pt x="383" y="460"/>
                  <a:pt x="377" y="477"/>
                  <a:pt x="376" y="483"/>
                </a:cubicBezTo>
                <a:cubicBezTo>
                  <a:pt x="375" y="485"/>
                  <a:pt x="374" y="486"/>
                  <a:pt x="373" y="487"/>
                </a:cubicBezTo>
                <a:cubicBezTo>
                  <a:pt x="372" y="487"/>
                  <a:pt x="368" y="488"/>
                  <a:pt x="362" y="489"/>
                </a:cubicBezTo>
                <a:cubicBezTo>
                  <a:pt x="355" y="490"/>
                  <a:pt x="345" y="490"/>
                  <a:pt x="331" y="490"/>
                </a:cubicBezTo>
                <a:cubicBezTo>
                  <a:pt x="326" y="490"/>
                  <a:pt x="308" y="490"/>
                  <a:pt x="277" y="490"/>
                </a:cubicBezTo>
                <a:cubicBezTo>
                  <a:pt x="245" y="490"/>
                  <a:pt x="215" y="489"/>
                  <a:pt x="187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9"/>
                  <a:pt x="0" y="475"/>
                  <a:pt x="1" y="472"/>
                </a:cubicBezTo>
                <a:cubicBezTo>
                  <a:pt x="3" y="463"/>
                  <a:pt x="6" y="458"/>
                  <a:pt x="8" y="457"/>
                </a:cubicBezTo>
                <a:cubicBezTo>
                  <a:pt x="10" y="456"/>
                  <a:pt x="14" y="456"/>
                  <a:pt x="19" y="456"/>
                </a:cubicBezTo>
                <a:lnTo>
                  <a:pt x="23" y="456"/>
                </a:lnTo>
                <a:cubicBezTo>
                  <a:pt x="36" y="456"/>
                  <a:pt x="50" y="455"/>
                  <a:pt x="66" y="454"/>
                </a:cubicBezTo>
                <a:cubicBezTo>
                  <a:pt x="73" y="453"/>
                  <a:pt x="77" y="450"/>
                  <a:pt x="80" y="445"/>
                </a:cubicBezTo>
                <a:cubicBezTo>
                  <a:pt x="81" y="443"/>
                  <a:pt x="98" y="376"/>
                  <a:pt x="131" y="246"/>
                </a:cubicBezTo>
                <a:cubicBezTo>
                  <a:pt x="164" y="115"/>
                  <a:pt x="181" y="46"/>
                  <a:pt x="181" y="39"/>
                </a:cubicBezTo>
                <a:cubicBezTo>
                  <a:pt x="181" y="36"/>
                  <a:pt x="167" y="33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4" name=""/>
          <p:cNvSpPr/>
          <p:nvPr/>
        </p:nvSpPr>
        <p:spPr>
          <a:xfrm>
            <a:off x="1275480" y="2541600"/>
            <a:ext cx="84240" cy="83880"/>
          </a:xfrm>
          <a:custGeom>
            <a:avLst/>
            <a:gdLst/>
            <a:ahLst/>
            <a:rect l="0" t="0" r="r" b="b"/>
            <a:pathLst>
              <a:path w="234" h="233">
                <a:moveTo>
                  <a:pt x="54" y="73"/>
                </a:moveTo>
                <a:cubicBezTo>
                  <a:pt x="54" y="73"/>
                  <a:pt x="49" y="73"/>
                  <a:pt x="41" y="73"/>
                </a:cubicBezTo>
                <a:cubicBezTo>
                  <a:pt x="34" y="73"/>
                  <a:pt x="28" y="71"/>
                  <a:pt x="23" y="65"/>
                </a:cubicBezTo>
                <a:cubicBezTo>
                  <a:pt x="18" y="60"/>
                  <a:pt x="15" y="54"/>
                  <a:pt x="15" y="46"/>
                </a:cubicBezTo>
                <a:cubicBezTo>
                  <a:pt x="15" y="34"/>
                  <a:pt x="21" y="24"/>
                  <a:pt x="32" y="13"/>
                </a:cubicBezTo>
                <a:cubicBezTo>
                  <a:pt x="44" y="4"/>
                  <a:pt x="65" y="0"/>
                  <a:pt x="95" y="0"/>
                </a:cubicBezTo>
                <a:cubicBezTo>
                  <a:pt x="119" y="0"/>
                  <a:pt x="139" y="5"/>
                  <a:pt x="154" y="17"/>
                </a:cubicBezTo>
                <a:cubicBezTo>
                  <a:pt x="169" y="28"/>
                  <a:pt x="179" y="41"/>
                  <a:pt x="185" y="55"/>
                </a:cubicBezTo>
                <a:cubicBezTo>
                  <a:pt x="186" y="60"/>
                  <a:pt x="187" y="65"/>
                  <a:pt x="187" y="71"/>
                </a:cubicBezTo>
                <a:cubicBezTo>
                  <a:pt x="187" y="77"/>
                  <a:pt x="187" y="96"/>
                  <a:pt x="188" y="129"/>
                </a:cubicBezTo>
                <a:lnTo>
                  <a:pt x="188" y="165"/>
                </a:lnTo>
                <a:cubicBezTo>
                  <a:pt x="188" y="181"/>
                  <a:pt x="188" y="192"/>
                  <a:pt x="190" y="198"/>
                </a:cubicBezTo>
                <a:cubicBezTo>
                  <a:pt x="192" y="204"/>
                  <a:pt x="195" y="207"/>
                  <a:pt x="201" y="207"/>
                </a:cubicBezTo>
                <a:cubicBezTo>
                  <a:pt x="206" y="207"/>
                  <a:pt x="209" y="204"/>
                  <a:pt x="211" y="199"/>
                </a:cubicBezTo>
                <a:cubicBezTo>
                  <a:pt x="212" y="194"/>
                  <a:pt x="213" y="185"/>
                  <a:pt x="213" y="172"/>
                </a:cubicBezTo>
                <a:lnTo>
                  <a:pt x="213" y="154"/>
                </a:lnTo>
                <a:lnTo>
                  <a:pt x="234" y="154"/>
                </a:lnTo>
                <a:lnTo>
                  <a:pt x="234" y="174"/>
                </a:lnTo>
                <a:cubicBezTo>
                  <a:pt x="233" y="187"/>
                  <a:pt x="233" y="195"/>
                  <a:pt x="232" y="197"/>
                </a:cubicBezTo>
                <a:cubicBezTo>
                  <a:pt x="229" y="208"/>
                  <a:pt x="223" y="215"/>
                  <a:pt x="214" y="221"/>
                </a:cubicBezTo>
                <a:cubicBezTo>
                  <a:pt x="206" y="227"/>
                  <a:pt x="196" y="230"/>
                  <a:pt x="187" y="230"/>
                </a:cubicBezTo>
                <a:cubicBezTo>
                  <a:pt x="177" y="231"/>
                  <a:pt x="169" y="228"/>
                  <a:pt x="163" y="221"/>
                </a:cubicBezTo>
                <a:cubicBezTo>
                  <a:pt x="157" y="215"/>
                  <a:pt x="153" y="208"/>
                  <a:pt x="151" y="200"/>
                </a:cubicBezTo>
                <a:lnTo>
                  <a:pt x="151" y="198"/>
                </a:lnTo>
                <a:lnTo>
                  <a:pt x="150" y="199"/>
                </a:lnTo>
                <a:cubicBezTo>
                  <a:pt x="149" y="200"/>
                  <a:pt x="148" y="201"/>
                  <a:pt x="147" y="202"/>
                </a:cubicBezTo>
                <a:cubicBezTo>
                  <a:pt x="146" y="204"/>
                  <a:pt x="145" y="205"/>
                  <a:pt x="143" y="207"/>
                </a:cubicBezTo>
                <a:cubicBezTo>
                  <a:pt x="141" y="209"/>
                  <a:pt x="139" y="211"/>
                  <a:pt x="137" y="213"/>
                </a:cubicBezTo>
                <a:cubicBezTo>
                  <a:pt x="135" y="214"/>
                  <a:pt x="132" y="216"/>
                  <a:pt x="129" y="219"/>
                </a:cubicBezTo>
                <a:cubicBezTo>
                  <a:pt x="127" y="221"/>
                  <a:pt x="124" y="223"/>
                  <a:pt x="120" y="224"/>
                </a:cubicBezTo>
                <a:cubicBezTo>
                  <a:pt x="117" y="226"/>
                  <a:pt x="113" y="227"/>
                  <a:pt x="109" y="228"/>
                </a:cubicBezTo>
                <a:cubicBezTo>
                  <a:pt x="105" y="230"/>
                  <a:pt x="101" y="231"/>
                  <a:pt x="96" y="231"/>
                </a:cubicBezTo>
                <a:cubicBezTo>
                  <a:pt x="91" y="232"/>
                  <a:pt x="86" y="232"/>
                  <a:pt x="80" y="233"/>
                </a:cubicBezTo>
                <a:cubicBezTo>
                  <a:pt x="60" y="233"/>
                  <a:pt x="41" y="228"/>
                  <a:pt x="25" y="217"/>
                </a:cubicBezTo>
                <a:cubicBezTo>
                  <a:pt x="9" y="207"/>
                  <a:pt x="0" y="192"/>
                  <a:pt x="0" y="173"/>
                </a:cubicBezTo>
                <a:cubicBezTo>
                  <a:pt x="0" y="166"/>
                  <a:pt x="2" y="159"/>
                  <a:pt x="4" y="153"/>
                </a:cubicBezTo>
                <a:cubicBezTo>
                  <a:pt x="6" y="147"/>
                  <a:pt x="11" y="140"/>
                  <a:pt x="18" y="132"/>
                </a:cubicBezTo>
                <a:cubicBezTo>
                  <a:pt x="24" y="125"/>
                  <a:pt x="33" y="119"/>
                  <a:pt x="42" y="114"/>
                </a:cubicBezTo>
                <a:cubicBezTo>
                  <a:pt x="51" y="108"/>
                  <a:pt x="66" y="104"/>
                  <a:pt x="82" y="99"/>
                </a:cubicBezTo>
                <a:cubicBezTo>
                  <a:pt x="99" y="95"/>
                  <a:pt x="118" y="92"/>
                  <a:pt x="138" y="92"/>
                </a:cubicBezTo>
                <a:lnTo>
                  <a:pt x="145" y="92"/>
                </a:lnTo>
                <a:lnTo>
                  <a:pt x="145" y="81"/>
                </a:lnTo>
                <a:cubicBezTo>
                  <a:pt x="145" y="69"/>
                  <a:pt x="144" y="61"/>
                  <a:pt x="142" y="55"/>
                </a:cubicBezTo>
                <a:cubicBezTo>
                  <a:pt x="135" y="31"/>
                  <a:pt x="118" y="19"/>
                  <a:pt x="93" y="19"/>
                </a:cubicBezTo>
                <a:cubicBezTo>
                  <a:pt x="87" y="19"/>
                  <a:pt x="81" y="20"/>
                  <a:pt x="76" y="20"/>
                </a:cubicBezTo>
                <a:cubicBezTo>
                  <a:pt x="70" y="20"/>
                  <a:pt x="66" y="21"/>
                  <a:pt x="63" y="22"/>
                </a:cubicBezTo>
                <a:cubicBezTo>
                  <a:pt x="60" y="23"/>
                  <a:pt x="59" y="24"/>
                  <a:pt x="59" y="24"/>
                </a:cubicBezTo>
                <a:cubicBezTo>
                  <a:pt x="67" y="29"/>
                  <a:pt x="70" y="36"/>
                  <a:pt x="70" y="46"/>
                </a:cubicBezTo>
                <a:cubicBezTo>
                  <a:pt x="70" y="54"/>
                  <a:pt x="68" y="61"/>
                  <a:pt x="62" y="65"/>
                </a:cubicBezTo>
                <a:lnTo>
                  <a:pt x="54" y="73"/>
                </a:lnTo>
                <a:moveTo>
                  <a:pt x="47" y="174"/>
                </a:moveTo>
                <a:cubicBezTo>
                  <a:pt x="47" y="184"/>
                  <a:pt x="51" y="193"/>
                  <a:pt x="60" y="201"/>
                </a:cubicBezTo>
                <a:cubicBezTo>
                  <a:pt x="68" y="210"/>
                  <a:pt x="78" y="214"/>
                  <a:pt x="90" y="214"/>
                </a:cubicBezTo>
                <a:cubicBezTo>
                  <a:pt x="103" y="214"/>
                  <a:pt x="114" y="210"/>
                  <a:pt x="124" y="202"/>
                </a:cubicBezTo>
                <a:cubicBezTo>
                  <a:pt x="134" y="195"/>
                  <a:pt x="140" y="185"/>
                  <a:pt x="144" y="172"/>
                </a:cubicBezTo>
                <a:cubicBezTo>
                  <a:pt x="144" y="170"/>
                  <a:pt x="145" y="159"/>
                  <a:pt x="145" y="139"/>
                </a:cubicBezTo>
                <a:cubicBezTo>
                  <a:pt x="145" y="119"/>
                  <a:pt x="145" y="109"/>
                  <a:pt x="145" y="109"/>
                </a:cubicBezTo>
                <a:cubicBezTo>
                  <a:pt x="142" y="109"/>
                  <a:pt x="138" y="110"/>
                  <a:pt x="134" y="110"/>
                </a:cubicBezTo>
                <a:cubicBezTo>
                  <a:pt x="130" y="110"/>
                  <a:pt x="122" y="112"/>
                  <a:pt x="111" y="115"/>
                </a:cubicBezTo>
                <a:cubicBezTo>
                  <a:pt x="100" y="117"/>
                  <a:pt x="91" y="121"/>
                  <a:pt x="82" y="125"/>
                </a:cubicBezTo>
                <a:cubicBezTo>
                  <a:pt x="73" y="129"/>
                  <a:pt x="65" y="135"/>
                  <a:pt x="59" y="143"/>
                </a:cubicBezTo>
                <a:cubicBezTo>
                  <a:pt x="51" y="152"/>
                  <a:pt x="47" y="162"/>
                  <a:pt x="47" y="17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5" name=""/>
          <p:cNvSpPr/>
          <p:nvPr/>
        </p:nvSpPr>
        <p:spPr>
          <a:xfrm>
            <a:off x="1365840" y="2540520"/>
            <a:ext cx="83160" cy="120240"/>
          </a:xfrm>
          <a:custGeom>
            <a:avLst/>
            <a:gdLst/>
            <a:ahLst/>
            <a:rect l="0" t="0" r="r" b="b"/>
            <a:pathLst>
              <a:path w="231" h="334">
                <a:moveTo>
                  <a:pt x="152" y="22"/>
                </a:moveTo>
                <a:cubicBezTo>
                  <a:pt x="167" y="8"/>
                  <a:pt x="184" y="0"/>
                  <a:pt x="203" y="0"/>
                </a:cubicBezTo>
                <a:cubicBezTo>
                  <a:pt x="213" y="0"/>
                  <a:pt x="220" y="3"/>
                  <a:pt x="225" y="10"/>
                </a:cubicBezTo>
                <a:cubicBezTo>
                  <a:pt x="229" y="16"/>
                  <a:pt x="231" y="23"/>
                  <a:pt x="231" y="29"/>
                </a:cubicBezTo>
                <a:cubicBezTo>
                  <a:pt x="231" y="34"/>
                  <a:pt x="230" y="38"/>
                  <a:pt x="227" y="42"/>
                </a:cubicBezTo>
                <a:cubicBezTo>
                  <a:pt x="224" y="45"/>
                  <a:pt x="219" y="47"/>
                  <a:pt x="213" y="47"/>
                </a:cubicBezTo>
                <a:cubicBezTo>
                  <a:pt x="202" y="47"/>
                  <a:pt x="196" y="42"/>
                  <a:pt x="194" y="32"/>
                </a:cubicBezTo>
                <a:cubicBezTo>
                  <a:pt x="194" y="27"/>
                  <a:pt x="194" y="24"/>
                  <a:pt x="196" y="21"/>
                </a:cubicBezTo>
                <a:lnTo>
                  <a:pt x="196" y="20"/>
                </a:lnTo>
                <a:lnTo>
                  <a:pt x="196" y="19"/>
                </a:lnTo>
                <a:cubicBezTo>
                  <a:pt x="187" y="20"/>
                  <a:pt x="178" y="24"/>
                  <a:pt x="170" y="31"/>
                </a:cubicBezTo>
                <a:cubicBezTo>
                  <a:pt x="167" y="32"/>
                  <a:pt x="166" y="33"/>
                  <a:pt x="166" y="34"/>
                </a:cubicBezTo>
                <a:cubicBezTo>
                  <a:pt x="166" y="34"/>
                  <a:pt x="166" y="35"/>
                  <a:pt x="168" y="37"/>
                </a:cubicBezTo>
                <a:cubicBezTo>
                  <a:pt x="169" y="38"/>
                  <a:pt x="170" y="40"/>
                  <a:pt x="172" y="43"/>
                </a:cubicBezTo>
                <a:cubicBezTo>
                  <a:pt x="174" y="45"/>
                  <a:pt x="176" y="48"/>
                  <a:pt x="178" y="52"/>
                </a:cubicBezTo>
                <a:cubicBezTo>
                  <a:pt x="180" y="55"/>
                  <a:pt x="181" y="60"/>
                  <a:pt x="182" y="65"/>
                </a:cubicBezTo>
                <a:cubicBezTo>
                  <a:pt x="183" y="70"/>
                  <a:pt x="184" y="76"/>
                  <a:pt x="184" y="82"/>
                </a:cubicBezTo>
                <a:cubicBezTo>
                  <a:pt x="184" y="104"/>
                  <a:pt x="176" y="121"/>
                  <a:pt x="159" y="136"/>
                </a:cubicBezTo>
                <a:cubicBezTo>
                  <a:pt x="143" y="150"/>
                  <a:pt x="123" y="158"/>
                  <a:pt x="98" y="158"/>
                </a:cubicBezTo>
                <a:cubicBezTo>
                  <a:pt x="81" y="158"/>
                  <a:pt x="65" y="153"/>
                  <a:pt x="48" y="144"/>
                </a:cubicBezTo>
                <a:cubicBezTo>
                  <a:pt x="45" y="150"/>
                  <a:pt x="43" y="156"/>
                  <a:pt x="43" y="163"/>
                </a:cubicBezTo>
                <a:cubicBezTo>
                  <a:pt x="43" y="175"/>
                  <a:pt x="47" y="184"/>
                  <a:pt x="56" y="189"/>
                </a:cubicBezTo>
                <a:cubicBezTo>
                  <a:pt x="59" y="191"/>
                  <a:pt x="62" y="192"/>
                  <a:pt x="64" y="192"/>
                </a:cubicBezTo>
                <a:cubicBezTo>
                  <a:pt x="67" y="192"/>
                  <a:pt x="79" y="193"/>
                  <a:pt x="101" y="193"/>
                </a:cubicBezTo>
                <a:cubicBezTo>
                  <a:pt x="129" y="194"/>
                  <a:pt x="147" y="195"/>
                  <a:pt x="155" y="196"/>
                </a:cubicBezTo>
                <a:cubicBezTo>
                  <a:pt x="176" y="199"/>
                  <a:pt x="192" y="206"/>
                  <a:pt x="204" y="217"/>
                </a:cubicBezTo>
                <a:cubicBezTo>
                  <a:pt x="217" y="230"/>
                  <a:pt x="224" y="247"/>
                  <a:pt x="224" y="267"/>
                </a:cubicBezTo>
                <a:cubicBezTo>
                  <a:pt x="224" y="289"/>
                  <a:pt x="211" y="307"/>
                  <a:pt x="184" y="319"/>
                </a:cubicBezTo>
                <a:cubicBezTo>
                  <a:pt x="164" y="329"/>
                  <a:pt x="140" y="334"/>
                  <a:pt x="112" y="334"/>
                </a:cubicBezTo>
                <a:cubicBezTo>
                  <a:pt x="84" y="334"/>
                  <a:pt x="60" y="329"/>
                  <a:pt x="40" y="319"/>
                </a:cubicBezTo>
                <a:cubicBezTo>
                  <a:pt x="14" y="307"/>
                  <a:pt x="0" y="290"/>
                  <a:pt x="0" y="268"/>
                </a:cubicBezTo>
                <a:cubicBezTo>
                  <a:pt x="0" y="256"/>
                  <a:pt x="4" y="246"/>
                  <a:pt x="11" y="238"/>
                </a:cubicBezTo>
                <a:cubicBezTo>
                  <a:pt x="18" y="230"/>
                  <a:pt x="26" y="224"/>
                  <a:pt x="33" y="221"/>
                </a:cubicBezTo>
                <a:lnTo>
                  <a:pt x="38" y="218"/>
                </a:lnTo>
                <a:cubicBezTo>
                  <a:pt x="26" y="208"/>
                  <a:pt x="20" y="194"/>
                  <a:pt x="20" y="176"/>
                </a:cubicBezTo>
                <a:cubicBezTo>
                  <a:pt x="20" y="160"/>
                  <a:pt x="25" y="145"/>
                  <a:pt x="35" y="133"/>
                </a:cubicBezTo>
                <a:cubicBezTo>
                  <a:pt x="20" y="118"/>
                  <a:pt x="12" y="100"/>
                  <a:pt x="12" y="82"/>
                </a:cubicBezTo>
                <a:cubicBezTo>
                  <a:pt x="12" y="60"/>
                  <a:pt x="21" y="43"/>
                  <a:pt x="38" y="28"/>
                </a:cubicBezTo>
                <a:cubicBezTo>
                  <a:pt x="54" y="14"/>
                  <a:pt x="75" y="6"/>
                  <a:pt x="99" y="6"/>
                </a:cubicBezTo>
                <a:cubicBezTo>
                  <a:pt x="116" y="6"/>
                  <a:pt x="132" y="10"/>
                  <a:pt x="147" y="19"/>
                </a:cubicBezTo>
                <a:lnTo>
                  <a:pt x="152" y="22"/>
                </a:lnTo>
                <a:moveTo>
                  <a:pt x="137" y="56"/>
                </a:moveTo>
                <a:cubicBezTo>
                  <a:pt x="136" y="46"/>
                  <a:pt x="131" y="39"/>
                  <a:pt x="124" y="34"/>
                </a:cubicBezTo>
                <a:cubicBezTo>
                  <a:pt x="117" y="28"/>
                  <a:pt x="108" y="25"/>
                  <a:pt x="98" y="25"/>
                </a:cubicBezTo>
                <a:cubicBezTo>
                  <a:pt x="88" y="25"/>
                  <a:pt x="80" y="28"/>
                  <a:pt x="73" y="33"/>
                </a:cubicBezTo>
                <a:cubicBezTo>
                  <a:pt x="65" y="39"/>
                  <a:pt x="61" y="46"/>
                  <a:pt x="59" y="56"/>
                </a:cubicBezTo>
                <a:cubicBezTo>
                  <a:pt x="58" y="62"/>
                  <a:pt x="58" y="70"/>
                  <a:pt x="58" y="82"/>
                </a:cubicBezTo>
                <a:cubicBezTo>
                  <a:pt x="58" y="96"/>
                  <a:pt x="59" y="108"/>
                  <a:pt x="61" y="116"/>
                </a:cubicBezTo>
                <a:cubicBezTo>
                  <a:pt x="64" y="123"/>
                  <a:pt x="69" y="128"/>
                  <a:pt x="77" y="133"/>
                </a:cubicBezTo>
                <a:cubicBezTo>
                  <a:pt x="82" y="137"/>
                  <a:pt x="90" y="138"/>
                  <a:pt x="98" y="138"/>
                </a:cubicBezTo>
                <a:cubicBezTo>
                  <a:pt x="106" y="138"/>
                  <a:pt x="112" y="137"/>
                  <a:pt x="118" y="135"/>
                </a:cubicBezTo>
                <a:cubicBezTo>
                  <a:pt x="123" y="132"/>
                  <a:pt x="127" y="129"/>
                  <a:pt x="129" y="126"/>
                </a:cubicBezTo>
                <a:cubicBezTo>
                  <a:pt x="132" y="122"/>
                  <a:pt x="133" y="119"/>
                  <a:pt x="135" y="116"/>
                </a:cubicBezTo>
                <a:cubicBezTo>
                  <a:pt x="136" y="112"/>
                  <a:pt x="137" y="110"/>
                  <a:pt x="137" y="108"/>
                </a:cubicBezTo>
                <a:cubicBezTo>
                  <a:pt x="138" y="102"/>
                  <a:pt x="139" y="93"/>
                  <a:pt x="139" y="82"/>
                </a:cubicBezTo>
                <a:cubicBezTo>
                  <a:pt x="139" y="70"/>
                  <a:pt x="138" y="62"/>
                  <a:pt x="137" y="56"/>
                </a:cubicBezTo>
                <a:moveTo>
                  <a:pt x="190" y="268"/>
                </a:moveTo>
                <a:cubicBezTo>
                  <a:pt x="190" y="260"/>
                  <a:pt x="187" y="253"/>
                  <a:pt x="183" y="247"/>
                </a:cubicBezTo>
                <a:cubicBezTo>
                  <a:pt x="178" y="242"/>
                  <a:pt x="171" y="238"/>
                  <a:pt x="162" y="236"/>
                </a:cubicBezTo>
                <a:cubicBezTo>
                  <a:pt x="153" y="233"/>
                  <a:pt x="145" y="232"/>
                  <a:pt x="137" y="231"/>
                </a:cubicBezTo>
                <a:cubicBezTo>
                  <a:pt x="130" y="231"/>
                  <a:pt x="121" y="230"/>
                  <a:pt x="110" y="230"/>
                </a:cubicBezTo>
                <a:lnTo>
                  <a:pt x="96" y="230"/>
                </a:lnTo>
                <a:cubicBezTo>
                  <a:pt x="74" y="230"/>
                  <a:pt x="60" y="231"/>
                  <a:pt x="56" y="233"/>
                </a:cubicBezTo>
                <a:cubicBezTo>
                  <a:pt x="49" y="236"/>
                  <a:pt x="44" y="241"/>
                  <a:pt x="40" y="247"/>
                </a:cubicBezTo>
                <a:cubicBezTo>
                  <a:pt x="36" y="254"/>
                  <a:pt x="34" y="261"/>
                  <a:pt x="34" y="268"/>
                </a:cubicBezTo>
                <a:cubicBezTo>
                  <a:pt x="34" y="271"/>
                  <a:pt x="35" y="275"/>
                  <a:pt x="37" y="279"/>
                </a:cubicBezTo>
                <a:cubicBezTo>
                  <a:pt x="39" y="284"/>
                  <a:pt x="43" y="289"/>
                  <a:pt x="48" y="294"/>
                </a:cubicBezTo>
                <a:cubicBezTo>
                  <a:pt x="53" y="300"/>
                  <a:pt x="61" y="305"/>
                  <a:pt x="72" y="309"/>
                </a:cubicBezTo>
                <a:cubicBezTo>
                  <a:pt x="83" y="312"/>
                  <a:pt x="97" y="314"/>
                  <a:pt x="112" y="315"/>
                </a:cubicBezTo>
                <a:cubicBezTo>
                  <a:pt x="136" y="315"/>
                  <a:pt x="154" y="310"/>
                  <a:pt x="169" y="301"/>
                </a:cubicBezTo>
                <a:cubicBezTo>
                  <a:pt x="183" y="291"/>
                  <a:pt x="190" y="280"/>
                  <a:pt x="190" y="26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6" name=""/>
          <p:cNvSpPr/>
          <p:nvPr/>
        </p:nvSpPr>
        <p:spPr>
          <a:xfrm>
            <a:off x="1456560" y="2541600"/>
            <a:ext cx="70920" cy="83880"/>
          </a:xfrm>
          <a:custGeom>
            <a:avLst/>
            <a:gdLst/>
            <a:ahLst/>
            <a:rect l="0" t="0" r="r" b="b"/>
            <a:pathLst>
              <a:path w="197" h="233">
                <a:moveTo>
                  <a:pt x="0" y="117"/>
                </a:moveTo>
                <a:cubicBezTo>
                  <a:pt x="0" y="99"/>
                  <a:pt x="3" y="82"/>
                  <a:pt x="10" y="66"/>
                </a:cubicBezTo>
                <a:cubicBezTo>
                  <a:pt x="17" y="51"/>
                  <a:pt x="25" y="39"/>
                  <a:pt x="35" y="30"/>
                </a:cubicBezTo>
                <a:cubicBezTo>
                  <a:pt x="46" y="20"/>
                  <a:pt x="56" y="12"/>
                  <a:pt x="68" y="7"/>
                </a:cubicBezTo>
                <a:cubicBezTo>
                  <a:pt x="80" y="3"/>
                  <a:pt x="91" y="0"/>
                  <a:pt x="102" y="0"/>
                </a:cubicBezTo>
                <a:cubicBezTo>
                  <a:pt x="119" y="0"/>
                  <a:pt x="135" y="3"/>
                  <a:pt x="149" y="9"/>
                </a:cubicBezTo>
                <a:cubicBezTo>
                  <a:pt x="161" y="15"/>
                  <a:pt x="171" y="24"/>
                  <a:pt x="178" y="35"/>
                </a:cubicBezTo>
                <a:cubicBezTo>
                  <a:pt x="185" y="46"/>
                  <a:pt x="189" y="57"/>
                  <a:pt x="192" y="68"/>
                </a:cubicBezTo>
                <a:cubicBezTo>
                  <a:pt x="195" y="78"/>
                  <a:pt x="196" y="90"/>
                  <a:pt x="197" y="103"/>
                </a:cubicBezTo>
                <a:cubicBezTo>
                  <a:pt x="197" y="106"/>
                  <a:pt x="195" y="108"/>
                  <a:pt x="193" y="110"/>
                </a:cubicBezTo>
                <a:lnTo>
                  <a:pt x="50" y="110"/>
                </a:lnTo>
                <a:lnTo>
                  <a:pt x="50" y="118"/>
                </a:lnTo>
                <a:cubicBezTo>
                  <a:pt x="50" y="168"/>
                  <a:pt x="66" y="198"/>
                  <a:pt x="100" y="209"/>
                </a:cubicBezTo>
                <a:cubicBezTo>
                  <a:pt x="107" y="211"/>
                  <a:pt x="114" y="212"/>
                  <a:pt x="122" y="212"/>
                </a:cubicBezTo>
                <a:cubicBezTo>
                  <a:pt x="137" y="212"/>
                  <a:pt x="150" y="207"/>
                  <a:pt x="160" y="196"/>
                </a:cubicBezTo>
                <a:cubicBezTo>
                  <a:pt x="165" y="190"/>
                  <a:pt x="170" y="183"/>
                  <a:pt x="173" y="175"/>
                </a:cubicBezTo>
                <a:lnTo>
                  <a:pt x="178" y="163"/>
                </a:lnTo>
                <a:cubicBezTo>
                  <a:pt x="179" y="162"/>
                  <a:pt x="182" y="161"/>
                  <a:pt x="187" y="161"/>
                </a:cubicBezTo>
                <a:lnTo>
                  <a:pt x="188" y="161"/>
                </a:lnTo>
                <a:cubicBezTo>
                  <a:pt x="194" y="161"/>
                  <a:pt x="197" y="163"/>
                  <a:pt x="197" y="166"/>
                </a:cubicBezTo>
                <a:cubicBezTo>
                  <a:pt x="197" y="167"/>
                  <a:pt x="196" y="170"/>
                  <a:pt x="195" y="173"/>
                </a:cubicBezTo>
                <a:cubicBezTo>
                  <a:pt x="189" y="191"/>
                  <a:pt x="178" y="206"/>
                  <a:pt x="163" y="217"/>
                </a:cubicBezTo>
                <a:cubicBezTo>
                  <a:pt x="148" y="227"/>
                  <a:pt x="131" y="233"/>
                  <a:pt x="112" y="233"/>
                </a:cubicBezTo>
                <a:cubicBezTo>
                  <a:pt x="80" y="233"/>
                  <a:pt x="54" y="221"/>
                  <a:pt x="32" y="198"/>
                </a:cubicBezTo>
                <a:cubicBezTo>
                  <a:pt x="11" y="175"/>
                  <a:pt x="0" y="148"/>
                  <a:pt x="0" y="117"/>
                </a:cubicBezTo>
                <a:moveTo>
                  <a:pt x="155" y="88"/>
                </a:moveTo>
                <a:cubicBezTo>
                  <a:pt x="151" y="45"/>
                  <a:pt x="134" y="22"/>
                  <a:pt x="106" y="19"/>
                </a:cubicBezTo>
                <a:lnTo>
                  <a:pt x="105" y="19"/>
                </a:lnTo>
                <a:cubicBezTo>
                  <a:pt x="102" y="19"/>
                  <a:pt x="100" y="20"/>
                  <a:pt x="97" y="20"/>
                </a:cubicBezTo>
                <a:cubicBezTo>
                  <a:pt x="94" y="20"/>
                  <a:pt x="90" y="22"/>
                  <a:pt x="84" y="24"/>
                </a:cubicBezTo>
                <a:cubicBezTo>
                  <a:pt x="79" y="26"/>
                  <a:pt x="74" y="30"/>
                  <a:pt x="70" y="35"/>
                </a:cubicBezTo>
                <a:cubicBezTo>
                  <a:pt x="66" y="39"/>
                  <a:pt x="62" y="46"/>
                  <a:pt x="58" y="55"/>
                </a:cubicBezTo>
                <a:cubicBezTo>
                  <a:pt x="54" y="64"/>
                  <a:pt x="52" y="76"/>
                  <a:pt x="50" y="89"/>
                </a:cubicBezTo>
                <a:lnTo>
                  <a:pt x="50" y="92"/>
                </a:lnTo>
                <a:lnTo>
                  <a:pt x="155" y="92"/>
                </a:lnTo>
                <a:lnTo>
                  <a:pt x="155" y="8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7" name=""/>
          <p:cNvSpPr/>
          <p:nvPr/>
        </p:nvSpPr>
        <p:spPr>
          <a:xfrm>
            <a:off x="1546560" y="2601000"/>
            <a:ext cx="24120" cy="57600"/>
          </a:xfrm>
          <a:custGeom>
            <a:avLst/>
            <a:gdLst/>
            <a:ahLst/>
            <a:rect l="0" t="0" r="r" b="b"/>
            <a:pathLst>
              <a:path w="67" h="160">
                <a:moveTo>
                  <a:pt x="0" y="45"/>
                </a:moveTo>
                <a:cubicBezTo>
                  <a:pt x="0" y="45"/>
                  <a:pt x="0" y="40"/>
                  <a:pt x="0" y="32"/>
                </a:cubicBezTo>
                <a:cubicBezTo>
                  <a:pt x="0" y="24"/>
                  <a:pt x="2" y="16"/>
                  <a:pt x="8" y="9"/>
                </a:cubicBezTo>
                <a:cubicBezTo>
                  <a:pt x="13" y="3"/>
                  <a:pt x="20" y="0"/>
                  <a:pt x="31" y="0"/>
                </a:cubicBezTo>
                <a:cubicBezTo>
                  <a:pt x="40" y="0"/>
                  <a:pt x="48" y="4"/>
                  <a:pt x="56" y="14"/>
                </a:cubicBezTo>
                <a:cubicBezTo>
                  <a:pt x="63" y="22"/>
                  <a:pt x="67" y="37"/>
                  <a:pt x="67" y="58"/>
                </a:cubicBezTo>
                <a:cubicBezTo>
                  <a:pt x="67" y="70"/>
                  <a:pt x="66" y="81"/>
                  <a:pt x="63" y="93"/>
                </a:cubicBezTo>
                <a:cubicBezTo>
                  <a:pt x="60" y="104"/>
                  <a:pt x="56" y="113"/>
                  <a:pt x="52" y="121"/>
                </a:cubicBezTo>
                <a:cubicBezTo>
                  <a:pt x="48" y="130"/>
                  <a:pt x="44" y="136"/>
                  <a:pt x="39" y="142"/>
                </a:cubicBezTo>
                <a:cubicBezTo>
                  <a:pt x="34" y="148"/>
                  <a:pt x="30" y="152"/>
                  <a:pt x="26" y="156"/>
                </a:cubicBezTo>
                <a:cubicBezTo>
                  <a:pt x="23" y="159"/>
                  <a:pt x="20" y="161"/>
                  <a:pt x="19" y="160"/>
                </a:cubicBezTo>
                <a:cubicBezTo>
                  <a:pt x="18" y="160"/>
                  <a:pt x="16" y="159"/>
                  <a:pt x="13" y="156"/>
                </a:cubicBezTo>
                <a:cubicBezTo>
                  <a:pt x="10" y="153"/>
                  <a:pt x="8" y="151"/>
                  <a:pt x="8" y="149"/>
                </a:cubicBezTo>
                <a:cubicBezTo>
                  <a:pt x="8" y="148"/>
                  <a:pt x="10" y="145"/>
                  <a:pt x="14" y="141"/>
                </a:cubicBezTo>
                <a:cubicBezTo>
                  <a:pt x="18" y="137"/>
                  <a:pt x="22" y="132"/>
                  <a:pt x="28" y="126"/>
                </a:cubicBezTo>
                <a:cubicBezTo>
                  <a:pt x="32" y="120"/>
                  <a:pt x="37" y="111"/>
                  <a:pt x="41" y="101"/>
                </a:cubicBezTo>
                <a:cubicBezTo>
                  <a:pt x="45" y="90"/>
                  <a:pt x="47" y="78"/>
                  <a:pt x="49" y="64"/>
                </a:cubicBezTo>
                <a:lnTo>
                  <a:pt x="49" y="58"/>
                </a:lnTo>
                <a:lnTo>
                  <a:pt x="48" y="58"/>
                </a:lnTo>
                <a:cubicBezTo>
                  <a:pt x="48" y="59"/>
                  <a:pt x="47" y="59"/>
                  <a:pt x="46" y="59"/>
                </a:cubicBezTo>
                <a:cubicBezTo>
                  <a:pt x="45" y="60"/>
                  <a:pt x="44" y="60"/>
                  <a:pt x="43" y="61"/>
                </a:cubicBezTo>
                <a:cubicBezTo>
                  <a:pt x="42" y="61"/>
                  <a:pt x="40" y="62"/>
                  <a:pt x="38" y="62"/>
                </a:cubicBezTo>
                <a:cubicBezTo>
                  <a:pt x="36" y="62"/>
                  <a:pt x="34" y="62"/>
                  <a:pt x="32" y="62"/>
                </a:cubicBezTo>
                <a:cubicBezTo>
                  <a:pt x="22" y="62"/>
                  <a:pt x="15" y="59"/>
                  <a:pt x="9" y="54"/>
                </a:cubicBezTo>
                <a:lnTo>
                  <a:pt x="0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8" name=""/>
          <p:cNvSpPr/>
          <p:nvPr/>
        </p:nvSpPr>
        <p:spPr>
          <a:xfrm>
            <a:off x="1587600" y="2498760"/>
            <a:ext cx="127440" cy="128520"/>
          </a:xfrm>
          <a:custGeom>
            <a:avLst/>
            <a:gdLst/>
            <a:ahLst/>
            <a:rect l="0" t="0" r="r" b="b"/>
            <a:pathLst>
              <a:path w="354" h="357">
                <a:moveTo>
                  <a:pt x="53" y="32"/>
                </a:moveTo>
                <a:cubicBezTo>
                  <a:pt x="50" y="29"/>
                  <a:pt x="48" y="28"/>
                  <a:pt x="47" y="27"/>
                </a:cubicBezTo>
                <a:cubicBezTo>
                  <a:pt x="46" y="27"/>
                  <a:pt x="43" y="26"/>
                  <a:pt x="39" y="26"/>
                </a:cubicBezTo>
                <a:cubicBezTo>
                  <a:pt x="35" y="25"/>
                  <a:pt x="28" y="25"/>
                  <a:pt x="17" y="24"/>
                </a:cubicBezTo>
                <a:lnTo>
                  <a:pt x="0" y="24"/>
                </a:lnTo>
                <a:lnTo>
                  <a:pt x="0" y="0"/>
                </a:lnTo>
                <a:lnTo>
                  <a:pt x="6" y="0"/>
                </a:lnTo>
                <a:cubicBezTo>
                  <a:pt x="13" y="2"/>
                  <a:pt x="37" y="2"/>
                  <a:pt x="79" y="2"/>
                </a:cubicBezTo>
                <a:cubicBezTo>
                  <a:pt x="124" y="2"/>
                  <a:pt x="149" y="2"/>
                  <a:pt x="152" y="0"/>
                </a:cubicBezTo>
                <a:lnTo>
                  <a:pt x="157" y="0"/>
                </a:lnTo>
                <a:lnTo>
                  <a:pt x="157" y="24"/>
                </a:lnTo>
                <a:lnTo>
                  <a:pt x="141" y="24"/>
                </a:lnTo>
                <a:cubicBezTo>
                  <a:pt x="127" y="25"/>
                  <a:pt x="118" y="25"/>
                  <a:pt x="115" y="26"/>
                </a:cubicBezTo>
                <a:cubicBezTo>
                  <a:pt x="111" y="26"/>
                  <a:pt x="108" y="28"/>
                  <a:pt x="106" y="32"/>
                </a:cubicBezTo>
                <a:lnTo>
                  <a:pt x="105" y="135"/>
                </a:lnTo>
                <a:lnTo>
                  <a:pt x="105" y="199"/>
                </a:lnTo>
                <a:cubicBezTo>
                  <a:pt x="105" y="234"/>
                  <a:pt x="107" y="258"/>
                  <a:pt x="109" y="273"/>
                </a:cubicBezTo>
                <a:cubicBezTo>
                  <a:pt x="112" y="288"/>
                  <a:pt x="119" y="301"/>
                  <a:pt x="129" y="312"/>
                </a:cubicBezTo>
                <a:cubicBezTo>
                  <a:pt x="145" y="327"/>
                  <a:pt x="163" y="334"/>
                  <a:pt x="185" y="334"/>
                </a:cubicBezTo>
                <a:cubicBezTo>
                  <a:pt x="206" y="334"/>
                  <a:pt x="226" y="327"/>
                  <a:pt x="244" y="314"/>
                </a:cubicBezTo>
                <a:cubicBezTo>
                  <a:pt x="261" y="300"/>
                  <a:pt x="272" y="280"/>
                  <a:pt x="277" y="254"/>
                </a:cubicBezTo>
                <a:cubicBezTo>
                  <a:pt x="278" y="246"/>
                  <a:pt x="279" y="208"/>
                  <a:pt x="279" y="139"/>
                </a:cubicBezTo>
                <a:lnTo>
                  <a:pt x="279" y="44"/>
                </a:lnTo>
                <a:cubicBezTo>
                  <a:pt x="277" y="41"/>
                  <a:pt x="275" y="38"/>
                  <a:pt x="274" y="36"/>
                </a:cubicBezTo>
                <a:cubicBezTo>
                  <a:pt x="272" y="35"/>
                  <a:pt x="268" y="32"/>
                  <a:pt x="261" y="29"/>
                </a:cubicBezTo>
                <a:cubicBezTo>
                  <a:pt x="255" y="26"/>
                  <a:pt x="246" y="25"/>
                  <a:pt x="235" y="24"/>
                </a:cubicBezTo>
                <a:lnTo>
                  <a:pt x="226" y="24"/>
                </a:lnTo>
                <a:lnTo>
                  <a:pt x="226" y="0"/>
                </a:lnTo>
                <a:lnTo>
                  <a:pt x="231" y="0"/>
                </a:lnTo>
                <a:cubicBezTo>
                  <a:pt x="236" y="2"/>
                  <a:pt x="256" y="2"/>
                  <a:pt x="290" y="2"/>
                </a:cubicBezTo>
                <a:cubicBezTo>
                  <a:pt x="325" y="2"/>
                  <a:pt x="344" y="2"/>
                  <a:pt x="349" y="0"/>
                </a:cubicBezTo>
                <a:lnTo>
                  <a:pt x="354" y="0"/>
                </a:lnTo>
                <a:lnTo>
                  <a:pt x="354" y="24"/>
                </a:lnTo>
                <a:lnTo>
                  <a:pt x="345" y="24"/>
                </a:lnTo>
                <a:cubicBezTo>
                  <a:pt x="321" y="26"/>
                  <a:pt x="306" y="32"/>
                  <a:pt x="302" y="44"/>
                </a:cubicBezTo>
                <a:lnTo>
                  <a:pt x="302" y="145"/>
                </a:lnTo>
                <a:cubicBezTo>
                  <a:pt x="301" y="214"/>
                  <a:pt x="301" y="251"/>
                  <a:pt x="300" y="255"/>
                </a:cubicBezTo>
                <a:cubicBezTo>
                  <a:pt x="300" y="256"/>
                  <a:pt x="299" y="257"/>
                  <a:pt x="299" y="260"/>
                </a:cubicBezTo>
                <a:cubicBezTo>
                  <a:pt x="292" y="289"/>
                  <a:pt x="278" y="313"/>
                  <a:pt x="256" y="331"/>
                </a:cubicBezTo>
                <a:cubicBezTo>
                  <a:pt x="235" y="348"/>
                  <a:pt x="211" y="357"/>
                  <a:pt x="185" y="357"/>
                </a:cubicBezTo>
                <a:cubicBezTo>
                  <a:pt x="156" y="357"/>
                  <a:pt x="128" y="348"/>
                  <a:pt x="102" y="330"/>
                </a:cubicBezTo>
                <a:cubicBezTo>
                  <a:pt x="76" y="311"/>
                  <a:pt x="60" y="284"/>
                  <a:pt x="54" y="249"/>
                </a:cubicBezTo>
                <a:cubicBezTo>
                  <a:pt x="53" y="246"/>
                  <a:pt x="53" y="209"/>
                  <a:pt x="53" y="138"/>
                </a:cubicBezTo>
                <a:lnTo>
                  <a:pt x="53" y="3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9" name=""/>
          <p:cNvSpPr/>
          <p:nvPr/>
        </p:nvSpPr>
        <p:spPr>
          <a:xfrm>
            <a:off x="1724400" y="2498760"/>
            <a:ext cx="113760" cy="124560"/>
          </a:xfrm>
          <a:custGeom>
            <a:avLst/>
            <a:gdLst/>
            <a:ahLst/>
            <a:rect l="0" t="0" r="r" b="b"/>
            <a:pathLst>
              <a:path w="316" h="346">
                <a:moveTo>
                  <a:pt x="52" y="31"/>
                </a:moveTo>
                <a:cubicBezTo>
                  <a:pt x="50" y="28"/>
                  <a:pt x="48" y="27"/>
                  <a:pt x="47" y="26"/>
                </a:cubicBezTo>
                <a:cubicBezTo>
                  <a:pt x="45" y="26"/>
                  <a:pt x="43" y="25"/>
                  <a:pt x="39" y="25"/>
                </a:cubicBezTo>
                <a:cubicBezTo>
                  <a:pt x="35" y="24"/>
                  <a:pt x="27" y="24"/>
                  <a:pt x="17" y="23"/>
                </a:cubicBezTo>
                <a:lnTo>
                  <a:pt x="0" y="23"/>
                </a:lnTo>
                <a:lnTo>
                  <a:pt x="0" y="0"/>
                </a:lnTo>
                <a:lnTo>
                  <a:pt x="103" y="0"/>
                </a:lnTo>
                <a:lnTo>
                  <a:pt x="122" y="0"/>
                </a:lnTo>
                <a:lnTo>
                  <a:pt x="162" y="0"/>
                </a:lnTo>
                <a:cubicBezTo>
                  <a:pt x="188" y="0"/>
                  <a:pt x="207" y="1"/>
                  <a:pt x="219" y="2"/>
                </a:cubicBezTo>
                <a:cubicBezTo>
                  <a:pt x="231" y="4"/>
                  <a:pt x="243" y="9"/>
                  <a:pt x="255" y="16"/>
                </a:cubicBezTo>
                <a:cubicBezTo>
                  <a:pt x="270" y="24"/>
                  <a:pt x="281" y="35"/>
                  <a:pt x="290" y="47"/>
                </a:cubicBezTo>
                <a:cubicBezTo>
                  <a:pt x="298" y="59"/>
                  <a:pt x="302" y="73"/>
                  <a:pt x="302" y="86"/>
                </a:cubicBezTo>
                <a:cubicBezTo>
                  <a:pt x="302" y="104"/>
                  <a:pt x="296" y="119"/>
                  <a:pt x="282" y="134"/>
                </a:cubicBezTo>
                <a:cubicBezTo>
                  <a:pt x="268" y="149"/>
                  <a:pt x="250" y="159"/>
                  <a:pt x="228" y="164"/>
                </a:cubicBezTo>
                <a:lnTo>
                  <a:pt x="223" y="166"/>
                </a:lnTo>
                <a:cubicBezTo>
                  <a:pt x="247" y="169"/>
                  <a:pt x="269" y="178"/>
                  <a:pt x="288" y="194"/>
                </a:cubicBezTo>
                <a:cubicBezTo>
                  <a:pt x="307" y="209"/>
                  <a:pt x="316" y="228"/>
                  <a:pt x="316" y="252"/>
                </a:cubicBezTo>
                <a:cubicBezTo>
                  <a:pt x="316" y="275"/>
                  <a:pt x="308" y="295"/>
                  <a:pt x="290" y="312"/>
                </a:cubicBezTo>
                <a:cubicBezTo>
                  <a:pt x="273" y="330"/>
                  <a:pt x="251" y="341"/>
                  <a:pt x="224" y="345"/>
                </a:cubicBezTo>
                <a:cubicBezTo>
                  <a:pt x="220" y="345"/>
                  <a:pt x="181" y="346"/>
                  <a:pt x="109" y="346"/>
                </a:cubicBezTo>
                <a:lnTo>
                  <a:pt x="0" y="346"/>
                </a:lnTo>
                <a:lnTo>
                  <a:pt x="0" y="323"/>
                </a:lnTo>
                <a:lnTo>
                  <a:pt x="17" y="323"/>
                </a:lnTo>
                <a:cubicBezTo>
                  <a:pt x="31" y="323"/>
                  <a:pt x="40" y="322"/>
                  <a:pt x="43" y="321"/>
                </a:cubicBezTo>
                <a:cubicBezTo>
                  <a:pt x="46" y="321"/>
                  <a:pt x="49" y="319"/>
                  <a:pt x="52" y="315"/>
                </a:cubicBezTo>
                <a:lnTo>
                  <a:pt x="52" y="31"/>
                </a:lnTo>
                <a:moveTo>
                  <a:pt x="245" y="86"/>
                </a:moveTo>
                <a:cubicBezTo>
                  <a:pt x="245" y="70"/>
                  <a:pt x="241" y="56"/>
                  <a:pt x="232" y="45"/>
                </a:cubicBezTo>
                <a:cubicBezTo>
                  <a:pt x="223" y="34"/>
                  <a:pt x="212" y="26"/>
                  <a:pt x="197" y="24"/>
                </a:cubicBezTo>
                <a:cubicBezTo>
                  <a:pt x="197" y="24"/>
                  <a:pt x="195" y="24"/>
                  <a:pt x="191" y="24"/>
                </a:cubicBezTo>
                <a:cubicBezTo>
                  <a:pt x="187" y="24"/>
                  <a:pt x="181" y="24"/>
                  <a:pt x="175" y="24"/>
                </a:cubicBezTo>
                <a:cubicBezTo>
                  <a:pt x="168" y="24"/>
                  <a:pt x="161" y="24"/>
                  <a:pt x="155" y="23"/>
                </a:cubicBezTo>
                <a:cubicBezTo>
                  <a:pt x="133" y="23"/>
                  <a:pt x="119" y="23"/>
                  <a:pt x="114" y="24"/>
                </a:cubicBezTo>
                <a:cubicBezTo>
                  <a:pt x="109" y="24"/>
                  <a:pt x="106" y="25"/>
                  <a:pt x="104" y="28"/>
                </a:cubicBezTo>
                <a:cubicBezTo>
                  <a:pt x="103" y="29"/>
                  <a:pt x="103" y="51"/>
                  <a:pt x="103" y="93"/>
                </a:cubicBezTo>
                <a:lnTo>
                  <a:pt x="103" y="157"/>
                </a:lnTo>
                <a:lnTo>
                  <a:pt x="145" y="157"/>
                </a:lnTo>
                <a:lnTo>
                  <a:pt x="187" y="157"/>
                </a:lnTo>
                <a:lnTo>
                  <a:pt x="192" y="156"/>
                </a:lnTo>
                <a:cubicBezTo>
                  <a:pt x="194" y="155"/>
                  <a:pt x="195" y="155"/>
                  <a:pt x="198" y="154"/>
                </a:cubicBezTo>
                <a:cubicBezTo>
                  <a:pt x="200" y="153"/>
                  <a:pt x="204" y="151"/>
                  <a:pt x="210" y="148"/>
                </a:cubicBezTo>
                <a:cubicBezTo>
                  <a:pt x="217" y="144"/>
                  <a:pt x="222" y="140"/>
                  <a:pt x="227" y="135"/>
                </a:cubicBezTo>
                <a:cubicBezTo>
                  <a:pt x="231" y="130"/>
                  <a:pt x="236" y="123"/>
                  <a:pt x="239" y="115"/>
                </a:cubicBezTo>
                <a:cubicBezTo>
                  <a:pt x="243" y="106"/>
                  <a:pt x="245" y="96"/>
                  <a:pt x="245" y="86"/>
                </a:cubicBezTo>
                <a:moveTo>
                  <a:pt x="259" y="251"/>
                </a:moveTo>
                <a:cubicBezTo>
                  <a:pt x="259" y="234"/>
                  <a:pt x="254" y="218"/>
                  <a:pt x="244" y="204"/>
                </a:cubicBezTo>
                <a:cubicBezTo>
                  <a:pt x="235" y="189"/>
                  <a:pt x="222" y="180"/>
                  <a:pt x="204" y="176"/>
                </a:cubicBezTo>
                <a:lnTo>
                  <a:pt x="153" y="176"/>
                </a:lnTo>
                <a:lnTo>
                  <a:pt x="103" y="176"/>
                </a:lnTo>
                <a:lnTo>
                  <a:pt x="103" y="245"/>
                </a:lnTo>
                <a:lnTo>
                  <a:pt x="103" y="288"/>
                </a:lnTo>
                <a:cubicBezTo>
                  <a:pt x="103" y="308"/>
                  <a:pt x="104" y="318"/>
                  <a:pt x="105" y="320"/>
                </a:cubicBezTo>
                <a:cubicBezTo>
                  <a:pt x="107" y="322"/>
                  <a:pt x="124" y="323"/>
                  <a:pt x="156" y="323"/>
                </a:cubicBezTo>
                <a:lnTo>
                  <a:pt x="181" y="323"/>
                </a:lnTo>
                <a:cubicBezTo>
                  <a:pt x="195" y="323"/>
                  <a:pt x="205" y="321"/>
                  <a:pt x="211" y="319"/>
                </a:cubicBezTo>
                <a:cubicBezTo>
                  <a:pt x="225" y="315"/>
                  <a:pt x="237" y="306"/>
                  <a:pt x="245" y="294"/>
                </a:cubicBezTo>
                <a:cubicBezTo>
                  <a:pt x="254" y="281"/>
                  <a:pt x="258" y="267"/>
                  <a:pt x="259" y="2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0" name=""/>
          <p:cNvSpPr/>
          <p:nvPr/>
        </p:nvSpPr>
        <p:spPr>
          <a:xfrm>
            <a:off x="1947240" y="249012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5"/>
                </a:moveTo>
                <a:cubicBezTo>
                  <a:pt x="0" y="8"/>
                  <a:pt x="3" y="3"/>
                  <a:pt x="10" y="0"/>
                </a:cubicBezTo>
                <a:lnTo>
                  <a:pt x="466" y="0"/>
                </a:lnTo>
                <a:cubicBezTo>
                  <a:pt x="473" y="3"/>
                  <a:pt x="477" y="8"/>
                  <a:pt x="477" y="15"/>
                </a:cubicBezTo>
                <a:cubicBezTo>
                  <a:pt x="477" y="20"/>
                  <a:pt x="474" y="25"/>
                  <a:pt x="467" y="28"/>
                </a:cubicBezTo>
                <a:lnTo>
                  <a:pt x="239" y="29"/>
                </a:lnTo>
                <a:lnTo>
                  <a:pt x="11" y="29"/>
                </a:lnTo>
                <a:cubicBezTo>
                  <a:pt x="3" y="27"/>
                  <a:pt x="0" y="22"/>
                  <a:pt x="0" y="15"/>
                </a:cubicBezTo>
                <a:moveTo>
                  <a:pt x="0" y="154"/>
                </a:moveTo>
                <a:cubicBezTo>
                  <a:pt x="0" y="146"/>
                  <a:pt x="3" y="142"/>
                  <a:pt x="11" y="139"/>
                </a:cubicBezTo>
                <a:lnTo>
                  <a:pt x="467" y="139"/>
                </a:lnTo>
                <a:cubicBezTo>
                  <a:pt x="474" y="144"/>
                  <a:pt x="477" y="149"/>
                  <a:pt x="477" y="154"/>
                </a:cubicBezTo>
                <a:cubicBezTo>
                  <a:pt x="477" y="160"/>
                  <a:pt x="473" y="165"/>
                  <a:pt x="466" y="168"/>
                </a:cubicBezTo>
                <a:lnTo>
                  <a:pt x="10" y="168"/>
                </a:lnTo>
                <a:cubicBezTo>
                  <a:pt x="3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1" name=""/>
          <p:cNvSpPr/>
          <p:nvPr/>
        </p:nvSpPr>
        <p:spPr>
          <a:xfrm>
            <a:off x="2225880" y="2413080"/>
            <a:ext cx="88920" cy="171720"/>
          </a:xfrm>
          <a:custGeom>
            <a:avLst/>
            <a:gdLst/>
            <a:ahLst/>
            <a:rect l="0" t="0" r="r" b="b"/>
            <a:pathLst>
              <a:path w="247" h="477">
                <a:moveTo>
                  <a:pt x="94" y="63"/>
                </a:moveTo>
                <a:lnTo>
                  <a:pt x="85" y="66"/>
                </a:lnTo>
                <a:cubicBezTo>
                  <a:pt x="78" y="69"/>
                  <a:pt x="68" y="71"/>
                  <a:pt x="55" y="73"/>
                </a:cubicBezTo>
                <a:cubicBezTo>
                  <a:pt x="43" y="76"/>
                  <a:pt x="29" y="77"/>
                  <a:pt x="14" y="78"/>
                </a:cubicBezTo>
                <a:lnTo>
                  <a:pt x="0" y="78"/>
                </a:lnTo>
                <a:lnTo>
                  <a:pt x="0" y="46"/>
                </a:lnTo>
                <a:lnTo>
                  <a:pt x="14" y="46"/>
                </a:lnTo>
                <a:cubicBezTo>
                  <a:pt x="36" y="45"/>
                  <a:pt x="57" y="41"/>
                  <a:pt x="77" y="35"/>
                </a:cubicBezTo>
                <a:cubicBezTo>
                  <a:pt x="96" y="29"/>
                  <a:pt x="109" y="23"/>
                  <a:pt x="117" y="18"/>
                </a:cubicBezTo>
                <a:cubicBezTo>
                  <a:pt x="124" y="12"/>
                  <a:pt x="131" y="7"/>
                  <a:pt x="137" y="2"/>
                </a:cubicBezTo>
                <a:cubicBezTo>
                  <a:pt x="138" y="0"/>
                  <a:pt x="141" y="0"/>
                  <a:pt x="145" y="0"/>
                </a:cubicBezTo>
                <a:cubicBezTo>
                  <a:pt x="150" y="0"/>
                  <a:pt x="154" y="1"/>
                  <a:pt x="158" y="4"/>
                </a:cubicBezTo>
                <a:lnTo>
                  <a:pt x="158" y="219"/>
                </a:lnTo>
                <a:lnTo>
                  <a:pt x="158" y="433"/>
                </a:lnTo>
                <a:cubicBezTo>
                  <a:pt x="162" y="437"/>
                  <a:pt x="164" y="439"/>
                  <a:pt x="167" y="440"/>
                </a:cubicBezTo>
                <a:cubicBezTo>
                  <a:pt x="169" y="441"/>
                  <a:pt x="175" y="442"/>
                  <a:pt x="184" y="443"/>
                </a:cubicBezTo>
                <a:cubicBezTo>
                  <a:pt x="193" y="444"/>
                  <a:pt x="208" y="444"/>
                  <a:pt x="228" y="444"/>
                </a:cubicBezTo>
                <a:lnTo>
                  <a:pt x="247" y="444"/>
                </a:lnTo>
                <a:lnTo>
                  <a:pt x="247" y="477"/>
                </a:lnTo>
                <a:lnTo>
                  <a:pt x="239" y="477"/>
                </a:lnTo>
                <a:cubicBezTo>
                  <a:pt x="229" y="476"/>
                  <a:pt x="191" y="475"/>
                  <a:pt x="125" y="475"/>
                </a:cubicBezTo>
                <a:cubicBezTo>
                  <a:pt x="60" y="475"/>
                  <a:pt x="22" y="476"/>
                  <a:pt x="12" y="477"/>
                </a:cubicBezTo>
                <a:lnTo>
                  <a:pt x="3" y="477"/>
                </a:lnTo>
                <a:lnTo>
                  <a:pt x="3" y="444"/>
                </a:lnTo>
                <a:lnTo>
                  <a:pt x="22" y="444"/>
                </a:lnTo>
                <a:cubicBezTo>
                  <a:pt x="33" y="444"/>
                  <a:pt x="42" y="444"/>
                  <a:pt x="49" y="444"/>
                </a:cubicBezTo>
                <a:cubicBezTo>
                  <a:pt x="57" y="444"/>
                  <a:pt x="63" y="444"/>
                  <a:pt x="68" y="443"/>
                </a:cubicBezTo>
                <a:cubicBezTo>
                  <a:pt x="72" y="443"/>
                  <a:pt x="76" y="442"/>
                  <a:pt x="80" y="441"/>
                </a:cubicBezTo>
                <a:cubicBezTo>
                  <a:pt x="83" y="440"/>
                  <a:pt x="85" y="440"/>
                  <a:pt x="85" y="440"/>
                </a:cubicBezTo>
                <a:cubicBezTo>
                  <a:pt x="86" y="440"/>
                  <a:pt x="87" y="439"/>
                  <a:pt x="90" y="436"/>
                </a:cubicBezTo>
                <a:cubicBezTo>
                  <a:pt x="92" y="434"/>
                  <a:pt x="93" y="433"/>
                  <a:pt x="94" y="433"/>
                </a:cubicBezTo>
                <a:lnTo>
                  <a:pt x="94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2" name=""/>
          <p:cNvSpPr/>
          <p:nvPr/>
        </p:nvSpPr>
        <p:spPr>
          <a:xfrm>
            <a:off x="2428200" y="2458080"/>
            <a:ext cx="124560" cy="124560"/>
          </a:xfrm>
          <a:custGeom>
            <a:avLst/>
            <a:gdLst/>
            <a:ahLst/>
            <a:rect l="0" t="0" r="r" b="b"/>
            <a:pathLst>
              <a:path w="346" h="346">
                <a:moveTo>
                  <a:pt x="346" y="331"/>
                </a:moveTo>
                <a:cubicBezTo>
                  <a:pt x="346" y="341"/>
                  <a:pt x="341" y="346"/>
                  <a:pt x="331" y="346"/>
                </a:cubicBezTo>
                <a:cubicBezTo>
                  <a:pt x="329" y="346"/>
                  <a:pt x="323" y="342"/>
                  <a:pt x="315" y="334"/>
                </a:cubicBezTo>
                <a:cubicBezTo>
                  <a:pt x="307" y="327"/>
                  <a:pt x="284" y="304"/>
                  <a:pt x="248" y="268"/>
                </a:cubicBezTo>
                <a:lnTo>
                  <a:pt x="173" y="192"/>
                </a:lnTo>
                <a:lnTo>
                  <a:pt x="98" y="268"/>
                </a:lnTo>
                <a:cubicBezTo>
                  <a:pt x="48" y="318"/>
                  <a:pt x="22" y="343"/>
                  <a:pt x="20" y="344"/>
                </a:cubicBezTo>
                <a:cubicBezTo>
                  <a:pt x="18" y="345"/>
                  <a:pt x="17" y="346"/>
                  <a:pt x="15" y="346"/>
                </a:cubicBezTo>
                <a:cubicBezTo>
                  <a:pt x="11" y="346"/>
                  <a:pt x="8" y="344"/>
                  <a:pt x="5" y="341"/>
                </a:cubicBezTo>
                <a:cubicBezTo>
                  <a:pt x="2" y="338"/>
                  <a:pt x="1" y="335"/>
                  <a:pt x="0" y="331"/>
                </a:cubicBezTo>
                <a:cubicBezTo>
                  <a:pt x="0" y="328"/>
                  <a:pt x="3" y="323"/>
                  <a:pt x="10" y="316"/>
                </a:cubicBezTo>
                <a:cubicBezTo>
                  <a:pt x="17" y="308"/>
                  <a:pt x="39" y="286"/>
                  <a:pt x="77" y="248"/>
                </a:cubicBezTo>
                <a:lnTo>
                  <a:pt x="152" y="172"/>
                </a:lnTo>
                <a:lnTo>
                  <a:pt x="77" y="98"/>
                </a:lnTo>
                <a:cubicBezTo>
                  <a:pt x="39" y="59"/>
                  <a:pt x="16" y="37"/>
                  <a:pt x="10" y="30"/>
                </a:cubicBezTo>
                <a:cubicBezTo>
                  <a:pt x="4" y="23"/>
                  <a:pt x="1" y="18"/>
                  <a:pt x="0" y="14"/>
                </a:cubicBezTo>
                <a:cubicBezTo>
                  <a:pt x="0" y="10"/>
                  <a:pt x="2" y="7"/>
                  <a:pt x="4" y="4"/>
                </a:cubicBezTo>
                <a:cubicBezTo>
                  <a:pt x="7" y="2"/>
                  <a:pt x="11" y="1"/>
                  <a:pt x="15" y="1"/>
                </a:cubicBezTo>
                <a:cubicBezTo>
                  <a:pt x="17" y="1"/>
                  <a:pt x="19" y="1"/>
                  <a:pt x="20" y="1"/>
                </a:cubicBezTo>
                <a:cubicBezTo>
                  <a:pt x="22" y="2"/>
                  <a:pt x="48" y="28"/>
                  <a:pt x="98" y="77"/>
                </a:cubicBezTo>
                <a:lnTo>
                  <a:pt x="173" y="152"/>
                </a:lnTo>
                <a:lnTo>
                  <a:pt x="248" y="78"/>
                </a:lnTo>
                <a:cubicBezTo>
                  <a:pt x="284" y="41"/>
                  <a:pt x="307" y="19"/>
                  <a:pt x="315" y="11"/>
                </a:cubicBezTo>
                <a:cubicBezTo>
                  <a:pt x="323" y="4"/>
                  <a:pt x="329" y="0"/>
                  <a:pt x="331" y="0"/>
                </a:cubicBezTo>
                <a:cubicBezTo>
                  <a:pt x="341" y="0"/>
                  <a:pt x="346" y="5"/>
                  <a:pt x="346" y="14"/>
                </a:cubicBezTo>
                <a:cubicBezTo>
                  <a:pt x="346" y="18"/>
                  <a:pt x="344" y="22"/>
                  <a:pt x="339" y="27"/>
                </a:cubicBezTo>
                <a:cubicBezTo>
                  <a:pt x="335" y="32"/>
                  <a:pt x="310" y="56"/>
                  <a:pt x="268" y="97"/>
                </a:cubicBezTo>
                <a:lnTo>
                  <a:pt x="194" y="172"/>
                </a:lnTo>
                <a:lnTo>
                  <a:pt x="268" y="248"/>
                </a:lnTo>
                <a:cubicBezTo>
                  <a:pt x="308" y="288"/>
                  <a:pt x="332" y="311"/>
                  <a:pt x="338" y="318"/>
                </a:cubicBezTo>
                <a:cubicBezTo>
                  <a:pt x="344" y="324"/>
                  <a:pt x="346" y="328"/>
                  <a:pt x="346" y="3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3" name=""/>
          <p:cNvSpPr/>
          <p:nvPr/>
        </p:nvSpPr>
        <p:spPr>
          <a:xfrm>
            <a:off x="2669400" y="2413080"/>
            <a:ext cx="88920" cy="171720"/>
          </a:xfrm>
          <a:custGeom>
            <a:avLst/>
            <a:gdLst/>
            <a:ahLst/>
            <a:rect l="0" t="0" r="r" b="b"/>
            <a:pathLst>
              <a:path w="247" h="477">
                <a:moveTo>
                  <a:pt x="94" y="63"/>
                </a:moveTo>
                <a:lnTo>
                  <a:pt x="84" y="66"/>
                </a:lnTo>
                <a:cubicBezTo>
                  <a:pt x="78" y="69"/>
                  <a:pt x="68" y="71"/>
                  <a:pt x="55" y="73"/>
                </a:cubicBezTo>
                <a:cubicBezTo>
                  <a:pt x="42" y="76"/>
                  <a:pt x="28" y="77"/>
                  <a:pt x="13" y="78"/>
                </a:cubicBezTo>
                <a:lnTo>
                  <a:pt x="0" y="78"/>
                </a:lnTo>
                <a:lnTo>
                  <a:pt x="0" y="46"/>
                </a:lnTo>
                <a:lnTo>
                  <a:pt x="13" y="46"/>
                </a:lnTo>
                <a:cubicBezTo>
                  <a:pt x="36" y="45"/>
                  <a:pt x="56" y="41"/>
                  <a:pt x="76" y="35"/>
                </a:cubicBezTo>
                <a:cubicBezTo>
                  <a:pt x="95" y="29"/>
                  <a:pt x="109" y="23"/>
                  <a:pt x="116" y="18"/>
                </a:cubicBezTo>
                <a:cubicBezTo>
                  <a:pt x="124" y="12"/>
                  <a:pt x="131" y="7"/>
                  <a:pt x="136" y="2"/>
                </a:cubicBezTo>
                <a:cubicBezTo>
                  <a:pt x="137" y="0"/>
                  <a:pt x="140" y="0"/>
                  <a:pt x="145" y="0"/>
                </a:cubicBezTo>
                <a:cubicBezTo>
                  <a:pt x="149" y="0"/>
                  <a:pt x="153" y="1"/>
                  <a:pt x="157" y="4"/>
                </a:cubicBezTo>
                <a:lnTo>
                  <a:pt x="157" y="219"/>
                </a:lnTo>
                <a:lnTo>
                  <a:pt x="158" y="433"/>
                </a:lnTo>
                <a:cubicBezTo>
                  <a:pt x="161" y="437"/>
                  <a:pt x="164" y="439"/>
                  <a:pt x="166" y="440"/>
                </a:cubicBezTo>
                <a:cubicBezTo>
                  <a:pt x="169" y="441"/>
                  <a:pt x="175" y="442"/>
                  <a:pt x="184" y="443"/>
                </a:cubicBezTo>
                <a:cubicBezTo>
                  <a:pt x="193" y="444"/>
                  <a:pt x="207" y="444"/>
                  <a:pt x="228" y="444"/>
                </a:cubicBezTo>
                <a:lnTo>
                  <a:pt x="247" y="444"/>
                </a:lnTo>
                <a:lnTo>
                  <a:pt x="247" y="477"/>
                </a:lnTo>
                <a:lnTo>
                  <a:pt x="239" y="477"/>
                </a:lnTo>
                <a:cubicBezTo>
                  <a:pt x="229" y="476"/>
                  <a:pt x="191" y="475"/>
                  <a:pt x="125" y="475"/>
                </a:cubicBezTo>
                <a:cubicBezTo>
                  <a:pt x="60" y="475"/>
                  <a:pt x="22" y="476"/>
                  <a:pt x="12" y="477"/>
                </a:cubicBezTo>
                <a:lnTo>
                  <a:pt x="3" y="477"/>
                </a:lnTo>
                <a:lnTo>
                  <a:pt x="3" y="444"/>
                </a:lnTo>
                <a:lnTo>
                  <a:pt x="22" y="444"/>
                </a:lnTo>
                <a:cubicBezTo>
                  <a:pt x="32" y="444"/>
                  <a:pt x="41" y="444"/>
                  <a:pt x="49" y="444"/>
                </a:cubicBezTo>
                <a:cubicBezTo>
                  <a:pt x="57" y="444"/>
                  <a:pt x="63" y="444"/>
                  <a:pt x="68" y="443"/>
                </a:cubicBezTo>
                <a:cubicBezTo>
                  <a:pt x="72" y="443"/>
                  <a:pt x="76" y="442"/>
                  <a:pt x="79" y="441"/>
                </a:cubicBezTo>
                <a:cubicBezTo>
                  <a:pt x="83" y="440"/>
                  <a:pt x="84" y="440"/>
                  <a:pt x="85" y="440"/>
                </a:cubicBezTo>
                <a:cubicBezTo>
                  <a:pt x="85" y="440"/>
                  <a:pt x="87" y="439"/>
                  <a:pt x="89" y="436"/>
                </a:cubicBezTo>
                <a:cubicBezTo>
                  <a:pt x="92" y="434"/>
                  <a:pt x="93" y="433"/>
                  <a:pt x="94" y="433"/>
                </a:cubicBezTo>
                <a:lnTo>
                  <a:pt x="94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4" name=""/>
          <p:cNvSpPr/>
          <p:nvPr/>
        </p:nvSpPr>
        <p:spPr>
          <a:xfrm>
            <a:off x="2786760" y="241308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0" y="58"/>
                </a:moveTo>
                <a:cubicBezTo>
                  <a:pt x="67" y="19"/>
                  <a:pt x="104" y="0"/>
                  <a:pt x="150" y="0"/>
                </a:cubicBezTo>
                <a:cubicBezTo>
                  <a:pt x="173" y="0"/>
                  <a:pt x="196" y="6"/>
                  <a:pt x="218" y="18"/>
                </a:cubicBezTo>
                <a:cubicBezTo>
                  <a:pt x="242" y="31"/>
                  <a:pt x="261" y="53"/>
                  <a:pt x="275" y="84"/>
                </a:cubicBezTo>
                <a:cubicBezTo>
                  <a:pt x="293" y="124"/>
                  <a:pt x="302" y="178"/>
                  <a:pt x="302" y="247"/>
                </a:cubicBezTo>
                <a:cubicBezTo>
                  <a:pt x="302" y="321"/>
                  <a:pt x="291" y="378"/>
                  <a:pt x="271" y="418"/>
                </a:cubicBezTo>
                <a:cubicBezTo>
                  <a:pt x="261" y="438"/>
                  <a:pt x="248" y="454"/>
                  <a:pt x="231" y="466"/>
                </a:cubicBezTo>
                <a:cubicBezTo>
                  <a:pt x="214" y="477"/>
                  <a:pt x="199" y="485"/>
                  <a:pt x="187" y="488"/>
                </a:cubicBezTo>
                <a:cubicBezTo>
                  <a:pt x="175" y="491"/>
                  <a:pt x="162" y="492"/>
                  <a:pt x="150" y="493"/>
                </a:cubicBezTo>
                <a:cubicBezTo>
                  <a:pt x="138" y="493"/>
                  <a:pt x="126" y="491"/>
                  <a:pt x="113" y="488"/>
                </a:cubicBezTo>
                <a:cubicBezTo>
                  <a:pt x="101" y="486"/>
                  <a:pt x="86" y="478"/>
                  <a:pt x="70" y="466"/>
                </a:cubicBezTo>
                <a:cubicBezTo>
                  <a:pt x="53" y="453"/>
                  <a:pt x="40" y="437"/>
                  <a:pt x="30" y="418"/>
                </a:cubicBezTo>
                <a:cubicBezTo>
                  <a:pt x="10" y="378"/>
                  <a:pt x="0" y="321"/>
                  <a:pt x="0" y="247"/>
                </a:cubicBezTo>
                <a:cubicBezTo>
                  <a:pt x="0" y="164"/>
                  <a:pt x="13" y="101"/>
                  <a:pt x="40" y="58"/>
                </a:cubicBezTo>
                <a:moveTo>
                  <a:pt x="201" y="49"/>
                </a:moveTo>
                <a:cubicBezTo>
                  <a:pt x="187" y="34"/>
                  <a:pt x="170" y="26"/>
                  <a:pt x="150" y="26"/>
                </a:cubicBezTo>
                <a:cubicBezTo>
                  <a:pt x="130" y="26"/>
                  <a:pt x="113" y="34"/>
                  <a:pt x="99" y="49"/>
                </a:cubicBezTo>
                <a:cubicBezTo>
                  <a:pt x="87" y="62"/>
                  <a:pt x="79" y="79"/>
                  <a:pt x="75" y="101"/>
                </a:cubicBezTo>
                <a:cubicBezTo>
                  <a:pt x="72" y="123"/>
                  <a:pt x="70" y="168"/>
                  <a:pt x="70" y="238"/>
                </a:cubicBezTo>
                <a:cubicBezTo>
                  <a:pt x="70" y="313"/>
                  <a:pt x="72" y="363"/>
                  <a:pt x="75" y="387"/>
                </a:cubicBezTo>
                <a:cubicBezTo>
                  <a:pt x="79" y="410"/>
                  <a:pt x="88" y="430"/>
                  <a:pt x="101" y="444"/>
                </a:cubicBezTo>
                <a:cubicBezTo>
                  <a:pt x="114" y="458"/>
                  <a:pt x="131" y="466"/>
                  <a:pt x="150" y="466"/>
                </a:cubicBezTo>
                <a:cubicBezTo>
                  <a:pt x="170" y="466"/>
                  <a:pt x="186" y="458"/>
                  <a:pt x="199" y="444"/>
                </a:cubicBezTo>
                <a:cubicBezTo>
                  <a:pt x="213" y="430"/>
                  <a:pt x="222" y="409"/>
                  <a:pt x="225" y="383"/>
                </a:cubicBezTo>
                <a:cubicBezTo>
                  <a:pt x="228" y="357"/>
                  <a:pt x="230" y="309"/>
                  <a:pt x="231" y="238"/>
                </a:cubicBezTo>
                <a:cubicBezTo>
                  <a:pt x="231" y="169"/>
                  <a:pt x="229" y="123"/>
                  <a:pt x="225" y="101"/>
                </a:cubicBezTo>
                <a:cubicBezTo>
                  <a:pt x="221" y="79"/>
                  <a:pt x="213" y="62"/>
                  <a:pt x="201" y="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5" name=""/>
          <p:cNvSpPr/>
          <p:nvPr/>
        </p:nvSpPr>
        <p:spPr>
          <a:xfrm>
            <a:off x="2928960" y="2433960"/>
            <a:ext cx="111600" cy="7920"/>
          </a:xfrm>
          <a:custGeom>
            <a:avLst/>
            <a:gdLst/>
            <a:ahLst/>
            <a:rect l="0" t="0" r="r" b="b"/>
            <a:pathLst>
              <a:path w="310" h="22">
                <a:moveTo>
                  <a:pt x="7" y="0"/>
                </a:moveTo>
                <a:lnTo>
                  <a:pt x="302" y="0"/>
                </a:lnTo>
                <a:cubicBezTo>
                  <a:pt x="307" y="3"/>
                  <a:pt x="310" y="6"/>
                  <a:pt x="310" y="12"/>
                </a:cubicBezTo>
                <a:cubicBezTo>
                  <a:pt x="310" y="16"/>
                  <a:pt x="307" y="19"/>
                  <a:pt x="302" y="22"/>
                </a:cubicBezTo>
                <a:lnTo>
                  <a:pt x="7" y="22"/>
                </a:lnTo>
                <a:cubicBezTo>
                  <a:pt x="3" y="19"/>
                  <a:pt x="0" y="16"/>
                  <a:pt x="0" y="12"/>
                </a:cubicBezTo>
                <a:cubicBezTo>
                  <a:pt x="0" y="6"/>
                  <a:pt x="3" y="3"/>
                  <a:pt x="7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6" name=""/>
          <p:cNvSpPr/>
          <p:nvPr/>
        </p:nvSpPr>
        <p:spPr>
          <a:xfrm>
            <a:off x="3064320" y="2361960"/>
            <a:ext cx="73080" cy="121680"/>
          </a:xfrm>
          <a:custGeom>
            <a:avLst/>
            <a:gdLst/>
            <a:ahLst/>
            <a:rect l="0" t="0" r="r" b="b"/>
            <a:pathLst>
              <a:path w="203" h="338">
                <a:moveTo>
                  <a:pt x="30" y="120"/>
                </a:moveTo>
                <a:cubicBezTo>
                  <a:pt x="21" y="120"/>
                  <a:pt x="14" y="117"/>
                  <a:pt x="9" y="111"/>
                </a:cubicBezTo>
                <a:cubicBezTo>
                  <a:pt x="3" y="105"/>
                  <a:pt x="0" y="97"/>
                  <a:pt x="0" y="89"/>
                </a:cubicBezTo>
                <a:cubicBezTo>
                  <a:pt x="0" y="65"/>
                  <a:pt x="9" y="44"/>
                  <a:pt x="27" y="27"/>
                </a:cubicBezTo>
                <a:cubicBezTo>
                  <a:pt x="46" y="9"/>
                  <a:pt x="68" y="0"/>
                  <a:pt x="95" y="0"/>
                </a:cubicBezTo>
                <a:cubicBezTo>
                  <a:pt x="126" y="0"/>
                  <a:pt x="151" y="10"/>
                  <a:pt x="172" y="29"/>
                </a:cubicBezTo>
                <a:cubicBezTo>
                  <a:pt x="192" y="47"/>
                  <a:pt x="203" y="72"/>
                  <a:pt x="203" y="102"/>
                </a:cubicBezTo>
                <a:cubicBezTo>
                  <a:pt x="203" y="116"/>
                  <a:pt x="200" y="130"/>
                  <a:pt x="193" y="143"/>
                </a:cubicBezTo>
                <a:cubicBezTo>
                  <a:pt x="186" y="156"/>
                  <a:pt x="178" y="168"/>
                  <a:pt x="169" y="178"/>
                </a:cubicBezTo>
                <a:cubicBezTo>
                  <a:pt x="159" y="187"/>
                  <a:pt x="146" y="200"/>
                  <a:pt x="128" y="215"/>
                </a:cubicBezTo>
                <a:cubicBezTo>
                  <a:pt x="116" y="226"/>
                  <a:pt x="99" y="241"/>
                  <a:pt x="78" y="262"/>
                </a:cubicBezTo>
                <a:lnTo>
                  <a:pt x="48" y="290"/>
                </a:lnTo>
                <a:lnTo>
                  <a:pt x="86" y="290"/>
                </a:lnTo>
                <a:cubicBezTo>
                  <a:pt x="139" y="290"/>
                  <a:pt x="167" y="290"/>
                  <a:pt x="171" y="288"/>
                </a:cubicBezTo>
                <a:cubicBezTo>
                  <a:pt x="173" y="287"/>
                  <a:pt x="177" y="272"/>
                  <a:pt x="183" y="243"/>
                </a:cubicBezTo>
                <a:lnTo>
                  <a:pt x="183" y="241"/>
                </a:lnTo>
                <a:lnTo>
                  <a:pt x="203" y="241"/>
                </a:lnTo>
                <a:lnTo>
                  <a:pt x="203" y="243"/>
                </a:lnTo>
                <a:cubicBezTo>
                  <a:pt x="203" y="244"/>
                  <a:pt x="201" y="259"/>
                  <a:pt x="197" y="289"/>
                </a:cubicBezTo>
                <a:cubicBezTo>
                  <a:pt x="193" y="319"/>
                  <a:pt x="190" y="335"/>
                  <a:pt x="189" y="336"/>
                </a:cubicBezTo>
                <a:lnTo>
                  <a:pt x="189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1"/>
                </a:lnTo>
                <a:cubicBezTo>
                  <a:pt x="0" y="319"/>
                  <a:pt x="1" y="316"/>
                  <a:pt x="3" y="314"/>
                </a:cubicBezTo>
                <a:cubicBezTo>
                  <a:pt x="6" y="311"/>
                  <a:pt x="11" y="305"/>
                  <a:pt x="19" y="296"/>
                </a:cubicBezTo>
                <a:cubicBezTo>
                  <a:pt x="28" y="285"/>
                  <a:pt x="38" y="276"/>
                  <a:pt x="45" y="268"/>
                </a:cubicBezTo>
                <a:cubicBezTo>
                  <a:pt x="48" y="264"/>
                  <a:pt x="54" y="258"/>
                  <a:pt x="62" y="249"/>
                </a:cubicBezTo>
                <a:cubicBezTo>
                  <a:pt x="71" y="240"/>
                  <a:pt x="76" y="234"/>
                  <a:pt x="79" y="230"/>
                </a:cubicBezTo>
                <a:cubicBezTo>
                  <a:pt x="82" y="227"/>
                  <a:pt x="87" y="221"/>
                  <a:pt x="94" y="214"/>
                </a:cubicBezTo>
                <a:cubicBezTo>
                  <a:pt x="101" y="206"/>
                  <a:pt x="105" y="200"/>
                  <a:pt x="108" y="196"/>
                </a:cubicBezTo>
                <a:cubicBezTo>
                  <a:pt x="111" y="193"/>
                  <a:pt x="115" y="188"/>
                  <a:pt x="120" y="181"/>
                </a:cubicBezTo>
                <a:cubicBezTo>
                  <a:pt x="125" y="175"/>
                  <a:pt x="128" y="169"/>
                  <a:pt x="130" y="165"/>
                </a:cubicBezTo>
                <a:cubicBezTo>
                  <a:pt x="132" y="161"/>
                  <a:pt x="135" y="156"/>
                  <a:pt x="138" y="150"/>
                </a:cubicBezTo>
                <a:cubicBezTo>
                  <a:pt x="141" y="145"/>
                  <a:pt x="143" y="140"/>
                  <a:pt x="145" y="134"/>
                </a:cubicBezTo>
                <a:cubicBezTo>
                  <a:pt x="146" y="129"/>
                  <a:pt x="147" y="124"/>
                  <a:pt x="148" y="119"/>
                </a:cubicBezTo>
                <a:cubicBezTo>
                  <a:pt x="149" y="114"/>
                  <a:pt x="150" y="109"/>
                  <a:pt x="150" y="102"/>
                </a:cubicBezTo>
                <a:cubicBezTo>
                  <a:pt x="150" y="81"/>
                  <a:pt x="144" y="63"/>
                  <a:pt x="132" y="47"/>
                </a:cubicBezTo>
                <a:cubicBezTo>
                  <a:pt x="121" y="32"/>
                  <a:pt x="105" y="24"/>
                  <a:pt x="83" y="24"/>
                </a:cubicBezTo>
                <a:cubicBezTo>
                  <a:pt x="72" y="24"/>
                  <a:pt x="62" y="27"/>
                  <a:pt x="54" y="33"/>
                </a:cubicBezTo>
                <a:cubicBezTo>
                  <a:pt x="46" y="38"/>
                  <a:pt x="40" y="44"/>
                  <a:pt x="36" y="49"/>
                </a:cubicBezTo>
                <a:cubicBezTo>
                  <a:pt x="33" y="55"/>
                  <a:pt x="30" y="58"/>
                  <a:pt x="30" y="59"/>
                </a:cubicBezTo>
                <a:cubicBezTo>
                  <a:pt x="30" y="59"/>
                  <a:pt x="32" y="59"/>
                  <a:pt x="34" y="59"/>
                </a:cubicBezTo>
                <a:cubicBezTo>
                  <a:pt x="40" y="59"/>
                  <a:pt x="46" y="62"/>
                  <a:pt x="53" y="66"/>
                </a:cubicBezTo>
                <a:cubicBezTo>
                  <a:pt x="59" y="71"/>
                  <a:pt x="62" y="79"/>
                  <a:pt x="62" y="90"/>
                </a:cubicBezTo>
                <a:cubicBezTo>
                  <a:pt x="62" y="98"/>
                  <a:pt x="59" y="105"/>
                  <a:pt x="54" y="111"/>
                </a:cubicBezTo>
                <a:cubicBezTo>
                  <a:pt x="49" y="117"/>
                  <a:pt x="41" y="120"/>
                  <a:pt x="30" y="1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7" name=""/>
          <p:cNvSpPr txBox="1"/>
          <p:nvPr/>
        </p:nvSpPr>
        <p:spPr>
          <a:xfrm>
            <a:off x="571320" y="1824120"/>
            <a:ext cx="32731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Plausible Upper Bounds for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8" name=""/>
          <p:cNvSpPr/>
          <p:nvPr/>
        </p:nvSpPr>
        <p:spPr>
          <a:xfrm>
            <a:off x="3598920" y="2408400"/>
            <a:ext cx="158760" cy="176400"/>
          </a:xfrm>
          <a:custGeom>
            <a:avLst/>
            <a:gdLst/>
            <a:ahLst/>
            <a:rect l="0" t="0" r="r" b="b"/>
            <a:pathLst>
              <a:path w="441" h="490">
                <a:moveTo>
                  <a:pt x="140" y="33"/>
                </a:moveTo>
                <a:cubicBezTo>
                  <a:pt x="124" y="33"/>
                  <a:pt x="116" y="32"/>
                  <a:pt x="115" y="30"/>
                </a:cubicBezTo>
                <a:cubicBezTo>
                  <a:pt x="114" y="29"/>
                  <a:pt x="114" y="27"/>
                  <a:pt x="114" y="24"/>
                </a:cubicBezTo>
                <a:cubicBezTo>
                  <a:pt x="114" y="13"/>
                  <a:pt x="117" y="5"/>
                  <a:pt x="122" y="1"/>
                </a:cubicBezTo>
                <a:cubicBezTo>
                  <a:pt x="123" y="0"/>
                  <a:pt x="126" y="0"/>
                  <a:pt x="133" y="0"/>
                </a:cubicBezTo>
                <a:cubicBezTo>
                  <a:pt x="158" y="2"/>
                  <a:pt x="189" y="2"/>
                  <a:pt x="223" y="2"/>
                </a:cubicBezTo>
                <a:cubicBezTo>
                  <a:pt x="291" y="2"/>
                  <a:pt x="330" y="2"/>
                  <a:pt x="340" y="0"/>
                </a:cubicBezTo>
                <a:lnTo>
                  <a:pt x="349" y="0"/>
                </a:lnTo>
                <a:cubicBezTo>
                  <a:pt x="352" y="3"/>
                  <a:pt x="353" y="5"/>
                  <a:pt x="353" y="7"/>
                </a:cubicBezTo>
                <a:cubicBezTo>
                  <a:pt x="353" y="8"/>
                  <a:pt x="353" y="12"/>
                  <a:pt x="352" y="19"/>
                </a:cubicBezTo>
                <a:cubicBezTo>
                  <a:pt x="349" y="27"/>
                  <a:pt x="347" y="31"/>
                  <a:pt x="345" y="33"/>
                </a:cubicBezTo>
                <a:lnTo>
                  <a:pt x="317" y="33"/>
                </a:lnTo>
                <a:cubicBezTo>
                  <a:pt x="284" y="33"/>
                  <a:pt x="265" y="36"/>
                  <a:pt x="259" y="39"/>
                </a:cubicBezTo>
                <a:cubicBezTo>
                  <a:pt x="256" y="41"/>
                  <a:pt x="252" y="48"/>
                  <a:pt x="249" y="59"/>
                </a:cubicBezTo>
                <a:cubicBezTo>
                  <a:pt x="246" y="71"/>
                  <a:pt x="230" y="134"/>
                  <a:pt x="201" y="248"/>
                </a:cubicBezTo>
                <a:cubicBezTo>
                  <a:pt x="194" y="279"/>
                  <a:pt x="185" y="312"/>
                  <a:pt x="177" y="347"/>
                </a:cubicBezTo>
                <a:cubicBezTo>
                  <a:pt x="168" y="382"/>
                  <a:pt x="162" y="409"/>
                  <a:pt x="158" y="427"/>
                </a:cubicBezTo>
                <a:lnTo>
                  <a:pt x="151" y="452"/>
                </a:lnTo>
                <a:cubicBezTo>
                  <a:pt x="151" y="454"/>
                  <a:pt x="153" y="455"/>
                  <a:pt x="158" y="455"/>
                </a:cubicBezTo>
                <a:cubicBezTo>
                  <a:pt x="162" y="455"/>
                  <a:pt x="176" y="456"/>
                  <a:pt x="200" y="457"/>
                </a:cubicBezTo>
                <a:lnTo>
                  <a:pt x="212" y="457"/>
                </a:lnTo>
                <a:cubicBezTo>
                  <a:pt x="227" y="457"/>
                  <a:pt x="239" y="456"/>
                  <a:pt x="248" y="456"/>
                </a:cubicBezTo>
                <a:cubicBezTo>
                  <a:pt x="257" y="455"/>
                  <a:pt x="269" y="454"/>
                  <a:pt x="283" y="451"/>
                </a:cubicBezTo>
                <a:cubicBezTo>
                  <a:pt x="298" y="448"/>
                  <a:pt x="310" y="444"/>
                  <a:pt x="319" y="438"/>
                </a:cubicBezTo>
                <a:cubicBezTo>
                  <a:pt x="330" y="432"/>
                  <a:pt x="340" y="424"/>
                  <a:pt x="352" y="414"/>
                </a:cubicBezTo>
                <a:cubicBezTo>
                  <a:pt x="363" y="403"/>
                  <a:pt x="373" y="389"/>
                  <a:pt x="382" y="373"/>
                </a:cubicBezTo>
                <a:cubicBezTo>
                  <a:pt x="389" y="359"/>
                  <a:pt x="396" y="343"/>
                  <a:pt x="403" y="325"/>
                </a:cubicBezTo>
                <a:cubicBezTo>
                  <a:pt x="410" y="308"/>
                  <a:pt x="414" y="298"/>
                  <a:pt x="415" y="295"/>
                </a:cubicBezTo>
                <a:cubicBezTo>
                  <a:pt x="418" y="294"/>
                  <a:pt x="422" y="293"/>
                  <a:pt x="427" y="293"/>
                </a:cubicBezTo>
                <a:lnTo>
                  <a:pt x="437" y="293"/>
                </a:lnTo>
                <a:cubicBezTo>
                  <a:pt x="440" y="298"/>
                  <a:pt x="441" y="300"/>
                  <a:pt x="441" y="301"/>
                </a:cubicBezTo>
                <a:cubicBezTo>
                  <a:pt x="441" y="302"/>
                  <a:pt x="436" y="316"/>
                  <a:pt x="427" y="343"/>
                </a:cubicBezTo>
                <a:cubicBezTo>
                  <a:pt x="417" y="371"/>
                  <a:pt x="407" y="399"/>
                  <a:pt x="395" y="430"/>
                </a:cubicBezTo>
                <a:cubicBezTo>
                  <a:pt x="384" y="460"/>
                  <a:pt x="378" y="478"/>
                  <a:pt x="377" y="483"/>
                </a:cubicBezTo>
                <a:cubicBezTo>
                  <a:pt x="376" y="485"/>
                  <a:pt x="375" y="487"/>
                  <a:pt x="374" y="487"/>
                </a:cubicBezTo>
                <a:cubicBezTo>
                  <a:pt x="373" y="488"/>
                  <a:pt x="369" y="489"/>
                  <a:pt x="362" y="489"/>
                </a:cubicBezTo>
                <a:cubicBezTo>
                  <a:pt x="356" y="490"/>
                  <a:pt x="345" y="491"/>
                  <a:pt x="332" y="490"/>
                </a:cubicBezTo>
                <a:cubicBezTo>
                  <a:pt x="326" y="490"/>
                  <a:pt x="307" y="490"/>
                  <a:pt x="276" y="490"/>
                </a:cubicBezTo>
                <a:cubicBezTo>
                  <a:pt x="245" y="490"/>
                  <a:pt x="216" y="490"/>
                  <a:pt x="188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9"/>
                  <a:pt x="1" y="476"/>
                  <a:pt x="2" y="472"/>
                </a:cubicBezTo>
                <a:cubicBezTo>
                  <a:pt x="4" y="463"/>
                  <a:pt x="6" y="458"/>
                  <a:pt x="9" y="457"/>
                </a:cubicBezTo>
                <a:cubicBezTo>
                  <a:pt x="11" y="457"/>
                  <a:pt x="14" y="457"/>
                  <a:pt x="20" y="457"/>
                </a:cubicBezTo>
                <a:lnTo>
                  <a:pt x="24" y="457"/>
                </a:lnTo>
                <a:cubicBezTo>
                  <a:pt x="37" y="457"/>
                  <a:pt x="51" y="456"/>
                  <a:pt x="67" y="454"/>
                </a:cubicBezTo>
                <a:cubicBezTo>
                  <a:pt x="73" y="453"/>
                  <a:pt x="78" y="450"/>
                  <a:pt x="80" y="446"/>
                </a:cubicBezTo>
                <a:cubicBezTo>
                  <a:pt x="82" y="444"/>
                  <a:pt x="99" y="377"/>
                  <a:pt x="132" y="246"/>
                </a:cubicBezTo>
                <a:cubicBezTo>
                  <a:pt x="165" y="115"/>
                  <a:pt x="181" y="47"/>
                  <a:pt x="181" y="39"/>
                </a:cubicBezTo>
                <a:cubicBezTo>
                  <a:pt x="181" y="36"/>
                  <a:pt x="168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9" name=""/>
          <p:cNvSpPr/>
          <p:nvPr/>
        </p:nvSpPr>
        <p:spPr>
          <a:xfrm>
            <a:off x="3784680" y="2494440"/>
            <a:ext cx="81360" cy="132840"/>
          </a:xfrm>
          <a:custGeom>
            <a:avLst/>
            <a:gdLst/>
            <a:ahLst/>
            <a:rect l="0" t="0" r="r" b="b"/>
            <a:pathLst>
              <a:path w="226" h="369">
                <a:moveTo>
                  <a:pt x="0" y="100"/>
                </a:moveTo>
                <a:cubicBezTo>
                  <a:pt x="0" y="72"/>
                  <a:pt x="9" y="49"/>
                  <a:pt x="29" y="30"/>
                </a:cubicBezTo>
                <a:cubicBezTo>
                  <a:pt x="48" y="10"/>
                  <a:pt x="70" y="1"/>
                  <a:pt x="95" y="1"/>
                </a:cubicBezTo>
                <a:lnTo>
                  <a:pt x="102" y="1"/>
                </a:lnTo>
                <a:cubicBezTo>
                  <a:pt x="131" y="1"/>
                  <a:pt x="156" y="11"/>
                  <a:pt x="178" y="33"/>
                </a:cubicBezTo>
                <a:lnTo>
                  <a:pt x="188" y="17"/>
                </a:lnTo>
                <a:cubicBezTo>
                  <a:pt x="190" y="15"/>
                  <a:pt x="192" y="12"/>
                  <a:pt x="193" y="9"/>
                </a:cubicBezTo>
                <a:cubicBezTo>
                  <a:pt x="195" y="7"/>
                  <a:pt x="197" y="5"/>
                  <a:pt x="198" y="3"/>
                </a:cubicBezTo>
                <a:lnTo>
                  <a:pt x="200" y="1"/>
                </a:lnTo>
                <a:cubicBezTo>
                  <a:pt x="200" y="1"/>
                  <a:pt x="201" y="1"/>
                  <a:pt x="202" y="1"/>
                </a:cubicBezTo>
                <a:cubicBezTo>
                  <a:pt x="203" y="1"/>
                  <a:pt x="204" y="1"/>
                  <a:pt x="205" y="0"/>
                </a:cubicBezTo>
                <a:lnTo>
                  <a:pt x="207" y="0"/>
                </a:lnTo>
                <a:cubicBezTo>
                  <a:pt x="208" y="0"/>
                  <a:pt x="209" y="1"/>
                  <a:pt x="212" y="3"/>
                </a:cubicBezTo>
                <a:lnTo>
                  <a:pt x="212" y="123"/>
                </a:lnTo>
                <a:lnTo>
                  <a:pt x="208" y="126"/>
                </a:lnTo>
                <a:lnTo>
                  <a:pt x="199" y="126"/>
                </a:lnTo>
                <a:cubicBezTo>
                  <a:pt x="196" y="126"/>
                  <a:pt x="193" y="126"/>
                  <a:pt x="193" y="125"/>
                </a:cubicBezTo>
                <a:cubicBezTo>
                  <a:pt x="192" y="124"/>
                  <a:pt x="191" y="120"/>
                  <a:pt x="190" y="115"/>
                </a:cubicBezTo>
                <a:cubicBezTo>
                  <a:pt x="185" y="72"/>
                  <a:pt x="168" y="44"/>
                  <a:pt x="139" y="30"/>
                </a:cubicBezTo>
                <a:cubicBezTo>
                  <a:pt x="126" y="25"/>
                  <a:pt x="113" y="22"/>
                  <a:pt x="100" y="22"/>
                </a:cubicBezTo>
                <a:cubicBezTo>
                  <a:pt x="82" y="22"/>
                  <a:pt x="68" y="28"/>
                  <a:pt x="57" y="40"/>
                </a:cubicBezTo>
                <a:cubicBezTo>
                  <a:pt x="46" y="52"/>
                  <a:pt x="40" y="67"/>
                  <a:pt x="40" y="83"/>
                </a:cubicBezTo>
                <a:cubicBezTo>
                  <a:pt x="40" y="94"/>
                  <a:pt x="43" y="105"/>
                  <a:pt x="49" y="114"/>
                </a:cubicBezTo>
                <a:cubicBezTo>
                  <a:pt x="54" y="124"/>
                  <a:pt x="63" y="131"/>
                  <a:pt x="73" y="137"/>
                </a:cubicBezTo>
                <a:cubicBezTo>
                  <a:pt x="76" y="138"/>
                  <a:pt x="91" y="142"/>
                  <a:pt x="116" y="148"/>
                </a:cubicBezTo>
                <a:cubicBezTo>
                  <a:pt x="143" y="155"/>
                  <a:pt x="157" y="159"/>
                  <a:pt x="160" y="160"/>
                </a:cubicBezTo>
                <a:cubicBezTo>
                  <a:pt x="179" y="168"/>
                  <a:pt x="195" y="180"/>
                  <a:pt x="207" y="198"/>
                </a:cubicBezTo>
                <a:cubicBezTo>
                  <a:pt x="219" y="216"/>
                  <a:pt x="225" y="238"/>
                  <a:pt x="226" y="261"/>
                </a:cubicBezTo>
                <a:cubicBezTo>
                  <a:pt x="226" y="288"/>
                  <a:pt x="217" y="313"/>
                  <a:pt x="199" y="335"/>
                </a:cubicBezTo>
                <a:cubicBezTo>
                  <a:pt x="182" y="357"/>
                  <a:pt x="157" y="368"/>
                  <a:pt x="124" y="368"/>
                </a:cubicBezTo>
                <a:cubicBezTo>
                  <a:pt x="105" y="368"/>
                  <a:pt x="88" y="365"/>
                  <a:pt x="74" y="360"/>
                </a:cubicBezTo>
                <a:cubicBezTo>
                  <a:pt x="59" y="354"/>
                  <a:pt x="48" y="349"/>
                  <a:pt x="43" y="344"/>
                </a:cubicBezTo>
                <a:lnTo>
                  <a:pt x="34" y="337"/>
                </a:lnTo>
                <a:cubicBezTo>
                  <a:pt x="32" y="339"/>
                  <a:pt x="30" y="342"/>
                  <a:pt x="26" y="347"/>
                </a:cubicBezTo>
                <a:cubicBezTo>
                  <a:pt x="22" y="352"/>
                  <a:pt x="19" y="357"/>
                  <a:pt x="16" y="361"/>
                </a:cubicBezTo>
                <a:cubicBezTo>
                  <a:pt x="13" y="366"/>
                  <a:pt x="11" y="368"/>
                  <a:pt x="11" y="368"/>
                </a:cubicBezTo>
                <a:cubicBezTo>
                  <a:pt x="11" y="369"/>
                  <a:pt x="9" y="369"/>
                  <a:pt x="6" y="369"/>
                </a:cubicBezTo>
                <a:lnTo>
                  <a:pt x="4" y="369"/>
                </a:lnTo>
                <a:cubicBezTo>
                  <a:pt x="3" y="369"/>
                  <a:pt x="2" y="368"/>
                  <a:pt x="0" y="366"/>
                </a:cubicBezTo>
                <a:lnTo>
                  <a:pt x="0" y="307"/>
                </a:lnTo>
                <a:cubicBezTo>
                  <a:pt x="0" y="267"/>
                  <a:pt x="0" y="246"/>
                  <a:pt x="0" y="246"/>
                </a:cubicBezTo>
                <a:cubicBezTo>
                  <a:pt x="1" y="244"/>
                  <a:pt x="4" y="243"/>
                  <a:pt x="10" y="243"/>
                </a:cubicBezTo>
                <a:lnTo>
                  <a:pt x="17" y="243"/>
                </a:lnTo>
                <a:cubicBezTo>
                  <a:pt x="19" y="245"/>
                  <a:pt x="20" y="247"/>
                  <a:pt x="20" y="250"/>
                </a:cubicBezTo>
                <a:cubicBezTo>
                  <a:pt x="20" y="260"/>
                  <a:pt x="22" y="271"/>
                  <a:pt x="25" y="281"/>
                </a:cubicBezTo>
                <a:cubicBezTo>
                  <a:pt x="28" y="292"/>
                  <a:pt x="34" y="302"/>
                  <a:pt x="42" y="312"/>
                </a:cubicBezTo>
                <a:cubicBezTo>
                  <a:pt x="50" y="322"/>
                  <a:pt x="61" y="330"/>
                  <a:pt x="76" y="337"/>
                </a:cubicBezTo>
                <a:cubicBezTo>
                  <a:pt x="90" y="343"/>
                  <a:pt x="107" y="346"/>
                  <a:pt x="126" y="346"/>
                </a:cubicBezTo>
                <a:cubicBezTo>
                  <a:pt x="143" y="346"/>
                  <a:pt x="157" y="339"/>
                  <a:pt x="168" y="326"/>
                </a:cubicBezTo>
                <a:cubicBezTo>
                  <a:pt x="180" y="314"/>
                  <a:pt x="185" y="298"/>
                  <a:pt x="185" y="279"/>
                </a:cubicBezTo>
                <a:cubicBezTo>
                  <a:pt x="185" y="265"/>
                  <a:pt x="182" y="252"/>
                  <a:pt x="174" y="240"/>
                </a:cubicBezTo>
                <a:cubicBezTo>
                  <a:pt x="167" y="227"/>
                  <a:pt x="157" y="219"/>
                  <a:pt x="145" y="215"/>
                </a:cubicBezTo>
                <a:cubicBezTo>
                  <a:pt x="125" y="210"/>
                  <a:pt x="112" y="207"/>
                  <a:pt x="106" y="205"/>
                </a:cubicBezTo>
                <a:cubicBezTo>
                  <a:pt x="105" y="205"/>
                  <a:pt x="100" y="204"/>
                  <a:pt x="93" y="202"/>
                </a:cubicBezTo>
                <a:cubicBezTo>
                  <a:pt x="85" y="200"/>
                  <a:pt x="80" y="199"/>
                  <a:pt x="76" y="198"/>
                </a:cubicBezTo>
                <a:cubicBezTo>
                  <a:pt x="72" y="197"/>
                  <a:pt x="67" y="195"/>
                  <a:pt x="60" y="192"/>
                </a:cubicBezTo>
                <a:cubicBezTo>
                  <a:pt x="53" y="190"/>
                  <a:pt x="47" y="187"/>
                  <a:pt x="43" y="183"/>
                </a:cubicBezTo>
                <a:cubicBezTo>
                  <a:pt x="39" y="180"/>
                  <a:pt x="34" y="176"/>
                  <a:pt x="29" y="171"/>
                </a:cubicBezTo>
                <a:cubicBezTo>
                  <a:pt x="23" y="166"/>
                  <a:pt x="18" y="161"/>
                  <a:pt x="15" y="154"/>
                </a:cubicBezTo>
                <a:cubicBezTo>
                  <a:pt x="5" y="137"/>
                  <a:pt x="0" y="119"/>
                  <a:pt x="0" y="1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0" name=""/>
          <p:cNvSpPr/>
          <p:nvPr/>
        </p:nvSpPr>
        <p:spPr>
          <a:xfrm>
            <a:off x="3880800" y="2498400"/>
            <a:ext cx="113760" cy="124920"/>
          </a:xfrm>
          <a:custGeom>
            <a:avLst/>
            <a:gdLst/>
            <a:ahLst/>
            <a:rect l="0" t="0" r="r" b="b"/>
            <a:pathLst>
              <a:path w="316" h="347">
                <a:moveTo>
                  <a:pt x="52" y="31"/>
                </a:moveTo>
                <a:cubicBezTo>
                  <a:pt x="50" y="29"/>
                  <a:pt x="48" y="27"/>
                  <a:pt x="47" y="27"/>
                </a:cubicBezTo>
                <a:cubicBezTo>
                  <a:pt x="45" y="26"/>
                  <a:pt x="43" y="26"/>
                  <a:pt x="39" y="25"/>
                </a:cubicBezTo>
                <a:cubicBezTo>
                  <a:pt x="35" y="25"/>
                  <a:pt x="27" y="24"/>
                  <a:pt x="17" y="24"/>
                </a:cubicBezTo>
                <a:lnTo>
                  <a:pt x="0" y="24"/>
                </a:lnTo>
                <a:lnTo>
                  <a:pt x="0" y="0"/>
                </a:lnTo>
                <a:lnTo>
                  <a:pt x="103" y="0"/>
                </a:lnTo>
                <a:lnTo>
                  <a:pt x="122" y="0"/>
                </a:lnTo>
                <a:lnTo>
                  <a:pt x="162" y="0"/>
                </a:lnTo>
                <a:cubicBezTo>
                  <a:pt x="188" y="0"/>
                  <a:pt x="207" y="1"/>
                  <a:pt x="219" y="3"/>
                </a:cubicBezTo>
                <a:cubicBezTo>
                  <a:pt x="231" y="5"/>
                  <a:pt x="243" y="9"/>
                  <a:pt x="255" y="17"/>
                </a:cubicBezTo>
                <a:cubicBezTo>
                  <a:pt x="270" y="25"/>
                  <a:pt x="281" y="35"/>
                  <a:pt x="290" y="47"/>
                </a:cubicBezTo>
                <a:cubicBezTo>
                  <a:pt x="298" y="60"/>
                  <a:pt x="302" y="73"/>
                  <a:pt x="302" y="87"/>
                </a:cubicBezTo>
                <a:cubicBezTo>
                  <a:pt x="302" y="104"/>
                  <a:pt x="296" y="120"/>
                  <a:pt x="282" y="135"/>
                </a:cubicBezTo>
                <a:cubicBezTo>
                  <a:pt x="268" y="149"/>
                  <a:pt x="250" y="159"/>
                  <a:pt x="228" y="165"/>
                </a:cubicBezTo>
                <a:lnTo>
                  <a:pt x="223" y="166"/>
                </a:lnTo>
                <a:cubicBezTo>
                  <a:pt x="247" y="169"/>
                  <a:pt x="269" y="179"/>
                  <a:pt x="288" y="194"/>
                </a:cubicBezTo>
                <a:cubicBezTo>
                  <a:pt x="307" y="210"/>
                  <a:pt x="316" y="229"/>
                  <a:pt x="316" y="252"/>
                </a:cubicBezTo>
                <a:cubicBezTo>
                  <a:pt x="316" y="275"/>
                  <a:pt x="308" y="295"/>
                  <a:pt x="290" y="313"/>
                </a:cubicBezTo>
                <a:cubicBezTo>
                  <a:pt x="273" y="330"/>
                  <a:pt x="251" y="341"/>
                  <a:pt x="224" y="345"/>
                </a:cubicBezTo>
                <a:cubicBezTo>
                  <a:pt x="220" y="346"/>
                  <a:pt x="181" y="346"/>
                  <a:pt x="109" y="347"/>
                </a:cubicBezTo>
                <a:lnTo>
                  <a:pt x="0" y="347"/>
                </a:lnTo>
                <a:lnTo>
                  <a:pt x="0" y="323"/>
                </a:lnTo>
                <a:lnTo>
                  <a:pt x="17" y="323"/>
                </a:lnTo>
                <a:cubicBezTo>
                  <a:pt x="31" y="323"/>
                  <a:pt x="40" y="323"/>
                  <a:pt x="43" y="322"/>
                </a:cubicBezTo>
                <a:cubicBezTo>
                  <a:pt x="46" y="321"/>
                  <a:pt x="49" y="319"/>
                  <a:pt x="52" y="316"/>
                </a:cubicBezTo>
                <a:lnTo>
                  <a:pt x="52" y="31"/>
                </a:lnTo>
                <a:moveTo>
                  <a:pt x="245" y="86"/>
                </a:moveTo>
                <a:cubicBezTo>
                  <a:pt x="245" y="71"/>
                  <a:pt x="241" y="57"/>
                  <a:pt x="232" y="45"/>
                </a:cubicBezTo>
                <a:cubicBezTo>
                  <a:pt x="223" y="34"/>
                  <a:pt x="212" y="27"/>
                  <a:pt x="197" y="24"/>
                </a:cubicBezTo>
                <a:cubicBezTo>
                  <a:pt x="197" y="24"/>
                  <a:pt x="195" y="24"/>
                  <a:pt x="191" y="24"/>
                </a:cubicBezTo>
                <a:cubicBezTo>
                  <a:pt x="187" y="24"/>
                  <a:pt x="181" y="24"/>
                  <a:pt x="175" y="24"/>
                </a:cubicBezTo>
                <a:cubicBezTo>
                  <a:pt x="168" y="24"/>
                  <a:pt x="161" y="24"/>
                  <a:pt x="155" y="24"/>
                </a:cubicBezTo>
                <a:cubicBezTo>
                  <a:pt x="133" y="24"/>
                  <a:pt x="119" y="24"/>
                  <a:pt x="114" y="24"/>
                </a:cubicBezTo>
                <a:cubicBezTo>
                  <a:pt x="109" y="25"/>
                  <a:pt x="106" y="26"/>
                  <a:pt x="104" y="28"/>
                </a:cubicBezTo>
                <a:cubicBezTo>
                  <a:pt x="103" y="30"/>
                  <a:pt x="103" y="51"/>
                  <a:pt x="103" y="93"/>
                </a:cubicBezTo>
                <a:lnTo>
                  <a:pt x="103" y="158"/>
                </a:lnTo>
                <a:lnTo>
                  <a:pt x="145" y="158"/>
                </a:lnTo>
                <a:lnTo>
                  <a:pt x="187" y="157"/>
                </a:lnTo>
                <a:lnTo>
                  <a:pt x="192" y="156"/>
                </a:lnTo>
                <a:cubicBezTo>
                  <a:pt x="194" y="156"/>
                  <a:pt x="195" y="155"/>
                  <a:pt x="198" y="155"/>
                </a:cubicBezTo>
                <a:cubicBezTo>
                  <a:pt x="200" y="154"/>
                  <a:pt x="204" y="152"/>
                  <a:pt x="210" y="148"/>
                </a:cubicBezTo>
                <a:cubicBezTo>
                  <a:pt x="217" y="144"/>
                  <a:pt x="222" y="140"/>
                  <a:pt x="227" y="136"/>
                </a:cubicBezTo>
                <a:cubicBezTo>
                  <a:pt x="231" y="131"/>
                  <a:pt x="236" y="124"/>
                  <a:pt x="239" y="115"/>
                </a:cubicBezTo>
                <a:cubicBezTo>
                  <a:pt x="243" y="106"/>
                  <a:pt x="245" y="97"/>
                  <a:pt x="245" y="86"/>
                </a:cubicBezTo>
                <a:moveTo>
                  <a:pt x="258" y="252"/>
                </a:moveTo>
                <a:cubicBezTo>
                  <a:pt x="258" y="235"/>
                  <a:pt x="254" y="219"/>
                  <a:pt x="244" y="204"/>
                </a:cubicBezTo>
                <a:cubicBezTo>
                  <a:pt x="235" y="190"/>
                  <a:pt x="222" y="181"/>
                  <a:pt x="204" y="177"/>
                </a:cubicBezTo>
                <a:lnTo>
                  <a:pt x="153" y="176"/>
                </a:lnTo>
                <a:lnTo>
                  <a:pt x="103" y="176"/>
                </a:lnTo>
                <a:lnTo>
                  <a:pt x="103" y="246"/>
                </a:lnTo>
                <a:lnTo>
                  <a:pt x="103" y="288"/>
                </a:lnTo>
                <a:cubicBezTo>
                  <a:pt x="103" y="308"/>
                  <a:pt x="104" y="319"/>
                  <a:pt x="105" y="320"/>
                </a:cubicBezTo>
                <a:cubicBezTo>
                  <a:pt x="107" y="322"/>
                  <a:pt x="124" y="323"/>
                  <a:pt x="156" y="323"/>
                </a:cubicBezTo>
                <a:lnTo>
                  <a:pt x="181" y="323"/>
                </a:lnTo>
                <a:cubicBezTo>
                  <a:pt x="195" y="323"/>
                  <a:pt x="205" y="322"/>
                  <a:pt x="211" y="320"/>
                </a:cubicBezTo>
                <a:cubicBezTo>
                  <a:pt x="225" y="315"/>
                  <a:pt x="237" y="307"/>
                  <a:pt x="245" y="294"/>
                </a:cubicBezTo>
                <a:cubicBezTo>
                  <a:pt x="254" y="282"/>
                  <a:pt x="258" y="268"/>
                  <a:pt x="258" y="2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1" name=""/>
          <p:cNvSpPr/>
          <p:nvPr/>
        </p:nvSpPr>
        <p:spPr>
          <a:xfrm>
            <a:off x="4009680" y="2498400"/>
            <a:ext cx="108720" cy="124920"/>
          </a:xfrm>
          <a:custGeom>
            <a:avLst/>
            <a:gdLst/>
            <a:ahLst/>
            <a:rect l="0" t="0" r="r" b="b"/>
            <a:pathLst>
              <a:path w="302" h="347">
                <a:moveTo>
                  <a:pt x="52" y="31"/>
                </a:moveTo>
                <a:cubicBezTo>
                  <a:pt x="49" y="29"/>
                  <a:pt x="47" y="27"/>
                  <a:pt x="46" y="27"/>
                </a:cubicBezTo>
                <a:cubicBezTo>
                  <a:pt x="45" y="26"/>
                  <a:pt x="42" y="26"/>
                  <a:pt x="38" y="25"/>
                </a:cubicBezTo>
                <a:cubicBezTo>
                  <a:pt x="34" y="25"/>
                  <a:pt x="27" y="24"/>
                  <a:pt x="16" y="24"/>
                </a:cubicBezTo>
                <a:lnTo>
                  <a:pt x="0" y="24"/>
                </a:lnTo>
                <a:lnTo>
                  <a:pt x="0" y="0"/>
                </a:lnTo>
                <a:lnTo>
                  <a:pt x="94" y="0"/>
                </a:lnTo>
                <a:cubicBezTo>
                  <a:pt x="102" y="0"/>
                  <a:pt x="112" y="0"/>
                  <a:pt x="125" y="0"/>
                </a:cubicBezTo>
                <a:cubicBezTo>
                  <a:pt x="139" y="0"/>
                  <a:pt x="148" y="0"/>
                  <a:pt x="154" y="0"/>
                </a:cubicBezTo>
                <a:cubicBezTo>
                  <a:pt x="184" y="0"/>
                  <a:pt x="208" y="2"/>
                  <a:pt x="225" y="7"/>
                </a:cubicBezTo>
                <a:cubicBezTo>
                  <a:pt x="243" y="11"/>
                  <a:pt x="259" y="20"/>
                  <a:pt x="274" y="34"/>
                </a:cubicBezTo>
                <a:cubicBezTo>
                  <a:pt x="293" y="52"/>
                  <a:pt x="302" y="74"/>
                  <a:pt x="302" y="99"/>
                </a:cubicBezTo>
                <a:cubicBezTo>
                  <a:pt x="302" y="121"/>
                  <a:pt x="294" y="142"/>
                  <a:pt x="277" y="159"/>
                </a:cubicBezTo>
                <a:cubicBezTo>
                  <a:pt x="259" y="175"/>
                  <a:pt x="239" y="186"/>
                  <a:pt x="215" y="192"/>
                </a:cubicBezTo>
                <a:cubicBezTo>
                  <a:pt x="208" y="193"/>
                  <a:pt x="187" y="194"/>
                  <a:pt x="153" y="195"/>
                </a:cubicBezTo>
                <a:lnTo>
                  <a:pt x="104" y="195"/>
                </a:lnTo>
                <a:lnTo>
                  <a:pt x="104" y="255"/>
                </a:lnTo>
                <a:cubicBezTo>
                  <a:pt x="104" y="295"/>
                  <a:pt x="105" y="316"/>
                  <a:pt x="106" y="317"/>
                </a:cubicBezTo>
                <a:cubicBezTo>
                  <a:pt x="108" y="321"/>
                  <a:pt x="120" y="323"/>
                  <a:pt x="140" y="323"/>
                </a:cubicBezTo>
                <a:lnTo>
                  <a:pt x="157" y="323"/>
                </a:lnTo>
                <a:lnTo>
                  <a:pt x="157" y="347"/>
                </a:lnTo>
                <a:lnTo>
                  <a:pt x="152" y="347"/>
                </a:lnTo>
                <a:cubicBezTo>
                  <a:pt x="144" y="346"/>
                  <a:pt x="119" y="345"/>
                  <a:pt x="78" y="345"/>
                </a:cubicBezTo>
                <a:cubicBezTo>
                  <a:pt x="32" y="345"/>
                  <a:pt x="8" y="346"/>
                  <a:pt x="5" y="347"/>
                </a:cubicBezTo>
                <a:lnTo>
                  <a:pt x="0" y="347"/>
                </a:lnTo>
                <a:lnTo>
                  <a:pt x="0" y="323"/>
                </a:lnTo>
                <a:lnTo>
                  <a:pt x="16" y="323"/>
                </a:lnTo>
                <a:cubicBezTo>
                  <a:pt x="30" y="323"/>
                  <a:pt x="39" y="323"/>
                  <a:pt x="42" y="322"/>
                </a:cubicBezTo>
                <a:cubicBezTo>
                  <a:pt x="45" y="321"/>
                  <a:pt x="48" y="319"/>
                  <a:pt x="52" y="316"/>
                </a:cubicBezTo>
                <a:lnTo>
                  <a:pt x="52" y="31"/>
                </a:lnTo>
                <a:moveTo>
                  <a:pt x="243" y="99"/>
                </a:moveTo>
                <a:cubicBezTo>
                  <a:pt x="243" y="90"/>
                  <a:pt x="243" y="84"/>
                  <a:pt x="243" y="79"/>
                </a:cubicBezTo>
                <a:cubicBezTo>
                  <a:pt x="242" y="74"/>
                  <a:pt x="241" y="68"/>
                  <a:pt x="240" y="61"/>
                </a:cubicBezTo>
                <a:cubicBezTo>
                  <a:pt x="238" y="53"/>
                  <a:pt x="235" y="48"/>
                  <a:pt x="231" y="44"/>
                </a:cubicBezTo>
                <a:cubicBezTo>
                  <a:pt x="227" y="40"/>
                  <a:pt x="221" y="36"/>
                  <a:pt x="214" y="32"/>
                </a:cubicBezTo>
                <a:cubicBezTo>
                  <a:pt x="207" y="28"/>
                  <a:pt x="198" y="26"/>
                  <a:pt x="188" y="25"/>
                </a:cubicBezTo>
                <a:cubicBezTo>
                  <a:pt x="184" y="24"/>
                  <a:pt x="168" y="24"/>
                  <a:pt x="141" y="24"/>
                </a:cubicBezTo>
                <a:lnTo>
                  <a:pt x="131" y="24"/>
                </a:lnTo>
                <a:cubicBezTo>
                  <a:pt x="114" y="24"/>
                  <a:pt x="105" y="25"/>
                  <a:pt x="104" y="28"/>
                </a:cubicBezTo>
                <a:cubicBezTo>
                  <a:pt x="103" y="30"/>
                  <a:pt x="103" y="54"/>
                  <a:pt x="103" y="102"/>
                </a:cubicBezTo>
                <a:lnTo>
                  <a:pt x="103" y="174"/>
                </a:lnTo>
                <a:lnTo>
                  <a:pt x="139" y="174"/>
                </a:lnTo>
                <a:lnTo>
                  <a:pt x="158" y="174"/>
                </a:lnTo>
                <a:cubicBezTo>
                  <a:pt x="175" y="174"/>
                  <a:pt x="190" y="173"/>
                  <a:pt x="201" y="170"/>
                </a:cubicBezTo>
                <a:cubicBezTo>
                  <a:pt x="212" y="168"/>
                  <a:pt x="222" y="162"/>
                  <a:pt x="230" y="154"/>
                </a:cubicBezTo>
                <a:cubicBezTo>
                  <a:pt x="239" y="144"/>
                  <a:pt x="243" y="125"/>
                  <a:pt x="243" y="9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2" name=""/>
          <p:cNvSpPr/>
          <p:nvPr/>
        </p:nvSpPr>
        <p:spPr>
          <a:xfrm>
            <a:off x="4142880" y="2601000"/>
            <a:ext cx="24120" cy="57600"/>
          </a:xfrm>
          <a:custGeom>
            <a:avLst/>
            <a:gdLst/>
            <a:ahLst/>
            <a:rect l="0" t="0" r="r" b="b"/>
            <a:pathLst>
              <a:path w="67" h="160">
                <a:moveTo>
                  <a:pt x="0" y="44"/>
                </a:moveTo>
                <a:cubicBezTo>
                  <a:pt x="0" y="44"/>
                  <a:pt x="0" y="40"/>
                  <a:pt x="0" y="31"/>
                </a:cubicBezTo>
                <a:cubicBezTo>
                  <a:pt x="0" y="23"/>
                  <a:pt x="2" y="16"/>
                  <a:pt x="8" y="9"/>
                </a:cubicBezTo>
                <a:cubicBezTo>
                  <a:pt x="14" y="3"/>
                  <a:pt x="21" y="0"/>
                  <a:pt x="30" y="0"/>
                </a:cubicBezTo>
                <a:cubicBezTo>
                  <a:pt x="40" y="0"/>
                  <a:pt x="48" y="4"/>
                  <a:pt x="56" y="13"/>
                </a:cubicBezTo>
                <a:cubicBezTo>
                  <a:pt x="63" y="22"/>
                  <a:pt x="67" y="36"/>
                  <a:pt x="67" y="58"/>
                </a:cubicBezTo>
                <a:cubicBezTo>
                  <a:pt x="67" y="69"/>
                  <a:pt x="66" y="81"/>
                  <a:pt x="63" y="92"/>
                </a:cubicBezTo>
                <a:cubicBezTo>
                  <a:pt x="60" y="103"/>
                  <a:pt x="56" y="113"/>
                  <a:pt x="52" y="121"/>
                </a:cubicBezTo>
                <a:cubicBezTo>
                  <a:pt x="48" y="129"/>
                  <a:pt x="44" y="136"/>
                  <a:pt x="39" y="142"/>
                </a:cubicBezTo>
                <a:cubicBezTo>
                  <a:pt x="34" y="147"/>
                  <a:pt x="30" y="152"/>
                  <a:pt x="27" y="155"/>
                </a:cubicBezTo>
                <a:cubicBezTo>
                  <a:pt x="24" y="159"/>
                  <a:pt x="21" y="160"/>
                  <a:pt x="20" y="160"/>
                </a:cubicBezTo>
                <a:cubicBezTo>
                  <a:pt x="19" y="160"/>
                  <a:pt x="17" y="158"/>
                  <a:pt x="14" y="155"/>
                </a:cubicBezTo>
                <a:cubicBezTo>
                  <a:pt x="11" y="152"/>
                  <a:pt x="8" y="150"/>
                  <a:pt x="8" y="149"/>
                </a:cubicBezTo>
                <a:cubicBezTo>
                  <a:pt x="8" y="147"/>
                  <a:pt x="11" y="145"/>
                  <a:pt x="15" y="141"/>
                </a:cubicBezTo>
                <a:cubicBezTo>
                  <a:pt x="19" y="137"/>
                  <a:pt x="23" y="132"/>
                  <a:pt x="27" y="125"/>
                </a:cubicBezTo>
                <a:cubicBezTo>
                  <a:pt x="32" y="119"/>
                  <a:pt x="37" y="111"/>
                  <a:pt x="41" y="100"/>
                </a:cubicBezTo>
                <a:cubicBezTo>
                  <a:pt x="45" y="89"/>
                  <a:pt x="47" y="77"/>
                  <a:pt x="49" y="63"/>
                </a:cubicBezTo>
                <a:lnTo>
                  <a:pt x="49" y="57"/>
                </a:lnTo>
                <a:lnTo>
                  <a:pt x="48" y="58"/>
                </a:lnTo>
                <a:cubicBezTo>
                  <a:pt x="47" y="58"/>
                  <a:pt x="47" y="58"/>
                  <a:pt x="46" y="59"/>
                </a:cubicBezTo>
                <a:cubicBezTo>
                  <a:pt x="45" y="59"/>
                  <a:pt x="44" y="60"/>
                  <a:pt x="43" y="60"/>
                </a:cubicBezTo>
                <a:cubicBezTo>
                  <a:pt x="42" y="61"/>
                  <a:pt x="40" y="61"/>
                  <a:pt x="38" y="61"/>
                </a:cubicBezTo>
                <a:cubicBezTo>
                  <a:pt x="36" y="61"/>
                  <a:pt x="34" y="61"/>
                  <a:pt x="32" y="62"/>
                </a:cubicBezTo>
                <a:cubicBezTo>
                  <a:pt x="23" y="62"/>
                  <a:pt x="15" y="59"/>
                  <a:pt x="10" y="53"/>
                </a:cubicBez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3" name=""/>
          <p:cNvSpPr/>
          <p:nvPr/>
        </p:nvSpPr>
        <p:spPr>
          <a:xfrm>
            <a:off x="4183560" y="2498400"/>
            <a:ext cx="127800" cy="128880"/>
          </a:xfrm>
          <a:custGeom>
            <a:avLst/>
            <a:gdLst/>
            <a:ahLst/>
            <a:rect l="0" t="0" r="r" b="b"/>
            <a:pathLst>
              <a:path w="355" h="358">
                <a:moveTo>
                  <a:pt x="52" y="32"/>
                </a:moveTo>
                <a:cubicBezTo>
                  <a:pt x="50" y="30"/>
                  <a:pt x="48" y="28"/>
                  <a:pt x="47" y="28"/>
                </a:cubicBezTo>
                <a:cubicBezTo>
                  <a:pt x="46" y="27"/>
                  <a:pt x="43" y="27"/>
                  <a:pt x="39" y="26"/>
                </a:cubicBezTo>
                <a:cubicBezTo>
                  <a:pt x="35" y="26"/>
                  <a:pt x="28" y="25"/>
                  <a:pt x="17" y="25"/>
                </a:cubicBezTo>
                <a:lnTo>
                  <a:pt x="0" y="25"/>
                </a:lnTo>
                <a:lnTo>
                  <a:pt x="0" y="0"/>
                </a:lnTo>
                <a:lnTo>
                  <a:pt x="6" y="0"/>
                </a:lnTo>
                <a:cubicBezTo>
                  <a:pt x="13" y="1"/>
                  <a:pt x="37" y="3"/>
                  <a:pt x="79" y="3"/>
                </a:cubicBezTo>
                <a:cubicBezTo>
                  <a:pt x="124" y="3"/>
                  <a:pt x="149" y="1"/>
                  <a:pt x="152" y="0"/>
                </a:cubicBezTo>
                <a:lnTo>
                  <a:pt x="157" y="0"/>
                </a:lnTo>
                <a:lnTo>
                  <a:pt x="157" y="25"/>
                </a:lnTo>
                <a:lnTo>
                  <a:pt x="140" y="25"/>
                </a:lnTo>
                <a:cubicBezTo>
                  <a:pt x="127" y="25"/>
                  <a:pt x="118" y="26"/>
                  <a:pt x="115" y="26"/>
                </a:cubicBezTo>
                <a:cubicBezTo>
                  <a:pt x="111" y="27"/>
                  <a:pt x="108" y="29"/>
                  <a:pt x="106" y="32"/>
                </a:cubicBezTo>
                <a:lnTo>
                  <a:pt x="105" y="135"/>
                </a:lnTo>
                <a:lnTo>
                  <a:pt x="105" y="200"/>
                </a:lnTo>
                <a:cubicBezTo>
                  <a:pt x="105" y="234"/>
                  <a:pt x="106" y="259"/>
                  <a:pt x="109" y="273"/>
                </a:cubicBezTo>
                <a:cubicBezTo>
                  <a:pt x="112" y="288"/>
                  <a:pt x="119" y="301"/>
                  <a:pt x="129" y="313"/>
                </a:cubicBezTo>
                <a:cubicBezTo>
                  <a:pt x="144" y="327"/>
                  <a:pt x="163" y="335"/>
                  <a:pt x="184" y="335"/>
                </a:cubicBezTo>
                <a:cubicBezTo>
                  <a:pt x="207" y="335"/>
                  <a:pt x="227" y="328"/>
                  <a:pt x="245" y="314"/>
                </a:cubicBezTo>
                <a:cubicBezTo>
                  <a:pt x="262" y="301"/>
                  <a:pt x="273" y="281"/>
                  <a:pt x="277" y="254"/>
                </a:cubicBezTo>
                <a:cubicBezTo>
                  <a:pt x="279" y="246"/>
                  <a:pt x="279" y="208"/>
                  <a:pt x="279" y="139"/>
                </a:cubicBezTo>
                <a:lnTo>
                  <a:pt x="279" y="44"/>
                </a:lnTo>
                <a:cubicBezTo>
                  <a:pt x="277" y="41"/>
                  <a:pt x="276" y="39"/>
                  <a:pt x="274" y="37"/>
                </a:cubicBezTo>
                <a:cubicBezTo>
                  <a:pt x="273" y="35"/>
                  <a:pt x="269" y="33"/>
                  <a:pt x="262" y="30"/>
                </a:cubicBezTo>
                <a:cubicBezTo>
                  <a:pt x="256" y="27"/>
                  <a:pt x="247" y="25"/>
                  <a:pt x="236" y="25"/>
                </a:cubicBezTo>
                <a:lnTo>
                  <a:pt x="227" y="25"/>
                </a:lnTo>
                <a:lnTo>
                  <a:pt x="227" y="0"/>
                </a:lnTo>
                <a:lnTo>
                  <a:pt x="232" y="0"/>
                </a:lnTo>
                <a:cubicBezTo>
                  <a:pt x="237" y="1"/>
                  <a:pt x="257" y="3"/>
                  <a:pt x="291" y="3"/>
                </a:cubicBezTo>
                <a:cubicBezTo>
                  <a:pt x="325" y="3"/>
                  <a:pt x="345" y="1"/>
                  <a:pt x="350" y="0"/>
                </a:cubicBezTo>
                <a:lnTo>
                  <a:pt x="355" y="0"/>
                </a:lnTo>
                <a:lnTo>
                  <a:pt x="355" y="25"/>
                </a:lnTo>
                <a:lnTo>
                  <a:pt x="346" y="25"/>
                </a:lnTo>
                <a:cubicBezTo>
                  <a:pt x="322" y="26"/>
                  <a:pt x="307" y="33"/>
                  <a:pt x="303" y="44"/>
                </a:cubicBezTo>
                <a:lnTo>
                  <a:pt x="303" y="145"/>
                </a:lnTo>
                <a:cubicBezTo>
                  <a:pt x="302" y="214"/>
                  <a:pt x="302" y="251"/>
                  <a:pt x="301" y="256"/>
                </a:cubicBezTo>
                <a:cubicBezTo>
                  <a:pt x="301" y="256"/>
                  <a:pt x="300" y="258"/>
                  <a:pt x="300" y="260"/>
                </a:cubicBezTo>
                <a:cubicBezTo>
                  <a:pt x="293" y="290"/>
                  <a:pt x="279" y="314"/>
                  <a:pt x="257" y="331"/>
                </a:cubicBezTo>
                <a:cubicBezTo>
                  <a:pt x="236" y="349"/>
                  <a:pt x="212" y="358"/>
                  <a:pt x="184" y="358"/>
                </a:cubicBezTo>
                <a:cubicBezTo>
                  <a:pt x="156" y="358"/>
                  <a:pt x="128" y="349"/>
                  <a:pt x="102" y="330"/>
                </a:cubicBezTo>
                <a:cubicBezTo>
                  <a:pt x="76" y="312"/>
                  <a:pt x="60" y="285"/>
                  <a:pt x="53" y="250"/>
                </a:cubicBezTo>
                <a:cubicBezTo>
                  <a:pt x="53" y="247"/>
                  <a:pt x="53" y="210"/>
                  <a:pt x="52" y="138"/>
                </a:cubicBezTo>
                <a:lnTo>
                  <a:pt x="52" y="3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4" name=""/>
          <p:cNvSpPr/>
          <p:nvPr/>
        </p:nvSpPr>
        <p:spPr>
          <a:xfrm>
            <a:off x="4320720" y="2498400"/>
            <a:ext cx="113760" cy="124920"/>
          </a:xfrm>
          <a:custGeom>
            <a:avLst/>
            <a:gdLst/>
            <a:ahLst/>
            <a:rect l="0" t="0" r="r" b="b"/>
            <a:pathLst>
              <a:path w="316" h="347">
                <a:moveTo>
                  <a:pt x="52" y="31"/>
                </a:moveTo>
                <a:cubicBezTo>
                  <a:pt x="50" y="29"/>
                  <a:pt x="48" y="27"/>
                  <a:pt x="47" y="27"/>
                </a:cubicBezTo>
                <a:cubicBezTo>
                  <a:pt x="45" y="26"/>
                  <a:pt x="43" y="26"/>
                  <a:pt x="38" y="25"/>
                </a:cubicBezTo>
                <a:cubicBezTo>
                  <a:pt x="34" y="25"/>
                  <a:pt x="27" y="24"/>
                  <a:pt x="17" y="24"/>
                </a:cubicBezTo>
                <a:lnTo>
                  <a:pt x="0" y="24"/>
                </a:lnTo>
                <a:lnTo>
                  <a:pt x="0" y="0"/>
                </a:lnTo>
                <a:lnTo>
                  <a:pt x="103" y="0"/>
                </a:lnTo>
                <a:lnTo>
                  <a:pt x="122" y="0"/>
                </a:lnTo>
                <a:lnTo>
                  <a:pt x="162" y="0"/>
                </a:lnTo>
                <a:cubicBezTo>
                  <a:pt x="188" y="0"/>
                  <a:pt x="207" y="1"/>
                  <a:pt x="219" y="3"/>
                </a:cubicBezTo>
                <a:cubicBezTo>
                  <a:pt x="231" y="5"/>
                  <a:pt x="243" y="9"/>
                  <a:pt x="255" y="17"/>
                </a:cubicBezTo>
                <a:cubicBezTo>
                  <a:pt x="270" y="25"/>
                  <a:pt x="281" y="35"/>
                  <a:pt x="290" y="47"/>
                </a:cubicBezTo>
                <a:cubicBezTo>
                  <a:pt x="298" y="60"/>
                  <a:pt x="302" y="73"/>
                  <a:pt x="302" y="87"/>
                </a:cubicBezTo>
                <a:cubicBezTo>
                  <a:pt x="302" y="104"/>
                  <a:pt x="295" y="120"/>
                  <a:pt x="282" y="135"/>
                </a:cubicBezTo>
                <a:cubicBezTo>
                  <a:pt x="268" y="149"/>
                  <a:pt x="250" y="159"/>
                  <a:pt x="228" y="165"/>
                </a:cubicBezTo>
                <a:lnTo>
                  <a:pt x="223" y="166"/>
                </a:lnTo>
                <a:cubicBezTo>
                  <a:pt x="247" y="169"/>
                  <a:pt x="269" y="179"/>
                  <a:pt x="288" y="194"/>
                </a:cubicBezTo>
                <a:cubicBezTo>
                  <a:pt x="307" y="210"/>
                  <a:pt x="316" y="229"/>
                  <a:pt x="316" y="252"/>
                </a:cubicBezTo>
                <a:cubicBezTo>
                  <a:pt x="316" y="275"/>
                  <a:pt x="307" y="295"/>
                  <a:pt x="290" y="313"/>
                </a:cubicBezTo>
                <a:cubicBezTo>
                  <a:pt x="273" y="330"/>
                  <a:pt x="251" y="341"/>
                  <a:pt x="224" y="345"/>
                </a:cubicBezTo>
                <a:cubicBezTo>
                  <a:pt x="220" y="346"/>
                  <a:pt x="181" y="346"/>
                  <a:pt x="109" y="347"/>
                </a:cubicBezTo>
                <a:lnTo>
                  <a:pt x="0" y="347"/>
                </a:lnTo>
                <a:lnTo>
                  <a:pt x="0" y="323"/>
                </a:lnTo>
                <a:lnTo>
                  <a:pt x="17" y="323"/>
                </a:lnTo>
                <a:cubicBezTo>
                  <a:pt x="31" y="323"/>
                  <a:pt x="40" y="323"/>
                  <a:pt x="43" y="322"/>
                </a:cubicBezTo>
                <a:cubicBezTo>
                  <a:pt x="46" y="321"/>
                  <a:pt x="49" y="319"/>
                  <a:pt x="52" y="316"/>
                </a:cubicBezTo>
                <a:lnTo>
                  <a:pt x="52" y="31"/>
                </a:lnTo>
                <a:moveTo>
                  <a:pt x="245" y="86"/>
                </a:moveTo>
                <a:cubicBezTo>
                  <a:pt x="245" y="71"/>
                  <a:pt x="241" y="57"/>
                  <a:pt x="232" y="45"/>
                </a:cubicBezTo>
                <a:cubicBezTo>
                  <a:pt x="223" y="34"/>
                  <a:pt x="212" y="27"/>
                  <a:pt x="197" y="24"/>
                </a:cubicBezTo>
                <a:cubicBezTo>
                  <a:pt x="197" y="24"/>
                  <a:pt x="195" y="24"/>
                  <a:pt x="191" y="24"/>
                </a:cubicBezTo>
                <a:cubicBezTo>
                  <a:pt x="187" y="24"/>
                  <a:pt x="181" y="24"/>
                  <a:pt x="174" y="24"/>
                </a:cubicBezTo>
                <a:cubicBezTo>
                  <a:pt x="168" y="24"/>
                  <a:pt x="161" y="24"/>
                  <a:pt x="155" y="24"/>
                </a:cubicBezTo>
                <a:cubicBezTo>
                  <a:pt x="133" y="24"/>
                  <a:pt x="119" y="24"/>
                  <a:pt x="114" y="24"/>
                </a:cubicBezTo>
                <a:cubicBezTo>
                  <a:pt x="109" y="25"/>
                  <a:pt x="106" y="26"/>
                  <a:pt x="104" y="28"/>
                </a:cubicBezTo>
                <a:cubicBezTo>
                  <a:pt x="103" y="30"/>
                  <a:pt x="103" y="51"/>
                  <a:pt x="103" y="93"/>
                </a:cubicBezTo>
                <a:lnTo>
                  <a:pt x="103" y="158"/>
                </a:lnTo>
                <a:lnTo>
                  <a:pt x="145" y="158"/>
                </a:lnTo>
                <a:lnTo>
                  <a:pt x="187" y="157"/>
                </a:lnTo>
                <a:lnTo>
                  <a:pt x="192" y="156"/>
                </a:lnTo>
                <a:cubicBezTo>
                  <a:pt x="194" y="156"/>
                  <a:pt x="195" y="155"/>
                  <a:pt x="198" y="155"/>
                </a:cubicBezTo>
                <a:cubicBezTo>
                  <a:pt x="200" y="154"/>
                  <a:pt x="204" y="152"/>
                  <a:pt x="210" y="148"/>
                </a:cubicBezTo>
                <a:cubicBezTo>
                  <a:pt x="216" y="144"/>
                  <a:pt x="222" y="140"/>
                  <a:pt x="227" y="136"/>
                </a:cubicBezTo>
                <a:cubicBezTo>
                  <a:pt x="231" y="131"/>
                  <a:pt x="235" y="124"/>
                  <a:pt x="239" y="115"/>
                </a:cubicBezTo>
                <a:cubicBezTo>
                  <a:pt x="243" y="106"/>
                  <a:pt x="245" y="97"/>
                  <a:pt x="245" y="86"/>
                </a:cubicBezTo>
                <a:moveTo>
                  <a:pt x="258" y="252"/>
                </a:moveTo>
                <a:cubicBezTo>
                  <a:pt x="258" y="235"/>
                  <a:pt x="254" y="219"/>
                  <a:pt x="244" y="204"/>
                </a:cubicBezTo>
                <a:cubicBezTo>
                  <a:pt x="235" y="190"/>
                  <a:pt x="221" y="181"/>
                  <a:pt x="204" y="177"/>
                </a:cubicBezTo>
                <a:lnTo>
                  <a:pt x="153" y="176"/>
                </a:lnTo>
                <a:lnTo>
                  <a:pt x="103" y="176"/>
                </a:lnTo>
                <a:lnTo>
                  <a:pt x="103" y="246"/>
                </a:lnTo>
                <a:lnTo>
                  <a:pt x="103" y="288"/>
                </a:lnTo>
                <a:cubicBezTo>
                  <a:pt x="103" y="308"/>
                  <a:pt x="104" y="319"/>
                  <a:pt x="105" y="320"/>
                </a:cubicBezTo>
                <a:cubicBezTo>
                  <a:pt x="107" y="322"/>
                  <a:pt x="124" y="323"/>
                  <a:pt x="156" y="323"/>
                </a:cubicBezTo>
                <a:lnTo>
                  <a:pt x="181" y="323"/>
                </a:lnTo>
                <a:cubicBezTo>
                  <a:pt x="195" y="323"/>
                  <a:pt x="205" y="322"/>
                  <a:pt x="211" y="320"/>
                </a:cubicBezTo>
                <a:cubicBezTo>
                  <a:pt x="225" y="315"/>
                  <a:pt x="237" y="307"/>
                  <a:pt x="245" y="294"/>
                </a:cubicBezTo>
                <a:cubicBezTo>
                  <a:pt x="254" y="282"/>
                  <a:pt x="258" y="268"/>
                  <a:pt x="258" y="2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5" name=""/>
          <p:cNvSpPr/>
          <p:nvPr/>
        </p:nvSpPr>
        <p:spPr>
          <a:xfrm>
            <a:off x="4543560" y="2489760"/>
            <a:ext cx="171720" cy="60480"/>
          </a:xfrm>
          <a:custGeom>
            <a:avLst/>
            <a:gdLst/>
            <a:ahLst/>
            <a:rect l="0" t="0" r="r" b="b"/>
            <a:pathLst>
              <a:path w="477" h="168">
                <a:moveTo>
                  <a:pt x="0" y="14"/>
                </a:moveTo>
                <a:cubicBezTo>
                  <a:pt x="0" y="8"/>
                  <a:pt x="3" y="3"/>
                  <a:pt x="10" y="0"/>
                </a:cubicBezTo>
                <a:lnTo>
                  <a:pt x="465" y="0"/>
                </a:lnTo>
                <a:cubicBezTo>
                  <a:pt x="473" y="4"/>
                  <a:pt x="477" y="9"/>
                  <a:pt x="477" y="14"/>
                </a:cubicBezTo>
                <a:cubicBezTo>
                  <a:pt x="477" y="21"/>
                  <a:pt x="473" y="25"/>
                  <a:pt x="466" y="29"/>
                </a:cubicBezTo>
                <a:lnTo>
                  <a:pt x="238" y="30"/>
                </a:lnTo>
                <a:lnTo>
                  <a:pt x="11" y="30"/>
                </a:lnTo>
                <a:cubicBezTo>
                  <a:pt x="3" y="27"/>
                  <a:pt x="0" y="23"/>
                  <a:pt x="0" y="14"/>
                </a:cubicBezTo>
                <a:moveTo>
                  <a:pt x="0" y="154"/>
                </a:moveTo>
                <a:cubicBezTo>
                  <a:pt x="0" y="147"/>
                  <a:pt x="3" y="142"/>
                  <a:pt x="11" y="140"/>
                </a:cubicBezTo>
                <a:lnTo>
                  <a:pt x="466" y="140"/>
                </a:lnTo>
                <a:cubicBezTo>
                  <a:pt x="473" y="145"/>
                  <a:pt x="477" y="149"/>
                  <a:pt x="477" y="154"/>
                </a:cubicBezTo>
                <a:cubicBezTo>
                  <a:pt x="477" y="160"/>
                  <a:pt x="473" y="165"/>
                  <a:pt x="465" y="168"/>
                </a:cubicBezTo>
                <a:lnTo>
                  <a:pt x="10" y="168"/>
                </a:lnTo>
                <a:cubicBezTo>
                  <a:pt x="3" y="165"/>
                  <a:pt x="0" y="160"/>
                  <a:pt x="0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6" name=""/>
          <p:cNvSpPr/>
          <p:nvPr/>
        </p:nvSpPr>
        <p:spPr>
          <a:xfrm>
            <a:off x="4813560" y="2412720"/>
            <a:ext cx="103320" cy="171720"/>
          </a:xfrm>
          <a:custGeom>
            <a:avLst/>
            <a:gdLst/>
            <a:ahLst/>
            <a:rect l="0" t="0" r="r" b="b"/>
            <a:pathLst>
              <a:path w="287" h="477">
                <a:moveTo>
                  <a:pt x="42" y="170"/>
                </a:moveTo>
                <a:cubicBezTo>
                  <a:pt x="30" y="170"/>
                  <a:pt x="19" y="165"/>
                  <a:pt x="12" y="157"/>
                </a:cubicBezTo>
                <a:cubicBezTo>
                  <a:pt x="4" y="148"/>
                  <a:pt x="0" y="138"/>
                  <a:pt x="0" y="125"/>
                </a:cubicBezTo>
                <a:cubicBezTo>
                  <a:pt x="0" y="92"/>
                  <a:pt x="13" y="62"/>
                  <a:pt x="38" y="37"/>
                </a:cubicBezTo>
                <a:cubicBezTo>
                  <a:pt x="63" y="13"/>
                  <a:pt x="95" y="0"/>
                  <a:pt x="132" y="0"/>
                </a:cubicBezTo>
                <a:cubicBezTo>
                  <a:pt x="177" y="0"/>
                  <a:pt x="213" y="14"/>
                  <a:pt x="242" y="40"/>
                </a:cubicBezTo>
                <a:cubicBezTo>
                  <a:pt x="271" y="67"/>
                  <a:pt x="286" y="102"/>
                  <a:pt x="287" y="144"/>
                </a:cubicBezTo>
                <a:cubicBezTo>
                  <a:pt x="287" y="164"/>
                  <a:pt x="282" y="184"/>
                  <a:pt x="272" y="204"/>
                </a:cubicBezTo>
                <a:cubicBezTo>
                  <a:pt x="263" y="222"/>
                  <a:pt x="251" y="238"/>
                  <a:pt x="238" y="252"/>
                </a:cubicBezTo>
                <a:cubicBezTo>
                  <a:pt x="225" y="266"/>
                  <a:pt x="205" y="284"/>
                  <a:pt x="181" y="305"/>
                </a:cubicBezTo>
                <a:cubicBezTo>
                  <a:pt x="163" y="320"/>
                  <a:pt x="139" y="342"/>
                  <a:pt x="108" y="371"/>
                </a:cubicBezTo>
                <a:lnTo>
                  <a:pt x="66" y="411"/>
                </a:lnTo>
                <a:lnTo>
                  <a:pt x="120" y="412"/>
                </a:lnTo>
                <a:cubicBezTo>
                  <a:pt x="196" y="412"/>
                  <a:pt x="236" y="411"/>
                  <a:pt x="241" y="408"/>
                </a:cubicBezTo>
                <a:cubicBezTo>
                  <a:pt x="244" y="407"/>
                  <a:pt x="250" y="386"/>
                  <a:pt x="258" y="344"/>
                </a:cubicBezTo>
                <a:lnTo>
                  <a:pt x="258" y="342"/>
                </a:lnTo>
                <a:lnTo>
                  <a:pt x="287" y="342"/>
                </a:lnTo>
                <a:lnTo>
                  <a:pt x="287" y="344"/>
                </a:lnTo>
                <a:cubicBezTo>
                  <a:pt x="286" y="346"/>
                  <a:pt x="283" y="368"/>
                  <a:pt x="277" y="410"/>
                </a:cubicBezTo>
                <a:cubicBezTo>
                  <a:pt x="272" y="452"/>
                  <a:pt x="268" y="473"/>
                  <a:pt x="267" y="475"/>
                </a:cubicBezTo>
                <a:lnTo>
                  <a:pt x="267" y="477"/>
                </a:lnTo>
                <a:lnTo>
                  <a:pt x="0" y="477"/>
                </a:lnTo>
                <a:lnTo>
                  <a:pt x="0" y="464"/>
                </a:lnTo>
                <a:lnTo>
                  <a:pt x="0" y="455"/>
                </a:lnTo>
                <a:cubicBezTo>
                  <a:pt x="0" y="452"/>
                  <a:pt x="2" y="448"/>
                  <a:pt x="5" y="445"/>
                </a:cubicBezTo>
                <a:cubicBezTo>
                  <a:pt x="7" y="441"/>
                  <a:pt x="15" y="432"/>
                  <a:pt x="26" y="420"/>
                </a:cubicBezTo>
                <a:cubicBezTo>
                  <a:pt x="40" y="404"/>
                  <a:pt x="52" y="391"/>
                  <a:pt x="62" y="380"/>
                </a:cubicBezTo>
                <a:cubicBezTo>
                  <a:pt x="66" y="375"/>
                  <a:pt x="74" y="366"/>
                  <a:pt x="86" y="353"/>
                </a:cubicBezTo>
                <a:cubicBezTo>
                  <a:pt x="98" y="340"/>
                  <a:pt x="106" y="331"/>
                  <a:pt x="110" y="327"/>
                </a:cubicBezTo>
                <a:cubicBezTo>
                  <a:pt x="115" y="322"/>
                  <a:pt x="122" y="314"/>
                  <a:pt x="131" y="303"/>
                </a:cubicBezTo>
                <a:cubicBezTo>
                  <a:pt x="141" y="292"/>
                  <a:pt x="147" y="284"/>
                  <a:pt x="151" y="279"/>
                </a:cubicBezTo>
                <a:cubicBezTo>
                  <a:pt x="155" y="273"/>
                  <a:pt x="160" y="266"/>
                  <a:pt x="169" y="257"/>
                </a:cubicBezTo>
                <a:cubicBezTo>
                  <a:pt x="176" y="248"/>
                  <a:pt x="181" y="241"/>
                  <a:pt x="184" y="234"/>
                </a:cubicBezTo>
                <a:cubicBezTo>
                  <a:pt x="186" y="228"/>
                  <a:pt x="190" y="221"/>
                  <a:pt x="194" y="214"/>
                </a:cubicBezTo>
                <a:cubicBezTo>
                  <a:pt x="199" y="206"/>
                  <a:pt x="202" y="197"/>
                  <a:pt x="204" y="190"/>
                </a:cubicBezTo>
                <a:cubicBezTo>
                  <a:pt x="205" y="182"/>
                  <a:pt x="207" y="175"/>
                  <a:pt x="209" y="168"/>
                </a:cubicBezTo>
                <a:cubicBezTo>
                  <a:pt x="210" y="162"/>
                  <a:pt x="211" y="154"/>
                  <a:pt x="211" y="145"/>
                </a:cubicBezTo>
                <a:cubicBezTo>
                  <a:pt x="211" y="115"/>
                  <a:pt x="203" y="89"/>
                  <a:pt x="186" y="67"/>
                </a:cubicBezTo>
                <a:cubicBezTo>
                  <a:pt x="170" y="45"/>
                  <a:pt x="146" y="34"/>
                  <a:pt x="116" y="34"/>
                </a:cubicBezTo>
                <a:cubicBezTo>
                  <a:pt x="100" y="34"/>
                  <a:pt x="86" y="38"/>
                  <a:pt x="75" y="46"/>
                </a:cubicBezTo>
                <a:cubicBezTo>
                  <a:pt x="63" y="54"/>
                  <a:pt x="54" y="62"/>
                  <a:pt x="50" y="70"/>
                </a:cubicBezTo>
                <a:cubicBezTo>
                  <a:pt x="45" y="77"/>
                  <a:pt x="42" y="82"/>
                  <a:pt x="42" y="83"/>
                </a:cubicBezTo>
                <a:cubicBezTo>
                  <a:pt x="42" y="84"/>
                  <a:pt x="44" y="84"/>
                  <a:pt x="46" y="84"/>
                </a:cubicBezTo>
                <a:cubicBezTo>
                  <a:pt x="55" y="84"/>
                  <a:pt x="63" y="87"/>
                  <a:pt x="72" y="94"/>
                </a:cubicBezTo>
                <a:cubicBezTo>
                  <a:pt x="81" y="101"/>
                  <a:pt x="86" y="112"/>
                  <a:pt x="86" y="127"/>
                </a:cubicBezTo>
                <a:cubicBezTo>
                  <a:pt x="86" y="139"/>
                  <a:pt x="82" y="149"/>
                  <a:pt x="75" y="157"/>
                </a:cubicBezTo>
                <a:cubicBezTo>
                  <a:pt x="67" y="165"/>
                  <a:pt x="56" y="169"/>
                  <a:pt x="42" y="1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7" name=""/>
          <p:cNvSpPr/>
          <p:nvPr/>
        </p:nvSpPr>
        <p:spPr>
          <a:xfrm>
            <a:off x="5024520" y="2457720"/>
            <a:ext cx="124560" cy="124560"/>
          </a:xfrm>
          <a:custGeom>
            <a:avLst/>
            <a:gdLst/>
            <a:ahLst/>
            <a:rect l="0" t="0" r="r" b="b"/>
            <a:pathLst>
              <a:path w="346" h="346">
                <a:moveTo>
                  <a:pt x="346" y="332"/>
                </a:moveTo>
                <a:cubicBezTo>
                  <a:pt x="346" y="341"/>
                  <a:pt x="341" y="346"/>
                  <a:pt x="331" y="346"/>
                </a:cubicBezTo>
                <a:cubicBezTo>
                  <a:pt x="329" y="346"/>
                  <a:pt x="324" y="342"/>
                  <a:pt x="316" y="335"/>
                </a:cubicBezTo>
                <a:cubicBezTo>
                  <a:pt x="308" y="327"/>
                  <a:pt x="285" y="305"/>
                  <a:pt x="248" y="268"/>
                </a:cubicBezTo>
                <a:lnTo>
                  <a:pt x="174" y="193"/>
                </a:lnTo>
                <a:lnTo>
                  <a:pt x="99" y="269"/>
                </a:lnTo>
                <a:cubicBezTo>
                  <a:pt x="48" y="318"/>
                  <a:pt x="22" y="344"/>
                  <a:pt x="21" y="345"/>
                </a:cubicBezTo>
                <a:cubicBezTo>
                  <a:pt x="19" y="346"/>
                  <a:pt x="17" y="346"/>
                  <a:pt x="15" y="346"/>
                </a:cubicBezTo>
                <a:cubicBezTo>
                  <a:pt x="11" y="346"/>
                  <a:pt x="8" y="345"/>
                  <a:pt x="5" y="342"/>
                </a:cubicBezTo>
                <a:cubicBezTo>
                  <a:pt x="2" y="339"/>
                  <a:pt x="0" y="336"/>
                  <a:pt x="0" y="332"/>
                </a:cubicBezTo>
                <a:cubicBezTo>
                  <a:pt x="0" y="328"/>
                  <a:pt x="3" y="323"/>
                  <a:pt x="10" y="316"/>
                </a:cubicBezTo>
                <a:cubicBezTo>
                  <a:pt x="18" y="309"/>
                  <a:pt x="40" y="286"/>
                  <a:pt x="78" y="248"/>
                </a:cubicBezTo>
                <a:lnTo>
                  <a:pt x="153" y="173"/>
                </a:lnTo>
                <a:lnTo>
                  <a:pt x="78" y="98"/>
                </a:lnTo>
                <a:cubicBezTo>
                  <a:pt x="40" y="60"/>
                  <a:pt x="17" y="37"/>
                  <a:pt x="10" y="30"/>
                </a:cubicBezTo>
                <a:cubicBezTo>
                  <a:pt x="4" y="24"/>
                  <a:pt x="0" y="19"/>
                  <a:pt x="0" y="15"/>
                </a:cubicBezTo>
                <a:cubicBezTo>
                  <a:pt x="0" y="10"/>
                  <a:pt x="1" y="7"/>
                  <a:pt x="4" y="5"/>
                </a:cubicBezTo>
                <a:cubicBezTo>
                  <a:pt x="7" y="2"/>
                  <a:pt x="11" y="1"/>
                  <a:pt x="15" y="1"/>
                </a:cubicBezTo>
                <a:cubicBezTo>
                  <a:pt x="18" y="1"/>
                  <a:pt x="20" y="1"/>
                  <a:pt x="21" y="2"/>
                </a:cubicBezTo>
                <a:cubicBezTo>
                  <a:pt x="22" y="3"/>
                  <a:pt x="48" y="28"/>
                  <a:pt x="99" y="78"/>
                </a:cubicBezTo>
                <a:lnTo>
                  <a:pt x="174" y="153"/>
                </a:lnTo>
                <a:lnTo>
                  <a:pt x="248" y="78"/>
                </a:lnTo>
                <a:cubicBezTo>
                  <a:pt x="285" y="42"/>
                  <a:pt x="308" y="19"/>
                  <a:pt x="316" y="12"/>
                </a:cubicBezTo>
                <a:cubicBezTo>
                  <a:pt x="324" y="4"/>
                  <a:pt x="329" y="0"/>
                  <a:pt x="331" y="0"/>
                </a:cubicBezTo>
                <a:cubicBezTo>
                  <a:pt x="341" y="0"/>
                  <a:pt x="346" y="5"/>
                  <a:pt x="346" y="15"/>
                </a:cubicBezTo>
                <a:cubicBezTo>
                  <a:pt x="346" y="18"/>
                  <a:pt x="344" y="22"/>
                  <a:pt x="339" y="28"/>
                </a:cubicBezTo>
                <a:cubicBezTo>
                  <a:pt x="334" y="33"/>
                  <a:pt x="311" y="56"/>
                  <a:pt x="269" y="98"/>
                </a:cubicBezTo>
                <a:lnTo>
                  <a:pt x="195" y="173"/>
                </a:lnTo>
                <a:lnTo>
                  <a:pt x="269" y="249"/>
                </a:lnTo>
                <a:cubicBezTo>
                  <a:pt x="309" y="289"/>
                  <a:pt x="332" y="312"/>
                  <a:pt x="338" y="318"/>
                </a:cubicBezTo>
                <a:cubicBezTo>
                  <a:pt x="344" y="324"/>
                  <a:pt x="346" y="329"/>
                  <a:pt x="346" y="3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8" name=""/>
          <p:cNvSpPr/>
          <p:nvPr/>
        </p:nvSpPr>
        <p:spPr>
          <a:xfrm>
            <a:off x="5265720" y="2412720"/>
            <a:ext cx="88920" cy="171720"/>
          </a:xfrm>
          <a:custGeom>
            <a:avLst/>
            <a:gdLst/>
            <a:ahLst/>
            <a:rect l="0" t="0" r="r" b="b"/>
            <a:pathLst>
              <a:path w="247" h="477">
                <a:moveTo>
                  <a:pt x="92" y="63"/>
                </a:moveTo>
                <a:lnTo>
                  <a:pt x="83" y="67"/>
                </a:lnTo>
                <a:cubicBezTo>
                  <a:pt x="77" y="69"/>
                  <a:pt x="67" y="72"/>
                  <a:pt x="55" y="74"/>
                </a:cubicBezTo>
                <a:cubicBezTo>
                  <a:pt x="42" y="76"/>
                  <a:pt x="28" y="78"/>
                  <a:pt x="13" y="79"/>
                </a:cubicBezTo>
                <a:lnTo>
                  <a:pt x="0" y="79"/>
                </a:lnTo>
                <a:lnTo>
                  <a:pt x="0" y="46"/>
                </a:lnTo>
                <a:lnTo>
                  <a:pt x="13" y="46"/>
                </a:lnTo>
                <a:cubicBezTo>
                  <a:pt x="36" y="45"/>
                  <a:pt x="56" y="41"/>
                  <a:pt x="75" y="35"/>
                </a:cubicBezTo>
                <a:cubicBezTo>
                  <a:pt x="94" y="29"/>
                  <a:pt x="108" y="23"/>
                  <a:pt x="115" y="18"/>
                </a:cubicBezTo>
                <a:cubicBezTo>
                  <a:pt x="123" y="13"/>
                  <a:pt x="130" y="8"/>
                  <a:pt x="135" y="2"/>
                </a:cubicBezTo>
                <a:cubicBezTo>
                  <a:pt x="136" y="1"/>
                  <a:pt x="139" y="0"/>
                  <a:pt x="144" y="0"/>
                </a:cubicBezTo>
                <a:cubicBezTo>
                  <a:pt x="148" y="0"/>
                  <a:pt x="152" y="2"/>
                  <a:pt x="156" y="5"/>
                </a:cubicBezTo>
                <a:lnTo>
                  <a:pt x="156" y="219"/>
                </a:lnTo>
                <a:lnTo>
                  <a:pt x="157" y="434"/>
                </a:lnTo>
                <a:cubicBezTo>
                  <a:pt x="160" y="437"/>
                  <a:pt x="163" y="439"/>
                  <a:pt x="165" y="440"/>
                </a:cubicBezTo>
                <a:cubicBezTo>
                  <a:pt x="168" y="441"/>
                  <a:pt x="174" y="442"/>
                  <a:pt x="183" y="443"/>
                </a:cubicBezTo>
                <a:cubicBezTo>
                  <a:pt x="192" y="444"/>
                  <a:pt x="207" y="445"/>
                  <a:pt x="228" y="445"/>
                </a:cubicBezTo>
                <a:lnTo>
                  <a:pt x="247" y="445"/>
                </a:lnTo>
                <a:lnTo>
                  <a:pt x="247" y="477"/>
                </a:lnTo>
                <a:lnTo>
                  <a:pt x="239" y="477"/>
                </a:lnTo>
                <a:cubicBezTo>
                  <a:pt x="229" y="476"/>
                  <a:pt x="190" y="475"/>
                  <a:pt x="124" y="475"/>
                </a:cubicBezTo>
                <a:cubicBezTo>
                  <a:pt x="59" y="475"/>
                  <a:pt x="22" y="476"/>
                  <a:pt x="12" y="477"/>
                </a:cubicBezTo>
                <a:lnTo>
                  <a:pt x="3" y="477"/>
                </a:lnTo>
                <a:lnTo>
                  <a:pt x="3" y="445"/>
                </a:lnTo>
                <a:lnTo>
                  <a:pt x="22" y="445"/>
                </a:lnTo>
                <a:cubicBezTo>
                  <a:pt x="32" y="445"/>
                  <a:pt x="41" y="445"/>
                  <a:pt x="49" y="445"/>
                </a:cubicBezTo>
                <a:cubicBezTo>
                  <a:pt x="56" y="445"/>
                  <a:pt x="62" y="444"/>
                  <a:pt x="67" y="444"/>
                </a:cubicBezTo>
                <a:cubicBezTo>
                  <a:pt x="71" y="443"/>
                  <a:pt x="75" y="443"/>
                  <a:pt x="78" y="442"/>
                </a:cubicBezTo>
                <a:cubicBezTo>
                  <a:pt x="82" y="441"/>
                  <a:pt x="83" y="440"/>
                  <a:pt x="84" y="440"/>
                </a:cubicBezTo>
                <a:cubicBezTo>
                  <a:pt x="84" y="440"/>
                  <a:pt x="86" y="439"/>
                  <a:pt x="88" y="437"/>
                </a:cubicBezTo>
                <a:cubicBezTo>
                  <a:pt x="91" y="434"/>
                  <a:pt x="92" y="433"/>
                  <a:pt x="92" y="434"/>
                </a:cubicBezTo>
                <a:lnTo>
                  <a:pt x="92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9" name=""/>
          <p:cNvSpPr/>
          <p:nvPr/>
        </p:nvSpPr>
        <p:spPr>
          <a:xfrm>
            <a:off x="5383080" y="241272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0" y="58"/>
                </a:moveTo>
                <a:cubicBezTo>
                  <a:pt x="67" y="20"/>
                  <a:pt x="104" y="0"/>
                  <a:pt x="150" y="0"/>
                </a:cubicBezTo>
                <a:cubicBezTo>
                  <a:pt x="173" y="0"/>
                  <a:pt x="196" y="6"/>
                  <a:pt x="218" y="19"/>
                </a:cubicBezTo>
                <a:cubicBezTo>
                  <a:pt x="241" y="31"/>
                  <a:pt x="261" y="53"/>
                  <a:pt x="275" y="85"/>
                </a:cubicBezTo>
                <a:cubicBezTo>
                  <a:pt x="293" y="124"/>
                  <a:pt x="302" y="179"/>
                  <a:pt x="302" y="248"/>
                </a:cubicBezTo>
                <a:cubicBezTo>
                  <a:pt x="302" y="322"/>
                  <a:pt x="291" y="378"/>
                  <a:pt x="271" y="417"/>
                </a:cubicBezTo>
                <a:cubicBezTo>
                  <a:pt x="261" y="438"/>
                  <a:pt x="247" y="454"/>
                  <a:pt x="231" y="466"/>
                </a:cubicBezTo>
                <a:cubicBezTo>
                  <a:pt x="214" y="478"/>
                  <a:pt x="199" y="485"/>
                  <a:pt x="187" y="488"/>
                </a:cubicBezTo>
                <a:cubicBezTo>
                  <a:pt x="175" y="491"/>
                  <a:pt x="162" y="493"/>
                  <a:pt x="150" y="493"/>
                </a:cubicBezTo>
                <a:cubicBezTo>
                  <a:pt x="138" y="493"/>
                  <a:pt x="126" y="492"/>
                  <a:pt x="113" y="489"/>
                </a:cubicBezTo>
                <a:cubicBezTo>
                  <a:pt x="101" y="486"/>
                  <a:pt x="86" y="478"/>
                  <a:pt x="70" y="466"/>
                </a:cubicBezTo>
                <a:cubicBezTo>
                  <a:pt x="53" y="454"/>
                  <a:pt x="40" y="438"/>
                  <a:pt x="30" y="417"/>
                </a:cubicBezTo>
                <a:cubicBezTo>
                  <a:pt x="10" y="378"/>
                  <a:pt x="0" y="322"/>
                  <a:pt x="0" y="248"/>
                </a:cubicBezTo>
                <a:cubicBezTo>
                  <a:pt x="0" y="165"/>
                  <a:pt x="13" y="102"/>
                  <a:pt x="40" y="58"/>
                </a:cubicBezTo>
                <a:moveTo>
                  <a:pt x="201" y="50"/>
                </a:moveTo>
                <a:cubicBezTo>
                  <a:pt x="187" y="34"/>
                  <a:pt x="170" y="27"/>
                  <a:pt x="150" y="27"/>
                </a:cubicBezTo>
                <a:cubicBezTo>
                  <a:pt x="130" y="27"/>
                  <a:pt x="113" y="34"/>
                  <a:pt x="99" y="50"/>
                </a:cubicBezTo>
                <a:cubicBezTo>
                  <a:pt x="87" y="62"/>
                  <a:pt x="79" y="79"/>
                  <a:pt x="75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4"/>
                  <a:pt x="72" y="363"/>
                  <a:pt x="75" y="387"/>
                </a:cubicBezTo>
                <a:cubicBezTo>
                  <a:pt x="79" y="411"/>
                  <a:pt x="88" y="431"/>
                  <a:pt x="101" y="445"/>
                </a:cubicBezTo>
                <a:cubicBezTo>
                  <a:pt x="114" y="459"/>
                  <a:pt x="131" y="466"/>
                  <a:pt x="150" y="466"/>
                </a:cubicBezTo>
                <a:cubicBezTo>
                  <a:pt x="170" y="466"/>
                  <a:pt x="186" y="459"/>
                  <a:pt x="199" y="445"/>
                </a:cubicBezTo>
                <a:cubicBezTo>
                  <a:pt x="213" y="430"/>
                  <a:pt x="221" y="409"/>
                  <a:pt x="225" y="384"/>
                </a:cubicBezTo>
                <a:cubicBezTo>
                  <a:pt x="228" y="358"/>
                  <a:pt x="230" y="309"/>
                  <a:pt x="231" y="238"/>
                </a:cubicBezTo>
                <a:cubicBezTo>
                  <a:pt x="231" y="169"/>
                  <a:pt x="229" y="124"/>
                  <a:pt x="225" y="102"/>
                </a:cubicBezTo>
                <a:cubicBezTo>
                  <a:pt x="221" y="80"/>
                  <a:pt x="213" y="62"/>
                  <a:pt x="201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0" name=""/>
          <p:cNvSpPr/>
          <p:nvPr/>
        </p:nvSpPr>
        <p:spPr>
          <a:xfrm>
            <a:off x="5525280" y="2433960"/>
            <a:ext cx="111600" cy="7560"/>
          </a:xfrm>
          <a:custGeom>
            <a:avLst/>
            <a:gdLst/>
            <a:ahLst/>
            <a:rect l="0" t="0" r="r" b="b"/>
            <a:pathLst>
              <a:path w="310" h="21">
                <a:moveTo>
                  <a:pt x="7" y="0"/>
                </a:moveTo>
                <a:lnTo>
                  <a:pt x="302" y="0"/>
                </a:lnTo>
                <a:cubicBezTo>
                  <a:pt x="307" y="3"/>
                  <a:pt x="310" y="6"/>
                  <a:pt x="310" y="11"/>
                </a:cubicBezTo>
                <a:cubicBezTo>
                  <a:pt x="310" y="15"/>
                  <a:pt x="307" y="18"/>
                  <a:pt x="302" y="21"/>
                </a:cubicBezTo>
                <a:lnTo>
                  <a:pt x="7" y="21"/>
                </a:lnTo>
                <a:cubicBezTo>
                  <a:pt x="3" y="19"/>
                  <a:pt x="0" y="15"/>
                  <a:pt x="0" y="11"/>
                </a:cubicBezTo>
                <a:cubicBezTo>
                  <a:pt x="0" y="6"/>
                  <a:pt x="3" y="2"/>
                  <a:pt x="7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1" name=""/>
          <p:cNvSpPr/>
          <p:nvPr/>
        </p:nvSpPr>
        <p:spPr>
          <a:xfrm>
            <a:off x="5659200" y="2361960"/>
            <a:ext cx="75960" cy="125640"/>
          </a:xfrm>
          <a:custGeom>
            <a:avLst/>
            <a:gdLst/>
            <a:ahLst/>
            <a:rect l="0" t="0" r="r" b="b"/>
            <a:pathLst>
              <a:path w="211" h="349">
                <a:moveTo>
                  <a:pt x="43" y="102"/>
                </a:moveTo>
                <a:cubicBezTo>
                  <a:pt x="34" y="102"/>
                  <a:pt x="27" y="99"/>
                  <a:pt x="22" y="94"/>
                </a:cubicBezTo>
                <a:cubicBezTo>
                  <a:pt x="17" y="88"/>
                  <a:pt x="14" y="81"/>
                  <a:pt x="14" y="71"/>
                </a:cubicBezTo>
                <a:cubicBezTo>
                  <a:pt x="14" y="53"/>
                  <a:pt x="22" y="36"/>
                  <a:pt x="38" y="22"/>
                </a:cubicBezTo>
                <a:cubicBezTo>
                  <a:pt x="54" y="7"/>
                  <a:pt x="75" y="0"/>
                  <a:pt x="98" y="0"/>
                </a:cubicBezTo>
                <a:cubicBezTo>
                  <a:pt x="110" y="0"/>
                  <a:pt x="117" y="0"/>
                  <a:pt x="120" y="1"/>
                </a:cubicBezTo>
                <a:cubicBezTo>
                  <a:pt x="145" y="5"/>
                  <a:pt x="164" y="14"/>
                  <a:pt x="177" y="27"/>
                </a:cubicBezTo>
                <a:cubicBezTo>
                  <a:pt x="190" y="41"/>
                  <a:pt x="197" y="56"/>
                  <a:pt x="198" y="72"/>
                </a:cubicBezTo>
                <a:cubicBezTo>
                  <a:pt x="198" y="90"/>
                  <a:pt x="192" y="107"/>
                  <a:pt x="180" y="124"/>
                </a:cubicBezTo>
                <a:cubicBezTo>
                  <a:pt x="169" y="140"/>
                  <a:pt x="153" y="152"/>
                  <a:pt x="133" y="159"/>
                </a:cubicBezTo>
                <a:lnTo>
                  <a:pt x="131" y="160"/>
                </a:lnTo>
                <a:cubicBezTo>
                  <a:pt x="131" y="161"/>
                  <a:pt x="133" y="161"/>
                  <a:pt x="136" y="162"/>
                </a:cubicBezTo>
                <a:cubicBezTo>
                  <a:pt x="139" y="163"/>
                  <a:pt x="144" y="164"/>
                  <a:pt x="151" y="167"/>
                </a:cubicBezTo>
                <a:cubicBezTo>
                  <a:pt x="157" y="169"/>
                  <a:pt x="164" y="172"/>
                  <a:pt x="170" y="177"/>
                </a:cubicBezTo>
                <a:cubicBezTo>
                  <a:pt x="197" y="195"/>
                  <a:pt x="211" y="220"/>
                  <a:pt x="211" y="249"/>
                </a:cubicBezTo>
                <a:cubicBezTo>
                  <a:pt x="211" y="276"/>
                  <a:pt x="201" y="299"/>
                  <a:pt x="180" y="319"/>
                </a:cubicBezTo>
                <a:cubicBezTo>
                  <a:pt x="159" y="339"/>
                  <a:pt x="132" y="349"/>
                  <a:pt x="100" y="349"/>
                </a:cubicBezTo>
                <a:cubicBezTo>
                  <a:pt x="74" y="349"/>
                  <a:pt x="49" y="341"/>
                  <a:pt x="30" y="327"/>
                </a:cubicBezTo>
                <a:cubicBezTo>
                  <a:pt x="10" y="312"/>
                  <a:pt x="0" y="294"/>
                  <a:pt x="0" y="272"/>
                </a:cubicBezTo>
                <a:cubicBezTo>
                  <a:pt x="0" y="262"/>
                  <a:pt x="3" y="255"/>
                  <a:pt x="9" y="249"/>
                </a:cubicBezTo>
                <a:cubicBezTo>
                  <a:pt x="16" y="243"/>
                  <a:pt x="23" y="240"/>
                  <a:pt x="32" y="240"/>
                </a:cubicBezTo>
                <a:cubicBezTo>
                  <a:pt x="42" y="240"/>
                  <a:pt x="49" y="243"/>
                  <a:pt x="55" y="249"/>
                </a:cubicBezTo>
                <a:cubicBezTo>
                  <a:pt x="63" y="255"/>
                  <a:pt x="66" y="263"/>
                  <a:pt x="66" y="272"/>
                </a:cubicBezTo>
                <a:cubicBezTo>
                  <a:pt x="66" y="275"/>
                  <a:pt x="65" y="279"/>
                  <a:pt x="64" y="282"/>
                </a:cubicBezTo>
                <a:cubicBezTo>
                  <a:pt x="63" y="285"/>
                  <a:pt x="62" y="288"/>
                  <a:pt x="61" y="290"/>
                </a:cubicBezTo>
                <a:cubicBezTo>
                  <a:pt x="58" y="292"/>
                  <a:pt x="56" y="294"/>
                  <a:pt x="54" y="296"/>
                </a:cubicBezTo>
                <a:cubicBezTo>
                  <a:pt x="52" y="298"/>
                  <a:pt x="50" y="299"/>
                  <a:pt x="48" y="300"/>
                </a:cubicBezTo>
                <a:cubicBezTo>
                  <a:pt x="46" y="301"/>
                  <a:pt x="45" y="302"/>
                  <a:pt x="43" y="302"/>
                </a:cubicBezTo>
                <a:cubicBezTo>
                  <a:pt x="41" y="302"/>
                  <a:pt x="40" y="303"/>
                  <a:pt x="39" y="304"/>
                </a:cubicBezTo>
                <a:lnTo>
                  <a:pt x="37" y="304"/>
                </a:lnTo>
                <a:cubicBezTo>
                  <a:pt x="54" y="319"/>
                  <a:pt x="76" y="327"/>
                  <a:pt x="100" y="327"/>
                </a:cubicBezTo>
                <a:cubicBezTo>
                  <a:pt x="119" y="327"/>
                  <a:pt x="133" y="318"/>
                  <a:pt x="142" y="300"/>
                </a:cubicBezTo>
                <a:cubicBezTo>
                  <a:pt x="148" y="289"/>
                  <a:pt x="151" y="272"/>
                  <a:pt x="151" y="249"/>
                </a:cubicBezTo>
                <a:lnTo>
                  <a:pt x="151" y="239"/>
                </a:lnTo>
                <a:cubicBezTo>
                  <a:pt x="151" y="207"/>
                  <a:pt x="140" y="184"/>
                  <a:pt x="119" y="174"/>
                </a:cubicBezTo>
                <a:cubicBezTo>
                  <a:pt x="114" y="172"/>
                  <a:pt x="103" y="170"/>
                  <a:pt x="88" y="170"/>
                </a:cubicBezTo>
                <a:lnTo>
                  <a:pt x="67" y="170"/>
                </a:lnTo>
                <a:lnTo>
                  <a:pt x="65" y="169"/>
                </a:lnTo>
                <a:cubicBezTo>
                  <a:pt x="64" y="168"/>
                  <a:pt x="64" y="165"/>
                  <a:pt x="64" y="160"/>
                </a:cubicBezTo>
                <a:cubicBezTo>
                  <a:pt x="64" y="154"/>
                  <a:pt x="65" y="151"/>
                  <a:pt x="68" y="151"/>
                </a:cubicBezTo>
                <a:cubicBezTo>
                  <a:pt x="78" y="151"/>
                  <a:pt x="87" y="151"/>
                  <a:pt x="97" y="149"/>
                </a:cubicBezTo>
                <a:cubicBezTo>
                  <a:pt x="109" y="147"/>
                  <a:pt x="119" y="140"/>
                  <a:pt x="129" y="128"/>
                </a:cubicBezTo>
                <a:cubicBezTo>
                  <a:pt x="138" y="115"/>
                  <a:pt x="143" y="96"/>
                  <a:pt x="143" y="71"/>
                </a:cubicBezTo>
                <a:lnTo>
                  <a:pt x="143" y="67"/>
                </a:lnTo>
                <a:cubicBezTo>
                  <a:pt x="143" y="48"/>
                  <a:pt x="137" y="34"/>
                  <a:pt x="125" y="27"/>
                </a:cubicBezTo>
                <a:cubicBezTo>
                  <a:pt x="118" y="22"/>
                  <a:pt x="110" y="20"/>
                  <a:pt x="101" y="20"/>
                </a:cubicBezTo>
                <a:cubicBezTo>
                  <a:pt x="91" y="20"/>
                  <a:pt x="81" y="22"/>
                  <a:pt x="72" y="25"/>
                </a:cubicBezTo>
                <a:cubicBezTo>
                  <a:pt x="63" y="29"/>
                  <a:pt x="55" y="33"/>
                  <a:pt x="51" y="37"/>
                </a:cubicBezTo>
                <a:cubicBezTo>
                  <a:pt x="48" y="41"/>
                  <a:pt x="46" y="43"/>
                  <a:pt x="46" y="43"/>
                </a:cubicBezTo>
                <a:lnTo>
                  <a:pt x="47" y="43"/>
                </a:lnTo>
                <a:cubicBezTo>
                  <a:pt x="48" y="44"/>
                  <a:pt x="50" y="44"/>
                  <a:pt x="51" y="44"/>
                </a:cubicBezTo>
                <a:cubicBezTo>
                  <a:pt x="53" y="45"/>
                  <a:pt x="55" y="45"/>
                  <a:pt x="57" y="47"/>
                </a:cubicBezTo>
                <a:cubicBezTo>
                  <a:pt x="58" y="48"/>
                  <a:pt x="61" y="49"/>
                  <a:pt x="64" y="50"/>
                </a:cubicBezTo>
                <a:cubicBezTo>
                  <a:pt x="66" y="51"/>
                  <a:pt x="68" y="53"/>
                  <a:pt x="69" y="56"/>
                </a:cubicBezTo>
                <a:cubicBezTo>
                  <a:pt x="70" y="59"/>
                  <a:pt x="71" y="61"/>
                  <a:pt x="73" y="63"/>
                </a:cubicBezTo>
                <a:cubicBezTo>
                  <a:pt x="74" y="66"/>
                  <a:pt x="75" y="69"/>
                  <a:pt x="74" y="74"/>
                </a:cubicBezTo>
                <a:cubicBezTo>
                  <a:pt x="74" y="81"/>
                  <a:pt x="72" y="87"/>
                  <a:pt x="67" y="93"/>
                </a:cubicBezTo>
                <a:cubicBezTo>
                  <a:pt x="62" y="99"/>
                  <a:pt x="54" y="102"/>
                  <a:pt x="43" y="10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2" name=""/>
          <p:cNvSpPr txBox="1"/>
          <p:nvPr/>
        </p:nvSpPr>
        <p:spPr>
          <a:xfrm>
            <a:off x="3159360" y="2371680"/>
            <a:ext cx="4240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/yr;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3" name=""/>
          <p:cNvSpPr/>
          <p:nvPr/>
        </p:nvSpPr>
        <p:spPr>
          <a:xfrm>
            <a:off x="857160" y="2819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4" name=""/>
          <p:cNvSpPr txBox="1"/>
          <p:nvPr/>
        </p:nvSpPr>
        <p:spPr>
          <a:xfrm>
            <a:off x="5754600" y="2371680"/>
            <a:ext cx="4824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/mmHg (class-level evidence; GUSTO-I, FTT 1994)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1085760" y="2733840"/>
            <a:ext cx="11538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 partner is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6" name=""/>
          <p:cNvSpPr txBox="1"/>
          <p:nvPr/>
        </p:nvSpPr>
        <p:spPr>
          <a:xfrm>
            <a:off x="2239200" y="2700000"/>
            <a:ext cx="6634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eligible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7" name=""/>
          <p:cNvSpPr/>
          <p:nvPr/>
        </p:nvSpPr>
        <p:spPr>
          <a:xfrm>
            <a:off x="4579920" y="2773800"/>
            <a:ext cx="158760" cy="176400"/>
          </a:xfrm>
          <a:custGeom>
            <a:avLst/>
            <a:gdLst/>
            <a:ahLst/>
            <a:rect l="0" t="0" r="r" b="b"/>
            <a:pathLst>
              <a:path w="441" h="490">
                <a:moveTo>
                  <a:pt x="141" y="33"/>
                </a:moveTo>
                <a:cubicBezTo>
                  <a:pt x="124" y="33"/>
                  <a:pt x="116" y="32"/>
                  <a:pt x="115" y="30"/>
                </a:cubicBezTo>
                <a:cubicBezTo>
                  <a:pt x="114" y="29"/>
                  <a:pt x="114" y="27"/>
                  <a:pt x="114" y="24"/>
                </a:cubicBezTo>
                <a:cubicBezTo>
                  <a:pt x="114" y="13"/>
                  <a:pt x="117" y="5"/>
                  <a:pt x="122" y="1"/>
                </a:cubicBezTo>
                <a:cubicBezTo>
                  <a:pt x="123" y="0"/>
                  <a:pt x="126" y="0"/>
                  <a:pt x="133" y="0"/>
                </a:cubicBezTo>
                <a:cubicBezTo>
                  <a:pt x="158" y="2"/>
                  <a:pt x="189" y="2"/>
                  <a:pt x="223" y="2"/>
                </a:cubicBezTo>
                <a:cubicBezTo>
                  <a:pt x="292" y="2"/>
                  <a:pt x="330" y="2"/>
                  <a:pt x="340" y="0"/>
                </a:cubicBezTo>
                <a:lnTo>
                  <a:pt x="349" y="0"/>
                </a:lnTo>
                <a:cubicBezTo>
                  <a:pt x="352" y="3"/>
                  <a:pt x="353" y="5"/>
                  <a:pt x="353" y="7"/>
                </a:cubicBezTo>
                <a:cubicBezTo>
                  <a:pt x="353" y="8"/>
                  <a:pt x="353" y="12"/>
                  <a:pt x="352" y="19"/>
                </a:cubicBezTo>
                <a:cubicBezTo>
                  <a:pt x="349" y="27"/>
                  <a:pt x="347" y="31"/>
                  <a:pt x="345" y="33"/>
                </a:cubicBezTo>
                <a:lnTo>
                  <a:pt x="318" y="33"/>
                </a:lnTo>
                <a:cubicBezTo>
                  <a:pt x="285" y="34"/>
                  <a:pt x="266" y="36"/>
                  <a:pt x="260" y="40"/>
                </a:cubicBezTo>
                <a:cubicBezTo>
                  <a:pt x="257" y="41"/>
                  <a:pt x="254" y="48"/>
                  <a:pt x="250" y="60"/>
                </a:cubicBezTo>
                <a:cubicBezTo>
                  <a:pt x="247" y="71"/>
                  <a:pt x="231" y="134"/>
                  <a:pt x="201" y="248"/>
                </a:cubicBezTo>
                <a:cubicBezTo>
                  <a:pt x="194" y="279"/>
                  <a:pt x="186" y="312"/>
                  <a:pt x="177" y="347"/>
                </a:cubicBezTo>
                <a:cubicBezTo>
                  <a:pt x="168" y="383"/>
                  <a:pt x="162" y="409"/>
                  <a:pt x="158" y="427"/>
                </a:cubicBezTo>
                <a:lnTo>
                  <a:pt x="151" y="452"/>
                </a:lnTo>
                <a:cubicBezTo>
                  <a:pt x="151" y="454"/>
                  <a:pt x="153" y="455"/>
                  <a:pt x="158" y="455"/>
                </a:cubicBezTo>
                <a:cubicBezTo>
                  <a:pt x="162" y="455"/>
                  <a:pt x="176" y="456"/>
                  <a:pt x="200" y="457"/>
                </a:cubicBezTo>
                <a:lnTo>
                  <a:pt x="212" y="457"/>
                </a:lnTo>
                <a:cubicBezTo>
                  <a:pt x="227" y="457"/>
                  <a:pt x="240" y="456"/>
                  <a:pt x="249" y="456"/>
                </a:cubicBezTo>
                <a:cubicBezTo>
                  <a:pt x="259" y="455"/>
                  <a:pt x="270" y="454"/>
                  <a:pt x="285" y="451"/>
                </a:cubicBezTo>
                <a:cubicBezTo>
                  <a:pt x="299" y="448"/>
                  <a:pt x="311" y="444"/>
                  <a:pt x="320" y="438"/>
                </a:cubicBezTo>
                <a:cubicBezTo>
                  <a:pt x="330" y="432"/>
                  <a:pt x="340" y="424"/>
                  <a:pt x="352" y="414"/>
                </a:cubicBezTo>
                <a:cubicBezTo>
                  <a:pt x="363" y="403"/>
                  <a:pt x="373" y="390"/>
                  <a:pt x="382" y="374"/>
                </a:cubicBezTo>
                <a:cubicBezTo>
                  <a:pt x="389" y="359"/>
                  <a:pt x="397" y="343"/>
                  <a:pt x="403" y="326"/>
                </a:cubicBezTo>
                <a:cubicBezTo>
                  <a:pt x="410" y="308"/>
                  <a:pt x="414" y="298"/>
                  <a:pt x="415" y="295"/>
                </a:cubicBezTo>
                <a:cubicBezTo>
                  <a:pt x="418" y="294"/>
                  <a:pt x="422" y="293"/>
                  <a:pt x="428" y="293"/>
                </a:cubicBezTo>
                <a:lnTo>
                  <a:pt x="437" y="293"/>
                </a:lnTo>
                <a:cubicBezTo>
                  <a:pt x="440" y="298"/>
                  <a:pt x="441" y="300"/>
                  <a:pt x="441" y="301"/>
                </a:cubicBezTo>
                <a:cubicBezTo>
                  <a:pt x="441" y="302"/>
                  <a:pt x="436" y="316"/>
                  <a:pt x="427" y="343"/>
                </a:cubicBezTo>
                <a:cubicBezTo>
                  <a:pt x="417" y="372"/>
                  <a:pt x="407" y="400"/>
                  <a:pt x="395" y="430"/>
                </a:cubicBezTo>
                <a:cubicBezTo>
                  <a:pt x="384" y="460"/>
                  <a:pt x="378" y="478"/>
                  <a:pt x="377" y="483"/>
                </a:cubicBezTo>
                <a:cubicBezTo>
                  <a:pt x="376" y="485"/>
                  <a:pt x="375" y="487"/>
                  <a:pt x="374" y="487"/>
                </a:cubicBezTo>
                <a:cubicBezTo>
                  <a:pt x="373" y="488"/>
                  <a:pt x="369" y="489"/>
                  <a:pt x="362" y="490"/>
                </a:cubicBezTo>
                <a:cubicBezTo>
                  <a:pt x="356" y="490"/>
                  <a:pt x="346" y="491"/>
                  <a:pt x="332" y="490"/>
                </a:cubicBezTo>
                <a:cubicBezTo>
                  <a:pt x="326" y="490"/>
                  <a:pt x="308" y="490"/>
                  <a:pt x="277" y="490"/>
                </a:cubicBezTo>
                <a:cubicBezTo>
                  <a:pt x="246" y="490"/>
                  <a:pt x="216" y="490"/>
                  <a:pt x="188" y="490"/>
                </a:cubicBezTo>
                <a:lnTo>
                  <a:pt x="60" y="490"/>
                </a:lnTo>
                <a:cubicBezTo>
                  <a:pt x="20" y="490"/>
                  <a:pt x="0" y="487"/>
                  <a:pt x="0" y="482"/>
                </a:cubicBezTo>
                <a:cubicBezTo>
                  <a:pt x="0" y="479"/>
                  <a:pt x="1" y="476"/>
                  <a:pt x="2" y="472"/>
                </a:cubicBezTo>
                <a:cubicBezTo>
                  <a:pt x="4" y="463"/>
                  <a:pt x="7" y="458"/>
                  <a:pt x="9" y="457"/>
                </a:cubicBezTo>
                <a:cubicBezTo>
                  <a:pt x="11" y="457"/>
                  <a:pt x="14" y="457"/>
                  <a:pt x="20" y="457"/>
                </a:cubicBezTo>
                <a:lnTo>
                  <a:pt x="24" y="457"/>
                </a:lnTo>
                <a:cubicBezTo>
                  <a:pt x="37" y="457"/>
                  <a:pt x="51" y="456"/>
                  <a:pt x="67" y="455"/>
                </a:cubicBezTo>
                <a:cubicBezTo>
                  <a:pt x="74" y="453"/>
                  <a:pt x="78" y="450"/>
                  <a:pt x="80" y="446"/>
                </a:cubicBezTo>
                <a:cubicBezTo>
                  <a:pt x="82" y="444"/>
                  <a:pt x="99" y="378"/>
                  <a:pt x="132" y="246"/>
                </a:cubicBezTo>
                <a:cubicBezTo>
                  <a:pt x="165" y="116"/>
                  <a:pt x="181" y="47"/>
                  <a:pt x="181" y="40"/>
                </a:cubicBezTo>
                <a:cubicBezTo>
                  <a:pt x="181" y="36"/>
                  <a:pt x="168" y="34"/>
                  <a:pt x="141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8" name=""/>
          <p:cNvSpPr/>
          <p:nvPr/>
        </p:nvSpPr>
        <p:spPr>
          <a:xfrm>
            <a:off x="4767120" y="2771640"/>
            <a:ext cx="68040" cy="78480"/>
          </a:xfrm>
          <a:custGeom>
            <a:avLst/>
            <a:gdLst/>
            <a:ahLst/>
            <a:rect l="0" t="0" r="r" b="b"/>
            <a:pathLst>
              <a:path w="189" h="218">
                <a:moveTo>
                  <a:pt x="84" y="91"/>
                </a:moveTo>
                <a:cubicBezTo>
                  <a:pt x="79" y="46"/>
                  <a:pt x="77" y="21"/>
                  <a:pt x="77" y="16"/>
                </a:cubicBezTo>
                <a:cubicBezTo>
                  <a:pt x="77" y="10"/>
                  <a:pt x="81" y="4"/>
                  <a:pt x="89" y="0"/>
                </a:cubicBezTo>
                <a:cubicBezTo>
                  <a:pt x="90" y="0"/>
                  <a:pt x="91" y="0"/>
                  <a:pt x="92" y="0"/>
                </a:cubicBezTo>
                <a:cubicBezTo>
                  <a:pt x="93" y="0"/>
                  <a:pt x="94" y="0"/>
                  <a:pt x="95" y="0"/>
                </a:cubicBezTo>
                <a:cubicBezTo>
                  <a:pt x="99" y="0"/>
                  <a:pt x="103" y="2"/>
                  <a:pt x="106" y="4"/>
                </a:cubicBezTo>
                <a:cubicBezTo>
                  <a:pt x="109" y="8"/>
                  <a:pt x="111" y="12"/>
                  <a:pt x="111" y="16"/>
                </a:cubicBezTo>
                <a:cubicBezTo>
                  <a:pt x="111" y="21"/>
                  <a:pt x="110" y="35"/>
                  <a:pt x="108" y="56"/>
                </a:cubicBezTo>
                <a:cubicBezTo>
                  <a:pt x="106" y="77"/>
                  <a:pt x="105" y="89"/>
                  <a:pt x="105" y="91"/>
                </a:cubicBezTo>
                <a:lnTo>
                  <a:pt x="135" y="70"/>
                </a:lnTo>
                <a:cubicBezTo>
                  <a:pt x="154" y="56"/>
                  <a:pt x="164" y="49"/>
                  <a:pt x="166" y="48"/>
                </a:cubicBezTo>
                <a:cubicBezTo>
                  <a:pt x="167" y="47"/>
                  <a:pt x="169" y="46"/>
                  <a:pt x="171" y="46"/>
                </a:cubicBezTo>
                <a:cubicBezTo>
                  <a:pt x="175" y="46"/>
                  <a:pt x="179" y="48"/>
                  <a:pt x="183" y="51"/>
                </a:cubicBezTo>
                <a:cubicBezTo>
                  <a:pt x="187" y="55"/>
                  <a:pt x="189" y="59"/>
                  <a:pt x="189" y="65"/>
                </a:cubicBezTo>
                <a:cubicBezTo>
                  <a:pt x="189" y="70"/>
                  <a:pt x="187" y="73"/>
                  <a:pt x="184" y="77"/>
                </a:cubicBezTo>
                <a:cubicBezTo>
                  <a:pt x="182" y="78"/>
                  <a:pt x="171" y="83"/>
                  <a:pt x="150" y="93"/>
                </a:cubicBezTo>
                <a:cubicBezTo>
                  <a:pt x="127" y="104"/>
                  <a:pt x="116" y="109"/>
                  <a:pt x="114" y="110"/>
                </a:cubicBezTo>
                <a:lnTo>
                  <a:pt x="148" y="125"/>
                </a:lnTo>
                <a:lnTo>
                  <a:pt x="184" y="143"/>
                </a:lnTo>
                <a:cubicBezTo>
                  <a:pt x="187" y="146"/>
                  <a:pt x="188" y="150"/>
                  <a:pt x="188" y="155"/>
                </a:cubicBezTo>
                <a:cubicBezTo>
                  <a:pt x="188" y="160"/>
                  <a:pt x="187" y="164"/>
                  <a:pt x="184" y="167"/>
                </a:cubicBezTo>
                <a:cubicBezTo>
                  <a:pt x="181" y="171"/>
                  <a:pt x="177" y="172"/>
                  <a:pt x="172" y="173"/>
                </a:cubicBezTo>
                <a:cubicBezTo>
                  <a:pt x="169" y="173"/>
                  <a:pt x="166" y="172"/>
                  <a:pt x="163" y="170"/>
                </a:cubicBezTo>
                <a:cubicBezTo>
                  <a:pt x="159" y="168"/>
                  <a:pt x="150" y="161"/>
                  <a:pt x="135" y="150"/>
                </a:cubicBezTo>
                <a:lnTo>
                  <a:pt x="105" y="128"/>
                </a:lnTo>
                <a:cubicBezTo>
                  <a:pt x="109" y="173"/>
                  <a:pt x="111" y="199"/>
                  <a:pt x="111" y="204"/>
                </a:cubicBezTo>
                <a:cubicBezTo>
                  <a:pt x="111" y="208"/>
                  <a:pt x="110" y="211"/>
                  <a:pt x="108" y="214"/>
                </a:cubicBezTo>
                <a:cubicBezTo>
                  <a:pt x="105" y="217"/>
                  <a:pt x="101" y="218"/>
                  <a:pt x="94" y="218"/>
                </a:cubicBezTo>
                <a:cubicBezTo>
                  <a:pt x="88" y="218"/>
                  <a:pt x="84" y="217"/>
                  <a:pt x="81" y="214"/>
                </a:cubicBezTo>
                <a:cubicBezTo>
                  <a:pt x="79" y="211"/>
                  <a:pt x="78" y="208"/>
                  <a:pt x="77" y="204"/>
                </a:cubicBezTo>
                <a:cubicBezTo>
                  <a:pt x="77" y="198"/>
                  <a:pt x="78" y="185"/>
                  <a:pt x="80" y="164"/>
                </a:cubicBezTo>
                <a:cubicBezTo>
                  <a:pt x="82" y="142"/>
                  <a:pt x="83" y="131"/>
                  <a:pt x="84" y="128"/>
                </a:cubicBezTo>
                <a:lnTo>
                  <a:pt x="54" y="150"/>
                </a:lnTo>
                <a:cubicBezTo>
                  <a:pt x="36" y="163"/>
                  <a:pt x="25" y="171"/>
                  <a:pt x="24" y="172"/>
                </a:cubicBezTo>
                <a:cubicBezTo>
                  <a:pt x="22" y="173"/>
                  <a:pt x="21" y="173"/>
                  <a:pt x="19" y="173"/>
                </a:cubicBezTo>
                <a:cubicBezTo>
                  <a:pt x="14" y="173"/>
                  <a:pt x="10" y="172"/>
                  <a:pt x="6" y="168"/>
                </a:cubicBezTo>
                <a:cubicBezTo>
                  <a:pt x="3" y="165"/>
                  <a:pt x="1" y="160"/>
                  <a:pt x="0" y="155"/>
                </a:cubicBezTo>
                <a:cubicBezTo>
                  <a:pt x="0" y="153"/>
                  <a:pt x="0" y="152"/>
                  <a:pt x="0" y="151"/>
                </a:cubicBezTo>
                <a:cubicBezTo>
                  <a:pt x="0" y="150"/>
                  <a:pt x="1" y="149"/>
                  <a:pt x="2" y="148"/>
                </a:cubicBezTo>
                <a:cubicBezTo>
                  <a:pt x="3" y="147"/>
                  <a:pt x="4" y="145"/>
                  <a:pt x="4" y="144"/>
                </a:cubicBezTo>
                <a:cubicBezTo>
                  <a:pt x="5" y="143"/>
                  <a:pt x="7" y="142"/>
                  <a:pt x="9" y="141"/>
                </a:cubicBezTo>
                <a:cubicBezTo>
                  <a:pt x="11" y="140"/>
                  <a:pt x="14" y="138"/>
                  <a:pt x="16" y="137"/>
                </a:cubicBezTo>
                <a:cubicBezTo>
                  <a:pt x="18" y="136"/>
                  <a:pt x="21" y="135"/>
                  <a:pt x="25" y="133"/>
                </a:cubicBezTo>
                <a:cubicBezTo>
                  <a:pt x="30" y="131"/>
                  <a:pt x="34" y="129"/>
                  <a:pt x="38" y="127"/>
                </a:cubicBezTo>
                <a:cubicBezTo>
                  <a:pt x="42" y="126"/>
                  <a:pt x="47" y="123"/>
                  <a:pt x="54" y="120"/>
                </a:cubicBezTo>
                <a:cubicBezTo>
                  <a:pt x="61" y="116"/>
                  <a:pt x="67" y="113"/>
                  <a:pt x="74" y="110"/>
                </a:cubicBezTo>
                <a:lnTo>
                  <a:pt x="5" y="77"/>
                </a:lnTo>
                <a:cubicBezTo>
                  <a:pt x="2" y="74"/>
                  <a:pt x="1" y="70"/>
                  <a:pt x="1" y="65"/>
                </a:cubicBezTo>
                <a:cubicBezTo>
                  <a:pt x="1" y="60"/>
                  <a:pt x="2" y="56"/>
                  <a:pt x="5" y="52"/>
                </a:cubicBezTo>
                <a:cubicBezTo>
                  <a:pt x="8" y="49"/>
                  <a:pt x="13" y="47"/>
                  <a:pt x="18" y="47"/>
                </a:cubicBezTo>
                <a:cubicBezTo>
                  <a:pt x="20" y="47"/>
                  <a:pt x="23" y="48"/>
                  <a:pt x="27" y="50"/>
                </a:cubicBezTo>
                <a:cubicBezTo>
                  <a:pt x="30" y="52"/>
                  <a:pt x="39" y="59"/>
                  <a:pt x="54" y="70"/>
                </a:cubicBezTo>
                <a:lnTo>
                  <a:pt x="84" y="9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9" name=""/>
          <p:cNvSpPr/>
          <p:nvPr/>
        </p:nvSpPr>
        <p:spPr>
          <a:xfrm>
            <a:off x="4952160" y="2810520"/>
            <a:ext cx="157320" cy="149760"/>
          </a:xfrm>
          <a:custGeom>
            <a:avLst/>
            <a:gdLst/>
            <a:ahLst/>
            <a:rect l="0" t="0" r="r" b="b"/>
            <a:pathLst>
              <a:path w="437" h="416">
                <a:moveTo>
                  <a:pt x="0" y="15"/>
                </a:moveTo>
                <a:cubicBezTo>
                  <a:pt x="0" y="11"/>
                  <a:pt x="1" y="8"/>
                  <a:pt x="3" y="5"/>
                </a:cubicBezTo>
                <a:cubicBezTo>
                  <a:pt x="5" y="3"/>
                  <a:pt x="7" y="2"/>
                  <a:pt x="9" y="1"/>
                </a:cubicBezTo>
                <a:lnTo>
                  <a:pt x="11" y="0"/>
                </a:lnTo>
                <a:cubicBezTo>
                  <a:pt x="14" y="0"/>
                  <a:pt x="51" y="17"/>
                  <a:pt x="121" y="50"/>
                </a:cubicBezTo>
                <a:cubicBezTo>
                  <a:pt x="191" y="83"/>
                  <a:pt x="261" y="115"/>
                  <a:pt x="329" y="148"/>
                </a:cubicBezTo>
                <a:lnTo>
                  <a:pt x="432" y="197"/>
                </a:lnTo>
                <a:cubicBezTo>
                  <a:pt x="436" y="199"/>
                  <a:pt x="437" y="203"/>
                  <a:pt x="437" y="208"/>
                </a:cubicBezTo>
                <a:cubicBezTo>
                  <a:pt x="437" y="213"/>
                  <a:pt x="436" y="216"/>
                  <a:pt x="432" y="219"/>
                </a:cubicBezTo>
                <a:cubicBezTo>
                  <a:pt x="431" y="219"/>
                  <a:pt x="361" y="253"/>
                  <a:pt x="223" y="319"/>
                </a:cubicBezTo>
                <a:lnTo>
                  <a:pt x="17" y="416"/>
                </a:lnTo>
                <a:lnTo>
                  <a:pt x="12" y="416"/>
                </a:lnTo>
                <a:cubicBezTo>
                  <a:pt x="4" y="415"/>
                  <a:pt x="0" y="410"/>
                  <a:pt x="0" y="402"/>
                </a:cubicBezTo>
                <a:cubicBezTo>
                  <a:pt x="0" y="401"/>
                  <a:pt x="0" y="401"/>
                  <a:pt x="0" y="400"/>
                </a:cubicBezTo>
                <a:cubicBezTo>
                  <a:pt x="-1" y="396"/>
                  <a:pt x="3" y="393"/>
                  <a:pt x="10" y="388"/>
                </a:cubicBezTo>
                <a:cubicBezTo>
                  <a:pt x="19" y="383"/>
                  <a:pt x="55" y="366"/>
                  <a:pt x="118" y="337"/>
                </a:cubicBezTo>
                <a:cubicBezTo>
                  <a:pt x="155" y="319"/>
                  <a:pt x="186" y="305"/>
                  <a:pt x="210" y="293"/>
                </a:cubicBezTo>
                <a:lnTo>
                  <a:pt x="388" y="208"/>
                </a:lnTo>
                <a:lnTo>
                  <a:pt x="210" y="123"/>
                </a:lnTo>
                <a:cubicBezTo>
                  <a:pt x="73" y="59"/>
                  <a:pt x="4" y="25"/>
                  <a:pt x="2" y="23"/>
                </a:cubicBezTo>
                <a:cubicBezTo>
                  <a:pt x="1" y="21"/>
                  <a:pt x="0" y="18"/>
                  <a:pt x="0" y="1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0" name=""/>
          <p:cNvSpPr/>
          <p:nvPr/>
        </p:nvSpPr>
        <p:spPr>
          <a:xfrm>
            <a:off x="5211000" y="2773800"/>
            <a:ext cx="158760" cy="176400"/>
          </a:xfrm>
          <a:custGeom>
            <a:avLst/>
            <a:gdLst/>
            <a:ahLst/>
            <a:rect l="0" t="0" r="r" b="b"/>
            <a:pathLst>
              <a:path w="441" h="490">
                <a:moveTo>
                  <a:pt x="140" y="33"/>
                </a:moveTo>
                <a:cubicBezTo>
                  <a:pt x="124" y="33"/>
                  <a:pt x="115" y="32"/>
                  <a:pt x="114" y="30"/>
                </a:cubicBezTo>
                <a:cubicBezTo>
                  <a:pt x="114" y="29"/>
                  <a:pt x="114" y="27"/>
                  <a:pt x="114" y="24"/>
                </a:cubicBezTo>
                <a:cubicBezTo>
                  <a:pt x="114" y="13"/>
                  <a:pt x="116" y="5"/>
                  <a:pt x="122" y="1"/>
                </a:cubicBezTo>
                <a:cubicBezTo>
                  <a:pt x="123" y="0"/>
                  <a:pt x="126" y="0"/>
                  <a:pt x="132" y="0"/>
                </a:cubicBezTo>
                <a:cubicBezTo>
                  <a:pt x="158" y="2"/>
                  <a:pt x="188" y="2"/>
                  <a:pt x="223" y="2"/>
                </a:cubicBezTo>
                <a:cubicBezTo>
                  <a:pt x="291" y="2"/>
                  <a:pt x="330" y="2"/>
                  <a:pt x="340" y="0"/>
                </a:cubicBezTo>
                <a:lnTo>
                  <a:pt x="348" y="0"/>
                </a:lnTo>
                <a:cubicBezTo>
                  <a:pt x="351" y="3"/>
                  <a:pt x="353" y="5"/>
                  <a:pt x="353" y="7"/>
                </a:cubicBezTo>
                <a:cubicBezTo>
                  <a:pt x="353" y="8"/>
                  <a:pt x="352" y="12"/>
                  <a:pt x="351" y="19"/>
                </a:cubicBezTo>
                <a:cubicBezTo>
                  <a:pt x="349" y="27"/>
                  <a:pt x="347" y="31"/>
                  <a:pt x="345" y="33"/>
                </a:cubicBezTo>
                <a:lnTo>
                  <a:pt x="318" y="33"/>
                </a:lnTo>
                <a:cubicBezTo>
                  <a:pt x="285" y="34"/>
                  <a:pt x="266" y="36"/>
                  <a:pt x="260" y="40"/>
                </a:cubicBezTo>
                <a:cubicBezTo>
                  <a:pt x="256" y="41"/>
                  <a:pt x="253" y="48"/>
                  <a:pt x="250" y="60"/>
                </a:cubicBezTo>
                <a:cubicBezTo>
                  <a:pt x="246" y="71"/>
                  <a:pt x="230" y="134"/>
                  <a:pt x="201" y="248"/>
                </a:cubicBezTo>
                <a:cubicBezTo>
                  <a:pt x="193" y="279"/>
                  <a:pt x="185" y="312"/>
                  <a:pt x="177" y="347"/>
                </a:cubicBezTo>
                <a:cubicBezTo>
                  <a:pt x="168" y="383"/>
                  <a:pt x="162" y="409"/>
                  <a:pt x="157" y="427"/>
                </a:cubicBezTo>
                <a:lnTo>
                  <a:pt x="151" y="452"/>
                </a:lnTo>
                <a:cubicBezTo>
                  <a:pt x="151" y="454"/>
                  <a:pt x="153" y="455"/>
                  <a:pt x="157" y="455"/>
                </a:cubicBezTo>
                <a:cubicBezTo>
                  <a:pt x="162" y="455"/>
                  <a:pt x="176" y="456"/>
                  <a:pt x="199" y="457"/>
                </a:cubicBezTo>
                <a:lnTo>
                  <a:pt x="212" y="457"/>
                </a:lnTo>
                <a:cubicBezTo>
                  <a:pt x="227" y="457"/>
                  <a:pt x="240" y="456"/>
                  <a:pt x="249" y="456"/>
                </a:cubicBezTo>
                <a:cubicBezTo>
                  <a:pt x="258" y="455"/>
                  <a:pt x="270" y="454"/>
                  <a:pt x="284" y="451"/>
                </a:cubicBezTo>
                <a:cubicBezTo>
                  <a:pt x="298" y="448"/>
                  <a:pt x="310" y="444"/>
                  <a:pt x="320" y="438"/>
                </a:cubicBezTo>
                <a:cubicBezTo>
                  <a:pt x="329" y="432"/>
                  <a:pt x="340" y="424"/>
                  <a:pt x="351" y="414"/>
                </a:cubicBezTo>
                <a:cubicBezTo>
                  <a:pt x="363" y="403"/>
                  <a:pt x="373" y="390"/>
                  <a:pt x="381" y="374"/>
                </a:cubicBezTo>
                <a:cubicBezTo>
                  <a:pt x="389" y="359"/>
                  <a:pt x="396" y="343"/>
                  <a:pt x="403" y="326"/>
                </a:cubicBezTo>
                <a:cubicBezTo>
                  <a:pt x="410" y="308"/>
                  <a:pt x="414" y="298"/>
                  <a:pt x="415" y="295"/>
                </a:cubicBezTo>
                <a:cubicBezTo>
                  <a:pt x="417" y="294"/>
                  <a:pt x="421" y="293"/>
                  <a:pt x="427" y="293"/>
                </a:cubicBezTo>
                <a:lnTo>
                  <a:pt x="436" y="293"/>
                </a:lnTo>
                <a:cubicBezTo>
                  <a:pt x="439" y="298"/>
                  <a:pt x="441" y="300"/>
                  <a:pt x="441" y="301"/>
                </a:cubicBezTo>
                <a:cubicBezTo>
                  <a:pt x="441" y="302"/>
                  <a:pt x="436" y="316"/>
                  <a:pt x="426" y="343"/>
                </a:cubicBezTo>
                <a:cubicBezTo>
                  <a:pt x="417" y="372"/>
                  <a:pt x="406" y="400"/>
                  <a:pt x="395" y="430"/>
                </a:cubicBezTo>
                <a:cubicBezTo>
                  <a:pt x="384" y="460"/>
                  <a:pt x="377" y="478"/>
                  <a:pt x="376" y="483"/>
                </a:cubicBezTo>
                <a:cubicBezTo>
                  <a:pt x="375" y="485"/>
                  <a:pt x="374" y="487"/>
                  <a:pt x="374" y="487"/>
                </a:cubicBezTo>
                <a:cubicBezTo>
                  <a:pt x="373" y="488"/>
                  <a:pt x="369" y="489"/>
                  <a:pt x="362" y="490"/>
                </a:cubicBezTo>
                <a:cubicBezTo>
                  <a:pt x="355" y="490"/>
                  <a:pt x="345" y="491"/>
                  <a:pt x="331" y="490"/>
                </a:cubicBezTo>
                <a:cubicBezTo>
                  <a:pt x="326" y="490"/>
                  <a:pt x="308" y="490"/>
                  <a:pt x="277" y="490"/>
                </a:cubicBezTo>
                <a:cubicBezTo>
                  <a:pt x="246" y="490"/>
                  <a:pt x="215" y="490"/>
                  <a:pt x="187" y="490"/>
                </a:cubicBezTo>
                <a:lnTo>
                  <a:pt x="60" y="490"/>
                </a:lnTo>
                <a:cubicBezTo>
                  <a:pt x="20" y="490"/>
                  <a:pt x="0" y="487"/>
                  <a:pt x="0" y="482"/>
                </a:cubicBezTo>
                <a:cubicBezTo>
                  <a:pt x="0" y="479"/>
                  <a:pt x="0" y="476"/>
                  <a:pt x="1" y="472"/>
                </a:cubicBezTo>
                <a:cubicBezTo>
                  <a:pt x="4" y="463"/>
                  <a:pt x="6" y="458"/>
                  <a:pt x="9" y="457"/>
                </a:cubicBezTo>
                <a:cubicBezTo>
                  <a:pt x="10" y="457"/>
                  <a:pt x="14" y="457"/>
                  <a:pt x="19" y="457"/>
                </a:cubicBezTo>
                <a:lnTo>
                  <a:pt x="24" y="457"/>
                </a:lnTo>
                <a:cubicBezTo>
                  <a:pt x="36" y="457"/>
                  <a:pt x="51" y="456"/>
                  <a:pt x="66" y="455"/>
                </a:cubicBezTo>
                <a:cubicBezTo>
                  <a:pt x="73" y="453"/>
                  <a:pt x="78" y="450"/>
                  <a:pt x="80" y="446"/>
                </a:cubicBezTo>
                <a:cubicBezTo>
                  <a:pt x="82" y="444"/>
                  <a:pt x="99" y="378"/>
                  <a:pt x="132" y="246"/>
                </a:cubicBezTo>
                <a:cubicBezTo>
                  <a:pt x="164" y="116"/>
                  <a:pt x="181" y="47"/>
                  <a:pt x="181" y="40"/>
                </a:cubicBezTo>
                <a:cubicBezTo>
                  <a:pt x="181" y="36"/>
                  <a:pt x="167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1" name=""/>
          <p:cNvSpPr/>
          <p:nvPr/>
        </p:nvSpPr>
        <p:spPr>
          <a:xfrm>
            <a:off x="5391000" y="2864160"/>
            <a:ext cx="127800" cy="128520"/>
          </a:xfrm>
          <a:custGeom>
            <a:avLst/>
            <a:gdLst/>
            <a:ahLst/>
            <a:rect l="0" t="0" r="r" b="b"/>
            <a:pathLst>
              <a:path w="355" h="357">
                <a:moveTo>
                  <a:pt x="53" y="30"/>
                </a:moveTo>
                <a:cubicBezTo>
                  <a:pt x="51" y="28"/>
                  <a:pt x="49" y="26"/>
                  <a:pt x="48" y="26"/>
                </a:cubicBezTo>
                <a:cubicBezTo>
                  <a:pt x="46" y="25"/>
                  <a:pt x="44" y="25"/>
                  <a:pt x="40" y="24"/>
                </a:cubicBezTo>
                <a:cubicBezTo>
                  <a:pt x="36" y="24"/>
                  <a:pt x="27" y="23"/>
                  <a:pt x="17" y="23"/>
                </a:cubicBezTo>
                <a:lnTo>
                  <a:pt x="0" y="23"/>
                </a:lnTo>
                <a:lnTo>
                  <a:pt x="0" y="0"/>
                </a:lnTo>
                <a:lnTo>
                  <a:pt x="6" y="0"/>
                </a:lnTo>
                <a:cubicBezTo>
                  <a:pt x="13" y="1"/>
                  <a:pt x="38" y="1"/>
                  <a:pt x="80" y="1"/>
                </a:cubicBezTo>
                <a:cubicBezTo>
                  <a:pt x="125" y="1"/>
                  <a:pt x="149" y="1"/>
                  <a:pt x="152" y="0"/>
                </a:cubicBezTo>
                <a:lnTo>
                  <a:pt x="158" y="0"/>
                </a:lnTo>
                <a:lnTo>
                  <a:pt x="158" y="23"/>
                </a:lnTo>
                <a:lnTo>
                  <a:pt x="141" y="23"/>
                </a:lnTo>
                <a:cubicBezTo>
                  <a:pt x="128" y="23"/>
                  <a:pt x="119" y="24"/>
                  <a:pt x="116" y="24"/>
                </a:cubicBezTo>
                <a:cubicBezTo>
                  <a:pt x="112" y="25"/>
                  <a:pt x="109" y="27"/>
                  <a:pt x="106" y="30"/>
                </a:cubicBezTo>
                <a:lnTo>
                  <a:pt x="106" y="134"/>
                </a:lnTo>
                <a:lnTo>
                  <a:pt x="106" y="199"/>
                </a:lnTo>
                <a:cubicBezTo>
                  <a:pt x="106" y="233"/>
                  <a:pt x="107" y="258"/>
                  <a:pt x="110" y="272"/>
                </a:cubicBezTo>
                <a:cubicBezTo>
                  <a:pt x="113" y="287"/>
                  <a:pt x="119" y="300"/>
                  <a:pt x="130" y="312"/>
                </a:cubicBezTo>
                <a:cubicBezTo>
                  <a:pt x="145" y="326"/>
                  <a:pt x="164" y="334"/>
                  <a:pt x="185" y="334"/>
                </a:cubicBezTo>
                <a:cubicBezTo>
                  <a:pt x="207" y="334"/>
                  <a:pt x="227" y="327"/>
                  <a:pt x="244" y="313"/>
                </a:cubicBezTo>
                <a:cubicBezTo>
                  <a:pt x="262" y="300"/>
                  <a:pt x="273" y="280"/>
                  <a:pt x="277" y="253"/>
                </a:cubicBezTo>
                <a:cubicBezTo>
                  <a:pt x="279" y="246"/>
                  <a:pt x="279" y="207"/>
                  <a:pt x="279" y="139"/>
                </a:cubicBezTo>
                <a:lnTo>
                  <a:pt x="279" y="42"/>
                </a:lnTo>
                <a:cubicBezTo>
                  <a:pt x="277" y="39"/>
                  <a:pt x="276" y="37"/>
                  <a:pt x="274" y="35"/>
                </a:cubicBezTo>
                <a:cubicBezTo>
                  <a:pt x="273" y="33"/>
                  <a:pt x="269" y="31"/>
                  <a:pt x="262" y="28"/>
                </a:cubicBezTo>
                <a:cubicBezTo>
                  <a:pt x="255" y="25"/>
                  <a:pt x="247" y="23"/>
                  <a:pt x="236" y="23"/>
                </a:cubicBezTo>
                <a:lnTo>
                  <a:pt x="227" y="23"/>
                </a:lnTo>
                <a:lnTo>
                  <a:pt x="227" y="0"/>
                </a:lnTo>
                <a:lnTo>
                  <a:pt x="232" y="0"/>
                </a:lnTo>
                <a:cubicBezTo>
                  <a:pt x="237" y="1"/>
                  <a:pt x="257" y="1"/>
                  <a:pt x="291" y="1"/>
                </a:cubicBezTo>
                <a:cubicBezTo>
                  <a:pt x="325" y="1"/>
                  <a:pt x="345" y="1"/>
                  <a:pt x="350" y="0"/>
                </a:cubicBezTo>
                <a:lnTo>
                  <a:pt x="355" y="0"/>
                </a:lnTo>
                <a:lnTo>
                  <a:pt x="355" y="23"/>
                </a:lnTo>
                <a:lnTo>
                  <a:pt x="346" y="23"/>
                </a:lnTo>
                <a:cubicBezTo>
                  <a:pt x="321" y="24"/>
                  <a:pt x="307" y="31"/>
                  <a:pt x="303" y="42"/>
                </a:cubicBezTo>
                <a:lnTo>
                  <a:pt x="303" y="144"/>
                </a:lnTo>
                <a:cubicBezTo>
                  <a:pt x="302" y="213"/>
                  <a:pt x="302" y="250"/>
                  <a:pt x="301" y="255"/>
                </a:cubicBezTo>
                <a:cubicBezTo>
                  <a:pt x="301" y="255"/>
                  <a:pt x="300" y="257"/>
                  <a:pt x="300" y="259"/>
                </a:cubicBezTo>
                <a:cubicBezTo>
                  <a:pt x="293" y="289"/>
                  <a:pt x="279" y="313"/>
                  <a:pt x="257" y="330"/>
                </a:cubicBezTo>
                <a:cubicBezTo>
                  <a:pt x="236" y="348"/>
                  <a:pt x="212" y="357"/>
                  <a:pt x="185" y="357"/>
                </a:cubicBezTo>
                <a:cubicBezTo>
                  <a:pt x="157" y="357"/>
                  <a:pt x="129" y="348"/>
                  <a:pt x="103" y="329"/>
                </a:cubicBezTo>
                <a:cubicBezTo>
                  <a:pt x="77" y="311"/>
                  <a:pt x="60" y="284"/>
                  <a:pt x="54" y="249"/>
                </a:cubicBezTo>
                <a:cubicBezTo>
                  <a:pt x="54" y="246"/>
                  <a:pt x="54" y="209"/>
                  <a:pt x="53" y="138"/>
                </a:cubicBezTo>
                <a:lnTo>
                  <a:pt x="53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2" name=""/>
          <p:cNvSpPr/>
          <p:nvPr/>
        </p:nvSpPr>
        <p:spPr>
          <a:xfrm>
            <a:off x="5528160" y="2864160"/>
            <a:ext cx="113760" cy="124560"/>
          </a:xfrm>
          <a:custGeom>
            <a:avLst/>
            <a:gdLst/>
            <a:ahLst/>
            <a:rect l="0" t="0" r="r" b="b"/>
            <a:pathLst>
              <a:path w="316" h="346">
                <a:moveTo>
                  <a:pt x="52" y="30"/>
                </a:moveTo>
                <a:cubicBezTo>
                  <a:pt x="50" y="28"/>
                  <a:pt x="48" y="26"/>
                  <a:pt x="46" y="26"/>
                </a:cubicBezTo>
                <a:cubicBezTo>
                  <a:pt x="45" y="25"/>
                  <a:pt x="42" y="25"/>
                  <a:pt x="38" y="24"/>
                </a:cubicBezTo>
                <a:cubicBezTo>
                  <a:pt x="34" y="24"/>
                  <a:pt x="27" y="23"/>
                  <a:pt x="17" y="23"/>
                </a:cubicBezTo>
                <a:lnTo>
                  <a:pt x="0" y="23"/>
                </a:lnTo>
                <a:lnTo>
                  <a:pt x="0" y="0"/>
                </a:lnTo>
                <a:lnTo>
                  <a:pt x="102" y="0"/>
                </a:lnTo>
                <a:lnTo>
                  <a:pt x="121" y="0"/>
                </a:lnTo>
                <a:lnTo>
                  <a:pt x="161" y="0"/>
                </a:lnTo>
                <a:cubicBezTo>
                  <a:pt x="188" y="0"/>
                  <a:pt x="207" y="0"/>
                  <a:pt x="219" y="2"/>
                </a:cubicBezTo>
                <a:cubicBezTo>
                  <a:pt x="231" y="4"/>
                  <a:pt x="243" y="8"/>
                  <a:pt x="255" y="16"/>
                </a:cubicBezTo>
                <a:cubicBezTo>
                  <a:pt x="270" y="24"/>
                  <a:pt x="281" y="34"/>
                  <a:pt x="290" y="47"/>
                </a:cubicBezTo>
                <a:cubicBezTo>
                  <a:pt x="298" y="59"/>
                  <a:pt x="302" y="72"/>
                  <a:pt x="302" y="86"/>
                </a:cubicBezTo>
                <a:cubicBezTo>
                  <a:pt x="302" y="103"/>
                  <a:pt x="295" y="119"/>
                  <a:pt x="282" y="133"/>
                </a:cubicBezTo>
                <a:cubicBezTo>
                  <a:pt x="268" y="147"/>
                  <a:pt x="250" y="158"/>
                  <a:pt x="227" y="164"/>
                </a:cubicBezTo>
                <a:lnTo>
                  <a:pt x="222" y="165"/>
                </a:lnTo>
                <a:cubicBezTo>
                  <a:pt x="247" y="168"/>
                  <a:pt x="269" y="178"/>
                  <a:pt x="288" y="193"/>
                </a:cubicBezTo>
                <a:cubicBezTo>
                  <a:pt x="306" y="209"/>
                  <a:pt x="316" y="228"/>
                  <a:pt x="316" y="251"/>
                </a:cubicBezTo>
                <a:cubicBezTo>
                  <a:pt x="316" y="274"/>
                  <a:pt x="307" y="294"/>
                  <a:pt x="290" y="312"/>
                </a:cubicBezTo>
                <a:cubicBezTo>
                  <a:pt x="273" y="329"/>
                  <a:pt x="251" y="340"/>
                  <a:pt x="224" y="344"/>
                </a:cubicBezTo>
                <a:cubicBezTo>
                  <a:pt x="220" y="345"/>
                  <a:pt x="180" y="345"/>
                  <a:pt x="108" y="346"/>
                </a:cubicBezTo>
                <a:lnTo>
                  <a:pt x="0" y="346"/>
                </a:lnTo>
                <a:lnTo>
                  <a:pt x="0" y="323"/>
                </a:lnTo>
                <a:lnTo>
                  <a:pt x="17" y="323"/>
                </a:lnTo>
                <a:cubicBezTo>
                  <a:pt x="31" y="322"/>
                  <a:pt x="39" y="322"/>
                  <a:pt x="42" y="321"/>
                </a:cubicBezTo>
                <a:cubicBezTo>
                  <a:pt x="45" y="320"/>
                  <a:pt x="49" y="318"/>
                  <a:pt x="52" y="315"/>
                </a:cubicBezTo>
                <a:lnTo>
                  <a:pt x="52" y="30"/>
                </a:lnTo>
                <a:moveTo>
                  <a:pt x="245" y="85"/>
                </a:moveTo>
                <a:cubicBezTo>
                  <a:pt x="245" y="70"/>
                  <a:pt x="241" y="56"/>
                  <a:pt x="232" y="45"/>
                </a:cubicBezTo>
                <a:cubicBezTo>
                  <a:pt x="223" y="33"/>
                  <a:pt x="212" y="26"/>
                  <a:pt x="197" y="23"/>
                </a:cubicBezTo>
                <a:cubicBezTo>
                  <a:pt x="197" y="23"/>
                  <a:pt x="195" y="23"/>
                  <a:pt x="191" y="23"/>
                </a:cubicBezTo>
                <a:cubicBezTo>
                  <a:pt x="185" y="23"/>
                  <a:pt x="180" y="23"/>
                  <a:pt x="173" y="23"/>
                </a:cubicBezTo>
                <a:cubicBezTo>
                  <a:pt x="167" y="23"/>
                  <a:pt x="160" y="23"/>
                  <a:pt x="154" y="23"/>
                </a:cubicBezTo>
                <a:cubicBezTo>
                  <a:pt x="132" y="23"/>
                  <a:pt x="118" y="23"/>
                  <a:pt x="113" y="23"/>
                </a:cubicBezTo>
                <a:cubicBezTo>
                  <a:pt x="108" y="24"/>
                  <a:pt x="104" y="25"/>
                  <a:pt x="103" y="27"/>
                </a:cubicBezTo>
                <a:cubicBezTo>
                  <a:pt x="102" y="29"/>
                  <a:pt x="102" y="50"/>
                  <a:pt x="102" y="93"/>
                </a:cubicBezTo>
                <a:lnTo>
                  <a:pt x="102" y="157"/>
                </a:lnTo>
                <a:lnTo>
                  <a:pt x="144" y="157"/>
                </a:lnTo>
                <a:lnTo>
                  <a:pt x="186" y="156"/>
                </a:lnTo>
                <a:lnTo>
                  <a:pt x="192" y="155"/>
                </a:lnTo>
                <a:cubicBezTo>
                  <a:pt x="193" y="155"/>
                  <a:pt x="195" y="154"/>
                  <a:pt x="198" y="154"/>
                </a:cubicBezTo>
                <a:cubicBezTo>
                  <a:pt x="200" y="153"/>
                  <a:pt x="204" y="150"/>
                  <a:pt x="210" y="146"/>
                </a:cubicBezTo>
                <a:cubicBezTo>
                  <a:pt x="216" y="142"/>
                  <a:pt x="222" y="138"/>
                  <a:pt x="226" y="134"/>
                </a:cubicBezTo>
                <a:cubicBezTo>
                  <a:pt x="231" y="130"/>
                  <a:pt x="235" y="123"/>
                  <a:pt x="239" y="114"/>
                </a:cubicBezTo>
                <a:cubicBezTo>
                  <a:pt x="243" y="106"/>
                  <a:pt x="245" y="96"/>
                  <a:pt x="245" y="85"/>
                </a:cubicBezTo>
                <a:moveTo>
                  <a:pt x="258" y="251"/>
                </a:moveTo>
                <a:cubicBezTo>
                  <a:pt x="258" y="234"/>
                  <a:pt x="254" y="218"/>
                  <a:pt x="244" y="203"/>
                </a:cubicBezTo>
                <a:cubicBezTo>
                  <a:pt x="235" y="189"/>
                  <a:pt x="221" y="180"/>
                  <a:pt x="204" y="176"/>
                </a:cubicBezTo>
                <a:lnTo>
                  <a:pt x="152" y="175"/>
                </a:lnTo>
                <a:lnTo>
                  <a:pt x="102" y="175"/>
                </a:lnTo>
                <a:lnTo>
                  <a:pt x="102" y="245"/>
                </a:lnTo>
                <a:lnTo>
                  <a:pt x="102" y="287"/>
                </a:lnTo>
                <a:cubicBezTo>
                  <a:pt x="102" y="307"/>
                  <a:pt x="102" y="318"/>
                  <a:pt x="104" y="320"/>
                </a:cubicBezTo>
                <a:cubicBezTo>
                  <a:pt x="106" y="321"/>
                  <a:pt x="123" y="322"/>
                  <a:pt x="155" y="322"/>
                </a:cubicBezTo>
                <a:lnTo>
                  <a:pt x="179" y="322"/>
                </a:lnTo>
                <a:cubicBezTo>
                  <a:pt x="195" y="322"/>
                  <a:pt x="205" y="321"/>
                  <a:pt x="211" y="319"/>
                </a:cubicBezTo>
                <a:cubicBezTo>
                  <a:pt x="225" y="314"/>
                  <a:pt x="237" y="306"/>
                  <a:pt x="245" y="293"/>
                </a:cubicBezTo>
                <a:cubicBezTo>
                  <a:pt x="254" y="281"/>
                  <a:pt x="258" y="267"/>
                  <a:pt x="258" y="2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3" name=""/>
          <p:cNvSpPr txBox="1"/>
          <p:nvPr/>
        </p:nvSpPr>
        <p:spPr>
          <a:xfrm>
            <a:off x="3002400" y="2733840"/>
            <a:ext cx="1559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on a modifier if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4" name=""/>
          <p:cNvSpPr/>
          <p:nvPr/>
        </p:nvSpPr>
        <p:spPr>
          <a:xfrm>
            <a:off x="857160" y="3828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5" name=""/>
          <p:cNvSpPr txBox="1"/>
          <p:nvPr/>
        </p:nvSpPr>
        <p:spPr>
          <a:xfrm>
            <a:off x="571320" y="3195720"/>
            <a:ext cx="17190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Joint Eligibility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6" name=""/>
          <p:cNvSpPr txBox="1"/>
          <p:nvPr/>
        </p:nvSpPr>
        <p:spPr>
          <a:xfrm>
            <a:off x="1085760" y="3709800"/>
            <a:ext cx="23986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Six partners jointly eligible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7" name=""/>
          <p:cNvSpPr txBox="1"/>
          <p:nvPr/>
        </p:nvSpPr>
        <p:spPr>
          <a:xfrm>
            <a:off x="3854520" y="3743280"/>
            <a:ext cx="1887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on both modifiers: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8" name=""/>
          <p:cNvSpPr/>
          <p:nvPr/>
        </p:nvSpPr>
        <p:spPr>
          <a:xfrm>
            <a:off x="857160" y="4181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5741640" y="3709800"/>
            <a:ext cx="20797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R1, R4, R5, R6, R14, R15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0" name=""/>
          <p:cNvSpPr txBox="1"/>
          <p:nvPr/>
        </p:nvSpPr>
        <p:spPr>
          <a:xfrm>
            <a:off x="1085760" y="4062240"/>
            <a:ext cx="2325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R4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1" name=""/>
          <p:cNvSpPr txBox="1"/>
          <p:nvPr/>
        </p:nvSpPr>
        <p:spPr>
          <a:xfrm>
            <a:off x="1352520" y="4095720"/>
            <a:ext cx="617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is the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2" name=""/>
          <p:cNvSpPr txBox="1"/>
          <p:nvPr/>
        </p:nvSpPr>
        <p:spPr>
          <a:xfrm>
            <a:off x="1971360" y="4062240"/>
            <a:ext cx="27295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leading single-pool candidate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5010480" y="4095720"/>
            <a:ext cx="60966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— 3rd-lowest age (0.031) and 4th-lowest SBP (0.084); balanced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4" name=""/>
          <p:cNvSpPr/>
          <p:nvPr/>
        </p:nvSpPr>
        <p:spPr>
          <a:xfrm>
            <a:off x="857160" y="48193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1085760" y="4381560"/>
            <a:ext cx="2108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across both modifiers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6" name=""/>
          <p:cNvSpPr txBox="1"/>
          <p:nvPr/>
        </p:nvSpPr>
        <p:spPr>
          <a:xfrm>
            <a:off x="1085760" y="4734000"/>
            <a:ext cx="79437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R5 has lowest age nABCD (0.022) but only 6th-lowest on SBP — asymmetric profile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7" name=""/>
          <p:cNvSpPr txBox="1"/>
          <p:nvPr/>
        </p:nvSpPr>
        <p:spPr>
          <a:xfrm>
            <a:off x="852480" y="5276880"/>
            <a:ext cx="682524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Quantitative inputs; final judgment with clinical/regulatory advisors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8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9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571320" y="151920"/>
            <a:ext cx="644004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Leading Candidate: R4 (Six Eligible)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1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2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6" name=""/>
          <p:cNvSpPr/>
          <p:nvPr/>
        </p:nvSpPr>
        <p:spPr>
          <a:xfrm>
            <a:off x="571320" y="3962160"/>
            <a:ext cx="3591360" cy="38520"/>
          </a:xfrm>
          <a:custGeom>
            <a:avLst/>
            <a:gdLst/>
            <a:ahLst/>
            <a:rect l="0" t="0" r="r" b="b"/>
            <a:pathLst>
              <a:path w="9976" h="107">
                <a:moveTo>
                  <a:pt x="0" y="0"/>
                </a:moveTo>
                <a:lnTo>
                  <a:pt x="9976" y="0"/>
                </a:lnTo>
                <a:lnTo>
                  <a:pt x="997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571320" y="2833560"/>
            <a:ext cx="3230280" cy="101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Discussion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1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2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3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4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5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6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7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8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9" name=""/>
          <p:cNvSpPr/>
          <p:nvPr/>
        </p:nvSpPr>
        <p:spPr>
          <a:xfrm>
            <a:off x="857160" y="29239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571320" y="2291040"/>
            <a:ext cx="12848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Simulation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1085760" y="2838600"/>
            <a:ext cx="2250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Percentile bootstrap is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3310560" y="2804760"/>
            <a:ext cx="6843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reliable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3" name=""/>
          <p:cNvSpPr/>
          <p:nvPr/>
        </p:nvSpPr>
        <p:spPr>
          <a:xfrm>
            <a:off x="857160" y="3267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4096800" y="2838600"/>
            <a:ext cx="6800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at moderate sample sizes for non-negligible distributional differences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5" name=""/>
          <p:cNvSpPr txBox="1"/>
          <p:nvPr/>
        </p:nvSpPr>
        <p:spPr>
          <a:xfrm>
            <a:off x="1085760" y="3181320"/>
            <a:ext cx="67910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Positive bias and zero coverage at the null / near-boundary define the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7858440" y="3147840"/>
            <a:ext cx="28260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lower limit of reliable inference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7" name=""/>
          <p:cNvSpPr/>
          <p:nvPr/>
        </p:nvSpPr>
        <p:spPr>
          <a:xfrm>
            <a:off x="857160" y="4276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3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571320" y="3643560"/>
            <a:ext cx="24138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GUSTO-I Application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1085760" y="4191120"/>
            <a:ext cx="5101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Two candidate effect modifiers (Age, SBP) produced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0" name=""/>
          <p:cNvSpPr/>
          <p:nvPr/>
        </p:nvSpPr>
        <p:spPr>
          <a:xfrm>
            <a:off x="857160" y="4619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1" name=""/>
          <p:cNvSpPr txBox="1"/>
          <p:nvPr/>
        </p:nvSpPr>
        <p:spPr>
          <a:xfrm>
            <a:off x="6164640" y="4157640"/>
            <a:ext cx="32328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markedly different partner rankings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2" name=""/>
          <p:cNvSpPr/>
          <p:nvPr/>
        </p:nvSpPr>
        <p:spPr>
          <a:xfrm>
            <a:off x="857160" y="4962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3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3" name=""/>
          <p:cNvSpPr txBox="1"/>
          <p:nvPr/>
        </p:nvSpPr>
        <p:spPr>
          <a:xfrm>
            <a:off x="1085760" y="4533840"/>
            <a:ext cx="6216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Some partners ranked similar on one but dissimilar on the other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4" name=""/>
          <p:cNvSpPr txBox="1"/>
          <p:nvPr/>
        </p:nvSpPr>
        <p:spPr>
          <a:xfrm>
            <a:off x="1085760" y="4843440"/>
            <a:ext cx="10778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Six partners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5" name=""/>
          <p:cNvSpPr txBox="1"/>
          <p:nvPr/>
        </p:nvSpPr>
        <p:spPr>
          <a:xfrm>
            <a:off x="2328480" y="4876920"/>
            <a:ext cx="3659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(R1, R4, R5, R6, R14, R15) emerged as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6" name=""/>
          <p:cNvSpPr txBox="1"/>
          <p:nvPr/>
        </p:nvSpPr>
        <p:spPr>
          <a:xfrm>
            <a:off x="5993640" y="4843440"/>
            <a:ext cx="12758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jointly eligible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7" name=""/>
          <p:cNvSpPr txBox="1"/>
          <p:nvPr/>
        </p:nvSpPr>
        <p:spPr>
          <a:xfrm>
            <a:off x="7472160" y="4876920"/>
            <a:ext cx="209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;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8" name=""/>
          <p:cNvSpPr txBox="1"/>
          <p:nvPr/>
        </p:nvSpPr>
        <p:spPr>
          <a:xfrm>
            <a:off x="7577280" y="4843440"/>
            <a:ext cx="2325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R4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9" name=""/>
          <p:cNvSpPr txBox="1"/>
          <p:nvPr/>
        </p:nvSpPr>
        <p:spPr>
          <a:xfrm>
            <a:off x="7844040" y="4876920"/>
            <a:ext cx="35042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is the leading single-pool candidate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0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1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2" name=""/>
          <p:cNvSpPr txBox="1"/>
          <p:nvPr/>
        </p:nvSpPr>
        <p:spPr>
          <a:xfrm>
            <a:off x="571320" y="151920"/>
            <a:ext cx="390096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Summary of Findings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3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4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8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9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0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1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2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3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4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5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6" name=""/>
          <p:cNvSpPr/>
          <p:nvPr/>
        </p:nvSpPr>
        <p:spPr>
          <a:xfrm>
            <a:off x="571320" y="5133960"/>
            <a:ext cx="11049480" cy="505080"/>
          </a:xfrm>
          <a:custGeom>
            <a:avLst/>
            <a:gdLst/>
            <a:ahLst/>
            <a:rect l="0" t="0" r="r" b="b"/>
            <a:pathLst>
              <a:path w="30693" h="1403">
                <a:moveTo>
                  <a:pt x="0" y="0"/>
                </a:moveTo>
                <a:lnTo>
                  <a:pt x="30693" y="0"/>
                </a:lnTo>
                <a:lnTo>
                  <a:pt x="3069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E8EC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7" name=""/>
          <p:cNvSpPr/>
          <p:nvPr/>
        </p:nvSpPr>
        <p:spPr>
          <a:xfrm>
            <a:off x="571320" y="5133960"/>
            <a:ext cx="38520" cy="505080"/>
          </a:xfrm>
          <a:custGeom>
            <a:avLst/>
            <a:gdLst/>
            <a:ahLst/>
            <a:rect l="0" t="0" r="r" b="b"/>
            <a:pathLst>
              <a:path w="107" h="1403">
                <a:moveTo>
                  <a:pt x="0" y="0"/>
                </a:moveTo>
                <a:lnTo>
                  <a:pt x="107" y="0"/>
                </a:lnTo>
                <a:lnTo>
                  <a:pt x="10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8" name=""/>
          <p:cNvSpPr/>
          <p:nvPr/>
        </p:nvSpPr>
        <p:spPr>
          <a:xfrm>
            <a:off x="857160" y="24667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9" name=""/>
          <p:cNvSpPr txBox="1"/>
          <p:nvPr/>
        </p:nvSpPr>
        <p:spPr>
          <a:xfrm>
            <a:off x="571320" y="1833840"/>
            <a:ext cx="69094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Implication 1: Evaluate all candidate effect modifiers jointly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0" name=""/>
          <p:cNvSpPr/>
          <p:nvPr/>
        </p:nvSpPr>
        <p:spPr>
          <a:xfrm>
            <a:off x="857160" y="2809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1" name=""/>
          <p:cNvSpPr txBox="1"/>
          <p:nvPr/>
        </p:nvSpPr>
        <p:spPr>
          <a:xfrm>
            <a:off x="1085760" y="2381400"/>
            <a:ext cx="7219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R2 vs R9 contrast: a partner similar on one modifier may not be on another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2" name=""/>
          <p:cNvSpPr txBox="1"/>
          <p:nvPr/>
        </p:nvSpPr>
        <p:spPr>
          <a:xfrm>
            <a:off x="1085760" y="2724120"/>
            <a:ext cx="7931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Restricting to a subset risks omitting modifiers that later compromise consistency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3" name=""/>
          <p:cNvSpPr/>
          <p:nvPr/>
        </p:nvSpPr>
        <p:spPr>
          <a:xfrm>
            <a:off x="857160" y="3819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2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2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4" name=""/>
          <p:cNvSpPr/>
          <p:nvPr/>
        </p:nvSpPr>
        <p:spPr>
          <a:xfrm>
            <a:off x="1094040" y="376452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0" y="33"/>
                </a:moveTo>
                <a:cubicBezTo>
                  <a:pt x="123" y="33"/>
                  <a:pt x="115" y="32"/>
                  <a:pt x="114" y="30"/>
                </a:cubicBezTo>
                <a:cubicBezTo>
                  <a:pt x="113" y="29"/>
                  <a:pt x="113" y="27"/>
                  <a:pt x="113" y="24"/>
                </a:cubicBezTo>
                <a:cubicBezTo>
                  <a:pt x="113" y="13"/>
                  <a:pt x="116" y="5"/>
                  <a:pt x="121" y="1"/>
                </a:cubicBezTo>
                <a:cubicBezTo>
                  <a:pt x="122" y="0"/>
                  <a:pt x="126" y="0"/>
                  <a:pt x="132" y="0"/>
                </a:cubicBezTo>
                <a:cubicBezTo>
                  <a:pt x="158" y="1"/>
                  <a:pt x="188" y="2"/>
                  <a:pt x="223" y="2"/>
                </a:cubicBezTo>
                <a:cubicBezTo>
                  <a:pt x="291" y="2"/>
                  <a:pt x="329" y="1"/>
                  <a:pt x="339" y="0"/>
                </a:cubicBezTo>
                <a:lnTo>
                  <a:pt x="348" y="0"/>
                </a:lnTo>
                <a:cubicBezTo>
                  <a:pt x="351" y="3"/>
                  <a:pt x="352" y="5"/>
                  <a:pt x="352" y="6"/>
                </a:cubicBezTo>
                <a:cubicBezTo>
                  <a:pt x="352" y="8"/>
                  <a:pt x="352" y="12"/>
                  <a:pt x="351" y="19"/>
                </a:cubicBezTo>
                <a:cubicBezTo>
                  <a:pt x="348" y="26"/>
                  <a:pt x="346" y="31"/>
                  <a:pt x="344" y="33"/>
                </a:cubicBezTo>
                <a:lnTo>
                  <a:pt x="317" y="33"/>
                </a:lnTo>
                <a:cubicBezTo>
                  <a:pt x="284" y="33"/>
                  <a:pt x="265" y="35"/>
                  <a:pt x="259" y="39"/>
                </a:cubicBezTo>
                <a:cubicBezTo>
                  <a:pt x="256" y="41"/>
                  <a:pt x="252" y="48"/>
                  <a:pt x="248" y="60"/>
                </a:cubicBezTo>
                <a:cubicBezTo>
                  <a:pt x="245" y="72"/>
                  <a:pt x="229" y="134"/>
                  <a:pt x="200" y="249"/>
                </a:cubicBezTo>
                <a:cubicBezTo>
                  <a:pt x="193" y="280"/>
                  <a:pt x="185" y="313"/>
                  <a:pt x="176" y="347"/>
                </a:cubicBezTo>
                <a:cubicBezTo>
                  <a:pt x="168" y="382"/>
                  <a:pt x="161" y="408"/>
                  <a:pt x="157" y="426"/>
                </a:cubicBezTo>
                <a:lnTo>
                  <a:pt x="150" y="452"/>
                </a:lnTo>
                <a:cubicBezTo>
                  <a:pt x="150" y="454"/>
                  <a:pt x="153" y="455"/>
                  <a:pt x="157" y="455"/>
                </a:cubicBezTo>
                <a:cubicBezTo>
                  <a:pt x="161" y="455"/>
                  <a:pt x="175" y="455"/>
                  <a:pt x="199" y="456"/>
                </a:cubicBezTo>
                <a:lnTo>
                  <a:pt x="211" y="456"/>
                </a:lnTo>
                <a:cubicBezTo>
                  <a:pt x="226" y="456"/>
                  <a:pt x="239" y="456"/>
                  <a:pt x="248" y="455"/>
                </a:cubicBezTo>
                <a:cubicBezTo>
                  <a:pt x="258" y="455"/>
                  <a:pt x="269" y="453"/>
                  <a:pt x="284" y="450"/>
                </a:cubicBezTo>
                <a:cubicBezTo>
                  <a:pt x="298" y="448"/>
                  <a:pt x="310" y="443"/>
                  <a:pt x="319" y="438"/>
                </a:cubicBezTo>
                <a:cubicBezTo>
                  <a:pt x="329" y="432"/>
                  <a:pt x="339" y="424"/>
                  <a:pt x="351" y="413"/>
                </a:cubicBezTo>
                <a:cubicBezTo>
                  <a:pt x="362" y="403"/>
                  <a:pt x="372" y="390"/>
                  <a:pt x="381" y="374"/>
                </a:cubicBezTo>
                <a:cubicBezTo>
                  <a:pt x="388" y="360"/>
                  <a:pt x="396" y="344"/>
                  <a:pt x="402" y="326"/>
                </a:cubicBezTo>
                <a:cubicBezTo>
                  <a:pt x="409" y="308"/>
                  <a:pt x="413" y="298"/>
                  <a:pt x="414" y="296"/>
                </a:cubicBezTo>
                <a:cubicBezTo>
                  <a:pt x="417" y="295"/>
                  <a:pt x="421" y="294"/>
                  <a:pt x="427" y="294"/>
                </a:cubicBezTo>
                <a:lnTo>
                  <a:pt x="436" y="294"/>
                </a:lnTo>
                <a:cubicBezTo>
                  <a:pt x="439" y="298"/>
                  <a:pt x="440" y="301"/>
                  <a:pt x="440" y="302"/>
                </a:cubicBezTo>
                <a:cubicBezTo>
                  <a:pt x="440" y="303"/>
                  <a:pt x="435" y="317"/>
                  <a:pt x="426" y="344"/>
                </a:cubicBezTo>
                <a:cubicBezTo>
                  <a:pt x="416" y="371"/>
                  <a:pt x="406" y="400"/>
                  <a:pt x="394" y="430"/>
                </a:cubicBezTo>
                <a:cubicBezTo>
                  <a:pt x="383" y="460"/>
                  <a:pt x="377" y="477"/>
                  <a:pt x="376" y="483"/>
                </a:cubicBezTo>
                <a:cubicBezTo>
                  <a:pt x="375" y="485"/>
                  <a:pt x="374" y="486"/>
                  <a:pt x="373" y="487"/>
                </a:cubicBezTo>
                <a:cubicBezTo>
                  <a:pt x="372" y="487"/>
                  <a:pt x="368" y="488"/>
                  <a:pt x="362" y="489"/>
                </a:cubicBezTo>
                <a:cubicBezTo>
                  <a:pt x="355" y="490"/>
                  <a:pt x="345" y="490"/>
                  <a:pt x="331" y="490"/>
                </a:cubicBezTo>
                <a:cubicBezTo>
                  <a:pt x="326" y="490"/>
                  <a:pt x="307" y="490"/>
                  <a:pt x="276" y="490"/>
                </a:cubicBezTo>
                <a:cubicBezTo>
                  <a:pt x="245" y="490"/>
                  <a:pt x="215" y="489"/>
                  <a:pt x="187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8"/>
                  <a:pt x="0" y="475"/>
                  <a:pt x="1" y="472"/>
                </a:cubicBezTo>
                <a:cubicBezTo>
                  <a:pt x="3" y="463"/>
                  <a:pt x="6" y="458"/>
                  <a:pt x="8" y="457"/>
                </a:cubicBezTo>
                <a:cubicBezTo>
                  <a:pt x="10" y="456"/>
                  <a:pt x="14" y="456"/>
                  <a:pt x="19" y="456"/>
                </a:cubicBezTo>
                <a:lnTo>
                  <a:pt x="23" y="456"/>
                </a:lnTo>
                <a:cubicBezTo>
                  <a:pt x="36" y="456"/>
                  <a:pt x="50" y="455"/>
                  <a:pt x="66" y="454"/>
                </a:cubicBezTo>
                <a:cubicBezTo>
                  <a:pt x="73" y="453"/>
                  <a:pt x="77" y="450"/>
                  <a:pt x="80" y="445"/>
                </a:cubicBezTo>
                <a:cubicBezTo>
                  <a:pt x="81" y="443"/>
                  <a:pt x="98" y="377"/>
                  <a:pt x="131" y="247"/>
                </a:cubicBezTo>
                <a:cubicBezTo>
                  <a:pt x="164" y="116"/>
                  <a:pt x="180" y="46"/>
                  <a:pt x="180" y="39"/>
                </a:cubicBezTo>
                <a:cubicBezTo>
                  <a:pt x="180" y="36"/>
                  <a:pt x="167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5" name=""/>
          <p:cNvSpPr/>
          <p:nvPr/>
        </p:nvSpPr>
        <p:spPr>
          <a:xfrm>
            <a:off x="1280880" y="3762360"/>
            <a:ext cx="68040" cy="78480"/>
          </a:xfrm>
          <a:custGeom>
            <a:avLst/>
            <a:gdLst/>
            <a:ahLst/>
            <a:rect l="0" t="0" r="r" b="b"/>
            <a:pathLst>
              <a:path w="189" h="218">
                <a:moveTo>
                  <a:pt x="84" y="91"/>
                </a:moveTo>
                <a:cubicBezTo>
                  <a:pt x="79" y="45"/>
                  <a:pt x="77" y="20"/>
                  <a:pt x="77" y="14"/>
                </a:cubicBezTo>
                <a:cubicBezTo>
                  <a:pt x="77" y="8"/>
                  <a:pt x="81" y="3"/>
                  <a:pt x="90" y="0"/>
                </a:cubicBezTo>
                <a:cubicBezTo>
                  <a:pt x="91" y="0"/>
                  <a:pt x="91" y="0"/>
                  <a:pt x="93" y="0"/>
                </a:cubicBezTo>
                <a:cubicBezTo>
                  <a:pt x="94" y="0"/>
                  <a:pt x="95" y="0"/>
                  <a:pt x="96" y="0"/>
                </a:cubicBezTo>
                <a:cubicBezTo>
                  <a:pt x="100" y="0"/>
                  <a:pt x="104" y="1"/>
                  <a:pt x="107" y="4"/>
                </a:cubicBezTo>
                <a:cubicBezTo>
                  <a:pt x="110" y="7"/>
                  <a:pt x="112" y="10"/>
                  <a:pt x="112" y="14"/>
                </a:cubicBezTo>
                <a:cubicBezTo>
                  <a:pt x="112" y="20"/>
                  <a:pt x="111" y="33"/>
                  <a:pt x="109" y="55"/>
                </a:cubicBezTo>
                <a:cubicBezTo>
                  <a:pt x="107" y="77"/>
                  <a:pt x="106" y="89"/>
                  <a:pt x="105" y="91"/>
                </a:cubicBezTo>
                <a:lnTo>
                  <a:pt x="135" y="69"/>
                </a:lnTo>
                <a:cubicBezTo>
                  <a:pt x="154" y="55"/>
                  <a:pt x="164" y="48"/>
                  <a:pt x="166" y="47"/>
                </a:cubicBezTo>
                <a:cubicBezTo>
                  <a:pt x="167" y="46"/>
                  <a:pt x="169" y="45"/>
                  <a:pt x="171" y="45"/>
                </a:cubicBezTo>
                <a:cubicBezTo>
                  <a:pt x="175" y="45"/>
                  <a:pt x="179" y="47"/>
                  <a:pt x="183" y="50"/>
                </a:cubicBezTo>
                <a:cubicBezTo>
                  <a:pt x="186" y="53"/>
                  <a:pt x="188" y="58"/>
                  <a:pt x="189" y="64"/>
                </a:cubicBezTo>
                <a:cubicBezTo>
                  <a:pt x="189" y="68"/>
                  <a:pt x="187" y="72"/>
                  <a:pt x="184" y="76"/>
                </a:cubicBezTo>
                <a:cubicBezTo>
                  <a:pt x="182" y="77"/>
                  <a:pt x="171" y="83"/>
                  <a:pt x="149" y="93"/>
                </a:cubicBezTo>
                <a:cubicBezTo>
                  <a:pt x="128" y="103"/>
                  <a:pt x="117" y="109"/>
                  <a:pt x="115" y="109"/>
                </a:cubicBezTo>
                <a:lnTo>
                  <a:pt x="148" y="125"/>
                </a:lnTo>
                <a:lnTo>
                  <a:pt x="184" y="143"/>
                </a:lnTo>
                <a:cubicBezTo>
                  <a:pt x="187" y="146"/>
                  <a:pt x="188" y="149"/>
                  <a:pt x="188" y="154"/>
                </a:cubicBezTo>
                <a:cubicBezTo>
                  <a:pt x="188" y="159"/>
                  <a:pt x="187" y="163"/>
                  <a:pt x="184" y="167"/>
                </a:cubicBezTo>
                <a:cubicBezTo>
                  <a:pt x="181" y="170"/>
                  <a:pt x="177" y="172"/>
                  <a:pt x="172" y="172"/>
                </a:cubicBezTo>
                <a:cubicBezTo>
                  <a:pt x="169" y="172"/>
                  <a:pt x="166" y="171"/>
                  <a:pt x="163" y="169"/>
                </a:cubicBezTo>
                <a:cubicBezTo>
                  <a:pt x="159" y="167"/>
                  <a:pt x="150" y="161"/>
                  <a:pt x="135" y="149"/>
                </a:cubicBezTo>
                <a:lnTo>
                  <a:pt x="105" y="128"/>
                </a:lnTo>
                <a:cubicBezTo>
                  <a:pt x="110" y="173"/>
                  <a:pt x="112" y="198"/>
                  <a:pt x="112" y="204"/>
                </a:cubicBezTo>
                <a:cubicBezTo>
                  <a:pt x="112" y="207"/>
                  <a:pt x="111" y="210"/>
                  <a:pt x="108" y="213"/>
                </a:cubicBezTo>
                <a:cubicBezTo>
                  <a:pt x="106" y="216"/>
                  <a:pt x="102" y="218"/>
                  <a:pt x="95" y="218"/>
                </a:cubicBezTo>
                <a:cubicBezTo>
                  <a:pt x="88" y="218"/>
                  <a:pt x="84" y="216"/>
                  <a:pt x="81" y="213"/>
                </a:cubicBezTo>
                <a:cubicBezTo>
                  <a:pt x="79" y="210"/>
                  <a:pt x="77" y="207"/>
                  <a:pt x="77" y="204"/>
                </a:cubicBezTo>
                <a:cubicBezTo>
                  <a:pt x="77" y="198"/>
                  <a:pt x="78" y="185"/>
                  <a:pt x="80" y="163"/>
                </a:cubicBezTo>
                <a:cubicBezTo>
                  <a:pt x="82" y="142"/>
                  <a:pt x="83" y="130"/>
                  <a:pt x="84" y="128"/>
                </a:cubicBezTo>
                <a:lnTo>
                  <a:pt x="54" y="149"/>
                </a:lnTo>
                <a:cubicBezTo>
                  <a:pt x="36" y="163"/>
                  <a:pt x="25" y="170"/>
                  <a:pt x="24" y="171"/>
                </a:cubicBezTo>
                <a:cubicBezTo>
                  <a:pt x="22" y="172"/>
                  <a:pt x="21" y="173"/>
                  <a:pt x="19" y="173"/>
                </a:cubicBezTo>
                <a:cubicBezTo>
                  <a:pt x="14" y="173"/>
                  <a:pt x="10" y="171"/>
                  <a:pt x="6" y="168"/>
                </a:cubicBezTo>
                <a:cubicBezTo>
                  <a:pt x="3" y="164"/>
                  <a:pt x="1" y="160"/>
                  <a:pt x="0" y="154"/>
                </a:cubicBezTo>
                <a:cubicBezTo>
                  <a:pt x="0" y="153"/>
                  <a:pt x="0" y="151"/>
                  <a:pt x="0" y="150"/>
                </a:cubicBezTo>
                <a:cubicBezTo>
                  <a:pt x="0" y="149"/>
                  <a:pt x="1" y="148"/>
                  <a:pt x="2" y="147"/>
                </a:cubicBezTo>
                <a:cubicBezTo>
                  <a:pt x="3" y="146"/>
                  <a:pt x="4" y="145"/>
                  <a:pt x="4" y="144"/>
                </a:cubicBezTo>
                <a:cubicBezTo>
                  <a:pt x="5" y="143"/>
                  <a:pt x="7" y="142"/>
                  <a:pt x="9" y="141"/>
                </a:cubicBezTo>
                <a:cubicBezTo>
                  <a:pt x="11" y="139"/>
                  <a:pt x="13" y="138"/>
                  <a:pt x="16" y="137"/>
                </a:cubicBezTo>
                <a:cubicBezTo>
                  <a:pt x="18" y="136"/>
                  <a:pt x="21" y="134"/>
                  <a:pt x="25" y="132"/>
                </a:cubicBezTo>
                <a:cubicBezTo>
                  <a:pt x="29" y="130"/>
                  <a:pt x="34" y="129"/>
                  <a:pt x="38" y="127"/>
                </a:cubicBezTo>
                <a:cubicBezTo>
                  <a:pt x="42" y="125"/>
                  <a:pt x="47" y="123"/>
                  <a:pt x="54" y="119"/>
                </a:cubicBezTo>
                <a:cubicBezTo>
                  <a:pt x="61" y="116"/>
                  <a:pt x="67" y="113"/>
                  <a:pt x="74" y="109"/>
                </a:cubicBezTo>
                <a:lnTo>
                  <a:pt x="5" y="76"/>
                </a:lnTo>
                <a:cubicBezTo>
                  <a:pt x="2" y="72"/>
                  <a:pt x="1" y="68"/>
                  <a:pt x="1" y="64"/>
                </a:cubicBezTo>
                <a:cubicBezTo>
                  <a:pt x="1" y="59"/>
                  <a:pt x="2" y="54"/>
                  <a:pt x="5" y="51"/>
                </a:cubicBezTo>
                <a:cubicBezTo>
                  <a:pt x="8" y="48"/>
                  <a:pt x="12" y="46"/>
                  <a:pt x="18" y="46"/>
                </a:cubicBezTo>
                <a:cubicBezTo>
                  <a:pt x="20" y="46"/>
                  <a:pt x="23" y="47"/>
                  <a:pt x="27" y="49"/>
                </a:cubicBezTo>
                <a:cubicBezTo>
                  <a:pt x="30" y="51"/>
                  <a:pt x="39" y="57"/>
                  <a:pt x="54" y="69"/>
                </a:cubicBezTo>
                <a:lnTo>
                  <a:pt x="84" y="9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6" name=""/>
          <p:cNvSpPr txBox="1"/>
          <p:nvPr/>
        </p:nvSpPr>
        <p:spPr>
          <a:xfrm>
            <a:off x="571320" y="3186360"/>
            <a:ext cx="6995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Implication 2: Partner selection cannot rest on nABCD alone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7" name=""/>
          <p:cNvSpPr/>
          <p:nvPr/>
        </p:nvSpPr>
        <p:spPr>
          <a:xfrm>
            <a:off x="857160" y="4162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3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8" name=""/>
          <p:cNvSpPr txBox="1"/>
          <p:nvPr/>
        </p:nvSpPr>
        <p:spPr>
          <a:xfrm>
            <a:off x="1373400" y="3733920"/>
            <a:ext cx="45360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varies markedly across partners and modifiers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9" name=""/>
          <p:cNvSpPr/>
          <p:nvPr/>
        </p:nvSpPr>
        <p:spPr>
          <a:xfrm>
            <a:off x="857160" y="45147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0" name=""/>
          <p:cNvSpPr txBox="1"/>
          <p:nvPr/>
        </p:nvSpPr>
        <p:spPr>
          <a:xfrm>
            <a:off x="1085760" y="4076640"/>
            <a:ext cx="84182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Same nABCD carries different clinical weight depending on partner-specific differences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1" name=""/>
          <p:cNvSpPr txBox="1"/>
          <p:nvPr/>
        </p:nvSpPr>
        <p:spPr>
          <a:xfrm>
            <a:off x="1085760" y="4429080"/>
            <a:ext cx="4820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Six partners (R1, R4, R5, R6, R14, R15) emerged as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2" name=""/>
          <p:cNvSpPr txBox="1"/>
          <p:nvPr/>
        </p:nvSpPr>
        <p:spPr>
          <a:xfrm>
            <a:off x="5910840" y="4395600"/>
            <a:ext cx="12758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jointly eligible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3" name=""/>
          <p:cNvSpPr txBox="1"/>
          <p:nvPr/>
        </p:nvSpPr>
        <p:spPr>
          <a:xfrm>
            <a:off x="7389360" y="4429080"/>
            <a:ext cx="209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;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4" name=""/>
          <p:cNvSpPr txBox="1"/>
          <p:nvPr/>
        </p:nvSpPr>
        <p:spPr>
          <a:xfrm>
            <a:off x="7494840" y="4395600"/>
            <a:ext cx="2325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R4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5" name=""/>
          <p:cNvSpPr txBox="1"/>
          <p:nvPr/>
        </p:nvSpPr>
        <p:spPr>
          <a:xfrm>
            <a:off x="7761240" y="4429080"/>
            <a:ext cx="3154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stood out as leading single-pool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6" name=""/>
          <p:cNvSpPr txBox="1"/>
          <p:nvPr/>
        </p:nvSpPr>
        <p:spPr>
          <a:xfrm>
            <a:off x="1085760" y="4724280"/>
            <a:ext cx="5172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candidate due to balanced ranking on both modifiers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7" name=""/>
          <p:cNvSpPr txBox="1"/>
          <p:nvPr/>
        </p:nvSpPr>
        <p:spPr>
          <a:xfrm>
            <a:off x="852480" y="5267160"/>
            <a:ext cx="273564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Pooling judgments require 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8" name=""/>
          <p:cNvSpPr txBox="1"/>
          <p:nvPr/>
        </p:nvSpPr>
        <p:spPr>
          <a:xfrm>
            <a:off x="3493800" y="5233680"/>
            <a:ext cx="399384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distributional ranking + clinical calibration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9" name=""/>
          <p:cNvSpPr txBox="1"/>
          <p:nvPr/>
        </p:nvSpPr>
        <p:spPr>
          <a:xfrm>
            <a:off x="7857000" y="5267160"/>
            <a:ext cx="215748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 across all candidates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0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1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2" name=""/>
          <p:cNvSpPr txBox="1"/>
          <p:nvPr/>
        </p:nvSpPr>
        <p:spPr>
          <a:xfrm>
            <a:off x="571320" y="151920"/>
            <a:ext cx="592632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Interpretation: Two Implications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3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4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8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9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0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1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2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3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4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5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6" name=""/>
          <p:cNvSpPr/>
          <p:nvPr/>
        </p:nvSpPr>
        <p:spPr>
          <a:xfrm>
            <a:off x="857160" y="2752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7" name=""/>
          <p:cNvSpPr txBox="1"/>
          <p:nvPr/>
        </p:nvSpPr>
        <p:spPr>
          <a:xfrm>
            <a:off x="571320" y="2119680"/>
            <a:ext cx="46472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Strength 1: Adapts to the evidence state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8" name=""/>
          <p:cNvSpPr/>
          <p:nvPr/>
        </p:nvSpPr>
        <p:spPr>
          <a:xfrm>
            <a:off x="3046680" y="269532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1" y="33"/>
                </a:moveTo>
                <a:cubicBezTo>
                  <a:pt x="125" y="33"/>
                  <a:pt x="116" y="32"/>
                  <a:pt x="115" y="30"/>
                </a:cubicBezTo>
                <a:cubicBezTo>
                  <a:pt x="115" y="29"/>
                  <a:pt x="114" y="27"/>
                  <a:pt x="114" y="25"/>
                </a:cubicBezTo>
                <a:cubicBezTo>
                  <a:pt x="114" y="13"/>
                  <a:pt x="117" y="5"/>
                  <a:pt x="122" y="1"/>
                </a:cubicBezTo>
                <a:cubicBezTo>
                  <a:pt x="123" y="0"/>
                  <a:pt x="127" y="0"/>
                  <a:pt x="133" y="0"/>
                </a:cubicBezTo>
                <a:cubicBezTo>
                  <a:pt x="159" y="2"/>
                  <a:pt x="189" y="2"/>
                  <a:pt x="224" y="2"/>
                </a:cubicBezTo>
                <a:cubicBezTo>
                  <a:pt x="291" y="2"/>
                  <a:pt x="330" y="2"/>
                  <a:pt x="340" y="0"/>
                </a:cubicBezTo>
                <a:lnTo>
                  <a:pt x="348" y="0"/>
                </a:lnTo>
                <a:cubicBezTo>
                  <a:pt x="351" y="3"/>
                  <a:pt x="352" y="5"/>
                  <a:pt x="352" y="7"/>
                </a:cubicBezTo>
                <a:cubicBezTo>
                  <a:pt x="352" y="8"/>
                  <a:pt x="352" y="12"/>
                  <a:pt x="351" y="20"/>
                </a:cubicBezTo>
                <a:cubicBezTo>
                  <a:pt x="349" y="27"/>
                  <a:pt x="346" y="31"/>
                  <a:pt x="345" y="33"/>
                </a:cubicBezTo>
                <a:lnTo>
                  <a:pt x="317" y="33"/>
                </a:lnTo>
                <a:cubicBezTo>
                  <a:pt x="284" y="34"/>
                  <a:pt x="265" y="36"/>
                  <a:pt x="259" y="40"/>
                </a:cubicBezTo>
                <a:cubicBezTo>
                  <a:pt x="256" y="41"/>
                  <a:pt x="253" y="48"/>
                  <a:pt x="249" y="60"/>
                </a:cubicBezTo>
                <a:cubicBezTo>
                  <a:pt x="246" y="71"/>
                  <a:pt x="230" y="135"/>
                  <a:pt x="202" y="249"/>
                </a:cubicBezTo>
                <a:cubicBezTo>
                  <a:pt x="194" y="280"/>
                  <a:pt x="186" y="313"/>
                  <a:pt x="177" y="348"/>
                </a:cubicBezTo>
                <a:cubicBezTo>
                  <a:pt x="169" y="383"/>
                  <a:pt x="162" y="409"/>
                  <a:pt x="158" y="427"/>
                </a:cubicBezTo>
                <a:lnTo>
                  <a:pt x="152" y="452"/>
                </a:lnTo>
                <a:cubicBezTo>
                  <a:pt x="152" y="454"/>
                  <a:pt x="154" y="455"/>
                  <a:pt x="158" y="455"/>
                </a:cubicBezTo>
                <a:cubicBezTo>
                  <a:pt x="162" y="455"/>
                  <a:pt x="176" y="456"/>
                  <a:pt x="200" y="457"/>
                </a:cubicBezTo>
                <a:lnTo>
                  <a:pt x="212" y="457"/>
                </a:lnTo>
                <a:cubicBezTo>
                  <a:pt x="228" y="457"/>
                  <a:pt x="240" y="456"/>
                  <a:pt x="249" y="456"/>
                </a:cubicBezTo>
                <a:cubicBezTo>
                  <a:pt x="258" y="455"/>
                  <a:pt x="269" y="454"/>
                  <a:pt x="284" y="451"/>
                </a:cubicBezTo>
                <a:cubicBezTo>
                  <a:pt x="298" y="448"/>
                  <a:pt x="310" y="444"/>
                  <a:pt x="319" y="438"/>
                </a:cubicBezTo>
                <a:cubicBezTo>
                  <a:pt x="329" y="432"/>
                  <a:pt x="340" y="424"/>
                  <a:pt x="351" y="414"/>
                </a:cubicBezTo>
                <a:cubicBezTo>
                  <a:pt x="362" y="403"/>
                  <a:pt x="372" y="390"/>
                  <a:pt x="381" y="374"/>
                </a:cubicBezTo>
                <a:cubicBezTo>
                  <a:pt x="389" y="360"/>
                  <a:pt x="396" y="344"/>
                  <a:pt x="402" y="326"/>
                </a:cubicBezTo>
                <a:cubicBezTo>
                  <a:pt x="409" y="309"/>
                  <a:pt x="413" y="299"/>
                  <a:pt x="415" y="296"/>
                </a:cubicBezTo>
                <a:cubicBezTo>
                  <a:pt x="417" y="295"/>
                  <a:pt x="421" y="294"/>
                  <a:pt x="427" y="294"/>
                </a:cubicBezTo>
                <a:lnTo>
                  <a:pt x="436" y="294"/>
                </a:lnTo>
                <a:cubicBezTo>
                  <a:pt x="439" y="299"/>
                  <a:pt x="440" y="301"/>
                  <a:pt x="440" y="302"/>
                </a:cubicBezTo>
                <a:cubicBezTo>
                  <a:pt x="440" y="303"/>
                  <a:pt x="436" y="317"/>
                  <a:pt x="426" y="344"/>
                </a:cubicBezTo>
                <a:cubicBezTo>
                  <a:pt x="416" y="371"/>
                  <a:pt x="406" y="400"/>
                  <a:pt x="395" y="430"/>
                </a:cubicBezTo>
                <a:cubicBezTo>
                  <a:pt x="383" y="460"/>
                  <a:pt x="377" y="478"/>
                  <a:pt x="376" y="483"/>
                </a:cubicBezTo>
                <a:cubicBezTo>
                  <a:pt x="375" y="485"/>
                  <a:pt x="374" y="487"/>
                  <a:pt x="373" y="487"/>
                </a:cubicBezTo>
                <a:cubicBezTo>
                  <a:pt x="372" y="488"/>
                  <a:pt x="368" y="488"/>
                  <a:pt x="362" y="489"/>
                </a:cubicBezTo>
                <a:cubicBezTo>
                  <a:pt x="355" y="490"/>
                  <a:pt x="345" y="491"/>
                  <a:pt x="331" y="490"/>
                </a:cubicBezTo>
                <a:cubicBezTo>
                  <a:pt x="326" y="490"/>
                  <a:pt x="308" y="490"/>
                  <a:pt x="277" y="490"/>
                </a:cubicBezTo>
                <a:cubicBezTo>
                  <a:pt x="246" y="490"/>
                  <a:pt x="216" y="490"/>
                  <a:pt x="188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9"/>
                  <a:pt x="0" y="476"/>
                  <a:pt x="1" y="472"/>
                </a:cubicBezTo>
                <a:cubicBezTo>
                  <a:pt x="3" y="463"/>
                  <a:pt x="6" y="458"/>
                  <a:pt x="8" y="457"/>
                </a:cubicBezTo>
                <a:cubicBezTo>
                  <a:pt x="10" y="457"/>
                  <a:pt x="14" y="457"/>
                  <a:pt x="19" y="457"/>
                </a:cubicBezTo>
                <a:lnTo>
                  <a:pt x="23" y="457"/>
                </a:lnTo>
                <a:cubicBezTo>
                  <a:pt x="36" y="457"/>
                  <a:pt x="50" y="456"/>
                  <a:pt x="66" y="454"/>
                </a:cubicBezTo>
                <a:cubicBezTo>
                  <a:pt x="73" y="453"/>
                  <a:pt x="77" y="450"/>
                  <a:pt x="80" y="446"/>
                </a:cubicBezTo>
                <a:cubicBezTo>
                  <a:pt x="81" y="444"/>
                  <a:pt x="99" y="378"/>
                  <a:pt x="132" y="247"/>
                </a:cubicBezTo>
                <a:cubicBezTo>
                  <a:pt x="165" y="117"/>
                  <a:pt x="182" y="47"/>
                  <a:pt x="182" y="40"/>
                </a:cubicBezTo>
                <a:cubicBezTo>
                  <a:pt x="182" y="36"/>
                  <a:pt x="168" y="34"/>
                  <a:pt x="141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9" name=""/>
          <p:cNvSpPr txBox="1"/>
          <p:nvPr/>
        </p:nvSpPr>
        <p:spPr>
          <a:xfrm>
            <a:off x="1085760" y="2666880"/>
            <a:ext cx="1964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Planning stage with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0" name=""/>
          <p:cNvSpPr/>
          <p:nvPr/>
        </p:nvSpPr>
        <p:spPr>
          <a:xfrm>
            <a:off x="4294440" y="269784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0" y="32"/>
                </a:moveTo>
                <a:cubicBezTo>
                  <a:pt x="123" y="32"/>
                  <a:pt x="115" y="31"/>
                  <a:pt x="114" y="30"/>
                </a:cubicBezTo>
                <a:cubicBezTo>
                  <a:pt x="113" y="29"/>
                  <a:pt x="113" y="27"/>
                  <a:pt x="113" y="24"/>
                </a:cubicBezTo>
                <a:cubicBezTo>
                  <a:pt x="113" y="12"/>
                  <a:pt x="116" y="5"/>
                  <a:pt x="121" y="0"/>
                </a:cubicBezTo>
                <a:cubicBezTo>
                  <a:pt x="122" y="0"/>
                  <a:pt x="126" y="0"/>
                  <a:pt x="132" y="0"/>
                </a:cubicBezTo>
                <a:cubicBezTo>
                  <a:pt x="159" y="1"/>
                  <a:pt x="189" y="2"/>
                  <a:pt x="224" y="2"/>
                </a:cubicBezTo>
                <a:cubicBezTo>
                  <a:pt x="291" y="2"/>
                  <a:pt x="329" y="1"/>
                  <a:pt x="339" y="0"/>
                </a:cubicBezTo>
                <a:lnTo>
                  <a:pt x="348" y="0"/>
                </a:lnTo>
                <a:cubicBezTo>
                  <a:pt x="351" y="2"/>
                  <a:pt x="352" y="5"/>
                  <a:pt x="352" y="6"/>
                </a:cubicBezTo>
                <a:cubicBezTo>
                  <a:pt x="352" y="7"/>
                  <a:pt x="352" y="12"/>
                  <a:pt x="351" y="19"/>
                </a:cubicBezTo>
                <a:cubicBezTo>
                  <a:pt x="348" y="26"/>
                  <a:pt x="346" y="30"/>
                  <a:pt x="344" y="32"/>
                </a:cubicBezTo>
                <a:lnTo>
                  <a:pt x="317" y="32"/>
                </a:lnTo>
                <a:cubicBezTo>
                  <a:pt x="284" y="33"/>
                  <a:pt x="265" y="35"/>
                  <a:pt x="259" y="39"/>
                </a:cubicBezTo>
                <a:cubicBezTo>
                  <a:pt x="256" y="41"/>
                  <a:pt x="253" y="47"/>
                  <a:pt x="249" y="59"/>
                </a:cubicBezTo>
                <a:cubicBezTo>
                  <a:pt x="246" y="70"/>
                  <a:pt x="230" y="134"/>
                  <a:pt x="201" y="249"/>
                </a:cubicBezTo>
                <a:cubicBezTo>
                  <a:pt x="194" y="279"/>
                  <a:pt x="186" y="312"/>
                  <a:pt x="177" y="347"/>
                </a:cubicBezTo>
                <a:cubicBezTo>
                  <a:pt x="169" y="382"/>
                  <a:pt x="162" y="408"/>
                  <a:pt x="158" y="426"/>
                </a:cubicBezTo>
                <a:lnTo>
                  <a:pt x="151" y="451"/>
                </a:lnTo>
                <a:cubicBezTo>
                  <a:pt x="151" y="453"/>
                  <a:pt x="154" y="454"/>
                  <a:pt x="158" y="454"/>
                </a:cubicBezTo>
                <a:cubicBezTo>
                  <a:pt x="162" y="454"/>
                  <a:pt x="176" y="455"/>
                  <a:pt x="200" y="456"/>
                </a:cubicBezTo>
                <a:lnTo>
                  <a:pt x="212" y="456"/>
                </a:lnTo>
                <a:cubicBezTo>
                  <a:pt x="227" y="456"/>
                  <a:pt x="240" y="456"/>
                  <a:pt x="249" y="455"/>
                </a:cubicBezTo>
                <a:cubicBezTo>
                  <a:pt x="258" y="455"/>
                  <a:pt x="269" y="453"/>
                  <a:pt x="284" y="450"/>
                </a:cubicBezTo>
                <a:cubicBezTo>
                  <a:pt x="298" y="447"/>
                  <a:pt x="310" y="443"/>
                  <a:pt x="319" y="437"/>
                </a:cubicBezTo>
                <a:cubicBezTo>
                  <a:pt x="329" y="431"/>
                  <a:pt x="339" y="423"/>
                  <a:pt x="351" y="413"/>
                </a:cubicBezTo>
                <a:cubicBezTo>
                  <a:pt x="362" y="402"/>
                  <a:pt x="372" y="389"/>
                  <a:pt x="381" y="374"/>
                </a:cubicBezTo>
                <a:cubicBezTo>
                  <a:pt x="388" y="359"/>
                  <a:pt x="396" y="343"/>
                  <a:pt x="402" y="326"/>
                </a:cubicBezTo>
                <a:cubicBezTo>
                  <a:pt x="409" y="308"/>
                  <a:pt x="413" y="298"/>
                  <a:pt x="414" y="296"/>
                </a:cubicBezTo>
                <a:cubicBezTo>
                  <a:pt x="417" y="294"/>
                  <a:pt x="421" y="294"/>
                  <a:pt x="427" y="294"/>
                </a:cubicBezTo>
                <a:lnTo>
                  <a:pt x="436" y="294"/>
                </a:lnTo>
                <a:cubicBezTo>
                  <a:pt x="439" y="298"/>
                  <a:pt x="440" y="300"/>
                  <a:pt x="440" y="301"/>
                </a:cubicBezTo>
                <a:cubicBezTo>
                  <a:pt x="440" y="302"/>
                  <a:pt x="435" y="316"/>
                  <a:pt x="426" y="344"/>
                </a:cubicBezTo>
                <a:cubicBezTo>
                  <a:pt x="416" y="371"/>
                  <a:pt x="406" y="399"/>
                  <a:pt x="394" y="429"/>
                </a:cubicBezTo>
                <a:cubicBezTo>
                  <a:pt x="383" y="459"/>
                  <a:pt x="377" y="477"/>
                  <a:pt x="376" y="482"/>
                </a:cubicBezTo>
                <a:cubicBezTo>
                  <a:pt x="375" y="485"/>
                  <a:pt x="374" y="486"/>
                  <a:pt x="373" y="486"/>
                </a:cubicBezTo>
                <a:cubicBezTo>
                  <a:pt x="372" y="487"/>
                  <a:pt x="368" y="488"/>
                  <a:pt x="362" y="489"/>
                </a:cubicBezTo>
                <a:cubicBezTo>
                  <a:pt x="355" y="490"/>
                  <a:pt x="345" y="490"/>
                  <a:pt x="331" y="489"/>
                </a:cubicBezTo>
                <a:cubicBezTo>
                  <a:pt x="326" y="489"/>
                  <a:pt x="307" y="489"/>
                  <a:pt x="276" y="489"/>
                </a:cubicBezTo>
                <a:cubicBezTo>
                  <a:pt x="246" y="489"/>
                  <a:pt x="216" y="489"/>
                  <a:pt x="188" y="489"/>
                </a:cubicBezTo>
                <a:lnTo>
                  <a:pt x="60" y="489"/>
                </a:lnTo>
                <a:cubicBezTo>
                  <a:pt x="20" y="489"/>
                  <a:pt x="0" y="486"/>
                  <a:pt x="0" y="481"/>
                </a:cubicBezTo>
                <a:cubicBezTo>
                  <a:pt x="0" y="478"/>
                  <a:pt x="0" y="475"/>
                  <a:pt x="1" y="471"/>
                </a:cubicBezTo>
                <a:cubicBezTo>
                  <a:pt x="3" y="462"/>
                  <a:pt x="6" y="457"/>
                  <a:pt x="8" y="456"/>
                </a:cubicBezTo>
                <a:cubicBezTo>
                  <a:pt x="10" y="456"/>
                  <a:pt x="14" y="456"/>
                  <a:pt x="19" y="456"/>
                </a:cubicBezTo>
                <a:lnTo>
                  <a:pt x="23" y="456"/>
                </a:lnTo>
                <a:cubicBezTo>
                  <a:pt x="36" y="456"/>
                  <a:pt x="50" y="455"/>
                  <a:pt x="66" y="454"/>
                </a:cubicBezTo>
                <a:cubicBezTo>
                  <a:pt x="73" y="452"/>
                  <a:pt x="77" y="449"/>
                  <a:pt x="80" y="445"/>
                </a:cubicBezTo>
                <a:cubicBezTo>
                  <a:pt x="81" y="443"/>
                  <a:pt x="98" y="377"/>
                  <a:pt x="131" y="246"/>
                </a:cubicBezTo>
                <a:cubicBezTo>
                  <a:pt x="165" y="116"/>
                  <a:pt x="181" y="46"/>
                  <a:pt x="181" y="39"/>
                </a:cubicBezTo>
                <a:cubicBezTo>
                  <a:pt x="181" y="35"/>
                  <a:pt x="168" y="33"/>
                  <a:pt x="140" y="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1" name=""/>
          <p:cNvSpPr/>
          <p:nvPr/>
        </p:nvSpPr>
        <p:spPr>
          <a:xfrm>
            <a:off x="4481280" y="2695320"/>
            <a:ext cx="68040" cy="78840"/>
          </a:xfrm>
          <a:custGeom>
            <a:avLst/>
            <a:gdLst/>
            <a:ahLst/>
            <a:rect l="0" t="0" r="r" b="b"/>
            <a:pathLst>
              <a:path w="189" h="219">
                <a:moveTo>
                  <a:pt x="84" y="91"/>
                </a:moveTo>
                <a:cubicBezTo>
                  <a:pt x="79" y="46"/>
                  <a:pt x="77" y="20"/>
                  <a:pt x="77" y="15"/>
                </a:cubicBezTo>
                <a:cubicBezTo>
                  <a:pt x="77" y="9"/>
                  <a:pt x="81" y="4"/>
                  <a:pt x="89" y="1"/>
                </a:cubicBezTo>
                <a:cubicBezTo>
                  <a:pt x="90" y="1"/>
                  <a:pt x="90" y="1"/>
                  <a:pt x="92" y="1"/>
                </a:cubicBezTo>
                <a:cubicBezTo>
                  <a:pt x="93" y="1"/>
                  <a:pt x="94" y="1"/>
                  <a:pt x="95" y="0"/>
                </a:cubicBezTo>
                <a:cubicBezTo>
                  <a:pt x="99" y="1"/>
                  <a:pt x="103" y="2"/>
                  <a:pt x="106" y="5"/>
                </a:cubicBezTo>
                <a:cubicBezTo>
                  <a:pt x="109" y="7"/>
                  <a:pt x="111" y="11"/>
                  <a:pt x="111" y="15"/>
                </a:cubicBezTo>
                <a:cubicBezTo>
                  <a:pt x="111" y="21"/>
                  <a:pt x="110" y="34"/>
                  <a:pt x="108" y="55"/>
                </a:cubicBezTo>
                <a:cubicBezTo>
                  <a:pt x="106" y="77"/>
                  <a:pt x="105" y="88"/>
                  <a:pt x="104" y="91"/>
                </a:cubicBezTo>
                <a:lnTo>
                  <a:pt x="134" y="69"/>
                </a:lnTo>
                <a:cubicBezTo>
                  <a:pt x="153" y="56"/>
                  <a:pt x="163" y="48"/>
                  <a:pt x="165" y="47"/>
                </a:cubicBezTo>
                <a:cubicBezTo>
                  <a:pt x="166" y="46"/>
                  <a:pt x="168" y="46"/>
                  <a:pt x="170" y="46"/>
                </a:cubicBezTo>
                <a:cubicBezTo>
                  <a:pt x="174" y="46"/>
                  <a:pt x="179" y="47"/>
                  <a:pt x="183" y="51"/>
                </a:cubicBezTo>
                <a:cubicBezTo>
                  <a:pt x="186" y="54"/>
                  <a:pt x="188" y="59"/>
                  <a:pt x="189" y="64"/>
                </a:cubicBezTo>
                <a:cubicBezTo>
                  <a:pt x="189" y="69"/>
                  <a:pt x="187" y="73"/>
                  <a:pt x="184" y="76"/>
                </a:cubicBezTo>
                <a:cubicBezTo>
                  <a:pt x="182" y="77"/>
                  <a:pt x="170" y="83"/>
                  <a:pt x="148" y="93"/>
                </a:cubicBezTo>
                <a:cubicBezTo>
                  <a:pt x="127" y="103"/>
                  <a:pt x="116" y="108"/>
                  <a:pt x="114" y="109"/>
                </a:cubicBezTo>
                <a:lnTo>
                  <a:pt x="147" y="125"/>
                </a:lnTo>
                <a:lnTo>
                  <a:pt x="184" y="142"/>
                </a:lnTo>
                <a:cubicBezTo>
                  <a:pt x="187" y="145"/>
                  <a:pt x="188" y="149"/>
                  <a:pt x="188" y="154"/>
                </a:cubicBezTo>
                <a:cubicBezTo>
                  <a:pt x="188" y="159"/>
                  <a:pt x="187" y="163"/>
                  <a:pt x="184" y="166"/>
                </a:cubicBezTo>
                <a:cubicBezTo>
                  <a:pt x="181" y="170"/>
                  <a:pt x="177" y="172"/>
                  <a:pt x="171" y="172"/>
                </a:cubicBezTo>
                <a:cubicBezTo>
                  <a:pt x="168" y="172"/>
                  <a:pt x="165" y="171"/>
                  <a:pt x="162" y="169"/>
                </a:cubicBezTo>
                <a:cubicBezTo>
                  <a:pt x="158" y="167"/>
                  <a:pt x="149" y="160"/>
                  <a:pt x="134" y="149"/>
                </a:cubicBezTo>
                <a:lnTo>
                  <a:pt x="104" y="128"/>
                </a:lnTo>
                <a:cubicBezTo>
                  <a:pt x="109" y="173"/>
                  <a:pt x="111" y="198"/>
                  <a:pt x="111" y="203"/>
                </a:cubicBezTo>
                <a:cubicBezTo>
                  <a:pt x="111" y="207"/>
                  <a:pt x="110" y="210"/>
                  <a:pt x="107" y="213"/>
                </a:cubicBezTo>
                <a:cubicBezTo>
                  <a:pt x="105" y="216"/>
                  <a:pt x="101" y="219"/>
                  <a:pt x="94" y="219"/>
                </a:cubicBezTo>
                <a:cubicBezTo>
                  <a:pt x="88" y="219"/>
                  <a:pt x="84" y="216"/>
                  <a:pt x="81" y="213"/>
                </a:cubicBezTo>
                <a:cubicBezTo>
                  <a:pt x="79" y="210"/>
                  <a:pt x="77" y="207"/>
                  <a:pt x="77" y="203"/>
                </a:cubicBezTo>
                <a:cubicBezTo>
                  <a:pt x="77" y="198"/>
                  <a:pt x="78" y="184"/>
                  <a:pt x="80" y="163"/>
                </a:cubicBezTo>
                <a:cubicBezTo>
                  <a:pt x="82" y="142"/>
                  <a:pt x="83" y="130"/>
                  <a:pt x="84" y="128"/>
                </a:cubicBezTo>
                <a:lnTo>
                  <a:pt x="54" y="149"/>
                </a:lnTo>
                <a:cubicBezTo>
                  <a:pt x="36" y="163"/>
                  <a:pt x="25" y="170"/>
                  <a:pt x="24" y="171"/>
                </a:cubicBezTo>
                <a:cubicBezTo>
                  <a:pt x="22" y="172"/>
                  <a:pt x="21" y="173"/>
                  <a:pt x="19" y="173"/>
                </a:cubicBezTo>
                <a:cubicBezTo>
                  <a:pt x="14" y="173"/>
                  <a:pt x="10" y="171"/>
                  <a:pt x="6" y="168"/>
                </a:cubicBezTo>
                <a:cubicBezTo>
                  <a:pt x="3" y="164"/>
                  <a:pt x="1" y="160"/>
                  <a:pt x="0" y="154"/>
                </a:cubicBezTo>
                <a:cubicBezTo>
                  <a:pt x="0" y="152"/>
                  <a:pt x="0" y="151"/>
                  <a:pt x="0" y="150"/>
                </a:cubicBezTo>
                <a:cubicBezTo>
                  <a:pt x="0" y="149"/>
                  <a:pt x="1" y="148"/>
                  <a:pt x="2" y="147"/>
                </a:cubicBezTo>
                <a:cubicBezTo>
                  <a:pt x="3" y="146"/>
                  <a:pt x="4" y="145"/>
                  <a:pt x="4" y="144"/>
                </a:cubicBezTo>
                <a:cubicBezTo>
                  <a:pt x="5" y="143"/>
                  <a:pt x="7" y="142"/>
                  <a:pt x="9" y="140"/>
                </a:cubicBezTo>
                <a:cubicBezTo>
                  <a:pt x="11" y="139"/>
                  <a:pt x="13" y="138"/>
                  <a:pt x="16" y="137"/>
                </a:cubicBezTo>
                <a:cubicBezTo>
                  <a:pt x="18" y="136"/>
                  <a:pt x="21" y="134"/>
                  <a:pt x="25" y="132"/>
                </a:cubicBezTo>
                <a:cubicBezTo>
                  <a:pt x="29" y="130"/>
                  <a:pt x="34" y="128"/>
                  <a:pt x="38" y="127"/>
                </a:cubicBezTo>
                <a:cubicBezTo>
                  <a:pt x="42" y="125"/>
                  <a:pt x="47" y="122"/>
                  <a:pt x="54" y="119"/>
                </a:cubicBezTo>
                <a:cubicBezTo>
                  <a:pt x="61" y="116"/>
                  <a:pt x="67" y="112"/>
                  <a:pt x="74" y="109"/>
                </a:cubicBezTo>
                <a:lnTo>
                  <a:pt x="5" y="76"/>
                </a:lnTo>
                <a:cubicBezTo>
                  <a:pt x="2" y="73"/>
                  <a:pt x="1" y="69"/>
                  <a:pt x="1" y="64"/>
                </a:cubicBezTo>
                <a:cubicBezTo>
                  <a:pt x="1" y="59"/>
                  <a:pt x="2" y="55"/>
                  <a:pt x="5" y="52"/>
                </a:cubicBezTo>
                <a:cubicBezTo>
                  <a:pt x="8" y="48"/>
                  <a:pt x="12" y="47"/>
                  <a:pt x="18" y="46"/>
                </a:cubicBezTo>
                <a:cubicBezTo>
                  <a:pt x="20" y="46"/>
                  <a:pt x="23" y="47"/>
                  <a:pt x="27" y="49"/>
                </a:cubicBezTo>
                <a:cubicBezTo>
                  <a:pt x="30" y="51"/>
                  <a:pt x="39" y="58"/>
                  <a:pt x="54" y="69"/>
                </a:cubicBezTo>
                <a:lnTo>
                  <a:pt x="84" y="9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2" name=""/>
          <p:cNvSpPr txBox="1"/>
          <p:nvPr/>
        </p:nvSpPr>
        <p:spPr>
          <a:xfrm>
            <a:off x="3218040" y="2666880"/>
            <a:ext cx="10702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unknown: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3" name=""/>
          <p:cNvSpPr/>
          <p:nvPr/>
        </p:nvSpPr>
        <p:spPr>
          <a:xfrm>
            <a:off x="857160" y="30952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5" y="231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90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4" name=""/>
          <p:cNvSpPr txBox="1"/>
          <p:nvPr/>
        </p:nvSpPr>
        <p:spPr>
          <a:xfrm>
            <a:off x="4577760" y="2666880"/>
            <a:ext cx="4101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reverse-calculation as primary calibration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5" name=""/>
          <p:cNvSpPr/>
          <p:nvPr/>
        </p:nvSpPr>
        <p:spPr>
          <a:xfrm>
            <a:off x="3484800" y="303840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0" y="33"/>
                </a:moveTo>
                <a:cubicBezTo>
                  <a:pt x="124" y="33"/>
                  <a:pt x="115" y="32"/>
                  <a:pt x="114" y="30"/>
                </a:cubicBezTo>
                <a:cubicBezTo>
                  <a:pt x="114" y="29"/>
                  <a:pt x="113" y="27"/>
                  <a:pt x="113" y="24"/>
                </a:cubicBezTo>
                <a:cubicBezTo>
                  <a:pt x="113" y="13"/>
                  <a:pt x="116" y="5"/>
                  <a:pt x="121" y="0"/>
                </a:cubicBezTo>
                <a:cubicBezTo>
                  <a:pt x="122" y="0"/>
                  <a:pt x="126" y="0"/>
                  <a:pt x="132" y="0"/>
                </a:cubicBezTo>
                <a:cubicBezTo>
                  <a:pt x="158" y="1"/>
                  <a:pt x="188" y="2"/>
                  <a:pt x="224" y="2"/>
                </a:cubicBezTo>
                <a:cubicBezTo>
                  <a:pt x="291" y="2"/>
                  <a:pt x="330" y="1"/>
                  <a:pt x="340" y="0"/>
                </a:cubicBezTo>
                <a:lnTo>
                  <a:pt x="348" y="0"/>
                </a:lnTo>
                <a:cubicBezTo>
                  <a:pt x="351" y="3"/>
                  <a:pt x="352" y="5"/>
                  <a:pt x="352" y="6"/>
                </a:cubicBezTo>
                <a:cubicBezTo>
                  <a:pt x="352" y="8"/>
                  <a:pt x="352" y="12"/>
                  <a:pt x="351" y="19"/>
                </a:cubicBezTo>
                <a:cubicBezTo>
                  <a:pt x="349" y="26"/>
                  <a:pt x="347" y="31"/>
                  <a:pt x="345" y="33"/>
                </a:cubicBezTo>
                <a:lnTo>
                  <a:pt x="317" y="33"/>
                </a:lnTo>
                <a:cubicBezTo>
                  <a:pt x="285" y="33"/>
                  <a:pt x="265" y="35"/>
                  <a:pt x="260" y="39"/>
                </a:cubicBezTo>
                <a:cubicBezTo>
                  <a:pt x="256" y="41"/>
                  <a:pt x="253" y="48"/>
                  <a:pt x="250" y="59"/>
                </a:cubicBezTo>
                <a:cubicBezTo>
                  <a:pt x="246" y="70"/>
                  <a:pt x="230" y="134"/>
                  <a:pt x="202" y="249"/>
                </a:cubicBezTo>
                <a:cubicBezTo>
                  <a:pt x="193" y="280"/>
                  <a:pt x="185" y="313"/>
                  <a:pt x="176" y="347"/>
                </a:cubicBezTo>
                <a:cubicBezTo>
                  <a:pt x="168" y="382"/>
                  <a:pt x="161" y="408"/>
                  <a:pt x="157" y="426"/>
                </a:cubicBezTo>
                <a:lnTo>
                  <a:pt x="151" y="452"/>
                </a:lnTo>
                <a:cubicBezTo>
                  <a:pt x="151" y="454"/>
                  <a:pt x="153" y="455"/>
                  <a:pt x="157" y="455"/>
                </a:cubicBezTo>
                <a:cubicBezTo>
                  <a:pt x="161" y="455"/>
                  <a:pt x="175" y="455"/>
                  <a:pt x="200" y="456"/>
                </a:cubicBezTo>
                <a:lnTo>
                  <a:pt x="212" y="456"/>
                </a:lnTo>
                <a:cubicBezTo>
                  <a:pt x="228" y="456"/>
                  <a:pt x="240" y="456"/>
                  <a:pt x="249" y="455"/>
                </a:cubicBezTo>
                <a:cubicBezTo>
                  <a:pt x="258" y="455"/>
                  <a:pt x="270" y="453"/>
                  <a:pt x="284" y="450"/>
                </a:cubicBezTo>
                <a:cubicBezTo>
                  <a:pt x="298" y="447"/>
                  <a:pt x="310" y="443"/>
                  <a:pt x="320" y="437"/>
                </a:cubicBezTo>
                <a:cubicBezTo>
                  <a:pt x="329" y="432"/>
                  <a:pt x="340" y="424"/>
                  <a:pt x="351" y="413"/>
                </a:cubicBezTo>
                <a:cubicBezTo>
                  <a:pt x="362" y="403"/>
                  <a:pt x="372" y="390"/>
                  <a:pt x="381" y="374"/>
                </a:cubicBezTo>
                <a:cubicBezTo>
                  <a:pt x="389" y="360"/>
                  <a:pt x="396" y="344"/>
                  <a:pt x="403" y="326"/>
                </a:cubicBezTo>
                <a:cubicBezTo>
                  <a:pt x="409" y="308"/>
                  <a:pt x="413" y="298"/>
                  <a:pt x="415" y="296"/>
                </a:cubicBezTo>
                <a:cubicBezTo>
                  <a:pt x="417" y="295"/>
                  <a:pt x="421" y="294"/>
                  <a:pt x="427" y="294"/>
                </a:cubicBezTo>
                <a:lnTo>
                  <a:pt x="436" y="294"/>
                </a:lnTo>
                <a:cubicBezTo>
                  <a:pt x="439" y="298"/>
                  <a:pt x="440" y="301"/>
                  <a:pt x="440" y="302"/>
                </a:cubicBezTo>
                <a:cubicBezTo>
                  <a:pt x="440" y="303"/>
                  <a:pt x="436" y="317"/>
                  <a:pt x="426" y="344"/>
                </a:cubicBezTo>
                <a:cubicBezTo>
                  <a:pt x="417" y="371"/>
                  <a:pt x="406" y="400"/>
                  <a:pt x="395" y="430"/>
                </a:cubicBezTo>
                <a:cubicBezTo>
                  <a:pt x="383" y="460"/>
                  <a:pt x="377" y="477"/>
                  <a:pt x="376" y="483"/>
                </a:cubicBezTo>
                <a:cubicBezTo>
                  <a:pt x="375" y="485"/>
                  <a:pt x="374" y="486"/>
                  <a:pt x="373" y="487"/>
                </a:cubicBezTo>
                <a:cubicBezTo>
                  <a:pt x="372" y="487"/>
                  <a:pt x="368" y="488"/>
                  <a:pt x="362" y="489"/>
                </a:cubicBezTo>
                <a:cubicBezTo>
                  <a:pt x="355" y="490"/>
                  <a:pt x="345" y="490"/>
                  <a:pt x="331" y="490"/>
                </a:cubicBezTo>
                <a:cubicBezTo>
                  <a:pt x="326" y="490"/>
                  <a:pt x="308" y="490"/>
                  <a:pt x="277" y="490"/>
                </a:cubicBezTo>
                <a:cubicBezTo>
                  <a:pt x="246" y="490"/>
                  <a:pt x="216" y="489"/>
                  <a:pt x="187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8"/>
                  <a:pt x="0" y="475"/>
                  <a:pt x="1" y="472"/>
                </a:cubicBezTo>
                <a:cubicBezTo>
                  <a:pt x="4" y="463"/>
                  <a:pt x="6" y="458"/>
                  <a:pt x="8" y="457"/>
                </a:cubicBezTo>
                <a:cubicBezTo>
                  <a:pt x="10" y="456"/>
                  <a:pt x="14" y="456"/>
                  <a:pt x="19" y="456"/>
                </a:cubicBezTo>
                <a:lnTo>
                  <a:pt x="23" y="456"/>
                </a:lnTo>
                <a:cubicBezTo>
                  <a:pt x="36" y="456"/>
                  <a:pt x="51" y="455"/>
                  <a:pt x="66" y="454"/>
                </a:cubicBezTo>
                <a:cubicBezTo>
                  <a:pt x="73" y="452"/>
                  <a:pt x="77" y="450"/>
                  <a:pt x="80" y="445"/>
                </a:cubicBezTo>
                <a:cubicBezTo>
                  <a:pt x="81" y="443"/>
                  <a:pt x="98" y="377"/>
                  <a:pt x="131" y="247"/>
                </a:cubicBezTo>
                <a:cubicBezTo>
                  <a:pt x="164" y="115"/>
                  <a:pt x="181" y="46"/>
                  <a:pt x="181" y="39"/>
                </a:cubicBezTo>
                <a:cubicBezTo>
                  <a:pt x="181" y="36"/>
                  <a:pt x="167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6" name=""/>
          <p:cNvSpPr txBox="1"/>
          <p:nvPr/>
        </p:nvSpPr>
        <p:spPr>
          <a:xfrm>
            <a:off x="1085760" y="3009960"/>
            <a:ext cx="2397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Confirmatory stage with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7" name=""/>
          <p:cNvSpPr/>
          <p:nvPr/>
        </p:nvSpPr>
        <p:spPr>
          <a:xfrm>
            <a:off x="4698000" y="3038400"/>
            <a:ext cx="190800" cy="184680"/>
          </a:xfrm>
          <a:custGeom>
            <a:avLst/>
            <a:gdLst/>
            <a:ahLst/>
            <a:rect l="0" t="0" r="r" b="b"/>
            <a:pathLst>
              <a:path w="530" h="513">
                <a:moveTo>
                  <a:pt x="4" y="513"/>
                </a:moveTo>
                <a:cubicBezTo>
                  <a:pt x="1" y="511"/>
                  <a:pt x="0" y="509"/>
                  <a:pt x="0" y="508"/>
                </a:cubicBezTo>
                <a:cubicBezTo>
                  <a:pt x="0" y="507"/>
                  <a:pt x="40" y="422"/>
                  <a:pt x="121" y="256"/>
                </a:cubicBezTo>
                <a:cubicBezTo>
                  <a:pt x="201" y="90"/>
                  <a:pt x="243" y="7"/>
                  <a:pt x="244" y="5"/>
                </a:cubicBezTo>
                <a:cubicBezTo>
                  <a:pt x="246" y="1"/>
                  <a:pt x="253" y="0"/>
                  <a:pt x="265" y="0"/>
                </a:cubicBezTo>
                <a:cubicBezTo>
                  <a:pt x="275" y="0"/>
                  <a:pt x="282" y="1"/>
                  <a:pt x="285" y="5"/>
                </a:cubicBezTo>
                <a:cubicBezTo>
                  <a:pt x="286" y="7"/>
                  <a:pt x="327" y="90"/>
                  <a:pt x="407" y="256"/>
                </a:cubicBezTo>
                <a:cubicBezTo>
                  <a:pt x="489" y="422"/>
                  <a:pt x="530" y="507"/>
                  <a:pt x="530" y="508"/>
                </a:cubicBezTo>
                <a:cubicBezTo>
                  <a:pt x="530" y="509"/>
                  <a:pt x="529" y="511"/>
                  <a:pt x="526" y="513"/>
                </a:cubicBezTo>
                <a:lnTo>
                  <a:pt x="4" y="513"/>
                </a:lnTo>
                <a:moveTo>
                  <a:pt x="330" y="266"/>
                </a:moveTo>
                <a:lnTo>
                  <a:pt x="242" y="85"/>
                </a:lnTo>
                <a:lnTo>
                  <a:pt x="65" y="446"/>
                </a:lnTo>
                <a:lnTo>
                  <a:pt x="241" y="447"/>
                </a:lnTo>
                <a:lnTo>
                  <a:pt x="417" y="447"/>
                </a:lnTo>
                <a:cubicBezTo>
                  <a:pt x="417" y="446"/>
                  <a:pt x="388" y="385"/>
                  <a:pt x="330" y="2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8" name=""/>
          <p:cNvSpPr/>
          <p:nvPr/>
        </p:nvSpPr>
        <p:spPr>
          <a:xfrm>
            <a:off x="4913640" y="3180600"/>
            <a:ext cx="144720" cy="81000"/>
          </a:xfrm>
          <a:custGeom>
            <a:avLst/>
            <a:gdLst/>
            <a:ahLst/>
            <a:rect l="0" t="0" r="r" b="b"/>
            <a:pathLst>
              <a:path w="402" h="225">
                <a:moveTo>
                  <a:pt x="8" y="202"/>
                </a:moveTo>
                <a:lnTo>
                  <a:pt x="15" y="202"/>
                </a:lnTo>
                <a:cubicBezTo>
                  <a:pt x="28" y="202"/>
                  <a:pt x="36" y="199"/>
                  <a:pt x="39" y="193"/>
                </a:cubicBezTo>
                <a:lnTo>
                  <a:pt x="39" y="189"/>
                </a:lnTo>
                <a:cubicBezTo>
                  <a:pt x="39" y="186"/>
                  <a:pt x="39" y="183"/>
                  <a:pt x="39" y="178"/>
                </a:cubicBezTo>
                <a:cubicBezTo>
                  <a:pt x="39" y="173"/>
                  <a:pt x="39" y="168"/>
                  <a:pt x="39" y="162"/>
                </a:cubicBezTo>
                <a:cubicBezTo>
                  <a:pt x="39" y="156"/>
                  <a:pt x="39" y="150"/>
                  <a:pt x="39" y="142"/>
                </a:cubicBezTo>
                <a:cubicBezTo>
                  <a:pt x="40" y="135"/>
                  <a:pt x="40" y="128"/>
                  <a:pt x="39" y="121"/>
                </a:cubicBezTo>
                <a:cubicBezTo>
                  <a:pt x="39" y="111"/>
                  <a:pt x="39" y="100"/>
                  <a:pt x="39" y="88"/>
                </a:cubicBezTo>
                <a:cubicBezTo>
                  <a:pt x="39" y="76"/>
                  <a:pt x="39" y="66"/>
                  <a:pt x="39" y="58"/>
                </a:cubicBezTo>
                <a:lnTo>
                  <a:pt x="39" y="46"/>
                </a:lnTo>
                <a:cubicBezTo>
                  <a:pt x="38" y="40"/>
                  <a:pt x="35" y="36"/>
                  <a:pt x="32" y="34"/>
                </a:cubicBezTo>
                <a:cubicBezTo>
                  <a:pt x="28" y="32"/>
                  <a:pt x="20" y="30"/>
                  <a:pt x="9" y="29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10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5"/>
                  <a:pt x="20" y="4"/>
                </a:cubicBezTo>
                <a:cubicBezTo>
                  <a:pt x="26" y="4"/>
                  <a:pt x="32" y="4"/>
                  <a:pt x="39" y="3"/>
                </a:cubicBezTo>
                <a:cubicBezTo>
                  <a:pt x="44" y="3"/>
                  <a:pt x="51" y="3"/>
                  <a:pt x="57" y="2"/>
                </a:cubicBezTo>
                <a:cubicBezTo>
                  <a:pt x="63" y="2"/>
                  <a:pt x="68" y="2"/>
                  <a:pt x="72" y="1"/>
                </a:cubicBezTo>
                <a:cubicBezTo>
                  <a:pt x="75" y="0"/>
                  <a:pt x="77" y="0"/>
                  <a:pt x="77" y="0"/>
                </a:cubicBezTo>
                <a:lnTo>
                  <a:pt x="79" y="0"/>
                </a:lnTo>
                <a:lnTo>
                  <a:pt x="79" y="21"/>
                </a:lnTo>
                <a:cubicBezTo>
                  <a:pt x="79" y="33"/>
                  <a:pt x="79" y="40"/>
                  <a:pt x="79" y="40"/>
                </a:cubicBezTo>
                <a:cubicBezTo>
                  <a:pt x="80" y="40"/>
                  <a:pt x="80" y="39"/>
                  <a:pt x="82" y="37"/>
                </a:cubicBezTo>
                <a:cubicBezTo>
                  <a:pt x="83" y="36"/>
                  <a:pt x="85" y="33"/>
                  <a:pt x="88" y="30"/>
                </a:cubicBezTo>
                <a:cubicBezTo>
                  <a:pt x="90" y="26"/>
                  <a:pt x="94" y="23"/>
                  <a:pt x="97" y="21"/>
                </a:cubicBezTo>
                <a:cubicBezTo>
                  <a:pt x="101" y="18"/>
                  <a:pt x="106" y="15"/>
                  <a:pt x="112" y="11"/>
                </a:cubicBezTo>
                <a:cubicBezTo>
                  <a:pt x="118" y="7"/>
                  <a:pt x="125" y="5"/>
                  <a:pt x="131" y="3"/>
                </a:cubicBezTo>
                <a:cubicBezTo>
                  <a:pt x="138" y="1"/>
                  <a:pt x="147" y="0"/>
                  <a:pt x="157" y="0"/>
                </a:cubicBezTo>
                <a:cubicBezTo>
                  <a:pt x="162" y="0"/>
                  <a:pt x="167" y="1"/>
                  <a:pt x="171" y="1"/>
                </a:cubicBezTo>
                <a:cubicBezTo>
                  <a:pt x="176" y="2"/>
                  <a:pt x="179" y="3"/>
                  <a:pt x="183" y="4"/>
                </a:cubicBezTo>
                <a:cubicBezTo>
                  <a:pt x="187" y="6"/>
                  <a:pt x="190" y="7"/>
                  <a:pt x="193" y="8"/>
                </a:cubicBezTo>
                <a:cubicBezTo>
                  <a:pt x="196" y="10"/>
                  <a:pt x="199" y="11"/>
                  <a:pt x="201" y="13"/>
                </a:cubicBezTo>
                <a:cubicBezTo>
                  <a:pt x="203" y="15"/>
                  <a:pt x="205" y="17"/>
                  <a:pt x="207" y="19"/>
                </a:cubicBezTo>
                <a:cubicBezTo>
                  <a:pt x="208" y="21"/>
                  <a:pt x="210" y="22"/>
                  <a:pt x="211" y="24"/>
                </a:cubicBezTo>
                <a:cubicBezTo>
                  <a:pt x="212" y="26"/>
                  <a:pt x="214" y="28"/>
                  <a:pt x="215" y="30"/>
                </a:cubicBezTo>
                <a:cubicBezTo>
                  <a:pt x="216" y="32"/>
                  <a:pt x="216" y="33"/>
                  <a:pt x="217" y="35"/>
                </a:cubicBezTo>
                <a:cubicBezTo>
                  <a:pt x="217" y="36"/>
                  <a:pt x="217" y="37"/>
                  <a:pt x="218" y="39"/>
                </a:cubicBezTo>
                <a:lnTo>
                  <a:pt x="219" y="41"/>
                </a:lnTo>
                <a:lnTo>
                  <a:pt x="221" y="39"/>
                </a:lnTo>
                <a:cubicBezTo>
                  <a:pt x="222" y="38"/>
                  <a:pt x="223" y="37"/>
                  <a:pt x="224" y="35"/>
                </a:cubicBezTo>
                <a:cubicBezTo>
                  <a:pt x="225" y="34"/>
                  <a:pt x="226" y="32"/>
                  <a:pt x="228" y="30"/>
                </a:cubicBezTo>
                <a:cubicBezTo>
                  <a:pt x="230" y="27"/>
                  <a:pt x="232" y="25"/>
                  <a:pt x="235" y="23"/>
                </a:cubicBezTo>
                <a:cubicBezTo>
                  <a:pt x="237" y="21"/>
                  <a:pt x="240" y="19"/>
                  <a:pt x="242" y="17"/>
                </a:cubicBezTo>
                <a:cubicBezTo>
                  <a:pt x="245" y="14"/>
                  <a:pt x="248" y="12"/>
                  <a:pt x="253" y="11"/>
                </a:cubicBezTo>
                <a:cubicBezTo>
                  <a:pt x="257" y="9"/>
                  <a:pt x="260" y="7"/>
                  <a:pt x="264" y="5"/>
                </a:cubicBezTo>
                <a:cubicBezTo>
                  <a:pt x="268" y="4"/>
                  <a:pt x="272" y="3"/>
                  <a:pt x="277" y="2"/>
                </a:cubicBezTo>
                <a:cubicBezTo>
                  <a:pt x="282" y="1"/>
                  <a:pt x="288" y="1"/>
                  <a:pt x="293" y="0"/>
                </a:cubicBezTo>
                <a:cubicBezTo>
                  <a:pt x="335" y="0"/>
                  <a:pt x="359" y="19"/>
                  <a:pt x="362" y="58"/>
                </a:cubicBezTo>
                <a:cubicBezTo>
                  <a:pt x="363" y="60"/>
                  <a:pt x="363" y="83"/>
                  <a:pt x="363" y="128"/>
                </a:cubicBezTo>
                <a:lnTo>
                  <a:pt x="363" y="171"/>
                </a:lnTo>
                <a:cubicBezTo>
                  <a:pt x="363" y="184"/>
                  <a:pt x="363" y="192"/>
                  <a:pt x="364" y="194"/>
                </a:cubicBezTo>
                <a:cubicBezTo>
                  <a:pt x="364" y="196"/>
                  <a:pt x="366" y="199"/>
                  <a:pt x="369" y="200"/>
                </a:cubicBezTo>
                <a:cubicBezTo>
                  <a:pt x="376" y="201"/>
                  <a:pt x="385" y="202"/>
                  <a:pt x="394" y="202"/>
                </a:cubicBezTo>
                <a:lnTo>
                  <a:pt x="402" y="202"/>
                </a:lnTo>
                <a:lnTo>
                  <a:pt x="402" y="225"/>
                </a:lnTo>
                <a:lnTo>
                  <a:pt x="398" y="225"/>
                </a:lnTo>
                <a:lnTo>
                  <a:pt x="386" y="224"/>
                </a:lnTo>
                <a:cubicBezTo>
                  <a:pt x="378" y="224"/>
                  <a:pt x="370" y="224"/>
                  <a:pt x="361" y="224"/>
                </a:cubicBezTo>
                <a:cubicBezTo>
                  <a:pt x="352" y="224"/>
                  <a:pt x="345" y="224"/>
                  <a:pt x="341" y="223"/>
                </a:cubicBezTo>
                <a:cubicBezTo>
                  <a:pt x="307" y="223"/>
                  <a:pt x="288" y="224"/>
                  <a:pt x="285" y="225"/>
                </a:cubicBezTo>
                <a:lnTo>
                  <a:pt x="281" y="225"/>
                </a:lnTo>
                <a:lnTo>
                  <a:pt x="281" y="202"/>
                </a:lnTo>
                <a:lnTo>
                  <a:pt x="289" y="202"/>
                </a:lnTo>
                <a:cubicBezTo>
                  <a:pt x="309" y="202"/>
                  <a:pt x="320" y="199"/>
                  <a:pt x="320" y="192"/>
                </a:cubicBezTo>
                <a:cubicBezTo>
                  <a:pt x="320" y="192"/>
                  <a:pt x="320" y="169"/>
                  <a:pt x="320" y="123"/>
                </a:cubicBezTo>
                <a:cubicBezTo>
                  <a:pt x="320" y="77"/>
                  <a:pt x="320" y="53"/>
                  <a:pt x="319" y="50"/>
                </a:cubicBezTo>
                <a:cubicBezTo>
                  <a:pt x="317" y="41"/>
                  <a:pt x="314" y="34"/>
                  <a:pt x="309" y="29"/>
                </a:cubicBezTo>
                <a:cubicBezTo>
                  <a:pt x="304" y="24"/>
                  <a:pt x="300" y="22"/>
                  <a:pt x="297" y="21"/>
                </a:cubicBezTo>
                <a:cubicBezTo>
                  <a:pt x="294" y="20"/>
                  <a:pt x="289" y="19"/>
                  <a:pt x="284" y="20"/>
                </a:cubicBezTo>
                <a:cubicBezTo>
                  <a:pt x="269" y="20"/>
                  <a:pt x="255" y="25"/>
                  <a:pt x="244" y="37"/>
                </a:cubicBezTo>
                <a:cubicBezTo>
                  <a:pt x="235" y="46"/>
                  <a:pt x="229" y="55"/>
                  <a:pt x="227" y="65"/>
                </a:cubicBezTo>
                <a:cubicBezTo>
                  <a:pt x="224" y="74"/>
                  <a:pt x="223" y="88"/>
                  <a:pt x="223" y="107"/>
                </a:cubicBezTo>
                <a:lnTo>
                  <a:pt x="223" y="139"/>
                </a:lnTo>
                <a:lnTo>
                  <a:pt x="223" y="169"/>
                </a:lnTo>
                <a:cubicBezTo>
                  <a:pt x="223" y="179"/>
                  <a:pt x="223" y="186"/>
                  <a:pt x="223" y="189"/>
                </a:cubicBezTo>
                <a:cubicBezTo>
                  <a:pt x="224" y="193"/>
                  <a:pt x="224" y="195"/>
                  <a:pt x="225" y="196"/>
                </a:cubicBezTo>
                <a:cubicBezTo>
                  <a:pt x="225" y="198"/>
                  <a:pt x="227" y="199"/>
                  <a:pt x="229" y="200"/>
                </a:cubicBezTo>
                <a:cubicBezTo>
                  <a:pt x="236" y="201"/>
                  <a:pt x="245" y="202"/>
                  <a:pt x="254" y="202"/>
                </a:cubicBezTo>
                <a:lnTo>
                  <a:pt x="262" y="202"/>
                </a:lnTo>
                <a:lnTo>
                  <a:pt x="262" y="225"/>
                </a:lnTo>
                <a:lnTo>
                  <a:pt x="258" y="225"/>
                </a:lnTo>
                <a:lnTo>
                  <a:pt x="246" y="224"/>
                </a:lnTo>
                <a:cubicBezTo>
                  <a:pt x="238" y="224"/>
                  <a:pt x="230" y="224"/>
                  <a:pt x="221" y="224"/>
                </a:cubicBezTo>
                <a:cubicBezTo>
                  <a:pt x="212" y="224"/>
                  <a:pt x="205" y="224"/>
                  <a:pt x="201" y="223"/>
                </a:cubicBezTo>
                <a:cubicBezTo>
                  <a:pt x="166" y="223"/>
                  <a:pt x="147" y="224"/>
                  <a:pt x="144" y="225"/>
                </a:cubicBezTo>
                <a:lnTo>
                  <a:pt x="140" y="225"/>
                </a:lnTo>
                <a:lnTo>
                  <a:pt x="140" y="202"/>
                </a:lnTo>
                <a:lnTo>
                  <a:pt x="148" y="202"/>
                </a:lnTo>
                <a:cubicBezTo>
                  <a:pt x="168" y="202"/>
                  <a:pt x="179" y="199"/>
                  <a:pt x="179" y="192"/>
                </a:cubicBezTo>
                <a:cubicBezTo>
                  <a:pt x="179" y="192"/>
                  <a:pt x="179" y="169"/>
                  <a:pt x="179" y="123"/>
                </a:cubicBezTo>
                <a:cubicBezTo>
                  <a:pt x="179" y="77"/>
                  <a:pt x="179" y="53"/>
                  <a:pt x="178" y="50"/>
                </a:cubicBezTo>
                <a:cubicBezTo>
                  <a:pt x="176" y="41"/>
                  <a:pt x="173" y="34"/>
                  <a:pt x="168" y="29"/>
                </a:cubicBezTo>
                <a:cubicBezTo>
                  <a:pt x="163" y="24"/>
                  <a:pt x="159" y="22"/>
                  <a:pt x="156" y="21"/>
                </a:cubicBezTo>
                <a:cubicBezTo>
                  <a:pt x="153" y="20"/>
                  <a:pt x="148" y="19"/>
                  <a:pt x="143" y="20"/>
                </a:cubicBezTo>
                <a:cubicBezTo>
                  <a:pt x="128" y="20"/>
                  <a:pt x="114" y="25"/>
                  <a:pt x="103" y="37"/>
                </a:cubicBezTo>
                <a:cubicBezTo>
                  <a:pt x="94" y="46"/>
                  <a:pt x="88" y="55"/>
                  <a:pt x="86" y="65"/>
                </a:cubicBezTo>
                <a:cubicBezTo>
                  <a:pt x="83" y="74"/>
                  <a:pt x="82" y="88"/>
                  <a:pt x="82" y="107"/>
                </a:cubicBezTo>
                <a:lnTo>
                  <a:pt x="82" y="139"/>
                </a:lnTo>
                <a:lnTo>
                  <a:pt x="82" y="169"/>
                </a:lnTo>
                <a:cubicBezTo>
                  <a:pt x="82" y="179"/>
                  <a:pt x="82" y="186"/>
                  <a:pt x="82" y="189"/>
                </a:cubicBezTo>
                <a:cubicBezTo>
                  <a:pt x="83" y="193"/>
                  <a:pt x="83" y="195"/>
                  <a:pt x="84" y="196"/>
                </a:cubicBezTo>
                <a:cubicBezTo>
                  <a:pt x="84" y="198"/>
                  <a:pt x="86" y="199"/>
                  <a:pt x="88" y="200"/>
                </a:cubicBezTo>
                <a:cubicBezTo>
                  <a:pt x="95" y="201"/>
                  <a:pt x="104" y="202"/>
                  <a:pt x="113" y="202"/>
                </a:cubicBezTo>
                <a:lnTo>
                  <a:pt x="121" y="202"/>
                </a:lnTo>
                <a:lnTo>
                  <a:pt x="121" y="225"/>
                </a:lnTo>
                <a:lnTo>
                  <a:pt x="117" y="225"/>
                </a:lnTo>
                <a:lnTo>
                  <a:pt x="105" y="224"/>
                </a:lnTo>
                <a:cubicBezTo>
                  <a:pt x="97" y="224"/>
                  <a:pt x="89" y="224"/>
                  <a:pt x="80" y="224"/>
                </a:cubicBezTo>
                <a:cubicBezTo>
                  <a:pt x="71" y="224"/>
                  <a:pt x="64" y="224"/>
                  <a:pt x="60" y="223"/>
                </a:cubicBezTo>
                <a:cubicBezTo>
                  <a:pt x="26" y="223"/>
                  <a:pt x="7" y="224"/>
                  <a:pt x="4" y="225"/>
                </a:cubicBezTo>
                <a:lnTo>
                  <a:pt x="0" y="225"/>
                </a:lnTo>
                <a:lnTo>
                  <a:pt x="0" y="202"/>
                </a:lnTo>
                <a:lnTo>
                  <a:pt x="8" y="20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9" name=""/>
          <p:cNvSpPr/>
          <p:nvPr/>
        </p:nvSpPr>
        <p:spPr>
          <a:xfrm>
            <a:off x="5066640" y="317952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52" y="74"/>
                </a:moveTo>
                <a:cubicBezTo>
                  <a:pt x="52" y="74"/>
                  <a:pt x="49" y="74"/>
                  <a:pt x="41" y="74"/>
                </a:cubicBezTo>
                <a:cubicBezTo>
                  <a:pt x="34" y="74"/>
                  <a:pt x="28" y="71"/>
                  <a:pt x="23" y="66"/>
                </a:cubicBezTo>
                <a:cubicBezTo>
                  <a:pt x="18" y="60"/>
                  <a:pt x="15" y="53"/>
                  <a:pt x="15" y="45"/>
                </a:cubicBezTo>
                <a:cubicBezTo>
                  <a:pt x="15" y="34"/>
                  <a:pt x="21" y="23"/>
                  <a:pt x="32" y="14"/>
                </a:cubicBezTo>
                <a:cubicBezTo>
                  <a:pt x="44" y="5"/>
                  <a:pt x="64" y="0"/>
                  <a:pt x="93" y="0"/>
                </a:cubicBezTo>
                <a:cubicBezTo>
                  <a:pt x="118" y="0"/>
                  <a:pt x="139" y="6"/>
                  <a:pt x="154" y="17"/>
                </a:cubicBezTo>
                <a:cubicBezTo>
                  <a:pt x="169" y="27"/>
                  <a:pt x="179" y="40"/>
                  <a:pt x="184" y="55"/>
                </a:cubicBezTo>
                <a:cubicBezTo>
                  <a:pt x="186" y="60"/>
                  <a:pt x="187" y="66"/>
                  <a:pt x="187" y="72"/>
                </a:cubicBezTo>
                <a:cubicBezTo>
                  <a:pt x="187" y="77"/>
                  <a:pt x="187" y="97"/>
                  <a:pt x="187" y="130"/>
                </a:cubicBezTo>
                <a:lnTo>
                  <a:pt x="187" y="165"/>
                </a:lnTo>
                <a:cubicBezTo>
                  <a:pt x="187" y="181"/>
                  <a:pt x="188" y="192"/>
                  <a:pt x="190" y="198"/>
                </a:cubicBezTo>
                <a:cubicBezTo>
                  <a:pt x="192" y="205"/>
                  <a:pt x="195" y="208"/>
                  <a:pt x="201" y="208"/>
                </a:cubicBezTo>
                <a:cubicBezTo>
                  <a:pt x="206" y="208"/>
                  <a:pt x="209" y="205"/>
                  <a:pt x="211" y="199"/>
                </a:cubicBezTo>
                <a:cubicBezTo>
                  <a:pt x="212" y="194"/>
                  <a:pt x="213" y="185"/>
                  <a:pt x="213" y="173"/>
                </a:cubicBezTo>
                <a:lnTo>
                  <a:pt x="213" y="155"/>
                </a:lnTo>
                <a:lnTo>
                  <a:pt x="233" y="155"/>
                </a:lnTo>
                <a:lnTo>
                  <a:pt x="233" y="174"/>
                </a:lnTo>
                <a:cubicBezTo>
                  <a:pt x="233" y="188"/>
                  <a:pt x="233" y="196"/>
                  <a:pt x="232" y="198"/>
                </a:cubicBezTo>
                <a:cubicBezTo>
                  <a:pt x="229" y="208"/>
                  <a:pt x="223" y="216"/>
                  <a:pt x="214" y="222"/>
                </a:cubicBezTo>
                <a:cubicBezTo>
                  <a:pt x="205" y="227"/>
                  <a:pt x="196" y="230"/>
                  <a:pt x="186" y="231"/>
                </a:cubicBezTo>
                <a:cubicBezTo>
                  <a:pt x="177" y="231"/>
                  <a:pt x="169" y="228"/>
                  <a:pt x="163" y="222"/>
                </a:cubicBezTo>
                <a:cubicBezTo>
                  <a:pt x="157" y="215"/>
                  <a:pt x="153" y="208"/>
                  <a:pt x="150" y="201"/>
                </a:cubicBezTo>
                <a:lnTo>
                  <a:pt x="150" y="198"/>
                </a:lnTo>
                <a:lnTo>
                  <a:pt x="149" y="200"/>
                </a:lnTo>
                <a:cubicBezTo>
                  <a:pt x="149" y="201"/>
                  <a:pt x="148" y="202"/>
                  <a:pt x="147" y="203"/>
                </a:cubicBezTo>
                <a:cubicBezTo>
                  <a:pt x="146" y="204"/>
                  <a:pt x="145" y="206"/>
                  <a:pt x="143" y="208"/>
                </a:cubicBezTo>
                <a:cubicBezTo>
                  <a:pt x="141" y="210"/>
                  <a:pt x="139" y="211"/>
                  <a:pt x="137" y="213"/>
                </a:cubicBezTo>
                <a:cubicBezTo>
                  <a:pt x="134" y="215"/>
                  <a:pt x="131" y="217"/>
                  <a:pt x="128" y="219"/>
                </a:cubicBezTo>
                <a:cubicBezTo>
                  <a:pt x="126" y="222"/>
                  <a:pt x="123" y="223"/>
                  <a:pt x="119" y="225"/>
                </a:cubicBezTo>
                <a:cubicBezTo>
                  <a:pt x="116" y="226"/>
                  <a:pt x="112" y="227"/>
                  <a:pt x="108" y="229"/>
                </a:cubicBezTo>
                <a:cubicBezTo>
                  <a:pt x="104" y="230"/>
                  <a:pt x="100" y="231"/>
                  <a:pt x="95" y="232"/>
                </a:cubicBezTo>
                <a:cubicBezTo>
                  <a:pt x="90" y="233"/>
                  <a:pt x="85" y="233"/>
                  <a:pt x="79" y="233"/>
                </a:cubicBezTo>
                <a:cubicBezTo>
                  <a:pt x="59" y="233"/>
                  <a:pt x="41" y="228"/>
                  <a:pt x="25" y="218"/>
                </a:cubicBezTo>
                <a:cubicBezTo>
                  <a:pt x="8" y="207"/>
                  <a:pt x="0" y="193"/>
                  <a:pt x="0" y="174"/>
                </a:cubicBezTo>
                <a:cubicBezTo>
                  <a:pt x="0" y="167"/>
                  <a:pt x="2" y="160"/>
                  <a:pt x="4" y="153"/>
                </a:cubicBezTo>
                <a:cubicBezTo>
                  <a:pt x="6" y="147"/>
                  <a:pt x="11" y="140"/>
                  <a:pt x="18" y="133"/>
                </a:cubicBezTo>
                <a:cubicBezTo>
                  <a:pt x="24" y="125"/>
                  <a:pt x="32" y="119"/>
                  <a:pt x="42" y="114"/>
                </a:cubicBezTo>
                <a:cubicBezTo>
                  <a:pt x="51" y="109"/>
                  <a:pt x="64" y="104"/>
                  <a:pt x="81" y="100"/>
                </a:cubicBezTo>
                <a:cubicBezTo>
                  <a:pt x="98" y="96"/>
                  <a:pt x="117" y="93"/>
                  <a:pt x="138" y="92"/>
                </a:cubicBezTo>
                <a:lnTo>
                  <a:pt x="145" y="92"/>
                </a:lnTo>
                <a:lnTo>
                  <a:pt x="145" y="81"/>
                </a:lnTo>
                <a:cubicBezTo>
                  <a:pt x="145" y="70"/>
                  <a:pt x="144" y="60"/>
                  <a:pt x="142" y="55"/>
                </a:cubicBezTo>
                <a:cubicBezTo>
                  <a:pt x="134" y="31"/>
                  <a:pt x="117" y="19"/>
                  <a:pt x="92" y="19"/>
                </a:cubicBezTo>
                <a:cubicBezTo>
                  <a:pt x="86" y="19"/>
                  <a:pt x="80" y="19"/>
                  <a:pt x="75" y="20"/>
                </a:cubicBezTo>
                <a:cubicBezTo>
                  <a:pt x="69" y="20"/>
                  <a:pt x="65" y="21"/>
                  <a:pt x="62" y="22"/>
                </a:cubicBezTo>
                <a:cubicBezTo>
                  <a:pt x="59" y="23"/>
                  <a:pt x="58" y="23"/>
                  <a:pt x="58" y="23"/>
                </a:cubicBezTo>
                <a:cubicBezTo>
                  <a:pt x="65" y="28"/>
                  <a:pt x="69" y="36"/>
                  <a:pt x="69" y="45"/>
                </a:cubicBezTo>
                <a:cubicBezTo>
                  <a:pt x="69" y="54"/>
                  <a:pt x="66" y="60"/>
                  <a:pt x="61" y="66"/>
                </a:cubicBezTo>
                <a:lnTo>
                  <a:pt x="52" y="74"/>
                </a:lnTo>
                <a:moveTo>
                  <a:pt x="47" y="174"/>
                </a:moveTo>
                <a:cubicBezTo>
                  <a:pt x="47" y="185"/>
                  <a:pt x="51" y="194"/>
                  <a:pt x="59" y="202"/>
                </a:cubicBezTo>
                <a:cubicBezTo>
                  <a:pt x="67" y="210"/>
                  <a:pt x="77" y="214"/>
                  <a:pt x="89" y="215"/>
                </a:cubicBezTo>
                <a:cubicBezTo>
                  <a:pt x="102" y="215"/>
                  <a:pt x="113" y="211"/>
                  <a:pt x="123" y="203"/>
                </a:cubicBezTo>
                <a:cubicBezTo>
                  <a:pt x="132" y="195"/>
                  <a:pt x="140" y="185"/>
                  <a:pt x="143" y="173"/>
                </a:cubicBezTo>
                <a:cubicBezTo>
                  <a:pt x="144" y="170"/>
                  <a:pt x="145" y="159"/>
                  <a:pt x="145" y="139"/>
                </a:cubicBezTo>
                <a:cubicBezTo>
                  <a:pt x="145" y="120"/>
                  <a:pt x="145" y="110"/>
                  <a:pt x="144" y="110"/>
                </a:cubicBezTo>
                <a:cubicBezTo>
                  <a:pt x="142" y="110"/>
                  <a:pt x="138" y="110"/>
                  <a:pt x="134" y="111"/>
                </a:cubicBezTo>
                <a:cubicBezTo>
                  <a:pt x="128" y="111"/>
                  <a:pt x="121" y="112"/>
                  <a:pt x="110" y="115"/>
                </a:cubicBezTo>
                <a:cubicBezTo>
                  <a:pt x="99" y="118"/>
                  <a:pt x="90" y="121"/>
                  <a:pt x="81" y="125"/>
                </a:cubicBezTo>
                <a:cubicBezTo>
                  <a:pt x="72" y="129"/>
                  <a:pt x="64" y="135"/>
                  <a:pt x="58" y="144"/>
                </a:cubicBezTo>
                <a:cubicBezTo>
                  <a:pt x="51" y="152"/>
                  <a:pt x="47" y="162"/>
                  <a:pt x="47" y="17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0" name=""/>
          <p:cNvSpPr/>
          <p:nvPr/>
        </p:nvSpPr>
        <p:spPr>
          <a:xfrm>
            <a:off x="5153400" y="3182760"/>
            <a:ext cx="92520" cy="78840"/>
          </a:xfrm>
          <a:custGeom>
            <a:avLst/>
            <a:gdLst/>
            <a:ahLst/>
            <a:rect l="0" t="0" r="r" b="b"/>
            <a:pathLst>
              <a:path w="257" h="219">
                <a:moveTo>
                  <a:pt x="98" y="219"/>
                </a:moveTo>
                <a:cubicBezTo>
                  <a:pt x="92" y="218"/>
                  <a:pt x="76" y="217"/>
                  <a:pt x="46" y="217"/>
                </a:cubicBezTo>
                <a:cubicBezTo>
                  <a:pt x="21" y="217"/>
                  <a:pt x="7" y="218"/>
                  <a:pt x="4" y="219"/>
                </a:cubicBezTo>
                <a:lnTo>
                  <a:pt x="0" y="219"/>
                </a:lnTo>
                <a:lnTo>
                  <a:pt x="0" y="196"/>
                </a:lnTo>
                <a:lnTo>
                  <a:pt x="8" y="196"/>
                </a:lnTo>
                <a:cubicBezTo>
                  <a:pt x="15" y="195"/>
                  <a:pt x="22" y="194"/>
                  <a:pt x="29" y="193"/>
                </a:cubicBezTo>
                <a:cubicBezTo>
                  <a:pt x="35" y="191"/>
                  <a:pt x="40" y="189"/>
                  <a:pt x="43" y="188"/>
                </a:cubicBezTo>
                <a:cubicBezTo>
                  <a:pt x="47" y="187"/>
                  <a:pt x="51" y="184"/>
                  <a:pt x="56" y="179"/>
                </a:cubicBezTo>
                <a:cubicBezTo>
                  <a:pt x="61" y="175"/>
                  <a:pt x="64" y="172"/>
                  <a:pt x="65" y="170"/>
                </a:cubicBezTo>
                <a:cubicBezTo>
                  <a:pt x="66" y="169"/>
                  <a:pt x="70" y="163"/>
                  <a:pt x="76" y="156"/>
                </a:cubicBezTo>
                <a:cubicBezTo>
                  <a:pt x="82" y="149"/>
                  <a:pt x="85" y="144"/>
                  <a:pt x="86" y="142"/>
                </a:cubicBezTo>
                <a:lnTo>
                  <a:pt x="110" y="112"/>
                </a:lnTo>
                <a:lnTo>
                  <a:pt x="80" y="72"/>
                </a:lnTo>
                <a:cubicBezTo>
                  <a:pt x="77" y="68"/>
                  <a:pt x="74" y="63"/>
                  <a:pt x="70" y="59"/>
                </a:cubicBezTo>
                <a:cubicBezTo>
                  <a:pt x="67" y="54"/>
                  <a:pt x="64" y="50"/>
                  <a:pt x="62" y="48"/>
                </a:cubicBezTo>
                <a:cubicBezTo>
                  <a:pt x="60" y="46"/>
                  <a:pt x="58" y="43"/>
                  <a:pt x="57" y="40"/>
                </a:cubicBezTo>
                <a:cubicBezTo>
                  <a:pt x="55" y="38"/>
                  <a:pt x="53" y="36"/>
                  <a:pt x="52" y="34"/>
                </a:cubicBezTo>
                <a:cubicBezTo>
                  <a:pt x="51" y="33"/>
                  <a:pt x="50" y="32"/>
                  <a:pt x="49" y="31"/>
                </a:cubicBezTo>
                <a:cubicBezTo>
                  <a:pt x="48" y="30"/>
                  <a:pt x="47" y="29"/>
                  <a:pt x="45" y="28"/>
                </a:cubicBezTo>
                <a:cubicBezTo>
                  <a:pt x="44" y="27"/>
                  <a:pt x="43" y="26"/>
                  <a:pt x="42" y="26"/>
                </a:cubicBezTo>
                <a:cubicBezTo>
                  <a:pt x="42" y="26"/>
                  <a:pt x="41" y="26"/>
                  <a:pt x="39" y="25"/>
                </a:cubicBezTo>
                <a:cubicBezTo>
                  <a:pt x="38" y="25"/>
                  <a:pt x="36" y="24"/>
                  <a:pt x="35" y="24"/>
                </a:cubicBezTo>
                <a:cubicBezTo>
                  <a:pt x="33" y="24"/>
                  <a:pt x="27" y="24"/>
                  <a:pt x="17" y="23"/>
                </a:cubicBezTo>
                <a:lnTo>
                  <a:pt x="3" y="23"/>
                </a:lnTo>
                <a:lnTo>
                  <a:pt x="3" y="0"/>
                </a:lnTo>
                <a:lnTo>
                  <a:pt x="7" y="0"/>
                </a:lnTo>
                <a:cubicBezTo>
                  <a:pt x="19" y="1"/>
                  <a:pt x="36" y="1"/>
                  <a:pt x="59" y="1"/>
                </a:cubicBezTo>
                <a:cubicBezTo>
                  <a:pt x="90" y="1"/>
                  <a:pt x="108" y="1"/>
                  <a:pt x="112" y="0"/>
                </a:cubicBezTo>
                <a:lnTo>
                  <a:pt x="116" y="0"/>
                </a:lnTo>
                <a:lnTo>
                  <a:pt x="116" y="23"/>
                </a:lnTo>
                <a:cubicBezTo>
                  <a:pt x="104" y="25"/>
                  <a:pt x="98" y="27"/>
                  <a:pt x="98" y="31"/>
                </a:cubicBezTo>
                <a:cubicBezTo>
                  <a:pt x="98" y="32"/>
                  <a:pt x="99" y="35"/>
                  <a:pt x="103" y="39"/>
                </a:cubicBezTo>
                <a:cubicBezTo>
                  <a:pt x="106" y="44"/>
                  <a:pt x="111" y="51"/>
                  <a:pt x="117" y="59"/>
                </a:cubicBezTo>
                <a:cubicBezTo>
                  <a:pt x="123" y="67"/>
                  <a:pt x="128" y="74"/>
                  <a:pt x="131" y="79"/>
                </a:cubicBezTo>
                <a:lnTo>
                  <a:pt x="133" y="81"/>
                </a:lnTo>
                <a:lnTo>
                  <a:pt x="146" y="64"/>
                </a:lnTo>
                <a:cubicBezTo>
                  <a:pt x="157" y="50"/>
                  <a:pt x="162" y="41"/>
                  <a:pt x="162" y="37"/>
                </a:cubicBezTo>
                <a:cubicBezTo>
                  <a:pt x="162" y="35"/>
                  <a:pt x="162" y="33"/>
                  <a:pt x="161" y="31"/>
                </a:cubicBezTo>
                <a:cubicBezTo>
                  <a:pt x="161" y="30"/>
                  <a:pt x="160" y="28"/>
                  <a:pt x="159" y="28"/>
                </a:cubicBezTo>
                <a:cubicBezTo>
                  <a:pt x="158" y="27"/>
                  <a:pt x="157" y="26"/>
                  <a:pt x="156" y="26"/>
                </a:cubicBezTo>
                <a:cubicBezTo>
                  <a:pt x="155" y="25"/>
                  <a:pt x="154" y="24"/>
                  <a:pt x="153" y="24"/>
                </a:cubicBezTo>
                <a:lnTo>
                  <a:pt x="151" y="23"/>
                </a:lnTo>
                <a:lnTo>
                  <a:pt x="149" y="23"/>
                </a:lnTo>
                <a:lnTo>
                  <a:pt x="149" y="0"/>
                </a:lnTo>
                <a:lnTo>
                  <a:pt x="152" y="0"/>
                </a:lnTo>
                <a:cubicBezTo>
                  <a:pt x="157" y="1"/>
                  <a:pt x="174" y="1"/>
                  <a:pt x="202" y="1"/>
                </a:cubicBezTo>
                <a:cubicBezTo>
                  <a:pt x="229" y="1"/>
                  <a:pt x="243" y="1"/>
                  <a:pt x="245" y="0"/>
                </a:cubicBezTo>
                <a:lnTo>
                  <a:pt x="248" y="0"/>
                </a:lnTo>
                <a:lnTo>
                  <a:pt x="248" y="23"/>
                </a:lnTo>
                <a:lnTo>
                  <a:pt x="245" y="23"/>
                </a:lnTo>
                <a:cubicBezTo>
                  <a:pt x="228" y="23"/>
                  <a:pt x="214" y="26"/>
                  <a:pt x="204" y="32"/>
                </a:cubicBezTo>
                <a:cubicBezTo>
                  <a:pt x="198" y="34"/>
                  <a:pt x="192" y="39"/>
                  <a:pt x="186" y="45"/>
                </a:cubicBezTo>
                <a:cubicBezTo>
                  <a:pt x="181" y="52"/>
                  <a:pt x="170" y="66"/>
                  <a:pt x="154" y="88"/>
                </a:cubicBezTo>
                <a:lnTo>
                  <a:pt x="146" y="99"/>
                </a:lnTo>
                <a:lnTo>
                  <a:pt x="177" y="141"/>
                </a:lnTo>
                <a:cubicBezTo>
                  <a:pt x="199" y="173"/>
                  <a:pt x="211" y="189"/>
                  <a:pt x="213" y="190"/>
                </a:cubicBezTo>
                <a:cubicBezTo>
                  <a:pt x="214" y="191"/>
                  <a:pt x="217" y="193"/>
                  <a:pt x="221" y="194"/>
                </a:cubicBezTo>
                <a:cubicBezTo>
                  <a:pt x="227" y="195"/>
                  <a:pt x="236" y="196"/>
                  <a:pt x="248" y="196"/>
                </a:cubicBezTo>
                <a:lnTo>
                  <a:pt x="257" y="196"/>
                </a:lnTo>
                <a:lnTo>
                  <a:pt x="257" y="219"/>
                </a:lnTo>
                <a:lnTo>
                  <a:pt x="254" y="219"/>
                </a:lnTo>
                <a:lnTo>
                  <a:pt x="250" y="219"/>
                </a:lnTo>
                <a:cubicBezTo>
                  <a:pt x="247" y="218"/>
                  <a:pt x="244" y="218"/>
                  <a:pt x="240" y="218"/>
                </a:cubicBezTo>
                <a:cubicBezTo>
                  <a:pt x="235" y="218"/>
                  <a:pt x="231" y="218"/>
                  <a:pt x="227" y="218"/>
                </a:cubicBezTo>
                <a:cubicBezTo>
                  <a:pt x="223" y="217"/>
                  <a:pt x="218" y="217"/>
                  <a:pt x="214" y="218"/>
                </a:cubicBezTo>
                <a:cubicBezTo>
                  <a:pt x="210" y="218"/>
                  <a:pt x="207" y="218"/>
                  <a:pt x="205" y="217"/>
                </a:cubicBezTo>
                <a:cubicBezTo>
                  <a:pt x="201" y="217"/>
                  <a:pt x="195" y="217"/>
                  <a:pt x="186" y="217"/>
                </a:cubicBezTo>
                <a:cubicBezTo>
                  <a:pt x="178" y="217"/>
                  <a:pt x="169" y="218"/>
                  <a:pt x="161" y="218"/>
                </a:cubicBezTo>
                <a:lnTo>
                  <a:pt x="150" y="219"/>
                </a:lnTo>
                <a:lnTo>
                  <a:pt x="145" y="219"/>
                </a:lnTo>
                <a:lnTo>
                  <a:pt x="145" y="196"/>
                </a:lnTo>
                <a:lnTo>
                  <a:pt x="147" y="196"/>
                </a:lnTo>
                <a:cubicBezTo>
                  <a:pt x="150" y="196"/>
                  <a:pt x="154" y="195"/>
                  <a:pt x="158" y="193"/>
                </a:cubicBezTo>
                <a:cubicBezTo>
                  <a:pt x="161" y="191"/>
                  <a:pt x="163" y="189"/>
                  <a:pt x="163" y="187"/>
                </a:cubicBezTo>
                <a:cubicBezTo>
                  <a:pt x="163" y="186"/>
                  <a:pt x="156" y="177"/>
                  <a:pt x="143" y="157"/>
                </a:cubicBezTo>
                <a:lnTo>
                  <a:pt x="122" y="129"/>
                </a:lnTo>
                <a:cubicBezTo>
                  <a:pt x="122" y="130"/>
                  <a:pt x="117" y="137"/>
                  <a:pt x="107" y="151"/>
                </a:cubicBezTo>
                <a:cubicBezTo>
                  <a:pt x="97" y="164"/>
                  <a:pt x="90" y="173"/>
                  <a:pt x="88" y="174"/>
                </a:cubicBezTo>
                <a:cubicBezTo>
                  <a:pt x="87" y="176"/>
                  <a:pt x="86" y="178"/>
                  <a:pt x="86" y="181"/>
                </a:cubicBezTo>
                <a:cubicBezTo>
                  <a:pt x="86" y="185"/>
                  <a:pt x="88" y="188"/>
                  <a:pt x="90" y="191"/>
                </a:cubicBezTo>
                <a:cubicBezTo>
                  <a:pt x="92" y="194"/>
                  <a:pt x="96" y="195"/>
                  <a:pt x="100" y="196"/>
                </a:cubicBezTo>
                <a:cubicBezTo>
                  <a:pt x="101" y="196"/>
                  <a:pt x="101" y="199"/>
                  <a:pt x="101" y="207"/>
                </a:cubicBezTo>
                <a:lnTo>
                  <a:pt x="101" y="219"/>
                </a:lnTo>
                <a:lnTo>
                  <a:pt x="98" y="21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1" name=""/>
          <p:cNvSpPr txBox="1"/>
          <p:nvPr/>
        </p:nvSpPr>
        <p:spPr>
          <a:xfrm>
            <a:off x="3650400" y="3009960"/>
            <a:ext cx="10342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available: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2" name=""/>
          <p:cNvSpPr/>
          <p:nvPr/>
        </p:nvSpPr>
        <p:spPr>
          <a:xfrm>
            <a:off x="857160" y="3438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3" name=""/>
          <p:cNvSpPr txBox="1"/>
          <p:nvPr/>
        </p:nvSpPr>
        <p:spPr>
          <a:xfrm>
            <a:off x="5257080" y="3009960"/>
            <a:ext cx="4905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provides complementary clinical-scale calibration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4" name=""/>
          <p:cNvSpPr txBox="1"/>
          <p:nvPr/>
        </p:nvSpPr>
        <p:spPr>
          <a:xfrm>
            <a:off x="1085760" y="3352680"/>
            <a:ext cx="3030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No fixed nABCD cutoff imposed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5" name=""/>
          <p:cNvSpPr/>
          <p:nvPr/>
        </p:nvSpPr>
        <p:spPr>
          <a:xfrm>
            <a:off x="857160" y="4448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3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6" name=""/>
          <p:cNvSpPr txBox="1"/>
          <p:nvPr/>
        </p:nvSpPr>
        <p:spPr>
          <a:xfrm>
            <a:off x="571320" y="3814920"/>
            <a:ext cx="4939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Strength 2: Distributional value is invariant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7" name=""/>
          <p:cNvSpPr txBox="1"/>
          <p:nvPr/>
        </p:nvSpPr>
        <p:spPr>
          <a:xfrm>
            <a:off x="1085760" y="4362480"/>
            <a:ext cx="16160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captures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8" name=""/>
          <p:cNvSpPr txBox="1"/>
          <p:nvPr/>
        </p:nvSpPr>
        <p:spPr>
          <a:xfrm>
            <a:off x="2696400" y="4329000"/>
            <a:ext cx="17960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scale and skewness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9" name=""/>
          <p:cNvSpPr/>
          <p:nvPr/>
        </p:nvSpPr>
        <p:spPr>
          <a:xfrm>
            <a:off x="857160" y="4790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0" name=""/>
          <p:cNvSpPr txBox="1"/>
          <p:nvPr/>
        </p:nvSpPr>
        <p:spPr>
          <a:xfrm>
            <a:off x="4694040" y="4362480"/>
            <a:ext cx="27216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differences invisible to SMD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1" name=""/>
          <p:cNvSpPr txBox="1"/>
          <p:nvPr/>
        </p:nvSpPr>
        <p:spPr>
          <a:xfrm>
            <a:off x="1085760" y="4705200"/>
            <a:ext cx="19382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This property holds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2" name=""/>
          <p:cNvSpPr/>
          <p:nvPr/>
        </p:nvSpPr>
        <p:spPr>
          <a:xfrm>
            <a:off x="5322960" y="4743360"/>
            <a:ext cx="158760" cy="176400"/>
          </a:xfrm>
          <a:custGeom>
            <a:avLst/>
            <a:gdLst/>
            <a:ahLst/>
            <a:rect l="0" t="0" r="r" b="b"/>
            <a:pathLst>
              <a:path w="441" h="490">
                <a:moveTo>
                  <a:pt x="140" y="33"/>
                </a:moveTo>
                <a:cubicBezTo>
                  <a:pt x="124" y="33"/>
                  <a:pt x="116" y="32"/>
                  <a:pt x="115" y="30"/>
                </a:cubicBezTo>
                <a:cubicBezTo>
                  <a:pt x="114" y="29"/>
                  <a:pt x="114" y="27"/>
                  <a:pt x="114" y="24"/>
                </a:cubicBezTo>
                <a:cubicBezTo>
                  <a:pt x="114" y="13"/>
                  <a:pt x="117" y="5"/>
                  <a:pt x="122" y="0"/>
                </a:cubicBezTo>
                <a:cubicBezTo>
                  <a:pt x="123" y="0"/>
                  <a:pt x="126" y="0"/>
                  <a:pt x="132" y="0"/>
                </a:cubicBezTo>
                <a:cubicBezTo>
                  <a:pt x="158" y="1"/>
                  <a:pt x="188" y="2"/>
                  <a:pt x="223" y="2"/>
                </a:cubicBezTo>
                <a:cubicBezTo>
                  <a:pt x="290" y="2"/>
                  <a:pt x="329" y="1"/>
                  <a:pt x="339" y="0"/>
                </a:cubicBezTo>
                <a:lnTo>
                  <a:pt x="348" y="0"/>
                </a:lnTo>
                <a:cubicBezTo>
                  <a:pt x="350" y="3"/>
                  <a:pt x="352" y="5"/>
                  <a:pt x="352" y="6"/>
                </a:cubicBezTo>
                <a:cubicBezTo>
                  <a:pt x="352" y="8"/>
                  <a:pt x="351" y="12"/>
                  <a:pt x="350" y="19"/>
                </a:cubicBezTo>
                <a:cubicBezTo>
                  <a:pt x="348" y="26"/>
                  <a:pt x="346" y="31"/>
                  <a:pt x="344" y="33"/>
                </a:cubicBezTo>
                <a:lnTo>
                  <a:pt x="317" y="33"/>
                </a:lnTo>
                <a:cubicBezTo>
                  <a:pt x="284" y="33"/>
                  <a:pt x="265" y="35"/>
                  <a:pt x="259" y="39"/>
                </a:cubicBezTo>
                <a:cubicBezTo>
                  <a:pt x="256" y="41"/>
                  <a:pt x="252" y="48"/>
                  <a:pt x="249" y="59"/>
                </a:cubicBezTo>
                <a:cubicBezTo>
                  <a:pt x="246" y="71"/>
                  <a:pt x="230" y="133"/>
                  <a:pt x="201" y="248"/>
                </a:cubicBezTo>
                <a:cubicBezTo>
                  <a:pt x="193" y="280"/>
                  <a:pt x="185" y="313"/>
                  <a:pt x="177" y="347"/>
                </a:cubicBezTo>
                <a:cubicBezTo>
                  <a:pt x="168" y="382"/>
                  <a:pt x="162" y="408"/>
                  <a:pt x="157" y="426"/>
                </a:cubicBezTo>
                <a:lnTo>
                  <a:pt x="151" y="452"/>
                </a:lnTo>
                <a:cubicBezTo>
                  <a:pt x="151" y="454"/>
                  <a:pt x="153" y="455"/>
                  <a:pt x="157" y="455"/>
                </a:cubicBezTo>
                <a:cubicBezTo>
                  <a:pt x="162" y="455"/>
                  <a:pt x="176" y="455"/>
                  <a:pt x="200" y="456"/>
                </a:cubicBezTo>
                <a:lnTo>
                  <a:pt x="212" y="456"/>
                </a:lnTo>
                <a:cubicBezTo>
                  <a:pt x="227" y="456"/>
                  <a:pt x="239" y="456"/>
                  <a:pt x="248" y="455"/>
                </a:cubicBezTo>
                <a:cubicBezTo>
                  <a:pt x="257" y="455"/>
                  <a:pt x="269" y="453"/>
                  <a:pt x="283" y="450"/>
                </a:cubicBezTo>
                <a:cubicBezTo>
                  <a:pt x="298" y="448"/>
                  <a:pt x="310" y="443"/>
                  <a:pt x="319" y="438"/>
                </a:cubicBezTo>
                <a:cubicBezTo>
                  <a:pt x="329" y="432"/>
                  <a:pt x="339" y="424"/>
                  <a:pt x="350" y="413"/>
                </a:cubicBezTo>
                <a:cubicBezTo>
                  <a:pt x="363" y="403"/>
                  <a:pt x="373" y="390"/>
                  <a:pt x="382" y="374"/>
                </a:cubicBezTo>
                <a:cubicBezTo>
                  <a:pt x="389" y="360"/>
                  <a:pt x="396" y="344"/>
                  <a:pt x="403" y="326"/>
                </a:cubicBezTo>
                <a:cubicBezTo>
                  <a:pt x="410" y="308"/>
                  <a:pt x="414" y="298"/>
                  <a:pt x="415" y="296"/>
                </a:cubicBezTo>
                <a:cubicBezTo>
                  <a:pt x="417" y="295"/>
                  <a:pt x="422" y="294"/>
                  <a:pt x="427" y="294"/>
                </a:cubicBezTo>
                <a:lnTo>
                  <a:pt x="437" y="294"/>
                </a:lnTo>
                <a:cubicBezTo>
                  <a:pt x="439" y="298"/>
                  <a:pt x="441" y="301"/>
                  <a:pt x="441" y="302"/>
                </a:cubicBezTo>
                <a:cubicBezTo>
                  <a:pt x="441" y="303"/>
                  <a:pt x="436" y="317"/>
                  <a:pt x="427" y="344"/>
                </a:cubicBezTo>
                <a:cubicBezTo>
                  <a:pt x="417" y="371"/>
                  <a:pt x="407" y="400"/>
                  <a:pt x="395" y="430"/>
                </a:cubicBezTo>
                <a:cubicBezTo>
                  <a:pt x="384" y="460"/>
                  <a:pt x="377" y="477"/>
                  <a:pt x="377" y="483"/>
                </a:cubicBezTo>
                <a:cubicBezTo>
                  <a:pt x="376" y="485"/>
                  <a:pt x="375" y="486"/>
                  <a:pt x="374" y="487"/>
                </a:cubicBezTo>
                <a:cubicBezTo>
                  <a:pt x="373" y="487"/>
                  <a:pt x="369" y="488"/>
                  <a:pt x="362" y="489"/>
                </a:cubicBezTo>
                <a:cubicBezTo>
                  <a:pt x="355" y="490"/>
                  <a:pt x="344" y="490"/>
                  <a:pt x="330" y="490"/>
                </a:cubicBezTo>
                <a:cubicBezTo>
                  <a:pt x="325" y="490"/>
                  <a:pt x="307" y="490"/>
                  <a:pt x="276" y="490"/>
                </a:cubicBezTo>
                <a:cubicBezTo>
                  <a:pt x="245" y="490"/>
                  <a:pt x="216" y="489"/>
                  <a:pt x="188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9"/>
                  <a:pt x="1" y="475"/>
                  <a:pt x="2" y="472"/>
                </a:cubicBezTo>
                <a:cubicBezTo>
                  <a:pt x="4" y="463"/>
                  <a:pt x="6" y="458"/>
                  <a:pt x="9" y="457"/>
                </a:cubicBezTo>
                <a:cubicBezTo>
                  <a:pt x="11" y="456"/>
                  <a:pt x="14" y="456"/>
                  <a:pt x="20" y="456"/>
                </a:cubicBezTo>
                <a:lnTo>
                  <a:pt x="24" y="456"/>
                </a:lnTo>
                <a:cubicBezTo>
                  <a:pt x="37" y="456"/>
                  <a:pt x="51" y="455"/>
                  <a:pt x="67" y="454"/>
                </a:cubicBezTo>
                <a:cubicBezTo>
                  <a:pt x="73" y="453"/>
                  <a:pt x="78" y="450"/>
                  <a:pt x="80" y="445"/>
                </a:cubicBezTo>
                <a:cubicBezTo>
                  <a:pt x="82" y="443"/>
                  <a:pt x="99" y="377"/>
                  <a:pt x="132" y="246"/>
                </a:cubicBezTo>
                <a:cubicBezTo>
                  <a:pt x="165" y="115"/>
                  <a:pt x="181" y="46"/>
                  <a:pt x="181" y="39"/>
                </a:cubicBezTo>
                <a:cubicBezTo>
                  <a:pt x="181" y="36"/>
                  <a:pt x="167" y="34"/>
                  <a:pt x="140" y="33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3" name=""/>
          <p:cNvSpPr txBox="1"/>
          <p:nvPr/>
        </p:nvSpPr>
        <p:spPr>
          <a:xfrm>
            <a:off x="3027600" y="4671720"/>
            <a:ext cx="20203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regardless of whether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4" name=""/>
          <p:cNvSpPr/>
          <p:nvPr/>
        </p:nvSpPr>
        <p:spPr>
          <a:xfrm>
            <a:off x="857160" y="5143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5" name=""/>
          <p:cNvSpPr txBox="1"/>
          <p:nvPr/>
        </p:nvSpPr>
        <p:spPr>
          <a:xfrm>
            <a:off x="5489280" y="4671720"/>
            <a:ext cx="10598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 is available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6" name=""/>
          <p:cNvSpPr txBox="1"/>
          <p:nvPr/>
        </p:nvSpPr>
        <p:spPr>
          <a:xfrm>
            <a:off x="1085760" y="5057640"/>
            <a:ext cx="18705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Clinical calibration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7" name=""/>
          <p:cNvSpPr txBox="1"/>
          <p:nvPr/>
        </p:nvSpPr>
        <p:spPr>
          <a:xfrm>
            <a:off x="2946960" y="5024160"/>
            <a:ext cx="8895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enhances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8" name=""/>
          <p:cNvSpPr txBox="1"/>
          <p:nvPr/>
        </p:nvSpPr>
        <p:spPr>
          <a:xfrm>
            <a:off x="3924000" y="5057640"/>
            <a:ext cx="4290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, not replaces, the distributional assessment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9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0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1" name=""/>
          <p:cNvSpPr txBox="1"/>
          <p:nvPr/>
        </p:nvSpPr>
        <p:spPr>
          <a:xfrm>
            <a:off x="571320" y="151920"/>
            <a:ext cx="666792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Strengths: Dual-Pathway Calibration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2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3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7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8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9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0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1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2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3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4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5" name=""/>
          <p:cNvSpPr txBox="1"/>
          <p:nvPr/>
        </p:nvSpPr>
        <p:spPr>
          <a:xfrm>
            <a:off x="864360" y="2038320"/>
            <a:ext cx="11718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Compute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6" name=""/>
          <p:cNvSpPr txBox="1"/>
          <p:nvPr/>
        </p:nvSpPr>
        <p:spPr>
          <a:xfrm>
            <a:off x="2035800" y="2004840"/>
            <a:ext cx="19774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nABCD + bootstrap CI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7" name=""/>
          <p:cNvSpPr/>
          <p:nvPr/>
        </p:nvSpPr>
        <p:spPr>
          <a:xfrm>
            <a:off x="7730280" y="2133720"/>
            <a:ext cx="144000" cy="116640"/>
          </a:xfrm>
          <a:custGeom>
            <a:avLst/>
            <a:gdLst/>
            <a:ahLst/>
            <a:rect l="0" t="0" r="r" b="b"/>
            <a:pathLst>
              <a:path w="400" h="324">
                <a:moveTo>
                  <a:pt x="0" y="111"/>
                </a:moveTo>
                <a:cubicBezTo>
                  <a:pt x="0" y="108"/>
                  <a:pt x="1" y="105"/>
                  <a:pt x="2" y="100"/>
                </a:cubicBezTo>
                <a:cubicBezTo>
                  <a:pt x="3" y="95"/>
                  <a:pt x="6" y="86"/>
                  <a:pt x="10" y="73"/>
                </a:cubicBezTo>
                <a:cubicBezTo>
                  <a:pt x="15" y="59"/>
                  <a:pt x="20" y="47"/>
                  <a:pt x="25" y="38"/>
                </a:cubicBezTo>
                <a:cubicBezTo>
                  <a:pt x="29" y="29"/>
                  <a:pt x="37" y="20"/>
                  <a:pt x="48" y="12"/>
                </a:cubicBezTo>
                <a:cubicBezTo>
                  <a:pt x="59" y="3"/>
                  <a:pt x="70" y="-1"/>
                  <a:pt x="81" y="0"/>
                </a:cubicBezTo>
                <a:cubicBezTo>
                  <a:pt x="98" y="0"/>
                  <a:pt x="113" y="4"/>
                  <a:pt x="124" y="12"/>
                </a:cubicBezTo>
                <a:cubicBezTo>
                  <a:pt x="135" y="21"/>
                  <a:pt x="143" y="29"/>
                  <a:pt x="145" y="37"/>
                </a:cubicBezTo>
                <a:cubicBezTo>
                  <a:pt x="148" y="44"/>
                  <a:pt x="150" y="50"/>
                  <a:pt x="150" y="53"/>
                </a:cubicBezTo>
                <a:cubicBezTo>
                  <a:pt x="150" y="54"/>
                  <a:pt x="150" y="54"/>
                  <a:pt x="150" y="54"/>
                </a:cubicBezTo>
                <a:lnTo>
                  <a:pt x="158" y="45"/>
                </a:lnTo>
                <a:cubicBezTo>
                  <a:pt x="187" y="15"/>
                  <a:pt x="220" y="0"/>
                  <a:pt x="258" y="0"/>
                </a:cubicBezTo>
                <a:cubicBezTo>
                  <a:pt x="284" y="0"/>
                  <a:pt x="305" y="6"/>
                  <a:pt x="321" y="19"/>
                </a:cubicBezTo>
                <a:cubicBezTo>
                  <a:pt x="337" y="32"/>
                  <a:pt x="345" y="51"/>
                  <a:pt x="345" y="76"/>
                </a:cubicBezTo>
                <a:cubicBezTo>
                  <a:pt x="346" y="101"/>
                  <a:pt x="337" y="138"/>
                  <a:pt x="318" y="188"/>
                </a:cubicBezTo>
                <a:cubicBezTo>
                  <a:pt x="299" y="239"/>
                  <a:pt x="290" y="269"/>
                  <a:pt x="291" y="279"/>
                </a:cubicBezTo>
                <a:cubicBezTo>
                  <a:pt x="291" y="292"/>
                  <a:pt x="295" y="298"/>
                  <a:pt x="303" y="298"/>
                </a:cubicBezTo>
                <a:cubicBezTo>
                  <a:pt x="306" y="298"/>
                  <a:pt x="308" y="298"/>
                  <a:pt x="309" y="297"/>
                </a:cubicBezTo>
                <a:cubicBezTo>
                  <a:pt x="323" y="295"/>
                  <a:pt x="336" y="286"/>
                  <a:pt x="347" y="270"/>
                </a:cubicBezTo>
                <a:cubicBezTo>
                  <a:pt x="357" y="254"/>
                  <a:pt x="366" y="235"/>
                  <a:pt x="372" y="213"/>
                </a:cubicBezTo>
                <a:cubicBezTo>
                  <a:pt x="372" y="209"/>
                  <a:pt x="377" y="207"/>
                  <a:pt x="386" y="207"/>
                </a:cubicBezTo>
                <a:cubicBezTo>
                  <a:pt x="395" y="207"/>
                  <a:pt x="400" y="209"/>
                  <a:pt x="400" y="213"/>
                </a:cubicBezTo>
                <a:cubicBezTo>
                  <a:pt x="400" y="213"/>
                  <a:pt x="399" y="217"/>
                  <a:pt x="397" y="224"/>
                </a:cubicBezTo>
                <a:cubicBezTo>
                  <a:pt x="393" y="237"/>
                  <a:pt x="388" y="251"/>
                  <a:pt x="382" y="264"/>
                </a:cubicBezTo>
                <a:cubicBezTo>
                  <a:pt x="375" y="278"/>
                  <a:pt x="364" y="291"/>
                  <a:pt x="349" y="304"/>
                </a:cubicBezTo>
                <a:cubicBezTo>
                  <a:pt x="333" y="318"/>
                  <a:pt x="317" y="324"/>
                  <a:pt x="299" y="324"/>
                </a:cubicBezTo>
                <a:cubicBezTo>
                  <a:pt x="277" y="324"/>
                  <a:pt x="260" y="317"/>
                  <a:pt x="250" y="304"/>
                </a:cubicBezTo>
                <a:cubicBezTo>
                  <a:pt x="240" y="291"/>
                  <a:pt x="235" y="278"/>
                  <a:pt x="235" y="264"/>
                </a:cubicBezTo>
                <a:cubicBezTo>
                  <a:pt x="235" y="255"/>
                  <a:pt x="243" y="227"/>
                  <a:pt x="260" y="178"/>
                </a:cubicBezTo>
                <a:cubicBezTo>
                  <a:pt x="279" y="130"/>
                  <a:pt x="287" y="94"/>
                  <a:pt x="288" y="70"/>
                </a:cubicBezTo>
                <a:cubicBezTo>
                  <a:pt x="288" y="41"/>
                  <a:pt x="277" y="27"/>
                  <a:pt x="255" y="27"/>
                </a:cubicBezTo>
                <a:lnTo>
                  <a:pt x="252" y="27"/>
                </a:lnTo>
                <a:cubicBezTo>
                  <a:pt x="211" y="27"/>
                  <a:pt x="176" y="52"/>
                  <a:pt x="148" y="100"/>
                </a:cubicBezTo>
                <a:lnTo>
                  <a:pt x="143" y="108"/>
                </a:lnTo>
                <a:lnTo>
                  <a:pt x="120" y="204"/>
                </a:lnTo>
                <a:cubicBezTo>
                  <a:pt x="104" y="267"/>
                  <a:pt x="95" y="300"/>
                  <a:pt x="93" y="305"/>
                </a:cubicBezTo>
                <a:cubicBezTo>
                  <a:pt x="86" y="318"/>
                  <a:pt x="76" y="324"/>
                  <a:pt x="62" y="324"/>
                </a:cubicBezTo>
                <a:cubicBezTo>
                  <a:pt x="56" y="324"/>
                  <a:pt x="51" y="323"/>
                  <a:pt x="47" y="320"/>
                </a:cubicBezTo>
                <a:cubicBezTo>
                  <a:pt x="43" y="317"/>
                  <a:pt x="40" y="314"/>
                  <a:pt x="39" y="311"/>
                </a:cubicBezTo>
                <a:cubicBezTo>
                  <a:pt x="37" y="309"/>
                  <a:pt x="37" y="306"/>
                  <a:pt x="37" y="304"/>
                </a:cubicBezTo>
                <a:cubicBezTo>
                  <a:pt x="37" y="298"/>
                  <a:pt x="47" y="259"/>
                  <a:pt x="65" y="188"/>
                </a:cubicBezTo>
                <a:cubicBezTo>
                  <a:pt x="83" y="116"/>
                  <a:pt x="92" y="77"/>
                  <a:pt x="93" y="71"/>
                </a:cubicBezTo>
                <a:cubicBezTo>
                  <a:pt x="94" y="69"/>
                  <a:pt x="94" y="63"/>
                  <a:pt x="94" y="55"/>
                </a:cubicBezTo>
                <a:cubicBezTo>
                  <a:pt x="94" y="35"/>
                  <a:pt x="88" y="26"/>
                  <a:pt x="77" y="26"/>
                </a:cubicBezTo>
                <a:cubicBezTo>
                  <a:pt x="59" y="26"/>
                  <a:pt x="44" y="51"/>
                  <a:pt x="32" y="98"/>
                </a:cubicBezTo>
                <a:cubicBezTo>
                  <a:pt x="29" y="108"/>
                  <a:pt x="27" y="113"/>
                  <a:pt x="27" y="113"/>
                </a:cubicBezTo>
                <a:cubicBezTo>
                  <a:pt x="27" y="116"/>
                  <a:pt x="22" y="118"/>
                  <a:pt x="14" y="118"/>
                </a:cubicBezTo>
                <a:lnTo>
                  <a:pt x="4" y="118"/>
                </a:lnTo>
                <a:cubicBezTo>
                  <a:pt x="1" y="115"/>
                  <a:pt x="0" y="113"/>
                  <a:pt x="0" y="11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8" name=""/>
          <p:cNvSpPr/>
          <p:nvPr/>
        </p:nvSpPr>
        <p:spPr>
          <a:xfrm>
            <a:off x="7971840" y="2084040"/>
            <a:ext cx="157680" cy="199440"/>
          </a:xfrm>
          <a:custGeom>
            <a:avLst/>
            <a:gdLst/>
            <a:ahLst/>
            <a:rect l="0" t="0" r="r" b="b"/>
            <a:pathLst>
              <a:path w="438" h="554">
                <a:moveTo>
                  <a:pt x="0" y="14"/>
                </a:moveTo>
                <a:cubicBezTo>
                  <a:pt x="0" y="10"/>
                  <a:pt x="2" y="7"/>
                  <a:pt x="5" y="4"/>
                </a:cubicBezTo>
                <a:cubicBezTo>
                  <a:pt x="7" y="1"/>
                  <a:pt x="10" y="0"/>
                  <a:pt x="12" y="0"/>
                </a:cubicBezTo>
                <a:cubicBezTo>
                  <a:pt x="16" y="0"/>
                  <a:pt x="52" y="16"/>
                  <a:pt x="122" y="49"/>
                </a:cubicBezTo>
                <a:cubicBezTo>
                  <a:pt x="191" y="82"/>
                  <a:pt x="260" y="114"/>
                  <a:pt x="330" y="147"/>
                </a:cubicBezTo>
                <a:cubicBezTo>
                  <a:pt x="399" y="180"/>
                  <a:pt x="433" y="197"/>
                  <a:pt x="433" y="197"/>
                </a:cubicBezTo>
                <a:cubicBezTo>
                  <a:pt x="436" y="200"/>
                  <a:pt x="438" y="203"/>
                  <a:pt x="438" y="208"/>
                </a:cubicBezTo>
                <a:cubicBezTo>
                  <a:pt x="438" y="213"/>
                  <a:pt x="436" y="216"/>
                  <a:pt x="433" y="219"/>
                </a:cubicBezTo>
                <a:cubicBezTo>
                  <a:pt x="432" y="220"/>
                  <a:pt x="362" y="253"/>
                  <a:pt x="223" y="318"/>
                </a:cubicBezTo>
                <a:lnTo>
                  <a:pt x="17" y="415"/>
                </a:lnTo>
                <a:lnTo>
                  <a:pt x="13" y="415"/>
                </a:lnTo>
                <a:cubicBezTo>
                  <a:pt x="5" y="414"/>
                  <a:pt x="0" y="410"/>
                  <a:pt x="0" y="401"/>
                </a:cubicBezTo>
                <a:cubicBezTo>
                  <a:pt x="0" y="401"/>
                  <a:pt x="0" y="400"/>
                  <a:pt x="0" y="399"/>
                </a:cubicBezTo>
                <a:cubicBezTo>
                  <a:pt x="0" y="396"/>
                  <a:pt x="3" y="392"/>
                  <a:pt x="11" y="388"/>
                </a:cubicBezTo>
                <a:cubicBezTo>
                  <a:pt x="20" y="383"/>
                  <a:pt x="56" y="366"/>
                  <a:pt x="118" y="336"/>
                </a:cubicBezTo>
                <a:cubicBezTo>
                  <a:pt x="155" y="318"/>
                  <a:pt x="186" y="304"/>
                  <a:pt x="211" y="292"/>
                </a:cubicBezTo>
                <a:lnTo>
                  <a:pt x="389" y="208"/>
                </a:lnTo>
                <a:lnTo>
                  <a:pt x="198" y="118"/>
                </a:lnTo>
                <a:cubicBezTo>
                  <a:pt x="165" y="102"/>
                  <a:pt x="127" y="84"/>
                  <a:pt x="84" y="64"/>
                </a:cubicBezTo>
                <a:cubicBezTo>
                  <a:pt x="42" y="44"/>
                  <a:pt x="18" y="33"/>
                  <a:pt x="11" y="29"/>
                </a:cubicBezTo>
                <a:cubicBezTo>
                  <a:pt x="4" y="25"/>
                  <a:pt x="1" y="20"/>
                  <a:pt x="0" y="14"/>
                </a:cubicBezTo>
                <a:moveTo>
                  <a:pt x="1" y="540"/>
                </a:moveTo>
                <a:cubicBezTo>
                  <a:pt x="1" y="535"/>
                  <a:pt x="5" y="530"/>
                  <a:pt x="12" y="525"/>
                </a:cubicBezTo>
                <a:lnTo>
                  <a:pt x="427" y="525"/>
                </a:lnTo>
                <a:cubicBezTo>
                  <a:pt x="434" y="528"/>
                  <a:pt x="438" y="533"/>
                  <a:pt x="438" y="540"/>
                </a:cubicBezTo>
                <a:cubicBezTo>
                  <a:pt x="438" y="545"/>
                  <a:pt x="434" y="550"/>
                  <a:pt x="427" y="554"/>
                </a:cubicBezTo>
                <a:lnTo>
                  <a:pt x="11" y="554"/>
                </a:lnTo>
                <a:cubicBezTo>
                  <a:pt x="4" y="551"/>
                  <a:pt x="1" y="546"/>
                  <a:pt x="1" y="5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9" name=""/>
          <p:cNvSpPr/>
          <p:nvPr/>
        </p:nvSpPr>
        <p:spPr>
          <a:xfrm>
            <a:off x="8243640" y="2076120"/>
            <a:ext cx="88920" cy="171720"/>
          </a:xfrm>
          <a:custGeom>
            <a:avLst/>
            <a:gdLst/>
            <a:ahLst/>
            <a:rect l="0" t="0" r="r" b="b"/>
            <a:pathLst>
              <a:path w="247" h="477">
                <a:moveTo>
                  <a:pt x="94" y="63"/>
                </a:moveTo>
                <a:lnTo>
                  <a:pt x="85" y="67"/>
                </a:lnTo>
                <a:cubicBezTo>
                  <a:pt x="78" y="69"/>
                  <a:pt x="68" y="72"/>
                  <a:pt x="56" y="74"/>
                </a:cubicBezTo>
                <a:cubicBezTo>
                  <a:pt x="44" y="76"/>
                  <a:pt x="30" y="78"/>
                  <a:pt x="14" y="79"/>
                </a:cubicBezTo>
                <a:lnTo>
                  <a:pt x="0" y="79"/>
                </a:lnTo>
                <a:lnTo>
                  <a:pt x="0" y="46"/>
                </a:lnTo>
                <a:lnTo>
                  <a:pt x="14" y="46"/>
                </a:lnTo>
                <a:cubicBezTo>
                  <a:pt x="37" y="45"/>
                  <a:pt x="58" y="42"/>
                  <a:pt x="77" y="35"/>
                </a:cubicBezTo>
                <a:cubicBezTo>
                  <a:pt x="96" y="29"/>
                  <a:pt x="109" y="24"/>
                  <a:pt x="117" y="18"/>
                </a:cubicBezTo>
                <a:cubicBezTo>
                  <a:pt x="124" y="13"/>
                  <a:pt x="131" y="8"/>
                  <a:pt x="137" y="3"/>
                </a:cubicBezTo>
                <a:cubicBezTo>
                  <a:pt x="138" y="1"/>
                  <a:pt x="141" y="0"/>
                  <a:pt x="145" y="0"/>
                </a:cubicBezTo>
                <a:cubicBezTo>
                  <a:pt x="150" y="0"/>
                  <a:pt x="154" y="2"/>
                  <a:pt x="157" y="5"/>
                </a:cubicBezTo>
                <a:lnTo>
                  <a:pt x="157" y="219"/>
                </a:lnTo>
                <a:lnTo>
                  <a:pt x="158" y="434"/>
                </a:lnTo>
                <a:cubicBezTo>
                  <a:pt x="161" y="437"/>
                  <a:pt x="164" y="439"/>
                  <a:pt x="167" y="440"/>
                </a:cubicBezTo>
                <a:cubicBezTo>
                  <a:pt x="169" y="441"/>
                  <a:pt x="175" y="442"/>
                  <a:pt x="184" y="443"/>
                </a:cubicBezTo>
                <a:cubicBezTo>
                  <a:pt x="193" y="444"/>
                  <a:pt x="208" y="445"/>
                  <a:pt x="228" y="445"/>
                </a:cubicBezTo>
                <a:lnTo>
                  <a:pt x="247" y="445"/>
                </a:lnTo>
                <a:lnTo>
                  <a:pt x="247" y="477"/>
                </a:lnTo>
                <a:lnTo>
                  <a:pt x="239" y="477"/>
                </a:lnTo>
                <a:cubicBezTo>
                  <a:pt x="229" y="476"/>
                  <a:pt x="191" y="475"/>
                  <a:pt x="125" y="475"/>
                </a:cubicBezTo>
                <a:cubicBezTo>
                  <a:pt x="60" y="475"/>
                  <a:pt x="23" y="476"/>
                  <a:pt x="13" y="477"/>
                </a:cubicBezTo>
                <a:lnTo>
                  <a:pt x="3" y="477"/>
                </a:lnTo>
                <a:lnTo>
                  <a:pt x="3" y="445"/>
                </a:lnTo>
                <a:lnTo>
                  <a:pt x="23" y="445"/>
                </a:lnTo>
                <a:cubicBezTo>
                  <a:pt x="34" y="445"/>
                  <a:pt x="43" y="445"/>
                  <a:pt x="50" y="445"/>
                </a:cubicBezTo>
                <a:cubicBezTo>
                  <a:pt x="58" y="445"/>
                  <a:pt x="64" y="444"/>
                  <a:pt x="68" y="444"/>
                </a:cubicBezTo>
                <a:cubicBezTo>
                  <a:pt x="72" y="443"/>
                  <a:pt x="76" y="443"/>
                  <a:pt x="80" y="442"/>
                </a:cubicBezTo>
                <a:cubicBezTo>
                  <a:pt x="83" y="441"/>
                  <a:pt x="85" y="440"/>
                  <a:pt x="85" y="440"/>
                </a:cubicBezTo>
                <a:cubicBezTo>
                  <a:pt x="86" y="440"/>
                  <a:pt x="87" y="439"/>
                  <a:pt x="90" y="437"/>
                </a:cubicBezTo>
                <a:cubicBezTo>
                  <a:pt x="92" y="434"/>
                  <a:pt x="93" y="433"/>
                  <a:pt x="94" y="434"/>
                </a:cubicBezTo>
                <a:lnTo>
                  <a:pt x="94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0" name=""/>
          <p:cNvSpPr/>
          <p:nvPr/>
        </p:nvSpPr>
        <p:spPr>
          <a:xfrm>
            <a:off x="8361000" y="207612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2" y="58"/>
                </a:moveTo>
                <a:cubicBezTo>
                  <a:pt x="68" y="20"/>
                  <a:pt x="105" y="0"/>
                  <a:pt x="151" y="0"/>
                </a:cubicBezTo>
                <a:cubicBezTo>
                  <a:pt x="174" y="0"/>
                  <a:pt x="197" y="7"/>
                  <a:pt x="220" y="19"/>
                </a:cubicBezTo>
                <a:cubicBezTo>
                  <a:pt x="242" y="31"/>
                  <a:pt x="261" y="53"/>
                  <a:pt x="275" y="85"/>
                </a:cubicBezTo>
                <a:cubicBezTo>
                  <a:pt x="293" y="124"/>
                  <a:pt x="302" y="179"/>
                  <a:pt x="302" y="248"/>
                </a:cubicBezTo>
                <a:cubicBezTo>
                  <a:pt x="302" y="322"/>
                  <a:pt x="291" y="379"/>
                  <a:pt x="271" y="418"/>
                </a:cubicBezTo>
                <a:cubicBezTo>
                  <a:pt x="261" y="438"/>
                  <a:pt x="248" y="454"/>
                  <a:pt x="232" y="466"/>
                </a:cubicBezTo>
                <a:cubicBezTo>
                  <a:pt x="215" y="478"/>
                  <a:pt x="200" y="485"/>
                  <a:pt x="188" y="488"/>
                </a:cubicBezTo>
                <a:cubicBezTo>
                  <a:pt x="176" y="491"/>
                  <a:pt x="164" y="493"/>
                  <a:pt x="152" y="493"/>
                </a:cubicBezTo>
                <a:cubicBezTo>
                  <a:pt x="139" y="493"/>
                  <a:pt x="127" y="492"/>
                  <a:pt x="114" y="489"/>
                </a:cubicBezTo>
                <a:cubicBezTo>
                  <a:pt x="102" y="486"/>
                  <a:pt x="88" y="478"/>
                  <a:pt x="71" y="466"/>
                </a:cubicBezTo>
                <a:cubicBezTo>
                  <a:pt x="54" y="454"/>
                  <a:pt x="41" y="438"/>
                  <a:pt x="32" y="418"/>
                </a:cubicBezTo>
                <a:cubicBezTo>
                  <a:pt x="10" y="379"/>
                  <a:pt x="0" y="322"/>
                  <a:pt x="0" y="248"/>
                </a:cubicBezTo>
                <a:cubicBezTo>
                  <a:pt x="0" y="165"/>
                  <a:pt x="13" y="102"/>
                  <a:pt x="42" y="58"/>
                </a:cubicBezTo>
                <a:moveTo>
                  <a:pt x="202" y="50"/>
                </a:moveTo>
                <a:cubicBezTo>
                  <a:pt x="188" y="34"/>
                  <a:pt x="171" y="27"/>
                  <a:pt x="152" y="27"/>
                </a:cubicBezTo>
                <a:cubicBezTo>
                  <a:pt x="132" y="27"/>
                  <a:pt x="114" y="34"/>
                  <a:pt x="100" y="50"/>
                </a:cubicBezTo>
                <a:cubicBezTo>
                  <a:pt x="88" y="62"/>
                  <a:pt x="80" y="79"/>
                  <a:pt x="77" y="101"/>
                </a:cubicBezTo>
                <a:cubicBezTo>
                  <a:pt x="73" y="123"/>
                  <a:pt x="71" y="169"/>
                  <a:pt x="71" y="238"/>
                </a:cubicBezTo>
                <a:cubicBezTo>
                  <a:pt x="71" y="314"/>
                  <a:pt x="73" y="363"/>
                  <a:pt x="77" y="388"/>
                </a:cubicBezTo>
                <a:cubicBezTo>
                  <a:pt x="80" y="412"/>
                  <a:pt x="89" y="431"/>
                  <a:pt x="102" y="445"/>
                </a:cubicBezTo>
                <a:cubicBezTo>
                  <a:pt x="116" y="459"/>
                  <a:pt x="132" y="466"/>
                  <a:pt x="152" y="466"/>
                </a:cubicBezTo>
                <a:cubicBezTo>
                  <a:pt x="171" y="466"/>
                  <a:pt x="187" y="459"/>
                  <a:pt x="200" y="445"/>
                </a:cubicBezTo>
                <a:cubicBezTo>
                  <a:pt x="214" y="430"/>
                  <a:pt x="223" y="410"/>
                  <a:pt x="226" y="385"/>
                </a:cubicBezTo>
                <a:cubicBezTo>
                  <a:pt x="229" y="358"/>
                  <a:pt x="231" y="309"/>
                  <a:pt x="232" y="238"/>
                </a:cubicBezTo>
                <a:cubicBezTo>
                  <a:pt x="232" y="169"/>
                  <a:pt x="230" y="124"/>
                  <a:pt x="226" y="102"/>
                </a:cubicBezTo>
                <a:cubicBezTo>
                  <a:pt x="222" y="80"/>
                  <a:pt x="214" y="63"/>
                  <a:pt x="202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1" name=""/>
          <p:cNvSpPr/>
          <p:nvPr/>
        </p:nvSpPr>
        <p:spPr>
          <a:xfrm>
            <a:off x="8489520" y="2076120"/>
            <a:ext cx="108720" cy="177480"/>
          </a:xfrm>
          <a:custGeom>
            <a:avLst/>
            <a:gdLst/>
            <a:ahLst/>
            <a:rect l="0" t="0" r="r" b="b"/>
            <a:pathLst>
              <a:path w="302" h="493">
                <a:moveTo>
                  <a:pt x="41" y="58"/>
                </a:moveTo>
                <a:cubicBezTo>
                  <a:pt x="68" y="20"/>
                  <a:pt x="104" y="0"/>
                  <a:pt x="150" y="0"/>
                </a:cubicBezTo>
                <a:cubicBezTo>
                  <a:pt x="173" y="0"/>
                  <a:pt x="196" y="7"/>
                  <a:pt x="219" y="19"/>
                </a:cubicBezTo>
                <a:cubicBezTo>
                  <a:pt x="242" y="31"/>
                  <a:pt x="260" y="53"/>
                  <a:pt x="276" y="85"/>
                </a:cubicBezTo>
                <a:cubicBezTo>
                  <a:pt x="293" y="124"/>
                  <a:pt x="302" y="179"/>
                  <a:pt x="302" y="248"/>
                </a:cubicBezTo>
                <a:cubicBezTo>
                  <a:pt x="302" y="322"/>
                  <a:pt x="292" y="379"/>
                  <a:pt x="271" y="418"/>
                </a:cubicBezTo>
                <a:cubicBezTo>
                  <a:pt x="261" y="438"/>
                  <a:pt x="248" y="454"/>
                  <a:pt x="231" y="466"/>
                </a:cubicBezTo>
                <a:cubicBezTo>
                  <a:pt x="214" y="478"/>
                  <a:pt x="200" y="485"/>
                  <a:pt x="187" y="488"/>
                </a:cubicBezTo>
                <a:cubicBezTo>
                  <a:pt x="175" y="491"/>
                  <a:pt x="163" y="493"/>
                  <a:pt x="151" y="493"/>
                </a:cubicBezTo>
                <a:cubicBezTo>
                  <a:pt x="139" y="493"/>
                  <a:pt x="126" y="492"/>
                  <a:pt x="114" y="489"/>
                </a:cubicBezTo>
                <a:cubicBezTo>
                  <a:pt x="101" y="486"/>
                  <a:pt x="87" y="478"/>
                  <a:pt x="70" y="466"/>
                </a:cubicBezTo>
                <a:cubicBezTo>
                  <a:pt x="54" y="454"/>
                  <a:pt x="40" y="438"/>
                  <a:pt x="31" y="418"/>
                </a:cubicBezTo>
                <a:cubicBezTo>
                  <a:pt x="10" y="379"/>
                  <a:pt x="0" y="322"/>
                  <a:pt x="0" y="248"/>
                </a:cubicBezTo>
                <a:cubicBezTo>
                  <a:pt x="0" y="165"/>
                  <a:pt x="14" y="102"/>
                  <a:pt x="41" y="58"/>
                </a:cubicBezTo>
                <a:moveTo>
                  <a:pt x="202" y="50"/>
                </a:moveTo>
                <a:cubicBezTo>
                  <a:pt x="187" y="34"/>
                  <a:pt x="171" y="27"/>
                  <a:pt x="151" y="27"/>
                </a:cubicBezTo>
                <a:cubicBezTo>
                  <a:pt x="131" y="27"/>
                  <a:pt x="114" y="34"/>
                  <a:pt x="100" y="50"/>
                </a:cubicBezTo>
                <a:cubicBezTo>
                  <a:pt x="88" y="62"/>
                  <a:pt x="80" y="79"/>
                  <a:pt x="76" y="101"/>
                </a:cubicBezTo>
                <a:cubicBezTo>
                  <a:pt x="72" y="123"/>
                  <a:pt x="70" y="169"/>
                  <a:pt x="70" y="238"/>
                </a:cubicBezTo>
                <a:cubicBezTo>
                  <a:pt x="70" y="314"/>
                  <a:pt x="72" y="363"/>
                  <a:pt x="76" y="388"/>
                </a:cubicBezTo>
                <a:cubicBezTo>
                  <a:pt x="80" y="412"/>
                  <a:pt x="88" y="431"/>
                  <a:pt x="102" y="445"/>
                </a:cubicBezTo>
                <a:cubicBezTo>
                  <a:pt x="115" y="459"/>
                  <a:pt x="131" y="466"/>
                  <a:pt x="151" y="466"/>
                </a:cubicBezTo>
                <a:cubicBezTo>
                  <a:pt x="170" y="466"/>
                  <a:pt x="186" y="459"/>
                  <a:pt x="200" y="445"/>
                </a:cubicBezTo>
                <a:cubicBezTo>
                  <a:pt x="213" y="430"/>
                  <a:pt x="222" y="410"/>
                  <a:pt x="225" y="385"/>
                </a:cubicBezTo>
                <a:cubicBezTo>
                  <a:pt x="229" y="358"/>
                  <a:pt x="231" y="309"/>
                  <a:pt x="231" y="238"/>
                </a:cubicBezTo>
                <a:cubicBezTo>
                  <a:pt x="231" y="169"/>
                  <a:pt x="229" y="124"/>
                  <a:pt x="225" y="102"/>
                </a:cubicBezTo>
                <a:cubicBezTo>
                  <a:pt x="222" y="80"/>
                  <a:pt x="214" y="63"/>
                  <a:pt x="202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2" name=""/>
          <p:cNvSpPr txBox="1"/>
          <p:nvPr/>
        </p:nvSpPr>
        <p:spPr>
          <a:xfrm>
            <a:off x="4211280" y="2038320"/>
            <a:ext cx="3516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for every candidate effect modifier (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3" name=""/>
          <p:cNvSpPr txBox="1"/>
          <p:nvPr/>
        </p:nvSpPr>
        <p:spPr>
          <a:xfrm>
            <a:off x="8607600" y="2038320"/>
            <a:ext cx="1116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per region)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4" name=""/>
          <p:cNvSpPr/>
          <p:nvPr/>
        </p:nvSpPr>
        <p:spPr>
          <a:xfrm>
            <a:off x="1694160" y="250488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0" y="33"/>
                </a:moveTo>
                <a:cubicBezTo>
                  <a:pt x="124" y="33"/>
                  <a:pt x="115" y="32"/>
                  <a:pt x="114" y="30"/>
                </a:cubicBezTo>
                <a:cubicBezTo>
                  <a:pt x="113" y="29"/>
                  <a:pt x="113" y="27"/>
                  <a:pt x="113" y="24"/>
                </a:cubicBezTo>
                <a:cubicBezTo>
                  <a:pt x="113" y="13"/>
                  <a:pt x="116" y="5"/>
                  <a:pt x="121" y="1"/>
                </a:cubicBezTo>
                <a:cubicBezTo>
                  <a:pt x="122" y="0"/>
                  <a:pt x="126" y="0"/>
                  <a:pt x="132" y="0"/>
                </a:cubicBezTo>
                <a:cubicBezTo>
                  <a:pt x="158" y="1"/>
                  <a:pt x="188" y="2"/>
                  <a:pt x="223" y="2"/>
                </a:cubicBezTo>
                <a:cubicBezTo>
                  <a:pt x="290" y="2"/>
                  <a:pt x="328" y="1"/>
                  <a:pt x="338" y="0"/>
                </a:cubicBezTo>
                <a:lnTo>
                  <a:pt x="348" y="0"/>
                </a:lnTo>
                <a:cubicBezTo>
                  <a:pt x="351" y="3"/>
                  <a:pt x="352" y="5"/>
                  <a:pt x="352" y="6"/>
                </a:cubicBezTo>
                <a:cubicBezTo>
                  <a:pt x="352" y="8"/>
                  <a:pt x="352" y="12"/>
                  <a:pt x="351" y="19"/>
                </a:cubicBezTo>
                <a:cubicBezTo>
                  <a:pt x="348" y="26"/>
                  <a:pt x="346" y="31"/>
                  <a:pt x="344" y="33"/>
                </a:cubicBezTo>
                <a:lnTo>
                  <a:pt x="316" y="33"/>
                </a:lnTo>
                <a:cubicBezTo>
                  <a:pt x="283" y="33"/>
                  <a:pt x="264" y="36"/>
                  <a:pt x="258" y="39"/>
                </a:cubicBezTo>
                <a:cubicBezTo>
                  <a:pt x="255" y="41"/>
                  <a:pt x="252" y="48"/>
                  <a:pt x="248" y="59"/>
                </a:cubicBezTo>
                <a:cubicBezTo>
                  <a:pt x="245" y="71"/>
                  <a:pt x="229" y="135"/>
                  <a:pt x="200" y="249"/>
                </a:cubicBezTo>
                <a:cubicBezTo>
                  <a:pt x="193" y="280"/>
                  <a:pt x="185" y="313"/>
                  <a:pt x="176" y="348"/>
                </a:cubicBezTo>
                <a:cubicBezTo>
                  <a:pt x="168" y="383"/>
                  <a:pt x="161" y="409"/>
                  <a:pt x="157" y="426"/>
                </a:cubicBezTo>
                <a:lnTo>
                  <a:pt x="150" y="452"/>
                </a:lnTo>
                <a:cubicBezTo>
                  <a:pt x="150" y="454"/>
                  <a:pt x="153" y="455"/>
                  <a:pt x="157" y="455"/>
                </a:cubicBezTo>
                <a:cubicBezTo>
                  <a:pt x="161" y="455"/>
                  <a:pt x="175" y="455"/>
                  <a:pt x="199" y="456"/>
                </a:cubicBezTo>
                <a:lnTo>
                  <a:pt x="211" y="456"/>
                </a:lnTo>
                <a:cubicBezTo>
                  <a:pt x="226" y="456"/>
                  <a:pt x="239" y="456"/>
                  <a:pt x="248" y="456"/>
                </a:cubicBezTo>
                <a:cubicBezTo>
                  <a:pt x="257" y="455"/>
                  <a:pt x="268" y="454"/>
                  <a:pt x="283" y="451"/>
                </a:cubicBezTo>
                <a:cubicBezTo>
                  <a:pt x="297" y="448"/>
                  <a:pt x="309" y="444"/>
                  <a:pt x="318" y="438"/>
                </a:cubicBezTo>
                <a:cubicBezTo>
                  <a:pt x="328" y="432"/>
                  <a:pt x="338" y="424"/>
                  <a:pt x="351" y="414"/>
                </a:cubicBezTo>
                <a:cubicBezTo>
                  <a:pt x="362" y="403"/>
                  <a:pt x="372" y="390"/>
                  <a:pt x="381" y="374"/>
                </a:cubicBezTo>
                <a:cubicBezTo>
                  <a:pt x="389" y="360"/>
                  <a:pt x="396" y="344"/>
                  <a:pt x="402" y="326"/>
                </a:cubicBezTo>
                <a:cubicBezTo>
                  <a:pt x="409" y="309"/>
                  <a:pt x="413" y="299"/>
                  <a:pt x="414" y="296"/>
                </a:cubicBezTo>
                <a:cubicBezTo>
                  <a:pt x="417" y="295"/>
                  <a:pt x="421" y="294"/>
                  <a:pt x="427" y="294"/>
                </a:cubicBezTo>
                <a:lnTo>
                  <a:pt x="436" y="294"/>
                </a:lnTo>
                <a:cubicBezTo>
                  <a:pt x="439" y="298"/>
                  <a:pt x="440" y="301"/>
                  <a:pt x="440" y="302"/>
                </a:cubicBezTo>
                <a:cubicBezTo>
                  <a:pt x="440" y="303"/>
                  <a:pt x="435" y="317"/>
                  <a:pt x="426" y="344"/>
                </a:cubicBezTo>
                <a:cubicBezTo>
                  <a:pt x="416" y="371"/>
                  <a:pt x="406" y="400"/>
                  <a:pt x="394" y="430"/>
                </a:cubicBezTo>
                <a:cubicBezTo>
                  <a:pt x="383" y="460"/>
                  <a:pt x="377" y="478"/>
                  <a:pt x="376" y="483"/>
                </a:cubicBezTo>
                <a:cubicBezTo>
                  <a:pt x="375" y="485"/>
                  <a:pt x="374" y="487"/>
                  <a:pt x="373" y="487"/>
                </a:cubicBezTo>
                <a:cubicBezTo>
                  <a:pt x="372" y="488"/>
                  <a:pt x="368" y="488"/>
                  <a:pt x="362" y="489"/>
                </a:cubicBezTo>
                <a:cubicBezTo>
                  <a:pt x="355" y="490"/>
                  <a:pt x="345" y="490"/>
                  <a:pt x="330" y="490"/>
                </a:cubicBezTo>
                <a:cubicBezTo>
                  <a:pt x="325" y="490"/>
                  <a:pt x="307" y="490"/>
                  <a:pt x="276" y="490"/>
                </a:cubicBezTo>
                <a:cubicBezTo>
                  <a:pt x="245" y="490"/>
                  <a:pt x="215" y="490"/>
                  <a:pt x="187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9"/>
                  <a:pt x="0" y="475"/>
                  <a:pt x="1" y="472"/>
                </a:cubicBezTo>
                <a:cubicBezTo>
                  <a:pt x="3" y="463"/>
                  <a:pt x="6" y="458"/>
                  <a:pt x="8" y="457"/>
                </a:cubicBezTo>
                <a:cubicBezTo>
                  <a:pt x="10" y="457"/>
                  <a:pt x="14" y="456"/>
                  <a:pt x="19" y="456"/>
                </a:cubicBezTo>
                <a:lnTo>
                  <a:pt x="23" y="456"/>
                </a:lnTo>
                <a:cubicBezTo>
                  <a:pt x="36" y="456"/>
                  <a:pt x="50" y="456"/>
                  <a:pt x="66" y="454"/>
                </a:cubicBezTo>
                <a:cubicBezTo>
                  <a:pt x="73" y="453"/>
                  <a:pt x="77" y="450"/>
                  <a:pt x="80" y="446"/>
                </a:cubicBezTo>
                <a:cubicBezTo>
                  <a:pt x="81" y="444"/>
                  <a:pt x="98" y="378"/>
                  <a:pt x="131" y="247"/>
                </a:cubicBezTo>
                <a:cubicBezTo>
                  <a:pt x="164" y="115"/>
                  <a:pt x="180" y="47"/>
                  <a:pt x="180" y="39"/>
                </a:cubicBezTo>
                <a:cubicBezTo>
                  <a:pt x="180" y="36"/>
                  <a:pt x="167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5" name=""/>
          <p:cNvSpPr txBox="1"/>
          <p:nvPr/>
        </p:nvSpPr>
        <p:spPr>
          <a:xfrm>
            <a:off x="864360" y="2476440"/>
            <a:ext cx="821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When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6" name=""/>
          <p:cNvSpPr/>
          <p:nvPr/>
        </p:nvSpPr>
        <p:spPr>
          <a:xfrm>
            <a:off x="4354920" y="2495520"/>
            <a:ext cx="191160" cy="184320"/>
          </a:xfrm>
          <a:custGeom>
            <a:avLst/>
            <a:gdLst/>
            <a:ahLst/>
            <a:rect l="0" t="0" r="r" b="b"/>
            <a:pathLst>
              <a:path w="531" h="512">
                <a:moveTo>
                  <a:pt x="4" y="512"/>
                </a:moveTo>
                <a:cubicBezTo>
                  <a:pt x="2" y="511"/>
                  <a:pt x="0" y="509"/>
                  <a:pt x="0" y="507"/>
                </a:cubicBezTo>
                <a:cubicBezTo>
                  <a:pt x="0" y="506"/>
                  <a:pt x="41" y="422"/>
                  <a:pt x="121" y="256"/>
                </a:cubicBezTo>
                <a:cubicBezTo>
                  <a:pt x="202" y="90"/>
                  <a:pt x="243" y="6"/>
                  <a:pt x="245" y="5"/>
                </a:cubicBezTo>
                <a:cubicBezTo>
                  <a:pt x="246" y="1"/>
                  <a:pt x="253" y="0"/>
                  <a:pt x="265" y="0"/>
                </a:cubicBezTo>
                <a:cubicBezTo>
                  <a:pt x="276" y="0"/>
                  <a:pt x="283" y="1"/>
                  <a:pt x="285" y="5"/>
                </a:cubicBezTo>
                <a:cubicBezTo>
                  <a:pt x="286" y="6"/>
                  <a:pt x="327" y="90"/>
                  <a:pt x="409" y="256"/>
                </a:cubicBezTo>
                <a:cubicBezTo>
                  <a:pt x="490" y="422"/>
                  <a:pt x="530" y="506"/>
                  <a:pt x="531" y="507"/>
                </a:cubicBezTo>
                <a:cubicBezTo>
                  <a:pt x="531" y="509"/>
                  <a:pt x="529" y="511"/>
                  <a:pt x="527" y="512"/>
                </a:cubicBezTo>
                <a:lnTo>
                  <a:pt x="4" y="512"/>
                </a:lnTo>
                <a:moveTo>
                  <a:pt x="330" y="266"/>
                </a:moveTo>
                <a:lnTo>
                  <a:pt x="242" y="85"/>
                </a:lnTo>
                <a:lnTo>
                  <a:pt x="66" y="446"/>
                </a:lnTo>
                <a:lnTo>
                  <a:pt x="241" y="446"/>
                </a:lnTo>
                <a:lnTo>
                  <a:pt x="419" y="446"/>
                </a:lnTo>
                <a:cubicBezTo>
                  <a:pt x="419" y="445"/>
                  <a:pt x="390" y="385"/>
                  <a:pt x="330" y="266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7" name=""/>
          <p:cNvSpPr/>
          <p:nvPr/>
        </p:nvSpPr>
        <p:spPr>
          <a:xfrm>
            <a:off x="4570560" y="2637720"/>
            <a:ext cx="145080" cy="81000"/>
          </a:xfrm>
          <a:custGeom>
            <a:avLst/>
            <a:gdLst/>
            <a:ahLst/>
            <a:rect l="0" t="0" r="r" b="b"/>
            <a:pathLst>
              <a:path w="403" h="225">
                <a:moveTo>
                  <a:pt x="8" y="201"/>
                </a:moveTo>
                <a:lnTo>
                  <a:pt x="15" y="201"/>
                </a:lnTo>
                <a:cubicBezTo>
                  <a:pt x="29" y="201"/>
                  <a:pt x="37" y="199"/>
                  <a:pt x="39" y="194"/>
                </a:cubicBezTo>
                <a:lnTo>
                  <a:pt x="39" y="190"/>
                </a:lnTo>
                <a:cubicBezTo>
                  <a:pt x="39" y="187"/>
                  <a:pt x="39" y="183"/>
                  <a:pt x="39" y="179"/>
                </a:cubicBezTo>
                <a:cubicBezTo>
                  <a:pt x="39" y="174"/>
                  <a:pt x="39" y="169"/>
                  <a:pt x="39" y="163"/>
                </a:cubicBezTo>
                <a:cubicBezTo>
                  <a:pt x="39" y="157"/>
                  <a:pt x="39" y="151"/>
                  <a:pt x="40" y="142"/>
                </a:cubicBezTo>
                <a:cubicBezTo>
                  <a:pt x="40" y="135"/>
                  <a:pt x="40" y="128"/>
                  <a:pt x="40" y="121"/>
                </a:cubicBezTo>
                <a:cubicBezTo>
                  <a:pt x="40" y="111"/>
                  <a:pt x="40" y="100"/>
                  <a:pt x="40" y="88"/>
                </a:cubicBezTo>
                <a:cubicBezTo>
                  <a:pt x="40" y="76"/>
                  <a:pt x="40" y="66"/>
                  <a:pt x="39" y="58"/>
                </a:cubicBezTo>
                <a:lnTo>
                  <a:pt x="39" y="46"/>
                </a:lnTo>
                <a:cubicBezTo>
                  <a:pt x="38" y="40"/>
                  <a:pt x="36" y="36"/>
                  <a:pt x="32" y="34"/>
                </a:cubicBezTo>
                <a:cubicBezTo>
                  <a:pt x="28" y="32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10"/>
                  <a:pt x="1" y="6"/>
                  <a:pt x="1" y="6"/>
                </a:cubicBezTo>
                <a:lnTo>
                  <a:pt x="6" y="5"/>
                </a:lnTo>
                <a:cubicBezTo>
                  <a:pt x="10" y="5"/>
                  <a:pt x="14" y="5"/>
                  <a:pt x="21" y="4"/>
                </a:cubicBezTo>
                <a:cubicBezTo>
                  <a:pt x="27" y="4"/>
                  <a:pt x="33" y="4"/>
                  <a:pt x="39" y="3"/>
                </a:cubicBezTo>
                <a:cubicBezTo>
                  <a:pt x="45" y="3"/>
                  <a:pt x="51" y="3"/>
                  <a:pt x="57" y="2"/>
                </a:cubicBezTo>
                <a:cubicBezTo>
                  <a:pt x="64" y="2"/>
                  <a:pt x="69" y="1"/>
                  <a:pt x="72" y="1"/>
                </a:cubicBezTo>
                <a:cubicBezTo>
                  <a:pt x="75" y="0"/>
                  <a:pt x="77" y="0"/>
                  <a:pt x="78" y="0"/>
                </a:cubicBezTo>
                <a:lnTo>
                  <a:pt x="79" y="0"/>
                </a:lnTo>
                <a:lnTo>
                  <a:pt x="79" y="20"/>
                </a:lnTo>
                <a:cubicBezTo>
                  <a:pt x="79" y="33"/>
                  <a:pt x="79" y="40"/>
                  <a:pt x="80" y="40"/>
                </a:cubicBezTo>
                <a:cubicBezTo>
                  <a:pt x="80" y="40"/>
                  <a:pt x="81" y="39"/>
                  <a:pt x="82" y="37"/>
                </a:cubicBezTo>
                <a:cubicBezTo>
                  <a:pt x="84" y="35"/>
                  <a:pt x="86" y="33"/>
                  <a:pt x="88" y="30"/>
                </a:cubicBezTo>
                <a:cubicBezTo>
                  <a:pt x="91" y="26"/>
                  <a:pt x="94" y="23"/>
                  <a:pt x="98" y="20"/>
                </a:cubicBezTo>
                <a:cubicBezTo>
                  <a:pt x="102" y="18"/>
                  <a:pt x="106" y="15"/>
                  <a:pt x="113" y="11"/>
                </a:cubicBezTo>
                <a:cubicBezTo>
                  <a:pt x="119" y="7"/>
                  <a:pt x="125" y="4"/>
                  <a:pt x="132" y="3"/>
                </a:cubicBezTo>
                <a:cubicBezTo>
                  <a:pt x="138" y="1"/>
                  <a:pt x="147" y="0"/>
                  <a:pt x="158" y="0"/>
                </a:cubicBezTo>
                <a:cubicBezTo>
                  <a:pt x="163" y="0"/>
                  <a:pt x="167" y="1"/>
                  <a:pt x="172" y="1"/>
                </a:cubicBezTo>
                <a:cubicBezTo>
                  <a:pt x="176" y="2"/>
                  <a:pt x="180" y="3"/>
                  <a:pt x="183" y="4"/>
                </a:cubicBezTo>
                <a:cubicBezTo>
                  <a:pt x="187" y="6"/>
                  <a:pt x="190" y="7"/>
                  <a:pt x="193" y="8"/>
                </a:cubicBezTo>
                <a:cubicBezTo>
                  <a:pt x="196" y="10"/>
                  <a:pt x="198" y="11"/>
                  <a:pt x="200" y="13"/>
                </a:cubicBezTo>
                <a:cubicBezTo>
                  <a:pt x="203" y="15"/>
                  <a:pt x="204" y="16"/>
                  <a:pt x="206" y="18"/>
                </a:cubicBezTo>
                <a:cubicBezTo>
                  <a:pt x="208" y="20"/>
                  <a:pt x="209" y="22"/>
                  <a:pt x="211" y="24"/>
                </a:cubicBezTo>
                <a:cubicBezTo>
                  <a:pt x="212" y="26"/>
                  <a:pt x="213" y="28"/>
                  <a:pt x="214" y="30"/>
                </a:cubicBezTo>
                <a:cubicBezTo>
                  <a:pt x="215" y="32"/>
                  <a:pt x="216" y="33"/>
                  <a:pt x="216" y="35"/>
                </a:cubicBezTo>
                <a:cubicBezTo>
                  <a:pt x="216" y="36"/>
                  <a:pt x="217" y="37"/>
                  <a:pt x="218" y="39"/>
                </a:cubicBezTo>
                <a:lnTo>
                  <a:pt x="219" y="41"/>
                </a:lnTo>
                <a:lnTo>
                  <a:pt x="220" y="39"/>
                </a:lnTo>
                <a:cubicBezTo>
                  <a:pt x="221" y="38"/>
                  <a:pt x="222" y="36"/>
                  <a:pt x="223" y="35"/>
                </a:cubicBezTo>
                <a:cubicBezTo>
                  <a:pt x="224" y="34"/>
                  <a:pt x="226" y="32"/>
                  <a:pt x="228" y="30"/>
                </a:cubicBezTo>
                <a:cubicBezTo>
                  <a:pt x="230" y="27"/>
                  <a:pt x="232" y="25"/>
                  <a:pt x="234" y="23"/>
                </a:cubicBezTo>
                <a:cubicBezTo>
                  <a:pt x="237" y="21"/>
                  <a:pt x="239" y="19"/>
                  <a:pt x="242" y="16"/>
                </a:cubicBezTo>
                <a:cubicBezTo>
                  <a:pt x="245" y="14"/>
                  <a:pt x="248" y="12"/>
                  <a:pt x="252" y="10"/>
                </a:cubicBezTo>
                <a:cubicBezTo>
                  <a:pt x="256" y="9"/>
                  <a:pt x="260" y="7"/>
                  <a:pt x="264" y="5"/>
                </a:cubicBezTo>
                <a:cubicBezTo>
                  <a:pt x="267" y="4"/>
                  <a:pt x="272" y="2"/>
                  <a:pt x="277" y="2"/>
                </a:cubicBezTo>
                <a:cubicBezTo>
                  <a:pt x="282" y="1"/>
                  <a:pt x="287" y="1"/>
                  <a:pt x="292" y="0"/>
                </a:cubicBezTo>
                <a:cubicBezTo>
                  <a:pt x="335" y="0"/>
                  <a:pt x="359" y="19"/>
                  <a:pt x="363" y="57"/>
                </a:cubicBezTo>
                <a:cubicBezTo>
                  <a:pt x="363" y="60"/>
                  <a:pt x="363" y="83"/>
                  <a:pt x="363" y="128"/>
                </a:cubicBezTo>
                <a:lnTo>
                  <a:pt x="363" y="172"/>
                </a:lnTo>
                <a:cubicBezTo>
                  <a:pt x="363" y="185"/>
                  <a:pt x="364" y="192"/>
                  <a:pt x="364" y="195"/>
                </a:cubicBezTo>
                <a:cubicBezTo>
                  <a:pt x="365" y="197"/>
                  <a:pt x="367" y="199"/>
                  <a:pt x="370" y="200"/>
                </a:cubicBezTo>
                <a:cubicBezTo>
                  <a:pt x="377" y="201"/>
                  <a:pt x="385" y="201"/>
                  <a:pt x="395" y="201"/>
                </a:cubicBezTo>
                <a:lnTo>
                  <a:pt x="403" y="201"/>
                </a:lnTo>
                <a:lnTo>
                  <a:pt x="403" y="225"/>
                </a:lnTo>
                <a:lnTo>
                  <a:pt x="399" y="225"/>
                </a:lnTo>
                <a:lnTo>
                  <a:pt x="387" y="224"/>
                </a:lnTo>
                <a:cubicBezTo>
                  <a:pt x="379" y="224"/>
                  <a:pt x="370" y="224"/>
                  <a:pt x="361" y="224"/>
                </a:cubicBezTo>
                <a:cubicBezTo>
                  <a:pt x="352" y="224"/>
                  <a:pt x="346" y="223"/>
                  <a:pt x="342" y="223"/>
                </a:cubicBezTo>
                <a:cubicBezTo>
                  <a:pt x="306" y="223"/>
                  <a:pt x="287" y="224"/>
                  <a:pt x="284" y="225"/>
                </a:cubicBezTo>
                <a:lnTo>
                  <a:pt x="280" y="225"/>
                </a:lnTo>
                <a:lnTo>
                  <a:pt x="280" y="201"/>
                </a:lnTo>
                <a:lnTo>
                  <a:pt x="288" y="201"/>
                </a:lnTo>
                <a:cubicBezTo>
                  <a:pt x="309" y="201"/>
                  <a:pt x="319" y="199"/>
                  <a:pt x="319" y="193"/>
                </a:cubicBezTo>
                <a:cubicBezTo>
                  <a:pt x="320" y="193"/>
                  <a:pt x="320" y="169"/>
                  <a:pt x="320" y="123"/>
                </a:cubicBezTo>
                <a:cubicBezTo>
                  <a:pt x="319" y="77"/>
                  <a:pt x="319" y="53"/>
                  <a:pt x="319" y="50"/>
                </a:cubicBezTo>
                <a:cubicBezTo>
                  <a:pt x="317" y="41"/>
                  <a:pt x="313" y="34"/>
                  <a:pt x="309" y="29"/>
                </a:cubicBezTo>
                <a:cubicBezTo>
                  <a:pt x="304" y="24"/>
                  <a:pt x="300" y="22"/>
                  <a:pt x="297" y="20"/>
                </a:cubicBezTo>
                <a:cubicBezTo>
                  <a:pt x="293" y="19"/>
                  <a:pt x="289" y="19"/>
                  <a:pt x="283" y="19"/>
                </a:cubicBezTo>
                <a:cubicBezTo>
                  <a:pt x="268" y="19"/>
                  <a:pt x="255" y="25"/>
                  <a:pt x="243" y="37"/>
                </a:cubicBezTo>
                <a:cubicBezTo>
                  <a:pt x="234" y="46"/>
                  <a:pt x="229" y="55"/>
                  <a:pt x="226" y="64"/>
                </a:cubicBezTo>
                <a:cubicBezTo>
                  <a:pt x="224" y="74"/>
                  <a:pt x="223" y="88"/>
                  <a:pt x="222" y="106"/>
                </a:cubicBezTo>
                <a:lnTo>
                  <a:pt x="222" y="139"/>
                </a:lnTo>
                <a:lnTo>
                  <a:pt x="222" y="170"/>
                </a:lnTo>
                <a:cubicBezTo>
                  <a:pt x="222" y="180"/>
                  <a:pt x="222" y="187"/>
                  <a:pt x="223" y="190"/>
                </a:cubicBezTo>
                <a:cubicBezTo>
                  <a:pt x="223" y="194"/>
                  <a:pt x="224" y="196"/>
                  <a:pt x="224" y="197"/>
                </a:cubicBezTo>
                <a:cubicBezTo>
                  <a:pt x="225" y="198"/>
                  <a:pt x="226" y="199"/>
                  <a:pt x="229" y="200"/>
                </a:cubicBezTo>
                <a:cubicBezTo>
                  <a:pt x="236" y="201"/>
                  <a:pt x="244" y="201"/>
                  <a:pt x="254" y="201"/>
                </a:cubicBezTo>
                <a:lnTo>
                  <a:pt x="262" y="201"/>
                </a:lnTo>
                <a:lnTo>
                  <a:pt x="262" y="225"/>
                </a:lnTo>
                <a:lnTo>
                  <a:pt x="258" y="225"/>
                </a:lnTo>
                <a:lnTo>
                  <a:pt x="245" y="224"/>
                </a:lnTo>
                <a:cubicBezTo>
                  <a:pt x="238" y="224"/>
                  <a:pt x="229" y="224"/>
                  <a:pt x="220" y="224"/>
                </a:cubicBezTo>
                <a:cubicBezTo>
                  <a:pt x="211" y="224"/>
                  <a:pt x="205" y="223"/>
                  <a:pt x="201" y="223"/>
                </a:cubicBezTo>
                <a:cubicBezTo>
                  <a:pt x="166" y="223"/>
                  <a:pt x="147" y="224"/>
                  <a:pt x="144" y="225"/>
                </a:cubicBezTo>
                <a:lnTo>
                  <a:pt x="140" y="225"/>
                </a:lnTo>
                <a:lnTo>
                  <a:pt x="140" y="201"/>
                </a:lnTo>
                <a:lnTo>
                  <a:pt x="148" y="201"/>
                </a:lnTo>
                <a:cubicBezTo>
                  <a:pt x="169" y="201"/>
                  <a:pt x="179" y="199"/>
                  <a:pt x="179" y="193"/>
                </a:cubicBezTo>
                <a:cubicBezTo>
                  <a:pt x="180" y="193"/>
                  <a:pt x="180" y="169"/>
                  <a:pt x="180" y="123"/>
                </a:cubicBezTo>
                <a:cubicBezTo>
                  <a:pt x="179" y="77"/>
                  <a:pt x="179" y="53"/>
                  <a:pt x="179" y="50"/>
                </a:cubicBezTo>
                <a:cubicBezTo>
                  <a:pt x="177" y="41"/>
                  <a:pt x="173" y="34"/>
                  <a:pt x="169" y="29"/>
                </a:cubicBezTo>
                <a:cubicBezTo>
                  <a:pt x="164" y="24"/>
                  <a:pt x="160" y="22"/>
                  <a:pt x="157" y="20"/>
                </a:cubicBezTo>
                <a:cubicBezTo>
                  <a:pt x="153" y="19"/>
                  <a:pt x="149" y="19"/>
                  <a:pt x="143" y="19"/>
                </a:cubicBezTo>
                <a:cubicBezTo>
                  <a:pt x="128" y="19"/>
                  <a:pt x="115" y="25"/>
                  <a:pt x="103" y="37"/>
                </a:cubicBezTo>
                <a:cubicBezTo>
                  <a:pt x="94" y="46"/>
                  <a:pt x="89" y="55"/>
                  <a:pt x="86" y="64"/>
                </a:cubicBezTo>
                <a:cubicBezTo>
                  <a:pt x="84" y="74"/>
                  <a:pt x="83" y="88"/>
                  <a:pt x="82" y="106"/>
                </a:cubicBezTo>
                <a:lnTo>
                  <a:pt x="82" y="139"/>
                </a:lnTo>
                <a:lnTo>
                  <a:pt x="82" y="170"/>
                </a:lnTo>
                <a:cubicBezTo>
                  <a:pt x="82" y="180"/>
                  <a:pt x="82" y="187"/>
                  <a:pt x="83" y="190"/>
                </a:cubicBezTo>
                <a:cubicBezTo>
                  <a:pt x="83" y="194"/>
                  <a:pt x="84" y="196"/>
                  <a:pt x="84" y="197"/>
                </a:cubicBezTo>
                <a:cubicBezTo>
                  <a:pt x="85" y="198"/>
                  <a:pt x="86" y="199"/>
                  <a:pt x="89" y="200"/>
                </a:cubicBezTo>
                <a:cubicBezTo>
                  <a:pt x="96" y="201"/>
                  <a:pt x="104" y="201"/>
                  <a:pt x="114" y="201"/>
                </a:cubicBezTo>
                <a:lnTo>
                  <a:pt x="122" y="201"/>
                </a:lnTo>
                <a:lnTo>
                  <a:pt x="122" y="225"/>
                </a:lnTo>
                <a:lnTo>
                  <a:pt x="118" y="225"/>
                </a:lnTo>
                <a:lnTo>
                  <a:pt x="106" y="224"/>
                </a:lnTo>
                <a:cubicBezTo>
                  <a:pt x="98" y="224"/>
                  <a:pt x="89" y="224"/>
                  <a:pt x="80" y="224"/>
                </a:cubicBezTo>
                <a:cubicBezTo>
                  <a:pt x="71" y="224"/>
                  <a:pt x="65" y="223"/>
                  <a:pt x="61" y="223"/>
                </a:cubicBezTo>
                <a:cubicBezTo>
                  <a:pt x="26" y="223"/>
                  <a:pt x="7" y="224"/>
                  <a:pt x="4" y="225"/>
                </a:cubicBezTo>
                <a:lnTo>
                  <a:pt x="0" y="225"/>
                </a:lnTo>
                <a:lnTo>
                  <a:pt x="0" y="201"/>
                </a:lnTo>
                <a:lnTo>
                  <a:pt x="8" y="201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8" name=""/>
          <p:cNvSpPr/>
          <p:nvPr/>
        </p:nvSpPr>
        <p:spPr>
          <a:xfrm>
            <a:off x="4723920" y="263664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52" y="73"/>
                </a:moveTo>
                <a:cubicBezTo>
                  <a:pt x="52" y="73"/>
                  <a:pt x="48" y="73"/>
                  <a:pt x="41" y="73"/>
                </a:cubicBezTo>
                <a:cubicBezTo>
                  <a:pt x="33" y="73"/>
                  <a:pt x="27" y="70"/>
                  <a:pt x="22" y="65"/>
                </a:cubicBezTo>
                <a:cubicBezTo>
                  <a:pt x="17" y="60"/>
                  <a:pt x="15" y="53"/>
                  <a:pt x="15" y="45"/>
                </a:cubicBezTo>
                <a:cubicBezTo>
                  <a:pt x="15" y="33"/>
                  <a:pt x="20" y="23"/>
                  <a:pt x="32" y="14"/>
                </a:cubicBezTo>
                <a:cubicBezTo>
                  <a:pt x="43" y="5"/>
                  <a:pt x="64" y="0"/>
                  <a:pt x="93" y="0"/>
                </a:cubicBezTo>
                <a:cubicBezTo>
                  <a:pt x="117" y="0"/>
                  <a:pt x="137" y="6"/>
                  <a:pt x="153" y="16"/>
                </a:cubicBezTo>
                <a:cubicBezTo>
                  <a:pt x="169" y="27"/>
                  <a:pt x="179" y="40"/>
                  <a:pt x="184" y="55"/>
                </a:cubicBezTo>
                <a:cubicBezTo>
                  <a:pt x="186" y="60"/>
                  <a:pt x="186" y="65"/>
                  <a:pt x="186" y="70"/>
                </a:cubicBezTo>
                <a:cubicBezTo>
                  <a:pt x="186" y="76"/>
                  <a:pt x="187" y="96"/>
                  <a:pt x="187" y="129"/>
                </a:cubicBezTo>
                <a:lnTo>
                  <a:pt x="187" y="164"/>
                </a:lnTo>
                <a:cubicBezTo>
                  <a:pt x="187" y="180"/>
                  <a:pt x="188" y="192"/>
                  <a:pt x="189" y="198"/>
                </a:cubicBezTo>
                <a:cubicBezTo>
                  <a:pt x="191" y="204"/>
                  <a:pt x="195" y="207"/>
                  <a:pt x="200" y="207"/>
                </a:cubicBezTo>
                <a:cubicBezTo>
                  <a:pt x="205" y="207"/>
                  <a:pt x="208" y="205"/>
                  <a:pt x="210" y="199"/>
                </a:cubicBezTo>
                <a:cubicBezTo>
                  <a:pt x="212" y="194"/>
                  <a:pt x="213" y="185"/>
                  <a:pt x="213" y="172"/>
                </a:cubicBezTo>
                <a:lnTo>
                  <a:pt x="213" y="153"/>
                </a:lnTo>
                <a:lnTo>
                  <a:pt x="233" y="153"/>
                </a:lnTo>
                <a:lnTo>
                  <a:pt x="233" y="173"/>
                </a:lnTo>
                <a:cubicBezTo>
                  <a:pt x="233" y="188"/>
                  <a:pt x="232" y="195"/>
                  <a:pt x="231" y="198"/>
                </a:cubicBezTo>
                <a:cubicBezTo>
                  <a:pt x="228" y="208"/>
                  <a:pt x="222" y="216"/>
                  <a:pt x="214" y="222"/>
                </a:cubicBezTo>
                <a:cubicBezTo>
                  <a:pt x="205" y="227"/>
                  <a:pt x="196" y="230"/>
                  <a:pt x="186" y="231"/>
                </a:cubicBezTo>
                <a:cubicBezTo>
                  <a:pt x="176" y="231"/>
                  <a:pt x="168" y="228"/>
                  <a:pt x="162" y="222"/>
                </a:cubicBezTo>
                <a:cubicBezTo>
                  <a:pt x="155" y="215"/>
                  <a:pt x="151" y="208"/>
                  <a:pt x="149" y="200"/>
                </a:cubicBezTo>
                <a:lnTo>
                  <a:pt x="149" y="198"/>
                </a:lnTo>
                <a:lnTo>
                  <a:pt x="148" y="200"/>
                </a:lnTo>
                <a:cubicBezTo>
                  <a:pt x="147" y="201"/>
                  <a:pt x="146" y="202"/>
                  <a:pt x="145" y="203"/>
                </a:cubicBezTo>
                <a:cubicBezTo>
                  <a:pt x="144" y="204"/>
                  <a:pt x="143" y="205"/>
                  <a:pt x="141" y="207"/>
                </a:cubicBezTo>
                <a:cubicBezTo>
                  <a:pt x="140" y="209"/>
                  <a:pt x="138" y="211"/>
                  <a:pt x="135" y="213"/>
                </a:cubicBezTo>
                <a:cubicBezTo>
                  <a:pt x="133" y="215"/>
                  <a:pt x="130" y="217"/>
                  <a:pt x="128" y="219"/>
                </a:cubicBezTo>
                <a:cubicBezTo>
                  <a:pt x="125" y="221"/>
                  <a:pt x="122" y="223"/>
                  <a:pt x="119" y="225"/>
                </a:cubicBezTo>
                <a:cubicBezTo>
                  <a:pt x="115" y="226"/>
                  <a:pt x="112" y="227"/>
                  <a:pt x="108" y="229"/>
                </a:cubicBezTo>
                <a:cubicBezTo>
                  <a:pt x="104" y="230"/>
                  <a:pt x="99" y="231"/>
                  <a:pt x="94" y="232"/>
                </a:cubicBezTo>
                <a:cubicBezTo>
                  <a:pt x="90" y="232"/>
                  <a:pt x="84" y="233"/>
                  <a:pt x="79" y="233"/>
                </a:cubicBezTo>
                <a:cubicBezTo>
                  <a:pt x="59" y="233"/>
                  <a:pt x="40" y="228"/>
                  <a:pt x="24" y="218"/>
                </a:cubicBezTo>
                <a:cubicBezTo>
                  <a:pt x="8" y="207"/>
                  <a:pt x="0" y="192"/>
                  <a:pt x="0" y="173"/>
                </a:cubicBezTo>
                <a:cubicBezTo>
                  <a:pt x="0" y="166"/>
                  <a:pt x="1" y="159"/>
                  <a:pt x="3" y="152"/>
                </a:cubicBezTo>
                <a:cubicBezTo>
                  <a:pt x="6" y="146"/>
                  <a:pt x="10" y="139"/>
                  <a:pt x="17" y="132"/>
                </a:cubicBezTo>
                <a:cubicBezTo>
                  <a:pt x="24" y="124"/>
                  <a:pt x="32" y="118"/>
                  <a:pt x="41" y="113"/>
                </a:cubicBezTo>
                <a:cubicBezTo>
                  <a:pt x="51" y="108"/>
                  <a:pt x="64" y="103"/>
                  <a:pt x="81" y="99"/>
                </a:cubicBezTo>
                <a:cubicBezTo>
                  <a:pt x="98" y="94"/>
                  <a:pt x="116" y="92"/>
                  <a:pt x="136" y="91"/>
                </a:cubicBezTo>
                <a:lnTo>
                  <a:pt x="143" y="91"/>
                </a:lnTo>
                <a:lnTo>
                  <a:pt x="143" y="80"/>
                </a:lnTo>
                <a:cubicBezTo>
                  <a:pt x="143" y="69"/>
                  <a:pt x="142" y="60"/>
                  <a:pt x="140" y="55"/>
                </a:cubicBezTo>
                <a:cubicBezTo>
                  <a:pt x="133" y="31"/>
                  <a:pt x="117" y="19"/>
                  <a:pt x="91" y="19"/>
                </a:cubicBezTo>
                <a:cubicBezTo>
                  <a:pt x="85" y="19"/>
                  <a:pt x="80" y="19"/>
                  <a:pt x="74" y="19"/>
                </a:cubicBezTo>
                <a:cubicBezTo>
                  <a:pt x="69" y="20"/>
                  <a:pt x="65" y="20"/>
                  <a:pt x="62" y="21"/>
                </a:cubicBezTo>
                <a:cubicBezTo>
                  <a:pt x="59" y="22"/>
                  <a:pt x="57" y="23"/>
                  <a:pt x="58" y="23"/>
                </a:cubicBezTo>
                <a:cubicBezTo>
                  <a:pt x="65" y="28"/>
                  <a:pt x="69" y="35"/>
                  <a:pt x="69" y="45"/>
                </a:cubicBezTo>
                <a:cubicBezTo>
                  <a:pt x="69" y="54"/>
                  <a:pt x="66" y="60"/>
                  <a:pt x="61" y="65"/>
                </a:cubicBezTo>
                <a:lnTo>
                  <a:pt x="52" y="73"/>
                </a:lnTo>
                <a:moveTo>
                  <a:pt x="46" y="173"/>
                </a:moveTo>
                <a:cubicBezTo>
                  <a:pt x="46" y="185"/>
                  <a:pt x="50" y="194"/>
                  <a:pt x="59" y="202"/>
                </a:cubicBezTo>
                <a:cubicBezTo>
                  <a:pt x="67" y="210"/>
                  <a:pt x="77" y="214"/>
                  <a:pt x="88" y="215"/>
                </a:cubicBezTo>
                <a:cubicBezTo>
                  <a:pt x="101" y="215"/>
                  <a:pt x="112" y="211"/>
                  <a:pt x="122" y="203"/>
                </a:cubicBezTo>
                <a:cubicBezTo>
                  <a:pt x="132" y="195"/>
                  <a:pt x="139" y="185"/>
                  <a:pt x="142" y="172"/>
                </a:cubicBezTo>
                <a:cubicBezTo>
                  <a:pt x="143" y="169"/>
                  <a:pt x="143" y="158"/>
                  <a:pt x="143" y="138"/>
                </a:cubicBezTo>
                <a:cubicBezTo>
                  <a:pt x="143" y="119"/>
                  <a:pt x="143" y="109"/>
                  <a:pt x="143" y="109"/>
                </a:cubicBezTo>
                <a:cubicBezTo>
                  <a:pt x="140" y="109"/>
                  <a:pt x="137" y="109"/>
                  <a:pt x="132" y="109"/>
                </a:cubicBezTo>
                <a:cubicBezTo>
                  <a:pt x="128" y="110"/>
                  <a:pt x="120" y="111"/>
                  <a:pt x="110" y="114"/>
                </a:cubicBezTo>
                <a:cubicBezTo>
                  <a:pt x="99" y="117"/>
                  <a:pt x="89" y="120"/>
                  <a:pt x="80" y="124"/>
                </a:cubicBezTo>
                <a:cubicBezTo>
                  <a:pt x="72" y="128"/>
                  <a:pt x="64" y="134"/>
                  <a:pt x="57" y="143"/>
                </a:cubicBezTo>
                <a:cubicBezTo>
                  <a:pt x="50" y="151"/>
                  <a:pt x="47" y="161"/>
                  <a:pt x="46" y="173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9" name=""/>
          <p:cNvSpPr/>
          <p:nvPr/>
        </p:nvSpPr>
        <p:spPr>
          <a:xfrm>
            <a:off x="4810680" y="2639880"/>
            <a:ext cx="92160" cy="78840"/>
          </a:xfrm>
          <a:custGeom>
            <a:avLst/>
            <a:gdLst/>
            <a:ahLst/>
            <a:rect l="0" t="0" r="r" b="b"/>
            <a:pathLst>
              <a:path w="256" h="219">
                <a:moveTo>
                  <a:pt x="97" y="219"/>
                </a:moveTo>
                <a:cubicBezTo>
                  <a:pt x="93" y="218"/>
                  <a:pt x="76" y="217"/>
                  <a:pt x="47" y="217"/>
                </a:cubicBezTo>
                <a:cubicBezTo>
                  <a:pt x="20" y="217"/>
                  <a:pt x="6" y="218"/>
                  <a:pt x="3" y="219"/>
                </a:cubicBezTo>
                <a:lnTo>
                  <a:pt x="0" y="219"/>
                </a:lnTo>
                <a:lnTo>
                  <a:pt x="0" y="195"/>
                </a:lnTo>
                <a:lnTo>
                  <a:pt x="7" y="195"/>
                </a:lnTo>
                <a:cubicBezTo>
                  <a:pt x="15" y="195"/>
                  <a:pt x="22" y="194"/>
                  <a:pt x="29" y="192"/>
                </a:cubicBezTo>
                <a:cubicBezTo>
                  <a:pt x="36" y="191"/>
                  <a:pt x="41" y="189"/>
                  <a:pt x="44" y="188"/>
                </a:cubicBezTo>
                <a:cubicBezTo>
                  <a:pt x="47" y="186"/>
                  <a:pt x="52" y="184"/>
                  <a:pt x="57" y="179"/>
                </a:cubicBezTo>
                <a:cubicBezTo>
                  <a:pt x="62" y="175"/>
                  <a:pt x="65" y="172"/>
                  <a:pt x="66" y="170"/>
                </a:cubicBezTo>
                <a:cubicBezTo>
                  <a:pt x="67" y="168"/>
                  <a:pt x="70" y="164"/>
                  <a:pt x="76" y="157"/>
                </a:cubicBezTo>
                <a:cubicBezTo>
                  <a:pt x="82" y="149"/>
                  <a:pt x="86" y="144"/>
                  <a:pt x="86" y="142"/>
                </a:cubicBezTo>
                <a:lnTo>
                  <a:pt x="110" y="112"/>
                </a:lnTo>
                <a:lnTo>
                  <a:pt x="80" y="72"/>
                </a:lnTo>
                <a:cubicBezTo>
                  <a:pt x="77" y="68"/>
                  <a:pt x="74" y="63"/>
                  <a:pt x="71" y="58"/>
                </a:cubicBezTo>
                <a:cubicBezTo>
                  <a:pt x="67" y="54"/>
                  <a:pt x="65" y="50"/>
                  <a:pt x="63" y="48"/>
                </a:cubicBezTo>
                <a:cubicBezTo>
                  <a:pt x="61" y="45"/>
                  <a:pt x="59" y="43"/>
                  <a:pt x="57" y="40"/>
                </a:cubicBezTo>
                <a:cubicBezTo>
                  <a:pt x="55" y="38"/>
                  <a:pt x="54" y="36"/>
                  <a:pt x="53" y="34"/>
                </a:cubicBezTo>
                <a:cubicBezTo>
                  <a:pt x="51" y="33"/>
                  <a:pt x="50" y="32"/>
                  <a:pt x="50" y="31"/>
                </a:cubicBezTo>
                <a:cubicBezTo>
                  <a:pt x="49" y="30"/>
                  <a:pt x="48" y="29"/>
                  <a:pt x="46" y="28"/>
                </a:cubicBezTo>
                <a:cubicBezTo>
                  <a:pt x="44" y="27"/>
                  <a:pt x="43" y="26"/>
                  <a:pt x="43" y="26"/>
                </a:cubicBezTo>
                <a:cubicBezTo>
                  <a:pt x="43" y="26"/>
                  <a:pt x="42" y="26"/>
                  <a:pt x="40" y="25"/>
                </a:cubicBezTo>
                <a:cubicBezTo>
                  <a:pt x="38" y="24"/>
                  <a:pt x="37" y="24"/>
                  <a:pt x="36" y="24"/>
                </a:cubicBezTo>
                <a:cubicBezTo>
                  <a:pt x="34" y="24"/>
                  <a:pt x="28" y="24"/>
                  <a:pt x="17" y="23"/>
                </a:cubicBezTo>
                <a:lnTo>
                  <a:pt x="3" y="23"/>
                </a:lnTo>
                <a:lnTo>
                  <a:pt x="3" y="0"/>
                </a:lnTo>
                <a:lnTo>
                  <a:pt x="6" y="0"/>
                </a:lnTo>
                <a:cubicBezTo>
                  <a:pt x="18" y="1"/>
                  <a:pt x="37" y="1"/>
                  <a:pt x="59" y="1"/>
                </a:cubicBezTo>
                <a:cubicBezTo>
                  <a:pt x="90" y="1"/>
                  <a:pt x="108" y="1"/>
                  <a:pt x="111" y="0"/>
                </a:cubicBezTo>
                <a:lnTo>
                  <a:pt x="115" y="0"/>
                </a:lnTo>
                <a:lnTo>
                  <a:pt x="115" y="23"/>
                </a:lnTo>
                <a:cubicBezTo>
                  <a:pt x="103" y="24"/>
                  <a:pt x="97" y="27"/>
                  <a:pt x="97" y="31"/>
                </a:cubicBezTo>
                <a:cubicBezTo>
                  <a:pt x="97" y="32"/>
                  <a:pt x="99" y="35"/>
                  <a:pt x="102" y="39"/>
                </a:cubicBezTo>
                <a:cubicBezTo>
                  <a:pt x="105" y="44"/>
                  <a:pt x="110" y="50"/>
                  <a:pt x="116" y="58"/>
                </a:cubicBezTo>
                <a:cubicBezTo>
                  <a:pt x="122" y="67"/>
                  <a:pt x="127" y="73"/>
                  <a:pt x="131" y="79"/>
                </a:cubicBezTo>
                <a:lnTo>
                  <a:pt x="133" y="81"/>
                </a:lnTo>
                <a:lnTo>
                  <a:pt x="146" y="64"/>
                </a:lnTo>
                <a:cubicBezTo>
                  <a:pt x="156" y="50"/>
                  <a:pt x="162" y="41"/>
                  <a:pt x="162" y="37"/>
                </a:cubicBezTo>
                <a:cubicBezTo>
                  <a:pt x="162" y="35"/>
                  <a:pt x="161" y="33"/>
                  <a:pt x="161" y="31"/>
                </a:cubicBezTo>
                <a:cubicBezTo>
                  <a:pt x="160" y="29"/>
                  <a:pt x="159" y="28"/>
                  <a:pt x="158" y="28"/>
                </a:cubicBezTo>
                <a:cubicBezTo>
                  <a:pt x="157" y="27"/>
                  <a:pt x="156" y="26"/>
                  <a:pt x="156" y="26"/>
                </a:cubicBezTo>
                <a:cubicBezTo>
                  <a:pt x="155" y="25"/>
                  <a:pt x="154" y="24"/>
                  <a:pt x="152" y="24"/>
                </a:cubicBezTo>
                <a:lnTo>
                  <a:pt x="151" y="23"/>
                </a:lnTo>
                <a:lnTo>
                  <a:pt x="148" y="23"/>
                </a:lnTo>
                <a:lnTo>
                  <a:pt x="148" y="0"/>
                </a:lnTo>
                <a:lnTo>
                  <a:pt x="152" y="0"/>
                </a:lnTo>
                <a:cubicBezTo>
                  <a:pt x="157" y="1"/>
                  <a:pt x="173" y="1"/>
                  <a:pt x="202" y="1"/>
                </a:cubicBezTo>
                <a:cubicBezTo>
                  <a:pt x="228" y="1"/>
                  <a:pt x="243" y="1"/>
                  <a:pt x="245" y="0"/>
                </a:cubicBezTo>
                <a:lnTo>
                  <a:pt x="248" y="0"/>
                </a:lnTo>
                <a:lnTo>
                  <a:pt x="248" y="23"/>
                </a:lnTo>
                <a:lnTo>
                  <a:pt x="244" y="23"/>
                </a:lnTo>
                <a:cubicBezTo>
                  <a:pt x="228" y="23"/>
                  <a:pt x="214" y="26"/>
                  <a:pt x="203" y="32"/>
                </a:cubicBezTo>
                <a:cubicBezTo>
                  <a:pt x="197" y="34"/>
                  <a:pt x="192" y="39"/>
                  <a:pt x="186" y="45"/>
                </a:cubicBezTo>
                <a:cubicBezTo>
                  <a:pt x="180" y="52"/>
                  <a:pt x="169" y="66"/>
                  <a:pt x="153" y="88"/>
                </a:cubicBezTo>
                <a:lnTo>
                  <a:pt x="145" y="98"/>
                </a:lnTo>
                <a:lnTo>
                  <a:pt x="176" y="141"/>
                </a:lnTo>
                <a:cubicBezTo>
                  <a:pt x="199" y="173"/>
                  <a:pt x="211" y="189"/>
                  <a:pt x="212" y="190"/>
                </a:cubicBezTo>
                <a:cubicBezTo>
                  <a:pt x="214" y="191"/>
                  <a:pt x="217" y="192"/>
                  <a:pt x="221" y="193"/>
                </a:cubicBezTo>
                <a:cubicBezTo>
                  <a:pt x="227" y="195"/>
                  <a:pt x="236" y="195"/>
                  <a:pt x="248" y="195"/>
                </a:cubicBezTo>
                <a:lnTo>
                  <a:pt x="256" y="195"/>
                </a:lnTo>
                <a:lnTo>
                  <a:pt x="256" y="219"/>
                </a:lnTo>
                <a:lnTo>
                  <a:pt x="253" y="219"/>
                </a:lnTo>
                <a:lnTo>
                  <a:pt x="249" y="219"/>
                </a:lnTo>
                <a:cubicBezTo>
                  <a:pt x="246" y="218"/>
                  <a:pt x="243" y="218"/>
                  <a:pt x="239" y="218"/>
                </a:cubicBezTo>
                <a:cubicBezTo>
                  <a:pt x="235" y="218"/>
                  <a:pt x="231" y="218"/>
                  <a:pt x="226" y="218"/>
                </a:cubicBezTo>
                <a:cubicBezTo>
                  <a:pt x="222" y="217"/>
                  <a:pt x="218" y="217"/>
                  <a:pt x="214" y="218"/>
                </a:cubicBezTo>
                <a:cubicBezTo>
                  <a:pt x="210" y="218"/>
                  <a:pt x="207" y="218"/>
                  <a:pt x="205" y="217"/>
                </a:cubicBezTo>
                <a:cubicBezTo>
                  <a:pt x="201" y="217"/>
                  <a:pt x="195" y="217"/>
                  <a:pt x="186" y="217"/>
                </a:cubicBezTo>
                <a:cubicBezTo>
                  <a:pt x="177" y="217"/>
                  <a:pt x="169" y="217"/>
                  <a:pt x="161" y="218"/>
                </a:cubicBezTo>
                <a:lnTo>
                  <a:pt x="149" y="219"/>
                </a:lnTo>
                <a:lnTo>
                  <a:pt x="145" y="219"/>
                </a:lnTo>
                <a:lnTo>
                  <a:pt x="145" y="195"/>
                </a:lnTo>
                <a:lnTo>
                  <a:pt x="146" y="195"/>
                </a:lnTo>
                <a:cubicBezTo>
                  <a:pt x="150" y="195"/>
                  <a:pt x="153" y="195"/>
                  <a:pt x="157" y="193"/>
                </a:cubicBezTo>
                <a:cubicBezTo>
                  <a:pt x="161" y="191"/>
                  <a:pt x="163" y="189"/>
                  <a:pt x="163" y="187"/>
                </a:cubicBezTo>
                <a:cubicBezTo>
                  <a:pt x="163" y="186"/>
                  <a:pt x="156" y="177"/>
                  <a:pt x="143" y="158"/>
                </a:cubicBezTo>
                <a:lnTo>
                  <a:pt x="122" y="129"/>
                </a:lnTo>
                <a:cubicBezTo>
                  <a:pt x="121" y="130"/>
                  <a:pt x="116" y="137"/>
                  <a:pt x="106" y="150"/>
                </a:cubicBezTo>
                <a:cubicBezTo>
                  <a:pt x="96" y="165"/>
                  <a:pt x="90" y="173"/>
                  <a:pt x="89" y="174"/>
                </a:cubicBezTo>
                <a:cubicBezTo>
                  <a:pt x="88" y="176"/>
                  <a:pt x="87" y="178"/>
                  <a:pt x="87" y="181"/>
                </a:cubicBezTo>
                <a:cubicBezTo>
                  <a:pt x="87" y="185"/>
                  <a:pt x="88" y="188"/>
                  <a:pt x="90" y="191"/>
                </a:cubicBezTo>
                <a:cubicBezTo>
                  <a:pt x="93" y="194"/>
                  <a:pt x="96" y="195"/>
                  <a:pt x="100" y="195"/>
                </a:cubicBezTo>
                <a:cubicBezTo>
                  <a:pt x="100" y="195"/>
                  <a:pt x="101" y="199"/>
                  <a:pt x="101" y="207"/>
                </a:cubicBezTo>
                <a:lnTo>
                  <a:pt x="101" y="219"/>
                </a:lnTo>
                <a:lnTo>
                  <a:pt x="97" y="219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0" name=""/>
          <p:cNvSpPr txBox="1"/>
          <p:nvPr/>
        </p:nvSpPr>
        <p:spPr>
          <a:xfrm>
            <a:off x="1863360" y="2476440"/>
            <a:ext cx="2490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is estimable: translate to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1" name=""/>
          <p:cNvSpPr txBox="1"/>
          <p:nvPr/>
        </p:nvSpPr>
        <p:spPr>
          <a:xfrm>
            <a:off x="4914360" y="2476440"/>
            <a:ext cx="1730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with bootstrap CI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2" name=""/>
          <p:cNvSpPr/>
          <p:nvPr/>
        </p:nvSpPr>
        <p:spPr>
          <a:xfrm>
            <a:off x="1694160" y="294300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0" y="33"/>
                </a:moveTo>
                <a:cubicBezTo>
                  <a:pt x="124" y="33"/>
                  <a:pt x="115" y="32"/>
                  <a:pt x="114" y="30"/>
                </a:cubicBezTo>
                <a:cubicBezTo>
                  <a:pt x="113" y="29"/>
                  <a:pt x="113" y="27"/>
                  <a:pt x="113" y="24"/>
                </a:cubicBezTo>
                <a:cubicBezTo>
                  <a:pt x="113" y="13"/>
                  <a:pt x="116" y="5"/>
                  <a:pt x="121" y="1"/>
                </a:cubicBezTo>
                <a:cubicBezTo>
                  <a:pt x="122" y="0"/>
                  <a:pt x="126" y="0"/>
                  <a:pt x="132" y="0"/>
                </a:cubicBezTo>
                <a:cubicBezTo>
                  <a:pt x="158" y="2"/>
                  <a:pt x="188" y="2"/>
                  <a:pt x="223" y="2"/>
                </a:cubicBezTo>
                <a:cubicBezTo>
                  <a:pt x="290" y="2"/>
                  <a:pt x="328" y="2"/>
                  <a:pt x="338" y="0"/>
                </a:cubicBezTo>
                <a:lnTo>
                  <a:pt x="348" y="0"/>
                </a:lnTo>
                <a:cubicBezTo>
                  <a:pt x="351" y="3"/>
                  <a:pt x="352" y="5"/>
                  <a:pt x="352" y="7"/>
                </a:cubicBezTo>
                <a:cubicBezTo>
                  <a:pt x="352" y="8"/>
                  <a:pt x="352" y="12"/>
                  <a:pt x="351" y="19"/>
                </a:cubicBezTo>
                <a:cubicBezTo>
                  <a:pt x="348" y="27"/>
                  <a:pt x="346" y="31"/>
                  <a:pt x="344" y="33"/>
                </a:cubicBezTo>
                <a:lnTo>
                  <a:pt x="316" y="33"/>
                </a:lnTo>
                <a:cubicBezTo>
                  <a:pt x="283" y="33"/>
                  <a:pt x="264" y="36"/>
                  <a:pt x="258" y="39"/>
                </a:cubicBezTo>
                <a:cubicBezTo>
                  <a:pt x="255" y="41"/>
                  <a:pt x="252" y="48"/>
                  <a:pt x="248" y="59"/>
                </a:cubicBezTo>
                <a:cubicBezTo>
                  <a:pt x="245" y="71"/>
                  <a:pt x="229" y="134"/>
                  <a:pt x="200" y="248"/>
                </a:cubicBezTo>
                <a:cubicBezTo>
                  <a:pt x="193" y="279"/>
                  <a:pt x="185" y="312"/>
                  <a:pt x="176" y="347"/>
                </a:cubicBezTo>
                <a:cubicBezTo>
                  <a:pt x="168" y="382"/>
                  <a:pt x="161" y="409"/>
                  <a:pt x="157" y="426"/>
                </a:cubicBezTo>
                <a:lnTo>
                  <a:pt x="150" y="452"/>
                </a:lnTo>
                <a:cubicBezTo>
                  <a:pt x="150" y="454"/>
                  <a:pt x="153" y="455"/>
                  <a:pt x="157" y="455"/>
                </a:cubicBezTo>
                <a:cubicBezTo>
                  <a:pt x="161" y="455"/>
                  <a:pt x="175" y="456"/>
                  <a:pt x="199" y="456"/>
                </a:cubicBezTo>
                <a:lnTo>
                  <a:pt x="211" y="456"/>
                </a:lnTo>
                <a:cubicBezTo>
                  <a:pt x="226" y="456"/>
                  <a:pt x="239" y="456"/>
                  <a:pt x="248" y="456"/>
                </a:cubicBezTo>
                <a:cubicBezTo>
                  <a:pt x="257" y="455"/>
                  <a:pt x="268" y="454"/>
                  <a:pt x="283" y="451"/>
                </a:cubicBezTo>
                <a:cubicBezTo>
                  <a:pt x="297" y="448"/>
                  <a:pt x="309" y="444"/>
                  <a:pt x="318" y="438"/>
                </a:cubicBezTo>
                <a:cubicBezTo>
                  <a:pt x="328" y="432"/>
                  <a:pt x="338" y="424"/>
                  <a:pt x="351" y="414"/>
                </a:cubicBezTo>
                <a:cubicBezTo>
                  <a:pt x="362" y="403"/>
                  <a:pt x="372" y="390"/>
                  <a:pt x="381" y="373"/>
                </a:cubicBezTo>
                <a:cubicBezTo>
                  <a:pt x="389" y="359"/>
                  <a:pt x="396" y="343"/>
                  <a:pt x="402" y="325"/>
                </a:cubicBezTo>
                <a:cubicBezTo>
                  <a:pt x="409" y="308"/>
                  <a:pt x="413" y="298"/>
                  <a:pt x="414" y="295"/>
                </a:cubicBezTo>
                <a:cubicBezTo>
                  <a:pt x="417" y="294"/>
                  <a:pt x="421" y="293"/>
                  <a:pt x="427" y="293"/>
                </a:cubicBezTo>
                <a:lnTo>
                  <a:pt x="436" y="293"/>
                </a:lnTo>
                <a:cubicBezTo>
                  <a:pt x="439" y="298"/>
                  <a:pt x="440" y="300"/>
                  <a:pt x="440" y="301"/>
                </a:cubicBezTo>
                <a:cubicBezTo>
                  <a:pt x="440" y="302"/>
                  <a:pt x="435" y="316"/>
                  <a:pt x="426" y="343"/>
                </a:cubicBezTo>
                <a:cubicBezTo>
                  <a:pt x="416" y="370"/>
                  <a:pt x="406" y="400"/>
                  <a:pt x="394" y="430"/>
                </a:cubicBezTo>
                <a:cubicBezTo>
                  <a:pt x="383" y="460"/>
                  <a:pt x="377" y="478"/>
                  <a:pt x="376" y="483"/>
                </a:cubicBezTo>
                <a:cubicBezTo>
                  <a:pt x="375" y="485"/>
                  <a:pt x="374" y="487"/>
                  <a:pt x="373" y="487"/>
                </a:cubicBezTo>
                <a:cubicBezTo>
                  <a:pt x="372" y="488"/>
                  <a:pt x="368" y="488"/>
                  <a:pt x="362" y="489"/>
                </a:cubicBezTo>
                <a:cubicBezTo>
                  <a:pt x="355" y="490"/>
                  <a:pt x="345" y="491"/>
                  <a:pt x="330" y="490"/>
                </a:cubicBezTo>
                <a:cubicBezTo>
                  <a:pt x="325" y="490"/>
                  <a:pt x="307" y="490"/>
                  <a:pt x="276" y="490"/>
                </a:cubicBezTo>
                <a:cubicBezTo>
                  <a:pt x="245" y="490"/>
                  <a:pt x="215" y="490"/>
                  <a:pt x="187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9"/>
                  <a:pt x="0" y="476"/>
                  <a:pt x="1" y="472"/>
                </a:cubicBezTo>
                <a:cubicBezTo>
                  <a:pt x="3" y="463"/>
                  <a:pt x="6" y="458"/>
                  <a:pt x="8" y="457"/>
                </a:cubicBezTo>
                <a:cubicBezTo>
                  <a:pt x="10" y="457"/>
                  <a:pt x="14" y="456"/>
                  <a:pt x="19" y="456"/>
                </a:cubicBezTo>
                <a:lnTo>
                  <a:pt x="23" y="456"/>
                </a:lnTo>
                <a:cubicBezTo>
                  <a:pt x="36" y="456"/>
                  <a:pt x="50" y="456"/>
                  <a:pt x="66" y="454"/>
                </a:cubicBezTo>
                <a:cubicBezTo>
                  <a:pt x="73" y="453"/>
                  <a:pt x="77" y="450"/>
                  <a:pt x="80" y="446"/>
                </a:cubicBezTo>
                <a:cubicBezTo>
                  <a:pt x="81" y="444"/>
                  <a:pt x="98" y="377"/>
                  <a:pt x="131" y="246"/>
                </a:cubicBezTo>
                <a:cubicBezTo>
                  <a:pt x="164" y="115"/>
                  <a:pt x="180" y="47"/>
                  <a:pt x="180" y="39"/>
                </a:cubicBezTo>
                <a:cubicBezTo>
                  <a:pt x="180" y="36"/>
                  <a:pt x="167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3" name=""/>
          <p:cNvSpPr txBox="1"/>
          <p:nvPr/>
        </p:nvSpPr>
        <p:spPr>
          <a:xfrm>
            <a:off x="864360" y="2905200"/>
            <a:ext cx="821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When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4" name=""/>
          <p:cNvSpPr/>
          <p:nvPr/>
        </p:nvSpPr>
        <p:spPr>
          <a:xfrm>
            <a:off x="4065840" y="293580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0" y="33"/>
                </a:moveTo>
                <a:cubicBezTo>
                  <a:pt x="123" y="33"/>
                  <a:pt x="115" y="32"/>
                  <a:pt x="114" y="30"/>
                </a:cubicBezTo>
                <a:cubicBezTo>
                  <a:pt x="113" y="29"/>
                  <a:pt x="113" y="27"/>
                  <a:pt x="113" y="24"/>
                </a:cubicBezTo>
                <a:cubicBezTo>
                  <a:pt x="113" y="13"/>
                  <a:pt x="116" y="5"/>
                  <a:pt x="121" y="1"/>
                </a:cubicBezTo>
                <a:cubicBezTo>
                  <a:pt x="122" y="0"/>
                  <a:pt x="126" y="0"/>
                  <a:pt x="132" y="0"/>
                </a:cubicBezTo>
                <a:cubicBezTo>
                  <a:pt x="158" y="1"/>
                  <a:pt x="188" y="2"/>
                  <a:pt x="223" y="2"/>
                </a:cubicBezTo>
                <a:cubicBezTo>
                  <a:pt x="290" y="2"/>
                  <a:pt x="328" y="1"/>
                  <a:pt x="338" y="0"/>
                </a:cubicBezTo>
                <a:lnTo>
                  <a:pt x="348" y="0"/>
                </a:lnTo>
                <a:cubicBezTo>
                  <a:pt x="351" y="3"/>
                  <a:pt x="352" y="5"/>
                  <a:pt x="352" y="6"/>
                </a:cubicBezTo>
                <a:cubicBezTo>
                  <a:pt x="352" y="8"/>
                  <a:pt x="352" y="12"/>
                  <a:pt x="351" y="19"/>
                </a:cubicBezTo>
                <a:cubicBezTo>
                  <a:pt x="348" y="26"/>
                  <a:pt x="346" y="31"/>
                  <a:pt x="344" y="33"/>
                </a:cubicBezTo>
                <a:lnTo>
                  <a:pt x="316" y="33"/>
                </a:lnTo>
                <a:cubicBezTo>
                  <a:pt x="283" y="33"/>
                  <a:pt x="264" y="35"/>
                  <a:pt x="258" y="39"/>
                </a:cubicBezTo>
                <a:cubicBezTo>
                  <a:pt x="255" y="41"/>
                  <a:pt x="252" y="48"/>
                  <a:pt x="248" y="59"/>
                </a:cubicBezTo>
                <a:cubicBezTo>
                  <a:pt x="245" y="71"/>
                  <a:pt x="229" y="134"/>
                  <a:pt x="200" y="248"/>
                </a:cubicBezTo>
                <a:cubicBezTo>
                  <a:pt x="193" y="279"/>
                  <a:pt x="185" y="312"/>
                  <a:pt x="176" y="347"/>
                </a:cubicBezTo>
                <a:cubicBezTo>
                  <a:pt x="168" y="381"/>
                  <a:pt x="161" y="409"/>
                  <a:pt x="157" y="426"/>
                </a:cubicBezTo>
                <a:lnTo>
                  <a:pt x="150" y="452"/>
                </a:lnTo>
                <a:cubicBezTo>
                  <a:pt x="150" y="454"/>
                  <a:pt x="153" y="455"/>
                  <a:pt x="157" y="455"/>
                </a:cubicBezTo>
                <a:cubicBezTo>
                  <a:pt x="161" y="455"/>
                  <a:pt x="175" y="455"/>
                  <a:pt x="199" y="456"/>
                </a:cubicBezTo>
                <a:lnTo>
                  <a:pt x="211" y="456"/>
                </a:lnTo>
                <a:cubicBezTo>
                  <a:pt x="226" y="456"/>
                  <a:pt x="239" y="456"/>
                  <a:pt x="248" y="456"/>
                </a:cubicBezTo>
                <a:cubicBezTo>
                  <a:pt x="257" y="455"/>
                  <a:pt x="268" y="453"/>
                  <a:pt x="283" y="450"/>
                </a:cubicBezTo>
                <a:cubicBezTo>
                  <a:pt x="297" y="448"/>
                  <a:pt x="309" y="443"/>
                  <a:pt x="318" y="438"/>
                </a:cubicBezTo>
                <a:cubicBezTo>
                  <a:pt x="328" y="432"/>
                  <a:pt x="338" y="424"/>
                  <a:pt x="351" y="413"/>
                </a:cubicBezTo>
                <a:cubicBezTo>
                  <a:pt x="362" y="402"/>
                  <a:pt x="372" y="389"/>
                  <a:pt x="381" y="373"/>
                </a:cubicBezTo>
                <a:cubicBezTo>
                  <a:pt x="388" y="359"/>
                  <a:pt x="396" y="343"/>
                  <a:pt x="402" y="325"/>
                </a:cubicBezTo>
                <a:cubicBezTo>
                  <a:pt x="409" y="308"/>
                  <a:pt x="413" y="298"/>
                  <a:pt x="414" y="295"/>
                </a:cubicBezTo>
                <a:cubicBezTo>
                  <a:pt x="417" y="294"/>
                  <a:pt x="421" y="293"/>
                  <a:pt x="427" y="293"/>
                </a:cubicBezTo>
                <a:lnTo>
                  <a:pt x="436" y="293"/>
                </a:lnTo>
                <a:cubicBezTo>
                  <a:pt x="439" y="297"/>
                  <a:pt x="440" y="300"/>
                  <a:pt x="440" y="301"/>
                </a:cubicBezTo>
                <a:cubicBezTo>
                  <a:pt x="440" y="302"/>
                  <a:pt x="435" y="316"/>
                  <a:pt x="426" y="343"/>
                </a:cubicBezTo>
                <a:cubicBezTo>
                  <a:pt x="416" y="370"/>
                  <a:pt x="406" y="399"/>
                  <a:pt x="394" y="430"/>
                </a:cubicBezTo>
                <a:cubicBezTo>
                  <a:pt x="383" y="460"/>
                  <a:pt x="377" y="477"/>
                  <a:pt x="376" y="483"/>
                </a:cubicBezTo>
                <a:cubicBezTo>
                  <a:pt x="375" y="485"/>
                  <a:pt x="374" y="486"/>
                  <a:pt x="373" y="487"/>
                </a:cubicBezTo>
                <a:cubicBezTo>
                  <a:pt x="372" y="487"/>
                  <a:pt x="368" y="488"/>
                  <a:pt x="362" y="489"/>
                </a:cubicBezTo>
                <a:cubicBezTo>
                  <a:pt x="355" y="490"/>
                  <a:pt x="345" y="490"/>
                  <a:pt x="330" y="490"/>
                </a:cubicBezTo>
                <a:cubicBezTo>
                  <a:pt x="325" y="490"/>
                  <a:pt x="306" y="490"/>
                  <a:pt x="275" y="490"/>
                </a:cubicBezTo>
                <a:cubicBezTo>
                  <a:pt x="245" y="490"/>
                  <a:pt x="215" y="490"/>
                  <a:pt x="187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9"/>
                  <a:pt x="0" y="475"/>
                  <a:pt x="1" y="472"/>
                </a:cubicBezTo>
                <a:cubicBezTo>
                  <a:pt x="3" y="463"/>
                  <a:pt x="6" y="458"/>
                  <a:pt x="8" y="457"/>
                </a:cubicBezTo>
                <a:cubicBezTo>
                  <a:pt x="10" y="456"/>
                  <a:pt x="14" y="456"/>
                  <a:pt x="19" y="456"/>
                </a:cubicBezTo>
                <a:lnTo>
                  <a:pt x="23" y="456"/>
                </a:lnTo>
                <a:cubicBezTo>
                  <a:pt x="36" y="456"/>
                  <a:pt x="50" y="456"/>
                  <a:pt x="66" y="454"/>
                </a:cubicBezTo>
                <a:cubicBezTo>
                  <a:pt x="73" y="453"/>
                  <a:pt x="77" y="450"/>
                  <a:pt x="80" y="445"/>
                </a:cubicBezTo>
                <a:cubicBezTo>
                  <a:pt x="81" y="444"/>
                  <a:pt x="98" y="376"/>
                  <a:pt x="131" y="246"/>
                </a:cubicBezTo>
                <a:cubicBezTo>
                  <a:pt x="164" y="115"/>
                  <a:pt x="180" y="46"/>
                  <a:pt x="180" y="39"/>
                </a:cubicBezTo>
                <a:cubicBezTo>
                  <a:pt x="180" y="36"/>
                  <a:pt x="167" y="34"/>
                  <a:pt x="140" y="33"/>
                </a:cubicBez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5" name=""/>
          <p:cNvSpPr/>
          <p:nvPr/>
        </p:nvSpPr>
        <p:spPr>
          <a:xfrm>
            <a:off x="4252680" y="2933640"/>
            <a:ext cx="68040" cy="78480"/>
          </a:xfrm>
          <a:custGeom>
            <a:avLst/>
            <a:gdLst/>
            <a:ahLst/>
            <a:rect l="0" t="0" r="r" b="b"/>
            <a:pathLst>
              <a:path w="189" h="218">
                <a:moveTo>
                  <a:pt x="85" y="90"/>
                </a:moveTo>
                <a:cubicBezTo>
                  <a:pt x="80" y="45"/>
                  <a:pt x="78" y="20"/>
                  <a:pt x="78" y="14"/>
                </a:cubicBezTo>
                <a:cubicBezTo>
                  <a:pt x="78" y="8"/>
                  <a:pt x="82" y="4"/>
                  <a:pt x="90" y="0"/>
                </a:cubicBezTo>
                <a:cubicBezTo>
                  <a:pt x="91" y="0"/>
                  <a:pt x="91" y="0"/>
                  <a:pt x="93" y="0"/>
                </a:cubicBezTo>
                <a:cubicBezTo>
                  <a:pt x="94" y="0"/>
                  <a:pt x="95" y="0"/>
                  <a:pt x="96" y="0"/>
                </a:cubicBezTo>
                <a:cubicBezTo>
                  <a:pt x="100" y="0"/>
                  <a:pt x="104" y="2"/>
                  <a:pt x="107" y="4"/>
                </a:cubicBezTo>
                <a:cubicBezTo>
                  <a:pt x="110" y="7"/>
                  <a:pt x="112" y="10"/>
                  <a:pt x="112" y="14"/>
                </a:cubicBezTo>
                <a:cubicBezTo>
                  <a:pt x="112" y="20"/>
                  <a:pt x="111" y="34"/>
                  <a:pt x="109" y="55"/>
                </a:cubicBezTo>
                <a:cubicBezTo>
                  <a:pt x="107" y="76"/>
                  <a:pt x="106" y="88"/>
                  <a:pt x="105" y="90"/>
                </a:cubicBezTo>
                <a:lnTo>
                  <a:pt x="135" y="69"/>
                </a:lnTo>
                <a:cubicBezTo>
                  <a:pt x="154" y="55"/>
                  <a:pt x="164" y="48"/>
                  <a:pt x="166" y="47"/>
                </a:cubicBezTo>
                <a:cubicBezTo>
                  <a:pt x="167" y="46"/>
                  <a:pt x="169" y="45"/>
                  <a:pt x="171" y="45"/>
                </a:cubicBezTo>
                <a:cubicBezTo>
                  <a:pt x="175" y="45"/>
                  <a:pt x="179" y="47"/>
                  <a:pt x="183" y="50"/>
                </a:cubicBezTo>
                <a:cubicBezTo>
                  <a:pt x="186" y="54"/>
                  <a:pt x="188" y="58"/>
                  <a:pt x="189" y="64"/>
                </a:cubicBezTo>
                <a:cubicBezTo>
                  <a:pt x="189" y="68"/>
                  <a:pt x="187" y="72"/>
                  <a:pt x="184" y="76"/>
                </a:cubicBezTo>
                <a:cubicBezTo>
                  <a:pt x="182" y="77"/>
                  <a:pt x="171" y="82"/>
                  <a:pt x="149" y="92"/>
                </a:cubicBezTo>
                <a:cubicBezTo>
                  <a:pt x="128" y="102"/>
                  <a:pt x="117" y="108"/>
                  <a:pt x="115" y="108"/>
                </a:cubicBezTo>
                <a:lnTo>
                  <a:pt x="148" y="124"/>
                </a:lnTo>
                <a:lnTo>
                  <a:pt x="184" y="142"/>
                </a:lnTo>
                <a:cubicBezTo>
                  <a:pt x="187" y="145"/>
                  <a:pt x="188" y="149"/>
                  <a:pt x="188" y="153"/>
                </a:cubicBezTo>
                <a:cubicBezTo>
                  <a:pt x="188" y="158"/>
                  <a:pt x="187" y="163"/>
                  <a:pt x="184" y="166"/>
                </a:cubicBezTo>
                <a:cubicBezTo>
                  <a:pt x="181" y="169"/>
                  <a:pt x="177" y="171"/>
                  <a:pt x="172" y="172"/>
                </a:cubicBezTo>
                <a:cubicBezTo>
                  <a:pt x="169" y="172"/>
                  <a:pt x="166" y="170"/>
                  <a:pt x="163" y="168"/>
                </a:cubicBezTo>
                <a:cubicBezTo>
                  <a:pt x="159" y="166"/>
                  <a:pt x="150" y="160"/>
                  <a:pt x="135" y="148"/>
                </a:cubicBezTo>
                <a:lnTo>
                  <a:pt x="105" y="127"/>
                </a:lnTo>
                <a:cubicBezTo>
                  <a:pt x="110" y="172"/>
                  <a:pt x="112" y="197"/>
                  <a:pt x="112" y="203"/>
                </a:cubicBezTo>
                <a:cubicBezTo>
                  <a:pt x="112" y="207"/>
                  <a:pt x="111" y="210"/>
                  <a:pt x="108" y="213"/>
                </a:cubicBezTo>
                <a:cubicBezTo>
                  <a:pt x="106" y="216"/>
                  <a:pt x="102" y="218"/>
                  <a:pt x="95" y="218"/>
                </a:cubicBezTo>
                <a:cubicBezTo>
                  <a:pt x="89" y="218"/>
                  <a:pt x="85" y="216"/>
                  <a:pt x="82" y="213"/>
                </a:cubicBezTo>
                <a:cubicBezTo>
                  <a:pt x="80" y="210"/>
                  <a:pt x="78" y="207"/>
                  <a:pt x="78" y="203"/>
                </a:cubicBezTo>
                <a:cubicBezTo>
                  <a:pt x="78" y="197"/>
                  <a:pt x="79" y="184"/>
                  <a:pt x="81" y="162"/>
                </a:cubicBezTo>
                <a:cubicBezTo>
                  <a:pt x="83" y="141"/>
                  <a:pt x="84" y="129"/>
                  <a:pt x="85" y="127"/>
                </a:cubicBezTo>
                <a:lnTo>
                  <a:pt x="54" y="148"/>
                </a:lnTo>
                <a:cubicBezTo>
                  <a:pt x="36" y="162"/>
                  <a:pt x="25" y="169"/>
                  <a:pt x="24" y="170"/>
                </a:cubicBezTo>
                <a:cubicBezTo>
                  <a:pt x="22" y="172"/>
                  <a:pt x="21" y="172"/>
                  <a:pt x="19" y="172"/>
                </a:cubicBezTo>
                <a:cubicBezTo>
                  <a:pt x="14" y="172"/>
                  <a:pt x="10" y="170"/>
                  <a:pt x="6" y="167"/>
                </a:cubicBezTo>
                <a:cubicBezTo>
                  <a:pt x="3" y="164"/>
                  <a:pt x="1" y="159"/>
                  <a:pt x="0" y="153"/>
                </a:cubicBezTo>
                <a:cubicBezTo>
                  <a:pt x="0" y="152"/>
                  <a:pt x="0" y="150"/>
                  <a:pt x="0" y="149"/>
                </a:cubicBezTo>
                <a:cubicBezTo>
                  <a:pt x="0" y="148"/>
                  <a:pt x="1" y="147"/>
                  <a:pt x="2" y="146"/>
                </a:cubicBezTo>
                <a:cubicBezTo>
                  <a:pt x="3" y="145"/>
                  <a:pt x="4" y="144"/>
                  <a:pt x="4" y="143"/>
                </a:cubicBezTo>
                <a:cubicBezTo>
                  <a:pt x="5" y="142"/>
                  <a:pt x="7" y="141"/>
                  <a:pt x="9" y="140"/>
                </a:cubicBezTo>
                <a:cubicBezTo>
                  <a:pt x="11" y="138"/>
                  <a:pt x="13" y="137"/>
                  <a:pt x="16" y="136"/>
                </a:cubicBezTo>
                <a:cubicBezTo>
                  <a:pt x="18" y="135"/>
                  <a:pt x="21" y="134"/>
                  <a:pt x="25" y="132"/>
                </a:cubicBezTo>
                <a:cubicBezTo>
                  <a:pt x="29" y="130"/>
                  <a:pt x="34" y="128"/>
                  <a:pt x="38" y="126"/>
                </a:cubicBezTo>
                <a:cubicBezTo>
                  <a:pt x="42" y="124"/>
                  <a:pt x="47" y="122"/>
                  <a:pt x="54" y="118"/>
                </a:cubicBezTo>
                <a:cubicBezTo>
                  <a:pt x="61" y="115"/>
                  <a:pt x="68" y="112"/>
                  <a:pt x="75" y="108"/>
                </a:cubicBezTo>
                <a:lnTo>
                  <a:pt x="5" y="76"/>
                </a:lnTo>
                <a:cubicBezTo>
                  <a:pt x="2" y="72"/>
                  <a:pt x="1" y="69"/>
                  <a:pt x="1" y="64"/>
                </a:cubicBezTo>
                <a:cubicBezTo>
                  <a:pt x="1" y="59"/>
                  <a:pt x="2" y="55"/>
                  <a:pt x="5" y="51"/>
                </a:cubicBezTo>
                <a:cubicBezTo>
                  <a:pt x="8" y="48"/>
                  <a:pt x="12" y="46"/>
                  <a:pt x="18" y="46"/>
                </a:cubicBezTo>
                <a:cubicBezTo>
                  <a:pt x="20" y="46"/>
                  <a:pt x="23" y="47"/>
                  <a:pt x="27" y="49"/>
                </a:cubicBezTo>
                <a:cubicBezTo>
                  <a:pt x="30" y="51"/>
                  <a:pt x="39" y="57"/>
                  <a:pt x="54" y="69"/>
                </a:cubicBezTo>
                <a:lnTo>
                  <a:pt x="85" y="90"/>
                </a:lnTo>
                <a:close/>
              </a:path>
            </a:pathLst>
          </a:custGeom>
          <a:solidFill>
            <a:srgbClr val="D47E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6" name=""/>
          <p:cNvSpPr txBox="1"/>
          <p:nvPr/>
        </p:nvSpPr>
        <p:spPr>
          <a:xfrm>
            <a:off x="1863360" y="2905200"/>
            <a:ext cx="21960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is unknown: compute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7" name=""/>
          <p:cNvSpPr/>
          <p:nvPr/>
        </p:nvSpPr>
        <p:spPr>
          <a:xfrm>
            <a:off x="5964840" y="2933640"/>
            <a:ext cx="190800" cy="184680"/>
          </a:xfrm>
          <a:custGeom>
            <a:avLst/>
            <a:gdLst/>
            <a:ahLst/>
            <a:rect l="0" t="0" r="r" b="b"/>
            <a:pathLst>
              <a:path w="530" h="513">
                <a:moveTo>
                  <a:pt x="3" y="513"/>
                </a:moveTo>
                <a:cubicBezTo>
                  <a:pt x="1" y="511"/>
                  <a:pt x="0" y="509"/>
                  <a:pt x="0" y="508"/>
                </a:cubicBezTo>
                <a:cubicBezTo>
                  <a:pt x="0" y="507"/>
                  <a:pt x="40" y="423"/>
                  <a:pt x="122" y="256"/>
                </a:cubicBezTo>
                <a:cubicBezTo>
                  <a:pt x="202" y="90"/>
                  <a:pt x="244" y="7"/>
                  <a:pt x="245" y="5"/>
                </a:cubicBezTo>
                <a:cubicBezTo>
                  <a:pt x="247" y="1"/>
                  <a:pt x="254" y="0"/>
                  <a:pt x="265" y="0"/>
                </a:cubicBezTo>
                <a:cubicBezTo>
                  <a:pt x="276" y="0"/>
                  <a:pt x="283" y="1"/>
                  <a:pt x="285" y="5"/>
                </a:cubicBezTo>
                <a:cubicBezTo>
                  <a:pt x="287" y="7"/>
                  <a:pt x="328" y="90"/>
                  <a:pt x="408" y="256"/>
                </a:cubicBezTo>
                <a:cubicBezTo>
                  <a:pt x="489" y="423"/>
                  <a:pt x="529" y="507"/>
                  <a:pt x="530" y="508"/>
                </a:cubicBezTo>
                <a:cubicBezTo>
                  <a:pt x="530" y="509"/>
                  <a:pt x="529" y="511"/>
                  <a:pt x="526" y="513"/>
                </a:cubicBezTo>
                <a:lnTo>
                  <a:pt x="3" y="513"/>
                </a:lnTo>
                <a:moveTo>
                  <a:pt x="330" y="266"/>
                </a:moveTo>
                <a:lnTo>
                  <a:pt x="243" y="85"/>
                </a:lnTo>
                <a:lnTo>
                  <a:pt x="65" y="447"/>
                </a:lnTo>
                <a:lnTo>
                  <a:pt x="242" y="447"/>
                </a:lnTo>
                <a:lnTo>
                  <a:pt x="418" y="447"/>
                </a:lnTo>
                <a:cubicBezTo>
                  <a:pt x="418" y="447"/>
                  <a:pt x="389" y="386"/>
                  <a:pt x="330" y="2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8" name=""/>
          <p:cNvSpPr/>
          <p:nvPr/>
        </p:nvSpPr>
        <p:spPr>
          <a:xfrm>
            <a:off x="6181920" y="3074760"/>
            <a:ext cx="69840" cy="83880"/>
          </a:xfrm>
          <a:custGeom>
            <a:avLst/>
            <a:gdLst/>
            <a:ahLst/>
            <a:rect l="0" t="0" r="r" b="b"/>
            <a:pathLst>
              <a:path w="194" h="233">
                <a:moveTo>
                  <a:pt x="171" y="73"/>
                </a:moveTo>
                <a:cubicBezTo>
                  <a:pt x="171" y="73"/>
                  <a:pt x="168" y="73"/>
                  <a:pt x="161" y="73"/>
                </a:cubicBezTo>
                <a:cubicBezTo>
                  <a:pt x="153" y="73"/>
                  <a:pt x="147" y="70"/>
                  <a:pt x="142" y="65"/>
                </a:cubicBezTo>
                <a:cubicBezTo>
                  <a:pt x="137" y="60"/>
                  <a:pt x="135" y="54"/>
                  <a:pt x="134" y="46"/>
                </a:cubicBezTo>
                <a:cubicBezTo>
                  <a:pt x="134" y="38"/>
                  <a:pt x="137" y="32"/>
                  <a:pt x="142" y="27"/>
                </a:cubicBezTo>
                <a:cubicBezTo>
                  <a:pt x="143" y="25"/>
                  <a:pt x="144" y="24"/>
                  <a:pt x="144" y="24"/>
                </a:cubicBezTo>
                <a:cubicBezTo>
                  <a:pt x="144" y="23"/>
                  <a:pt x="143" y="23"/>
                  <a:pt x="139" y="23"/>
                </a:cubicBezTo>
                <a:cubicBezTo>
                  <a:pt x="131" y="21"/>
                  <a:pt x="122" y="21"/>
                  <a:pt x="115" y="21"/>
                </a:cubicBezTo>
                <a:cubicBezTo>
                  <a:pt x="98" y="21"/>
                  <a:pt x="85" y="26"/>
                  <a:pt x="74" y="37"/>
                </a:cubicBezTo>
                <a:cubicBezTo>
                  <a:pt x="58" y="53"/>
                  <a:pt x="50" y="79"/>
                  <a:pt x="50" y="116"/>
                </a:cubicBezTo>
                <a:cubicBezTo>
                  <a:pt x="50" y="145"/>
                  <a:pt x="56" y="166"/>
                  <a:pt x="66" y="182"/>
                </a:cubicBezTo>
                <a:cubicBezTo>
                  <a:pt x="80" y="203"/>
                  <a:pt x="98" y="213"/>
                  <a:pt x="122" y="213"/>
                </a:cubicBezTo>
                <a:cubicBezTo>
                  <a:pt x="135" y="213"/>
                  <a:pt x="147" y="209"/>
                  <a:pt x="155" y="200"/>
                </a:cubicBezTo>
                <a:cubicBezTo>
                  <a:pt x="163" y="191"/>
                  <a:pt x="169" y="181"/>
                  <a:pt x="173" y="169"/>
                </a:cubicBezTo>
                <a:cubicBezTo>
                  <a:pt x="174" y="166"/>
                  <a:pt x="175" y="164"/>
                  <a:pt x="176" y="164"/>
                </a:cubicBezTo>
                <a:cubicBezTo>
                  <a:pt x="177" y="163"/>
                  <a:pt x="179" y="163"/>
                  <a:pt x="184" y="163"/>
                </a:cubicBezTo>
                <a:lnTo>
                  <a:pt x="191" y="163"/>
                </a:lnTo>
                <a:cubicBezTo>
                  <a:pt x="193" y="165"/>
                  <a:pt x="194" y="166"/>
                  <a:pt x="194" y="167"/>
                </a:cubicBezTo>
                <a:cubicBezTo>
                  <a:pt x="194" y="168"/>
                  <a:pt x="193" y="171"/>
                  <a:pt x="192" y="175"/>
                </a:cubicBezTo>
                <a:cubicBezTo>
                  <a:pt x="191" y="179"/>
                  <a:pt x="188" y="185"/>
                  <a:pt x="184" y="192"/>
                </a:cubicBezTo>
                <a:cubicBezTo>
                  <a:pt x="180" y="199"/>
                  <a:pt x="175" y="205"/>
                  <a:pt x="169" y="211"/>
                </a:cubicBezTo>
                <a:cubicBezTo>
                  <a:pt x="163" y="217"/>
                  <a:pt x="155" y="222"/>
                  <a:pt x="145" y="227"/>
                </a:cubicBezTo>
                <a:cubicBezTo>
                  <a:pt x="134" y="231"/>
                  <a:pt x="123" y="234"/>
                  <a:pt x="110" y="233"/>
                </a:cubicBezTo>
                <a:cubicBezTo>
                  <a:pt x="81" y="233"/>
                  <a:pt x="56" y="223"/>
                  <a:pt x="34" y="201"/>
                </a:cubicBezTo>
                <a:cubicBezTo>
                  <a:pt x="13" y="179"/>
                  <a:pt x="1" y="152"/>
                  <a:pt x="0" y="119"/>
                </a:cubicBezTo>
                <a:cubicBezTo>
                  <a:pt x="0" y="84"/>
                  <a:pt x="11" y="55"/>
                  <a:pt x="34" y="33"/>
                </a:cubicBezTo>
                <a:cubicBezTo>
                  <a:pt x="56" y="11"/>
                  <a:pt x="81" y="0"/>
                  <a:pt x="110" y="0"/>
                </a:cubicBezTo>
                <a:cubicBezTo>
                  <a:pt x="139" y="0"/>
                  <a:pt x="160" y="5"/>
                  <a:pt x="171" y="14"/>
                </a:cubicBezTo>
                <a:cubicBezTo>
                  <a:pt x="183" y="23"/>
                  <a:pt x="188" y="34"/>
                  <a:pt x="188" y="46"/>
                </a:cubicBezTo>
                <a:cubicBezTo>
                  <a:pt x="188" y="54"/>
                  <a:pt x="185" y="60"/>
                  <a:pt x="180" y="65"/>
                </a:cubicBezTo>
                <a:lnTo>
                  <a:pt x="171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9" name=""/>
          <p:cNvSpPr/>
          <p:nvPr/>
        </p:nvSpPr>
        <p:spPr>
          <a:xfrm>
            <a:off x="6261480" y="3030120"/>
            <a:ext cx="43200" cy="126720"/>
          </a:xfrm>
          <a:custGeom>
            <a:avLst/>
            <a:gdLst/>
            <a:ahLst/>
            <a:rect l="0" t="0" r="r" b="b"/>
            <a:pathLst>
              <a:path w="120" h="352">
                <a:moveTo>
                  <a:pt x="8" y="329"/>
                </a:moveTo>
                <a:lnTo>
                  <a:pt x="15" y="329"/>
                </a:lnTo>
                <a:cubicBezTo>
                  <a:pt x="28" y="329"/>
                  <a:pt x="36" y="326"/>
                  <a:pt x="39" y="321"/>
                </a:cubicBezTo>
                <a:lnTo>
                  <a:pt x="39" y="317"/>
                </a:lnTo>
                <a:cubicBezTo>
                  <a:pt x="39" y="314"/>
                  <a:pt x="39" y="310"/>
                  <a:pt x="39" y="306"/>
                </a:cubicBezTo>
                <a:cubicBezTo>
                  <a:pt x="39" y="301"/>
                  <a:pt x="39" y="295"/>
                  <a:pt x="39" y="289"/>
                </a:cubicBezTo>
                <a:cubicBezTo>
                  <a:pt x="39" y="283"/>
                  <a:pt x="39" y="275"/>
                  <a:pt x="39" y="267"/>
                </a:cubicBezTo>
                <a:cubicBezTo>
                  <a:pt x="39" y="259"/>
                  <a:pt x="39" y="251"/>
                  <a:pt x="39" y="242"/>
                </a:cubicBezTo>
                <a:cubicBezTo>
                  <a:pt x="39" y="233"/>
                  <a:pt x="39" y="224"/>
                  <a:pt x="39" y="214"/>
                </a:cubicBezTo>
                <a:cubicBezTo>
                  <a:pt x="39" y="205"/>
                  <a:pt x="39" y="195"/>
                  <a:pt x="39" y="185"/>
                </a:cubicBezTo>
                <a:cubicBezTo>
                  <a:pt x="39" y="173"/>
                  <a:pt x="39" y="160"/>
                  <a:pt x="39" y="145"/>
                </a:cubicBezTo>
                <a:cubicBezTo>
                  <a:pt x="39" y="131"/>
                  <a:pt x="39" y="119"/>
                  <a:pt x="39" y="107"/>
                </a:cubicBezTo>
                <a:cubicBezTo>
                  <a:pt x="39" y="96"/>
                  <a:pt x="39" y="86"/>
                  <a:pt x="39" y="77"/>
                </a:cubicBezTo>
                <a:cubicBezTo>
                  <a:pt x="39" y="68"/>
                  <a:pt x="39" y="61"/>
                  <a:pt x="39" y="55"/>
                </a:cubicBezTo>
                <a:cubicBezTo>
                  <a:pt x="38" y="49"/>
                  <a:pt x="38" y="46"/>
                  <a:pt x="39" y="46"/>
                </a:cubicBezTo>
                <a:cubicBezTo>
                  <a:pt x="38" y="40"/>
                  <a:pt x="35" y="35"/>
                  <a:pt x="32" y="33"/>
                </a:cubicBezTo>
                <a:cubicBezTo>
                  <a:pt x="28" y="31"/>
                  <a:pt x="20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4"/>
                  <a:pt x="20" y="4"/>
                </a:cubicBezTo>
                <a:cubicBezTo>
                  <a:pt x="27" y="4"/>
                  <a:pt x="33" y="3"/>
                  <a:pt x="39" y="3"/>
                </a:cubicBezTo>
                <a:cubicBezTo>
                  <a:pt x="46" y="3"/>
                  <a:pt x="52" y="2"/>
                  <a:pt x="59" y="2"/>
                </a:cubicBezTo>
                <a:cubicBezTo>
                  <a:pt x="66" y="2"/>
                  <a:pt x="71" y="1"/>
                  <a:pt x="74" y="0"/>
                </a:cubicBezTo>
                <a:cubicBezTo>
                  <a:pt x="77" y="0"/>
                  <a:pt x="79" y="0"/>
                  <a:pt x="80" y="0"/>
                </a:cubicBezTo>
                <a:lnTo>
                  <a:pt x="81" y="0"/>
                </a:lnTo>
                <a:lnTo>
                  <a:pt x="81" y="160"/>
                </a:lnTo>
                <a:cubicBezTo>
                  <a:pt x="81" y="267"/>
                  <a:pt x="81" y="321"/>
                  <a:pt x="82" y="321"/>
                </a:cubicBezTo>
                <a:cubicBezTo>
                  <a:pt x="83" y="324"/>
                  <a:pt x="85" y="326"/>
                  <a:pt x="88" y="327"/>
                </a:cubicBezTo>
                <a:cubicBezTo>
                  <a:pt x="95" y="328"/>
                  <a:pt x="103" y="329"/>
                  <a:pt x="112" y="329"/>
                </a:cubicBezTo>
                <a:lnTo>
                  <a:pt x="120" y="329"/>
                </a:lnTo>
                <a:lnTo>
                  <a:pt x="120" y="352"/>
                </a:lnTo>
                <a:lnTo>
                  <a:pt x="116" y="352"/>
                </a:lnTo>
                <a:lnTo>
                  <a:pt x="105" y="351"/>
                </a:lnTo>
                <a:cubicBezTo>
                  <a:pt x="97" y="351"/>
                  <a:pt x="89" y="351"/>
                  <a:pt x="80" y="351"/>
                </a:cubicBezTo>
                <a:cubicBezTo>
                  <a:pt x="71" y="351"/>
                  <a:pt x="65" y="351"/>
                  <a:pt x="61" y="350"/>
                </a:cubicBezTo>
                <a:cubicBezTo>
                  <a:pt x="57" y="350"/>
                  <a:pt x="50" y="350"/>
                  <a:pt x="42" y="350"/>
                </a:cubicBezTo>
                <a:cubicBezTo>
                  <a:pt x="32" y="351"/>
                  <a:pt x="23" y="351"/>
                  <a:pt x="15" y="351"/>
                </a:cubicBezTo>
                <a:lnTo>
                  <a:pt x="4" y="352"/>
                </a:lnTo>
                <a:lnTo>
                  <a:pt x="0" y="352"/>
                </a:lnTo>
                <a:lnTo>
                  <a:pt x="0" y="329"/>
                </a:lnTo>
                <a:lnTo>
                  <a:pt x="8" y="32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0" name=""/>
          <p:cNvSpPr/>
          <p:nvPr/>
        </p:nvSpPr>
        <p:spPr>
          <a:xfrm>
            <a:off x="6311880" y="3034800"/>
            <a:ext cx="42120" cy="122040"/>
          </a:xfrm>
          <a:custGeom>
            <a:avLst/>
            <a:gdLst/>
            <a:ahLst/>
            <a:rect l="0" t="0" r="r" b="b"/>
            <a:pathLst>
              <a:path w="117" h="339">
                <a:moveTo>
                  <a:pt x="23" y="30"/>
                </a:moveTo>
                <a:cubicBezTo>
                  <a:pt x="23" y="21"/>
                  <a:pt x="26" y="13"/>
                  <a:pt x="32" y="8"/>
                </a:cubicBezTo>
                <a:cubicBezTo>
                  <a:pt x="38" y="2"/>
                  <a:pt x="45" y="0"/>
                  <a:pt x="54" y="0"/>
                </a:cubicBezTo>
                <a:cubicBezTo>
                  <a:pt x="62" y="0"/>
                  <a:pt x="69" y="3"/>
                  <a:pt x="74" y="8"/>
                </a:cubicBezTo>
                <a:cubicBezTo>
                  <a:pt x="80" y="13"/>
                  <a:pt x="83" y="21"/>
                  <a:pt x="83" y="30"/>
                </a:cubicBezTo>
                <a:cubicBezTo>
                  <a:pt x="83" y="40"/>
                  <a:pt x="80" y="48"/>
                  <a:pt x="74" y="53"/>
                </a:cubicBezTo>
                <a:cubicBezTo>
                  <a:pt x="69" y="58"/>
                  <a:pt x="62" y="60"/>
                  <a:pt x="53" y="60"/>
                </a:cubicBezTo>
                <a:cubicBezTo>
                  <a:pt x="45" y="60"/>
                  <a:pt x="38" y="58"/>
                  <a:pt x="32" y="53"/>
                </a:cubicBezTo>
                <a:cubicBezTo>
                  <a:pt x="26" y="48"/>
                  <a:pt x="23" y="40"/>
                  <a:pt x="23" y="30"/>
                </a:cubicBezTo>
                <a:moveTo>
                  <a:pt x="113" y="339"/>
                </a:moveTo>
                <a:cubicBezTo>
                  <a:pt x="108" y="338"/>
                  <a:pt x="90" y="337"/>
                  <a:pt x="60" y="337"/>
                </a:cubicBezTo>
                <a:cubicBezTo>
                  <a:pt x="57" y="337"/>
                  <a:pt x="50" y="337"/>
                  <a:pt x="42" y="337"/>
                </a:cubicBezTo>
                <a:cubicBezTo>
                  <a:pt x="33" y="337"/>
                  <a:pt x="24" y="338"/>
                  <a:pt x="16" y="338"/>
                </a:cubicBezTo>
                <a:lnTo>
                  <a:pt x="4" y="339"/>
                </a:lnTo>
                <a:lnTo>
                  <a:pt x="0" y="339"/>
                </a:lnTo>
                <a:lnTo>
                  <a:pt x="0" y="316"/>
                </a:lnTo>
                <a:lnTo>
                  <a:pt x="9" y="316"/>
                </a:lnTo>
                <a:cubicBezTo>
                  <a:pt x="19" y="316"/>
                  <a:pt x="27" y="315"/>
                  <a:pt x="34" y="314"/>
                </a:cubicBezTo>
                <a:cubicBezTo>
                  <a:pt x="37" y="313"/>
                  <a:pt x="39" y="311"/>
                  <a:pt x="40" y="308"/>
                </a:cubicBezTo>
                <a:cubicBezTo>
                  <a:pt x="40" y="306"/>
                  <a:pt x="41" y="299"/>
                  <a:pt x="41" y="287"/>
                </a:cubicBezTo>
                <a:lnTo>
                  <a:pt x="41" y="235"/>
                </a:lnTo>
                <a:lnTo>
                  <a:pt x="41" y="191"/>
                </a:lnTo>
                <a:cubicBezTo>
                  <a:pt x="41" y="172"/>
                  <a:pt x="40" y="161"/>
                  <a:pt x="40" y="156"/>
                </a:cubicBezTo>
                <a:cubicBezTo>
                  <a:pt x="39" y="152"/>
                  <a:pt x="37" y="148"/>
                  <a:pt x="33" y="147"/>
                </a:cubicBezTo>
                <a:cubicBezTo>
                  <a:pt x="28" y="144"/>
                  <a:pt x="20" y="143"/>
                  <a:pt x="9" y="143"/>
                </a:cubicBezTo>
                <a:lnTo>
                  <a:pt x="2" y="143"/>
                </a:lnTo>
                <a:lnTo>
                  <a:pt x="2" y="132"/>
                </a:lnTo>
                <a:cubicBezTo>
                  <a:pt x="2" y="124"/>
                  <a:pt x="3" y="120"/>
                  <a:pt x="3" y="120"/>
                </a:cubicBezTo>
                <a:lnTo>
                  <a:pt x="9" y="119"/>
                </a:lnTo>
                <a:cubicBezTo>
                  <a:pt x="13" y="119"/>
                  <a:pt x="17" y="119"/>
                  <a:pt x="23" y="118"/>
                </a:cubicBezTo>
                <a:cubicBezTo>
                  <a:pt x="29" y="118"/>
                  <a:pt x="36" y="118"/>
                  <a:pt x="42" y="117"/>
                </a:cubicBezTo>
                <a:cubicBezTo>
                  <a:pt x="47" y="117"/>
                  <a:pt x="53" y="117"/>
                  <a:pt x="60" y="116"/>
                </a:cubicBezTo>
                <a:cubicBezTo>
                  <a:pt x="66" y="116"/>
                  <a:pt x="71" y="116"/>
                  <a:pt x="74" y="115"/>
                </a:cubicBezTo>
                <a:cubicBezTo>
                  <a:pt x="78" y="114"/>
                  <a:pt x="80" y="114"/>
                  <a:pt x="80" y="114"/>
                </a:cubicBezTo>
                <a:lnTo>
                  <a:pt x="82" y="114"/>
                </a:lnTo>
                <a:lnTo>
                  <a:pt x="82" y="307"/>
                </a:lnTo>
                <a:cubicBezTo>
                  <a:pt x="83" y="311"/>
                  <a:pt x="85" y="313"/>
                  <a:pt x="88" y="313"/>
                </a:cubicBezTo>
                <a:cubicBezTo>
                  <a:pt x="90" y="314"/>
                  <a:pt x="96" y="315"/>
                  <a:pt x="105" y="316"/>
                </a:cubicBezTo>
                <a:lnTo>
                  <a:pt x="117" y="316"/>
                </a:lnTo>
                <a:lnTo>
                  <a:pt x="117" y="339"/>
                </a:lnTo>
                <a:lnTo>
                  <a:pt x="113" y="33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1" name=""/>
          <p:cNvSpPr/>
          <p:nvPr/>
        </p:nvSpPr>
        <p:spPr>
          <a:xfrm>
            <a:off x="6362280" y="3075840"/>
            <a:ext cx="94320" cy="81000"/>
          </a:xfrm>
          <a:custGeom>
            <a:avLst/>
            <a:gdLst/>
            <a:ahLst/>
            <a:rect l="0" t="0" r="r" b="b"/>
            <a:pathLst>
              <a:path w="262" h="225">
                <a:moveTo>
                  <a:pt x="8" y="202"/>
                </a:moveTo>
                <a:lnTo>
                  <a:pt x="15" y="202"/>
                </a:lnTo>
                <a:cubicBezTo>
                  <a:pt x="28" y="202"/>
                  <a:pt x="36" y="199"/>
                  <a:pt x="39" y="194"/>
                </a:cubicBezTo>
                <a:lnTo>
                  <a:pt x="39" y="190"/>
                </a:lnTo>
                <a:cubicBezTo>
                  <a:pt x="39" y="187"/>
                  <a:pt x="39" y="183"/>
                  <a:pt x="39" y="179"/>
                </a:cubicBezTo>
                <a:cubicBezTo>
                  <a:pt x="39" y="174"/>
                  <a:pt x="39" y="169"/>
                  <a:pt x="39" y="163"/>
                </a:cubicBezTo>
                <a:cubicBezTo>
                  <a:pt x="39" y="157"/>
                  <a:pt x="39" y="151"/>
                  <a:pt x="40" y="143"/>
                </a:cubicBezTo>
                <a:cubicBezTo>
                  <a:pt x="40" y="136"/>
                  <a:pt x="40" y="129"/>
                  <a:pt x="40" y="122"/>
                </a:cubicBezTo>
                <a:cubicBezTo>
                  <a:pt x="40" y="112"/>
                  <a:pt x="40" y="101"/>
                  <a:pt x="40" y="89"/>
                </a:cubicBezTo>
                <a:cubicBezTo>
                  <a:pt x="40" y="77"/>
                  <a:pt x="39" y="67"/>
                  <a:pt x="39" y="59"/>
                </a:cubicBezTo>
                <a:lnTo>
                  <a:pt x="39" y="47"/>
                </a:lnTo>
                <a:cubicBezTo>
                  <a:pt x="38" y="40"/>
                  <a:pt x="36" y="36"/>
                  <a:pt x="32" y="34"/>
                </a:cubicBezTo>
                <a:cubicBezTo>
                  <a:pt x="28" y="32"/>
                  <a:pt x="21" y="30"/>
                  <a:pt x="9" y="29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10"/>
                  <a:pt x="1" y="6"/>
                  <a:pt x="1" y="6"/>
                </a:cubicBezTo>
                <a:lnTo>
                  <a:pt x="6" y="5"/>
                </a:lnTo>
                <a:cubicBezTo>
                  <a:pt x="10" y="5"/>
                  <a:pt x="14" y="5"/>
                  <a:pt x="20" y="4"/>
                </a:cubicBezTo>
                <a:cubicBezTo>
                  <a:pt x="26" y="4"/>
                  <a:pt x="33" y="4"/>
                  <a:pt x="39" y="3"/>
                </a:cubicBezTo>
                <a:cubicBezTo>
                  <a:pt x="45" y="3"/>
                  <a:pt x="51" y="3"/>
                  <a:pt x="57" y="2"/>
                </a:cubicBezTo>
                <a:cubicBezTo>
                  <a:pt x="64" y="2"/>
                  <a:pt x="69" y="2"/>
                  <a:pt x="72" y="1"/>
                </a:cubicBezTo>
                <a:cubicBezTo>
                  <a:pt x="75" y="0"/>
                  <a:pt x="77" y="0"/>
                  <a:pt x="78" y="0"/>
                </a:cubicBezTo>
                <a:lnTo>
                  <a:pt x="79" y="0"/>
                </a:lnTo>
                <a:lnTo>
                  <a:pt x="79" y="21"/>
                </a:lnTo>
                <a:cubicBezTo>
                  <a:pt x="79" y="33"/>
                  <a:pt x="79" y="40"/>
                  <a:pt x="80" y="40"/>
                </a:cubicBezTo>
                <a:cubicBezTo>
                  <a:pt x="80" y="40"/>
                  <a:pt x="81" y="39"/>
                  <a:pt x="82" y="37"/>
                </a:cubicBezTo>
                <a:cubicBezTo>
                  <a:pt x="83" y="36"/>
                  <a:pt x="85" y="33"/>
                  <a:pt x="88" y="30"/>
                </a:cubicBezTo>
                <a:cubicBezTo>
                  <a:pt x="91" y="26"/>
                  <a:pt x="94" y="23"/>
                  <a:pt x="98" y="21"/>
                </a:cubicBezTo>
                <a:cubicBezTo>
                  <a:pt x="101" y="18"/>
                  <a:pt x="106" y="15"/>
                  <a:pt x="112" y="11"/>
                </a:cubicBezTo>
                <a:cubicBezTo>
                  <a:pt x="118" y="7"/>
                  <a:pt x="125" y="5"/>
                  <a:pt x="132" y="3"/>
                </a:cubicBezTo>
                <a:cubicBezTo>
                  <a:pt x="138" y="1"/>
                  <a:pt x="147" y="0"/>
                  <a:pt x="157" y="0"/>
                </a:cubicBezTo>
                <a:cubicBezTo>
                  <a:pt x="196" y="2"/>
                  <a:pt x="218" y="21"/>
                  <a:pt x="223" y="58"/>
                </a:cubicBezTo>
                <a:cubicBezTo>
                  <a:pt x="223" y="61"/>
                  <a:pt x="223" y="84"/>
                  <a:pt x="223" y="129"/>
                </a:cubicBezTo>
                <a:lnTo>
                  <a:pt x="223" y="172"/>
                </a:lnTo>
                <a:cubicBezTo>
                  <a:pt x="223" y="185"/>
                  <a:pt x="223" y="193"/>
                  <a:pt x="224" y="195"/>
                </a:cubicBezTo>
                <a:cubicBezTo>
                  <a:pt x="225" y="197"/>
                  <a:pt x="227" y="199"/>
                  <a:pt x="230" y="200"/>
                </a:cubicBezTo>
                <a:cubicBezTo>
                  <a:pt x="237" y="201"/>
                  <a:pt x="245" y="202"/>
                  <a:pt x="254" y="202"/>
                </a:cubicBezTo>
                <a:lnTo>
                  <a:pt x="262" y="202"/>
                </a:lnTo>
                <a:lnTo>
                  <a:pt x="262" y="225"/>
                </a:lnTo>
                <a:lnTo>
                  <a:pt x="258" y="225"/>
                </a:lnTo>
                <a:lnTo>
                  <a:pt x="246" y="224"/>
                </a:lnTo>
                <a:cubicBezTo>
                  <a:pt x="239" y="224"/>
                  <a:pt x="230" y="224"/>
                  <a:pt x="221" y="224"/>
                </a:cubicBezTo>
                <a:cubicBezTo>
                  <a:pt x="212" y="224"/>
                  <a:pt x="205" y="224"/>
                  <a:pt x="201" y="223"/>
                </a:cubicBezTo>
                <a:cubicBezTo>
                  <a:pt x="166" y="223"/>
                  <a:pt x="147" y="224"/>
                  <a:pt x="144" y="225"/>
                </a:cubicBezTo>
                <a:lnTo>
                  <a:pt x="140" y="225"/>
                </a:lnTo>
                <a:lnTo>
                  <a:pt x="140" y="202"/>
                </a:lnTo>
                <a:lnTo>
                  <a:pt x="148" y="202"/>
                </a:lnTo>
                <a:cubicBezTo>
                  <a:pt x="169" y="202"/>
                  <a:pt x="179" y="199"/>
                  <a:pt x="179" y="193"/>
                </a:cubicBezTo>
                <a:cubicBezTo>
                  <a:pt x="179" y="193"/>
                  <a:pt x="180" y="169"/>
                  <a:pt x="180" y="124"/>
                </a:cubicBezTo>
                <a:cubicBezTo>
                  <a:pt x="179" y="78"/>
                  <a:pt x="179" y="54"/>
                  <a:pt x="179" y="51"/>
                </a:cubicBezTo>
                <a:cubicBezTo>
                  <a:pt x="177" y="41"/>
                  <a:pt x="173" y="34"/>
                  <a:pt x="168" y="29"/>
                </a:cubicBezTo>
                <a:cubicBezTo>
                  <a:pt x="164" y="24"/>
                  <a:pt x="160" y="22"/>
                  <a:pt x="156" y="21"/>
                </a:cubicBezTo>
                <a:cubicBezTo>
                  <a:pt x="153" y="20"/>
                  <a:pt x="149" y="19"/>
                  <a:pt x="143" y="20"/>
                </a:cubicBezTo>
                <a:cubicBezTo>
                  <a:pt x="128" y="20"/>
                  <a:pt x="115" y="25"/>
                  <a:pt x="103" y="37"/>
                </a:cubicBezTo>
                <a:cubicBezTo>
                  <a:pt x="94" y="47"/>
                  <a:pt x="88" y="56"/>
                  <a:pt x="86" y="66"/>
                </a:cubicBezTo>
                <a:cubicBezTo>
                  <a:pt x="84" y="75"/>
                  <a:pt x="82" y="89"/>
                  <a:pt x="82" y="107"/>
                </a:cubicBezTo>
                <a:lnTo>
                  <a:pt x="82" y="140"/>
                </a:lnTo>
                <a:lnTo>
                  <a:pt x="82" y="170"/>
                </a:lnTo>
                <a:cubicBezTo>
                  <a:pt x="82" y="180"/>
                  <a:pt x="82" y="187"/>
                  <a:pt x="83" y="190"/>
                </a:cubicBezTo>
                <a:cubicBezTo>
                  <a:pt x="83" y="194"/>
                  <a:pt x="83" y="196"/>
                  <a:pt x="84" y="197"/>
                </a:cubicBezTo>
                <a:cubicBezTo>
                  <a:pt x="85" y="198"/>
                  <a:pt x="86" y="199"/>
                  <a:pt x="89" y="200"/>
                </a:cubicBezTo>
                <a:cubicBezTo>
                  <a:pt x="96" y="201"/>
                  <a:pt x="104" y="202"/>
                  <a:pt x="113" y="202"/>
                </a:cubicBezTo>
                <a:lnTo>
                  <a:pt x="121" y="202"/>
                </a:lnTo>
                <a:lnTo>
                  <a:pt x="121" y="225"/>
                </a:lnTo>
                <a:lnTo>
                  <a:pt x="117" y="225"/>
                </a:lnTo>
                <a:lnTo>
                  <a:pt x="106" y="224"/>
                </a:lnTo>
                <a:cubicBezTo>
                  <a:pt x="98" y="224"/>
                  <a:pt x="89" y="224"/>
                  <a:pt x="80" y="224"/>
                </a:cubicBezTo>
                <a:cubicBezTo>
                  <a:pt x="71" y="224"/>
                  <a:pt x="65" y="224"/>
                  <a:pt x="61" y="223"/>
                </a:cubicBezTo>
                <a:cubicBezTo>
                  <a:pt x="26" y="223"/>
                  <a:pt x="7" y="224"/>
                  <a:pt x="4" y="225"/>
                </a:cubicBezTo>
                <a:lnTo>
                  <a:pt x="0" y="225"/>
                </a:lnTo>
                <a:lnTo>
                  <a:pt x="0" y="202"/>
                </a:lnTo>
                <a:lnTo>
                  <a:pt x="8" y="20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2" name=""/>
          <p:cNvSpPr txBox="1"/>
          <p:nvPr/>
        </p:nvSpPr>
        <p:spPr>
          <a:xfrm>
            <a:off x="4343400" y="2905200"/>
            <a:ext cx="1613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at pre-specified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3" name=""/>
          <p:cNvSpPr txBox="1"/>
          <p:nvPr/>
        </p:nvSpPr>
        <p:spPr>
          <a:xfrm>
            <a:off x="6475680" y="2905200"/>
            <a:ext cx="6732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values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4" name=""/>
          <p:cNvSpPr txBox="1"/>
          <p:nvPr/>
        </p:nvSpPr>
        <p:spPr>
          <a:xfrm>
            <a:off x="864360" y="3343320"/>
            <a:ext cx="1927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Report alongside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5" name=""/>
          <p:cNvSpPr txBox="1"/>
          <p:nvPr/>
        </p:nvSpPr>
        <p:spPr>
          <a:xfrm>
            <a:off x="2795400" y="3309840"/>
            <a:ext cx="45928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overall treatment effect and non-inferiority margin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6" name=""/>
          <p:cNvSpPr txBox="1"/>
          <p:nvPr/>
        </p:nvSpPr>
        <p:spPr>
          <a:xfrm>
            <a:off x="8023320" y="3343320"/>
            <a:ext cx="2310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to support deliberation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7" name=""/>
          <p:cNvSpPr/>
          <p:nvPr/>
        </p:nvSpPr>
        <p:spPr>
          <a:xfrm>
            <a:off x="5955120" y="3800160"/>
            <a:ext cx="191160" cy="184680"/>
          </a:xfrm>
          <a:custGeom>
            <a:avLst/>
            <a:gdLst/>
            <a:ahLst/>
            <a:rect l="0" t="0" r="r" b="b"/>
            <a:pathLst>
              <a:path w="531" h="513">
                <a:moveTo>
                  <a:pt x="4" y="513"/>
                </a:moveTo>
                <a:cubicBezTo>
                  <a:pt x="2" y="511"/>
                  <a:pt x="0" y="510"/>
                  <a:pt x="0" y="508"/>
                </a:cubicBezTo>
                <a:cubicBezTo>
                  <a:pt x="0" y="507"/>
                  <a:pt x="41" y="423"/>
                  <a:pt x="121" y="257"/>
                </a:cubicBezTo>
                <a:cubicBezTo>
                  <a:pt x="203" y="91"/>
                  <a:pt x="244" y="7"/>
                  <a:pt x="246" y="5"/>
                </a:cubicBezTo>
                <a:cubicBezTo>
                  <a:pt x="247" y="2"/>
                  <a:pt x="254" y="0"/>
                  <a:pt x="266" y="0"/>
                </a:cubicBezTo>
                <a:cubicBezTo>
                  <a:pt x="277" y="0"/>
                  <a:pt x="284" y="2"/>
                  <a:pt x="286" y="5"/>
                </a:cubicBezTo>
                <a:cubicBezTo>
                  <a:pt x="287" y="7"/>
                  <a:pt x="328" y="91"/>
                  <a:pt x="409" y="257"/>
                </a:cubicBezTo>
                <a:cubicBezTo>
                  <a:pt x="490" y="423"/>
                  <a:pt x="530" y="507"/>
                  <a:pt x="531" y="508"/>
                </a:cubicBezTo>
                <a:cubicBezTo>
                  <a:pt x="531" y="510"/>
                  <a:pt x="529" y="511"/>
                  <a:pt x="527" y="513"/>
                </a:cubicBezTo>
                <a:lnTo>
                  <a:pt x="4" y="513"/>
                </a:lnTo>
                <a:moveTo>
                  <a:pt x="331" y="266"/>
                </a:moveTo>
                <a:lnTo>
                  <a:pt x="243" y="86"/>
                </a:lnTo>
                <a:lnTo>
                  <a:pt x="66" y="447"/>
                </a:lnTo>
                <a:lnTo>
                  <a:pt x="242" y="448"/>
                </a:lnTo>
                <a:lnTo>
                  <a:pt x="419" y="448"/>
                </a:lnTo>
                <a:cubicBezTo>
                  <a:pt x="419" y="447"/>
                  <a:pt x="390" y="386"/>
                  <a:pt x="331" y="2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8" name=""/>
          <p:cNvSpPr/>
          <p:nvPr/>
        </p:nvSpPr>
        <p:spPr>
          <a:xfrm>
            <a:off x="6170760" y="3942720"/>
            <a:ext cx="145080" cy="80640"/>
          </a:xfrm>
          <a:custGeom>
            <a:avLst/>
            <a:gdLst/>
            <a:ahLst/>
            <a:rect l="0" t="0" r="r" b="b"/>
            <a:pathLst>
              <a:path w="403" h="224">
                <a:moveTo>
                  <a:pt x="8" y="201"/>
                </a:moveTo>
                <a:lnTo>
                  <a:pt x="15" y="201"/>
                </a:lnTo>
                <a:cubicBezTo>
                  <a:pt x="29" y="201"/>
                  <a:pt x="37" y="199"/>
                  <a:pt x="39" y="194"/>
                </a:cubicBezTo>
                <a:lnTo>
                  <a:pt x="39" y="190"/>
                </a:lnTo>
                <a:cubicBezTo>
                  <a:pt x="39" y="187"/>
                  <a:pt x="39" y="183"/>
                  <a:pt x="39" y="178"/>
                </a:cubicBezTo>
                <a:cubicBezTo>
                  <a:pt x="39" y="174"/>
                  <a:pt x="39" y="169"/>
                  <a:pt x="39" y="163"/>
                </a:cubicBezTo>
                <a:cubicBezTo>
                  <a:pt x="39" y="157"/>
                  <a:pt x="39" y="151"/>
                  <a:pt x="40" y="143"/>
                </a:cubicBezTo>
                <a:cubicBezTo>
                  <a:pt x="40" y="136"/>
                  <a:pt x="40" y="129"/>
                  <a:pt x="40" y="122"/>
                </a:cubicBezTo>
                <a:cubicBezTo>
                  <a:pt x="40" y="111"/>
                  <a:pt x="40" y="100"/>
                  <a:pt x="40" y="89"/>
                </a:cubicBezTo>
                <a:cubicBezTo>
                  <a:pt x="40" y="76"/>
                  <a:pt x="40" y="66"/>
                  <a:pt x="39" y="58"/>
                </a:cubicBezTo>
                <a:lnTo>
                  <a:pt x="39" y="46"/>
                </a:lnTo>
                <a:cubicBezTo>
                  <a:pt x="38" y="40"/>
                  <a:pt x="36" y="35"/>
                  <a:pt x="32" y="33"/>
                </a:cubicBezTo>
                <a:cubicBezTo>
                  <a:pt x="28" y="31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10"/>
                  <a:pt x="1" y="6"/>
                  <a:pt x="1" y="6"/>
                </a:cubicBezTo>
                <a:lnTo>
                  <a:pt x="6" y="5"/>
                </a:lnTo>
                <a:cubicBezTo>
                  <a:pt x="10" y="5"/>
                  <a:pt x="14" y="4"/>
                  <a:pt x="21" y="4"/>
                </a:cubicBezTo>
                <a:cubicBezTo>
                  <a:pt x="27" y="4"/>
                  <a:pt x="33" y="3"/>
                  <a:pt x="39" y="3"/>
                </a:cubicBezTo>
                <a:cubicBezTo>
                  <a:pt x="45" y="3"/>
                  <a:pt x="51" y="2"/>
                  <a:pt x="57" y="2"/>
                </a:cubicBezTo>
                <a:cubicBezTo>
                  <a:pt x="64" y="2"/>
                  <a:pt x="69" y="1"/>
                  <a:pt x="72" y="1"/>
                </a:cubicBezTo>
                <a:cubicBezTo>
                  <a:pt x="75" y="0"/>
                  <a:pt x="77" y="0"/>
                  <a:pt x="78" y="0"/>
                </a:cubicBezTo>
                <a:lnTo>
                  <a:pt x="79" y="0"/>
                </a:lnTo>
                <a:lnTo>
                  <a:pt x="79" y="20"/>
                </a:lnTo>
                <a:cubicBezTo>
                  <a:pt x="79" y="33"/>
                  <a:pt x="79" y="39"/>
                  <a:pt x="80" y="39"/>
                </a:cubicBezTo>
                <a:cubicBezTo>
                  <a:pt x="80" y="39"/>
                  <a:pt x="81" y="39"/>
                  <a:pt x="82" y="37"/>
                </a:cubicBezTo>
                <a:cubicBezTo>
                  <a:pt x="84" y="35"/>
                  <a:pt x="86" y="33"/>
                  <a:pt x="88" y="29"/>
                </a:cubicBezTo>
                <a:cubicBezTo>
                  <a:pt x="91" y="26"/>
                  <a:pt x="94" y="23"/>
                  <a:pt x="98" y="20"/>
                </a:cubicBezTo>
                <a:cubicBezTo>
                  <a:pt x="102" y="18"/>
                  <a:pt x="106" y="14"/>
                  <a:pt x="113" y="11"/>
                </a:cubicBezTo>
                <a:cubicBezTo>
                  <a:pt x="119" y="7"/>
                  <a:pt x="125" y="4"/>
                  <a:pt x="132" y="3"/>
                </a:cubicBezTo>
                <a:cubicBezTo>
                  <a:pt x="138" y="1"/>
                  <a:pt x="147" y="0"/>
                  <a:pt x="158" y="0"/>
                </a:cubicBezTo>
                <a:cubicBezTo>
                  <a:pt x="163" y="0"/>
                  <a:pt x="167" y="0"/>
                  <a:pt x="172" y="1"/>
                </a:cubicBezTo>
                <a:cubicBezTo>
                  <a:pt x="176" y="2"/>
                  <a:pt x="180" y="3"/>
                  <a:pt x="183" y="4"/>
                </a:cubicBezTo>
                <a:cubicBezTo>
                  <a:pt x="187" y="5"/>
                  <a:pt x="190" y="7"/>
                  <a:pt x="193" y="8"/>
                </a:cubicBezTo>
                <a:cubicBezTo>
                  <a:pt x="196" y="10"/>
                  <a:pt x="198" y="11"/>
                  <a:pt x="200" y="13"/>
                </a:cubicBezTo>
                <a:cubicBezTo>
                  <a:pt x="203" y="14"/>
                  <a:pt x="204" y="16"/>
                  <a:pt x="206" y="18"/>
                </a:cubicBezTo>
                <a:cubicBezTo>
                  <a:pt x="208" y="20"/>
                  <a:pt x="209" y="22"/>
                  <a:pt x="211" y="24"/>
                </a:cubicBezTo>
                <a:cubicBezTo>
                  <a:pt x="212" y="26"/>
                  <a:pt x="213" y="27"/>
                  <a:pt x="214" y="29"/>
                </a:cubicBezTo>
                <a:cubicBezTo>
                  <a:pt x="215" y="31"/>
                  <a:pt x="216" y="33"/>
                  <a:pt x="216" y="34"/>
                </a:cubicBezTo>
                <a:cubicBezTo>
                  <a:pt x="216" y="36"/>
                  <a:pt x="217" y="37"/>
                  <a:pt x="218" y="38"/>
                </a:cubicBezTo>
                <a:lnTo>
                  <a:pt x="219" y="41"/>
                </a:lnTo>
                <a:lnTo>
                  <a:pt x="220" y="39"/>
                </a:lnTo>
                <a:cubicBezTo>
                  <a:pt x="221" y="38"/>
                  <a:pt x="222" y="36"/>
                  <a:pt x="223" y="35"/>
                </a:cubicBezTo>
                <a:cubicBezTo>
                  <a:pt x="224" y="34"/>
                  <a:pt x="226" y="32"/>
                  <a:pt x="228" y="29"/>
                </a:cubicBezTo>
                <a:cubicBezTo>
                  <a:pt x="230" y="27"/>
                  <a:pt x="232" y="25"/>
                  <a:pt x="234" y="23"/>
                </a:cubicBezTo>
                <a:cubicBezTo>
                  <a:pt x="237" y="21"/>
                  <a:pt x="239" y="19"/>
                  <a:pt x="242" y="16"/>
                </a:cubicBezTo>
                <a:cubicBezTo>
                  <a:pt x="245" y="14"/>
                  <a:pt x="248" y="12"/>
                  <a:pt x="252" y="10"/>
                </a:cubicBezTo>
                <a:cubicBezTo>
                  <a:pt x="256" y="8"/>
                  <a:pt x="260" y="7"/>
                  <a:pt x="264" y="5"/>
                </a:cubicBezTo>
                <a:cubicBezTo>
                  <a:pt x="267" y="3"/>
                  <a:pt x="272" y="2"/>
                  <a:pt x="277" y="2"/>
                </a:cubicBezTo>
                <a:cubicBezTo>
                  <a:pt x="282" y="1"/>
                  <a:pt x="287" y="0"/>
                  <a:pt x="292" y="0"/>
                </a:cubicBezTo>
                <a:cubicBezTo>
                  <a:pt x="336" y="0"/>
                  <a:pt x="359" y="19"/>
                  <a:pt x="363" y="57"/>
                </a:cubicBezTo>
                <a:cubicBezTo>
                  <a:pt x="363" y="60"/>
                  <a:pt x="363" y="83"/>
                  <a:pt x="363" y="128"/>
                </a:cubicBezTo>
                <a:lnTo>
                  <a:pt x="363" y="172"/>
                </a:lnTo>
                <a:cubicBezTo>
                  <a:pt x="363" y="185"/>
                  <a:pt x="364" y="192"/>
                  <a:pt x="364" y="195"/>
                </a:cubicBezTo>
                <a:cubicBezTo>
                  <a:pt x="365" y="197"/>
                  <a:pt x="367" y="199"/>
                  <a:pt x="370" y="200"/>
                </a:cubicBezTo>
                <a:cubicBezTo>
                  <a:pt x="377" y="201"/>
                  <a:pt x="385" y="201"/>
                  <a:pt x="395" y="201"/>
                </a:cubicBezTo>
                <a:lnTo>
                  <a:pt x="403" y="201"/>
                </a:lnTo>
                <a:lnTo>
                  <a:pt x="403" y="224"/>
                </a:lnTo>
                <a:lnTo>
                  <a:pt x="399" y="224"/>
                </a:lnTo>
                <a:lnTo>
                  <a:pt x="387" y="224"/>
                </a:lnTo>
                <a:cubicBezTo>
                  <a:pt x="379" y="224"/>
                  <a:pt x="370" y="223"/>
                  <a:pt x="361" y="223"/>
                </a:cubicBezTo>
                <a:cubicBezTo>
                  <a:pt x="352" y="223"/>
                  <a:pt x="346" y="223"/>
                  <a:pt x="342" y="223"/>
                </a:cubicBezTo>
                <a:cubicBezTo>
                  <a:pt x="307" y="223"/>
                  <a:pt x="287" y="223"/>
                  <a:pt x="284" y="224"/>
                </a:cubicBezTo>
                <a:lnTo>
                  <a:pt x="280" y="224"/>
                </a:lnTo>
                <a:lnTo>
                  <a:pt x="280" y="201"/>
                </a:lnTo>
                <a:lnTo>
                  <a:pt x="288" y="201"/>
                </a:lnTo>
                <a:cubicBezTo>
                  <a:pt x="310" y="201"/>
                  <a:pt x="320" y="199"/>
                  <a:pt x="320" y="193"/>
                </a:cubicBezTo>
                <a:cubicBezTo>
                  <a:pt x="321" y="192"/>
                  <a:pt x="321" y="169"/>
                  <a:pt x="321" y="123"/>
                </a:cubicBezTo>
                <a:cubicBezTo>
                  <a:pt x="320" y="77"/>
                  <a:pt x="320" y="53"/>
                  <a:pt x="320" y="50"/>
                </a:cubicBezTo>
                <a:cubicBezTo>
                  <a:pt x="318" y="41"/>
                  <a:pt x="314" y="34"/>
                  <a:pt x="310" y="29"/>
                </a:cubicBezTo>
                <a:cubicBezTo>
                  <a:pt x="305" y="24"/>
                  <a:pt x="300" y="21"/>
                  <a:pt x="297" y="20"/>
                </a:cubicBezTo>
                <a:cubicBezTo>
                  <a:pt x="293" y="19"/>
                  <a:pt x="289" y="19"/>
                  <a:pt x="283" y="19"/>
                </a:cubicBezTo>
                <a:cubicBezTo>
                  <a:pt x="268" y="19"/>
                  <a:pt x="255" y="25"/>
                  <a:pt x="243" y="36"/>
                </a:cubicBezTo>
                <a:cubicBezTo>
                  <a:pt x="234" y="46"/>
                  <a:pt x="229" y="55"/>
                  <a:pt x="226" y="64"/>
                </a:cubicBezTo>
                <a:cubicBezTo>
                  <a:pt x="224" y="74"/>
                  <a:pt x="223" y="89"/>
                  <a:pt x="222" y="107"/>
                </a:cubicBezTo>
                <a:lnTo>
                  <a:pt x="222" y="140"/>
                </a:lnTo>
                <a:lnTo>
                  <a:pt x="222" y="170"/>
                </a:lnTo>
                <a:cubicBezTo>
                  <a:pt x="222" y="180"/>
                  <a:pt x="222" y="187"/>
                  <a:pt x="223" y="190"/>
                </a:cubicBezTo>
                <a:cubicBezTo>
                  <a:pt x="223" y="193"/>
                  <a:pt x="224" y="196"/>
                  <a:pt x="224" y="197"/>
                </a:cubicBezTo>
                <a:cubicBezTo>
                  <a:pt x="225" y="198"/>
                  <a:pt x="226" y="199"/>
                  <a:pt x="229" y="200"/>
                </a:cubicBezTo>
                <a:cubicBezTo>
                  <a:pt x="236" y="201"/>
                  <a:pt x="244" y="201"/>
                  <a:pt x="254" y="201"/>
                </a:cubicBezTo>
                <a:lnTo>
                  <a:pt x="262" y="201"/>
                </a:lnTo>
                <a:lnTo>
                  <a:pt x="262" y="224"/>
                </a:lnTo>
                <a:lnTo>
                  <a:pt x="258" y="224"/>
                </a:lnTo>
                <a:lnTo>
                  <a:pt x="245" y="224"/>
                </a:lnTo>
                <a:cubicBezTo>
                  <a:pt x="238" y="224"/>
                  <a:pt x="229" y="223"/>
                  <a:pt x="220" y="223"/>
                </a:cubicBezTo>
                <a:cubicBezTo>
                  <a:pt x="211" y="223"/>
                  <a:pt x="205" y="223"/>
                  <a:pt x="201" y="223"/>
                </a:cubicBezTo>
                <a:cubicBezTo>
                  <a:pt x="166" y="223"/>
                  <a:pt x="147" y="223"/>
                  <a:pt x="144" y="224"/>
                </a:cubicBezTo>
                <a:lnTo>
                  <a:pt x="140" y="224"/>
                </a:lnTo>
                <a:lnTo>
                  <a:pt x="140" y="201"/>
                </a:lnTo>
                <a:lnTo>
                  <a:pt x="148" y="201"/>
                </a:lnTo>
                <a:cubicBezTo>
                  <a:pt x="169" y="201"/>
                  <a:pt x="179" y="199"/>
                  <a:pt x="179" y="193"/>
                </a:cubicBezTo>
                <a:cubicBezTo>
                  <a:pt x="180" y="192"/>
                  <a:pt x="180" y="169"/>
                  <a:pt x="180" y="123"/>
                </a:cubicBezTo>
                <a:cubicBezTo>
                  <a:pt x="179" y="77"/>
                  <a:pt x="179" y="53"/>
                  <a:pt x="179" y="50"/>
                </a:cubicBezTo>
                <a:cubicBezTo>
                  <a:pt x="177" y="41"/>
                  <a:pt x="173" y="34"/>
                  <a:pt x="169" y="29"/>
                </a:cubicBezTo>
                <a:cubicBezTo>
                  <a:pt x="164" y="24"/>
                  <a:pt x="160" y="21"/>
                  <a:pt x="157" y="20"/>
                </a:cubicBezTo>
                <a:cubicBezTo>
                  <a:pt x="153" y="19"/>
                  <a:pt x="149" y="19"/>
                  <a:pt x="143" y="19"/>
                </a:cubicBezTo>
                <a:cubicBezTo>
                  <a:pt x="128" y="19"/>
                  <a:pt x="115" y="25"/>
                  <a:pt x="103" y="36"/>
                </a:cubicBezTo>
                <a:cubicBezTo>
                  <a:pt x="94" y="46"/>
                  <a:pt x="89" y="55"/>
                  <a:pt x="86" y="64"/>
                </a:cubicBezTo>
                <a:cubicBezTo>
                  <a:pt x="84" y="74"/>
                  <a:pt x="83" y="89"/>
                  <a:pt x="82" y="107"/>
                </a:cubicBezTo>
                <a:lnTo>
                  <a:pt x="82" y="140"/>
                </a:lnTo>
                <a:lnTo>
                  <a:pt x="82" y="170"/>
                </a:lnTo>
                <a:cubicBezTo>
                  <a:pt x="82" y="180"/>
                  <a:pt x="82" y="187"/>
                  <a:pt x="83" y="190"/>
                </a:cubicBezTo>
                <a:cubicBezTo>
                  <a:pt x="83" y="193"/>
                  <a:pt x="84" y="196"/>
                  <a:pt x="84" y="197"/>
                </a:cubicBezTo>
                <a:cubicBezTo>
                  <a:pt x="85" y="198"/>
                  <a:pt x="86" y="199"/>
                  <a:pt x="89" y="200"/>
                </a:cubicBezTo>
                <a:cubicBezTo>
                  <a:pt x="96" y="201"/>
                  <a:pt x="104" y="201"/>
                  <a:pt x="114" y="201"/>
                </a:cubicBezTo>
                <a:lnTo>
                  <a:pt x="122" y="201"/>
                </a:lnTo>
                <a:lnTo>
                  <a:pt x="122" y="224"/>
                </a:lnTo>
                <a:lnTo>
                  <a:pt x="118" y="224"/>
                </a:lnTo>
                <a:lnTo>
                  <a:pt x="106" y="224"/>
                </a:lnTo>
                <a:cubicBezTo>
                  <a:pt x="98" y="224"/>
                  <a:pt x="89" y="223"/>
                  <a:pt x="80" y="223"/>
                </a:cubicBezTo>
                <a:cubicBezTo>
                  <a:pt x="71" y="223"/>
                  <a:pt x="65" y="223"/>
                  <a:pt x="61" y="223"/>
                </a:cubicBezTo>
                <a:cubicBezTo>
                  <a:pt x="26" y="223"/>
                  <a:pt x="7" y="223"/>
                  <a:pt x="4" y="224"/>
                </a:cubicBezTo>
                <a:lnTo>
                  <a:pt x="0" y="224"/>
                </a:lnTo>
                <a:lnTo>
                  <a:pt x="0" y="201"/>
                </a:lnTo>
                <a:lnTo>
                  <a:pt x="8" y="2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9" name=""/>
          <p:cNvSpPr/>
          <p:nvPr/>
        </p:nvSpPr>
        <p:spPr>
          <a:xfrm>
            <a:off x="6324120" y="394164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52" y="73"/>
                </a:moveTo>
                <a:cubicBezTo>
                  <a:pt x="52" y="73"/>
                  <a:pt x="48" y="73"/>
                  <a:pt x="41" y="73"/>
                </a:cubicBezTo>
                <a:cubicBezTo>
                  <a:pt x="33" y="73"/>
                  <a:pt x="27" y="71"/>
                  <a:pt x="22" y="66"/>
                </a:cubicBezTo>
                <a:cubicBezTo>
                  <a:pt x="17" y="61"/>
                  <a:pt x="15" y="54"/>
                  <a:pt x="15" y="46"/>
                </a:cubicBezTo>
                <a:cubicBezTo>
                  <a:pt x="15" y="34"/>
                  <a:pt x="20" y="23"/>
                  <a:pt x="32" y="14"/>
                </a:cubicBezTo>
                <a:cubicBezTo>
                  <a:pt x="43" y="5"/>
                  <a:pt x="64" y="0"/>
                  <a:pt x="93" y="0"/>
                </a:cubicBezTo>
                <a:cubicBezTo>
                  <a:pt x="118" y="0"/>
                  <a:pt x="138" y="5"/>
                  <a:pt x="154" y="16"/>
                </a:cubicBezTo>
                <a:cubicBezTo>
                  <a:pt x="169" y="28"/>
                  <a:pt x="179" y="41"/>
                  <a:pt x="184" y="56"/>
                </a:cubicBezTo>
                <a:cubicBezTo>
                  <a:pt x="186" y="60"/>
                  <a:pt x="186" y="66"/>
                  <a:pt x="186" y="71"/>
                </a:cubicBezTo>
                <a:cubicBezTo>
                  <a:pt x="186" y="77"/>
                  <a:pt x="187" y="96"/>
                  <a:pt x="187" y="129"/>
                </a:cubicBezTo>
                <a:lnTo>
                  <a:pt x="187" y="165"/>
                </a:lnTo>
                <a:cubicBezTo>
                  <a:pt x="187" y="181"/>
                  <a:pt x="188" y="192"/>
                  <a:pt x="189" y="198"/>
                </a:cubicBezTo>
                <a:cubicBezTo>
                  <a:pt x="191" y="204"/>
                  <a:pt x="195" y="207"/>
                  <a:pt x="200" y="207"/>
                </a:cubicBezTo>
                <a:cubicBezTo>
                  <a:pt x="205" y="207"/>
                  <a:pt x="208" y="205"/>
                  <a:pt x="210" y="199"/>
                </a:cubicBezTo>
                <a:cubicBezTo>
                  <a:pt x="212" y="194"/>
                  <a:pt x="213" y="185"/>
                  <a:pt x="213" y="172"/>
                </a:cubicBezTo>
                <a:lnTo>
                  <a:pt x="213" y="154"/>
                </a:lnTo>
                <a:lnTo>
                  <a:pt x="233" y="154"/>
                </a:lnTo>
                <a:lnTo>
                  <a:pt x="233" y="174"/>
                </a:lnTo>
                <a:cubicBezTo>
                  <a:pt x="233" y="187"/>
                  <a:pt x="232" y="195"/>
                  <a:pt x="231" y="198"/>
                </a:cubicBezTo>
                <a:cubicBezTo>
                  <a:pt x="228" y="208"/>
                  <a:pt x="222" y="216"/>
                  <a:pt x="214" y="221"/>
                </a:cubicBezTo>
                <a:cubicBezTo>
                  <a:pt x="205" y="227"/>
                  <a:pt x="196" y="230"/>
                  <a:pt x="186" y="230"/>
                </a:cubicBezTo>
                <a:cubicBezTo>
                  <a:pt x="176" y="231"/>
                  <a:pt x="168" y="228"/>
                  <a:pt x="162" y="221"/>
                </a:cubicBezTo>
                <a:cubicBezTo>
                  <a:pt x="156" y="215"/>
                  <a:pt x="152" y="208"/>
                  <a:pt x="150" y="200"/>
                </a:cubicBezTo>
                <a:lnTo>
                  <a:pt x="150" y="198"/>
                </a:lnTo>
                <a:lnTo>
                  <a:pt x="149" y="200"/>
                </a:lnTo>
                <a:cubicBezTo>
                  <a:pt x="148" y="201"/>
                  <a:pt x="147" y="202"/>
                  <a:pt x="146" y="203"/>
                </a:cubicBezTo>
                <a:cubicBezTo>
                  <a:pt x="145" y="204"/>
                  <a:pt x="144" y="205"/>
                  <a:pt x="142" y="207"/>
                </a:cubicBezTo>
                <a:cubicBezTo>
                  <a:pt x="141" y="209"/>
                  <a:pt x="139" y="211"/>
                  <a:pt x="136" y="213"/>
                </a:cubicBezTo>
                <a:cubicBezTo>
                  <a:pt x="134" y="214"/>
                  <a:pt x="131" y="217"/>
                  <a:pt x="129" y="219"/>
                </a:cubicBezTo>
                <a:cubicBezTo>
                  <a:pt x="126" y="221"/>
                  <a:pt x="123" y="223"/>
                  <a:pt x="120" y="224"/>
                </a:cubicBezTo>
                <a:cubicBezTo>
                  <a:pt x="116" y="226"/>
                  <a:pt x="113" y="227"/>
                  <a:pt x="109" y="228"/>
                </a:cubicBezTo>
                <a:cubicBezTo>
                  <a:pt x="104" y="230"/>
                  <a:pt x="99" y="231"/>
                  <a:pt x="94" y="232"/>
                </a:cubicBezTo>
                <a:cubicBezTo>
                  <a:pt x="90" y="232"/>
                  <a:pt x="84" y="233"/>
                  <a:pt x="79" y="233"/>
                </a:cubicBezTo>
                <a:cubicBezTo>
                  <a:pt x="59" y="233"/>
                  <a:pt x="40" y="228"/>
                  <a:pt x="24" y="217"/>
                </a:cubicBezTo>
                <a:cubicBezTo>
                  <a:pt x="8" y="207"/>
                  <a:pt x="0" y="192"/>
                  <a:pt x="0" y="173"/>
                </a:cubicBezTo>
                <a:cubicBezTo>
                  <a:pt x="0" y="166"/>
                  <a:pt x="1" y="160"/>
                  <a:pt x="3" y="153"/>
                </a:cubicBezTo>
                <a:cubicBezTo>
                  <a:pt x="6" y="147"/>
                  <a:pt x="10" y="140"/>
                  <a:pt x="17" y="132"/>
                </a:cubicBezTo>
                <a:cubicBezTo>
                  <a:pt x="24" y="125"/>
                  <a:pt x="32" y="119"/>
                  <a:pt x="41" y="114"/>
                </a:cubicBezTo>
                <a:cubicBezTo>
                  <a:pt x="51" y="109"/>
                  <a:pt x="64" y="104"/>
                  <a:pt x="81" y="100"/>
                </a:cubicBezTo>
                <a:cubicBezTo>
                  <a:pt x="98" y="95"/>
                  <a:pt x="117" y="93"/>
                  <a:pt x="137" y="92"/>
                </a:cubicBezTo>
                <a:lnTo>
                  <a:pt x="144" y="92"/>
                </a:lnTo>
                <a:lnTo>
                  <a:pt x="144" y="81"/>
                </a:lnTo>
                <a:cubicBezTo>
                  <a:pt x="144" y="69"/>
                  <a:pt x="143" y="61"/>
                  <a:pt x="141" y="56"/>
                </a:cubicBezTo>
                <a:cubicBezTo>
                  <a:pt x="134" y="32"/>
                  <a:pt x="118" y="19"/>
                  <a:pt x="91" y="19"/>
                </a:cubicBezTo>
                <a:cubicBezTo>
                  <a:pt x="85" y="19"/>
                  <a:pt x="80" y="19"/>
                  <a:pt x="74" y="19"/>
                </a:cubicBezTo>
                <a:cubicBezTo>
                  <a:pt x="69" y="20"/>
                  <a:pt x="65" y="20"/>
                  <a:pt x="62" y="21"/>
                </a:cubicBezTo>
                <a:cubicBezTo>
                  <a:pt x="59" y="22"/>
                  <a:pt x="57" y="23"/>
                  <a:pt x="58" y="23"/>
                </a:cubicBezTo>
                <a:cubicBezTo>
                  <a:pt x="65" y="29"/>
                  <a:pt x="69" y="36"/>
                  <a:pt x="69" y="46"/>
                </a:cubicBezTo>
                <a:cubicBezTo>
                  <a:pt x="69" y="54"/>
                  <a:pt x="66" y="61"/>
                  <a:pt x="61" y="66"/>
                </a:cubicBezTo>
                <a:lnTo>
                  <a:pt x="52" y="73"/>
                </a:lnTo>
                <a:moveTo>
                  <a:pt x="46" y="174"/>
                </a:moveTo>
                <a:cubicBezTo>
                  <a:pt x="46" y="184"/>
                  <a:pt x="50" y="194"/>
                  <a:pt x="59" y="202"/>
                </a:cubicBezTo>
                <a:cubicBezTo>
                  <a:pt x="67" y="210"/>
                  <a:pt x="77" y="214"/>
                  <a:pt x="88" y="214"/>
                </a:cubicBezTo>
                <a:cubicBezTo>
                  <a:pt x="101" y="214"/>
                  <a:pt x="113" y="210"/>
                  <a:pt x="123" y="203"/>
                </a:cubicBezTo>
                <a:cubicBezTo>
                  <a:pt x="133" y="195"/>
                  <a:pt x="140" y="185"/>
                  <a:pt x="143" y="172"/>
                </a:cubicBezTo>
                <a:cubicBezTo>
                  <a:pt x="144" y="170"/>
                  <a:pt x="144" y="159"/>
                  <a:pt x="144" y="139"/>
                </a:cubicBezTo>
                <a:cubicBezTo>
                  <a:pt x="144" y="119"/>
                  <a:pt x="144" y="110"/>
                  <a:pt x="144" y="110"/>
                </a:cubicBezTo>
                <a:cubicBezTo>
                  <a:pt x="141" y="110"/>
                  <a:pt x="138" y="110"/>
                  <a:pt x="133" y="110"/>
                </a:cubicBezTo>
                <a:cubicBezTo>
                  <a:pt x="129" y="111"/>
                  <a:pt x="121" y="112"/>
                  <a:pt x="111" y="115"/>
                </a:cubicBezTo>
                <a:cubicBezTo>
                  <a:pt x="99" y="117"/>
                  <a:pt x="89" y="121"/>
                  <a:pt x="80" y="125"/>
                </a:cubicBezTo>
                <a:cubicBezTo>
                  <a:pt x="72" y="129"/>
                  <a:pt x="64" y="135"/>
                  <a:pt x="57" y="144"/>
                </a:cubicBezTo>
                <a:cubicBezTo>
                  <a:pt x="50" y="152"/>
                  <a:pt x="47" y="162"/>
                  <a:pt x="46" y="17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0" name=""/>
          <p:cNvSpPr/>
          <p:nvPr/>
        </p:nvSpPr>
        <p:spPr>
          <a:xfrm>
            <a:off x="6410880" y="3944880"/>
            <a:ext cx="92160" cy="78480"/>
          </a:xfrm>
          <a:custGeom>
            <a:avLst/>
            <a:gdLst/>
            <a:ahLst/>
            <a:rect l="0" t="0" r="r" b="b"/>
            <a:pathLst>
              <a:path w="256" h="218">
                <a:moveTo>
                  <a:pt x="96" y="218"/>
                </a:moveTo>
                <a:cubicBezTo>
                  <a:pt x="92" y="217"/>
                  <a:pt x="75" y="217"/>
                  <a:pt x="46" y="217"/>
                </a:cubicBezTo>
                <a:cubicBezTo>
                  <a:pt x="20" y="217"/>
                  <a:pt x="6" y="217"/>
                  <a:pt x="3" y="218"/>
                </a:cubicBezTo>
                <a:lnTo>
                  <a:pt x="0" y="218"/>
                </a:lnTo>
                <a:lnTo>
                  <a:pt x="0" y="195"/>
                </a:lnTo>
                <a:lnTo>
                  <a:pt x="7" y="195"/>
                </a:lnTo>
                <a:cubicBezTo>
                  <a:pt x="15" y="195"/>
                  <a:pt x="22" y="194"/>
                  <a:pt x="28" y="192"/>
                </a:cubicBezTo>
                <a:cubicBezTo>
                  <a:pt x="35" y="190"/>
                  <a:pt x="40" y="189"/>
                  <a:pt x="43" y="188"/>
                </a:cubicBezTo>
                <a:cubicBezTo>
                  <a:pt x="46" y="186"/>
                  <a:pt x="51" y="183"/>
                  <a:pt x="56" y="179"/>
                </a:cubicBezTo>
                <a:cubicBezTo>
                  <a:pt x="61" y="175"/>
                  <a:pt x="64" y="172"/>
                  <a:pt x="65" y="170"/>
                </a:cubicBezTo>
                <a:cubicBezTo>
                  <a:pt x="66" y="168"/>
                  <a:pt x="69" y="164"/>
                  <a:pt x="75" y="157"/>
                </a:cubicBezTo>
                <a:cubicBezTo>
                  <a:pt x="81" y="150"/>
                  <a:pt x="85" y="145"/>
                  <a:pt x="85" y="143"/>
                </a:cubicBezTo>
                <a:lnTo>
                  <a:pt x="109" y="112"/>
                </a:lnTo>
                <a:lnTo>
                  <a:pt x="79" y="73"/>
                </a:lnTo>
                <a:cubicBezTo>
                  <a:pt x="76" y="69"/>
                  <a:pt x="73" y="64"/>
                  <a:pt x="70" y="59"/>
                </a:cubicBezTo>
                <a:cubicBezTo>
                  <a:pt x="66" y="55"/>
                  <a:pt x="64" y="51"/>
                  <a:pt x="62" y="49"/>
                </a:cubicBezTo>
                <a:cubicBezTo>
                  <a:pt x="60" y="46"/>
                  <a:pt x="58" y="44"/>
                  <a:pt x="56" y="41"/>
                </a:cubicBezTo>
                <a:cubicBezTo>
                  <a:pt x="54" y="38"/>
                  <a:pt x="53" y="36"/>
                  <a:pt x="52" y="35"/>
                </a:cubicBezTo>
                <a:cubicBezTo>
                  <a:pt x="50" y="34"/>
                  <a:pt x="49" y="32"/>
                  <a:pt x="49" y="31"/>
                </a:cubicBezTo>
                <a:cubicBezTo>
                  <a:pt x="48" y="30"/>
                  <a:pt x="47" y="29"/>
                  <a:pt x="45" y="28"/>
                </a:cubicBezTo>
                <a:cubicBezTo>
                  <a:pt x="43" y="27"/>
                  <a:pt x="42" y="27"/>
                  <a:pt x="42" y="27"/>
                </a:cubicBezTo>
                <a:cubicBezTo>
                  <a:pt x="42" y="27"/>
                  <a:pt x="41" y="27"/>
                  <a:pt x="39" y="26"/>
                </a:cubicBezTo>
                <a:cubicBezTo>
                  <a:pt x="37" y="25"/>
                  <a:pt x="36" y="25"/>
                  <a:pt x="35" y="25"/>
                </a:cubicBezTo>
                <a:cubicBezTo>
                  <a:pt x="33" y="25"/>
                  <a:pt x="27" y="25"/>
                  <a:pt x="17" y="24"/>
                </a:cubicBezTo>
                <a:lnTo>
                  <a:pt x="3" y="24"/>
                </a:lnTo>
                <a:lnTo>
                  <a:pt x="3" y="0"/>
                </a:lnTo>
                <a:lnTo>
                  <a:pt x="6" y="0"/>
                </a:lnTo>
                <a:cubicBezTo>
                  <a:pt x="18" y="0"/>
                  <a:pt x="36" y="2"/>
                  <a:pt x="58" y="2"/>
                </a:cubicBezTo>
                <a:cubicBezTo>
                  <a:pt x="89" y="2"/>
                  <a:pt x="107" y="0"/>
                  <a:pt x="110" y="0"/>
                </a:cubicBezTo>
                <a:lnTo>
                  <a:pt x="114" y="0"/>
                </a:lnTo>
                <a:lnTo>
                  <a:pt x="114" y="24"/>
                </a:lnTo>
                <a:cubicBezTo>
                  <a:pt x="102" y="25"/>
                  <a:pt x="96" y="28"/>
                  <a:pt x="96" y="32"/>
                </a:cubicBezTo>
                <a:cubicBezTo>
                  <a:pt x="96" y="33"/>
                  <a:pt x="98" y="35"/>
                  <a:pt x="101" y="40"/>
                </a:cubicBezTo>
                <a:cubicBezTo>
                  <a:pt x="104" y="45"/>
                  <a:pt x="109" y="51"/>
                  <a:pt x="115" y="59"/>
                </a:cubicBezTo>
                <a:cubicBezTo>
                  <a:pt x="121" y="67"/>
                  <a:pt x="126" y="74"/>
                  <a:pt x="130" y="80"/>
                </a:cubicBezTo>
                <a:lnTo>
                  <a:pt x="132" y="82"/>
                </a:lnTo>
                <a:lnTo>
                  <a:pt x="145" y="65"/>
                </a:lnTo>
                <a:cubicBezTo>
                  <a:pt x="155" y="51"/>
                  <a:pt x="161" y="42"/>
                  <a:pt x="161" y="38"/>
                </a:cubicBezTo>
                <a:cubicBezTo>
                  <a:pt x="161" y="36"/>
                  <a:pt x="160" y="34"/>
                  <a:pt x="160" y="32"/>
                </a:cubicBezTo>
                <a:cubicBezTo>
                  <a:pt x="159" y="30"/>
                  <a:pt x="158" y="29"/>
                  <a:pt x="157" y="28"/>
                </a:cubicBezTo>
                <a:cubicBezTo>
                  <a:pt x="156" y="28"/>
                  <a:pt x="155" y="27"/>
                  <a:pt x="155" y="26"/>
                </a:cubicBezTo>
                <a:cubicBezTo>
                  <a:pt x="154" y="26"/>
                  <a:pt x="153" y="25"/>
                  <a:pt x="151" y="24"/>
                </a:cubicBezTo>
                <a:lnTo>
                  <a:pt x="150" y="24"/>
                </a:lnTo>
                <a:lnTo>
                  <a:pt x="147" y="24"/>
                </a:lnTo>
                <a:lnTo>
                  <a:pt x="147" y="0"/>
                </a:lnTo>
                <a:lnTo>
                  <a:pt x="151" y="0"/>
                </a:lnTo>
                <a:cubicBezTo>
                  <a:pt x="156" y="2"/>
                  <a:pt x="173" y="2"/>
                  <a:pt x="202" y="2"/>
                </a:cubicBezTo>
                <a:cubicBezTo>
                  <a:pt x="228" y="2"/>
                  <a:pt x="243" y="2"/>
                  <a:pt x="245" y="0"/>
                </a:cubicBezTo>
                <a:lnTo>
                  <a:pt x="248" y="0"/>
                </a:lnTo>
                <a:lnTo>
                  <a:pt x="248" y="24"/>
                </a:lnTo>
                <a:lnTo>
                  <a:pt x="244" y="24"/>
                </a:lnTo>
                <a:cubicBezTo>
                  <a:pt x="228" y="24"/>
                  <a:pt x="214" y="27"/>
                  <a:pt x="203" y="32"/>
                </a:cubicBezTo>
                <a:cubicBezTo>
                  <a:pt x="197" y="35"/>
                  <a:pt x="192" y="40"/>
                  <a:pt x="186" y="46"/>
                </a:cubicBezTo>
                <a:cubicBezTo>
                  <a:pt x="180" y="53"/>
                  <a:pt x="168" y="67"/>
                  <a:pt x="152" y="89"/>
                </a:cubicBezTo>
                <a:lnTo>
                  <a:pt x="144" y="99"/>
                </a:lnTo>
                <a:lnTo>
                  <a:pt x="176" y="142"/>
                </a:lnTo>
                <a:cubicBezTo>
                  <a:pt x="199" y="172"/>
                  <a:pt x="211" y="188"/>
                  <a:pt x="212" y="190"/>
                </a:cubicBezTo>
                <a:cubicBezTo>
                  <a:pt x="214" y="191"/>
                  <a:pt x="217" y="192"/>
                  <a:pt x="221" y="193"/>
                </a:cubicBezTo>
                <a:cubicBezTo>
                  <a:pt x="227" y="195"/>
                  <a:pt x="236" y="195"/>
                  <a:pt x="248" y="195"/>
                </a:cubicBezTo>
                <a:lnTo>
                  <a:pt x="256" y="195"/>
                </a:lnTo>
                <a:lnTo>
                  <a:pt x="256" y="218"/>
                </a:lnTo>
                <a:lnTo>
                  <a:pt x="253" y="218"/>
                </a:lnTo>
                <a:lnTo>
                  <a:pt x="249" y="218"/>
                </a:lnTo>
                <a:cubicBezTo>
                  <a:pt x="246" y="218"/>
                  <a:pt x="243" y="218"/>
                  <a:pt x="239" y="218"/>
                </a:cubicBezTo>
                <a:cubicBezTo>
                  <a:pt x="235" y="218"/>
                  <a:pt x="231" y="218"/>
                  <a:pt x="226" y="217"/>
                </a:cubicBezTo>
                <a:cubicBezTo>
                  <a:pt x="222" y="217"/>
                  <a:pt x="218" y="217"/>
                  <a:pt x="214" y="217"/>
                </a:cubicBezTo>
                <a:cubicBezTo>
                  <a:pt x="210" y="218"/>
                  <a:pt x="207" y="218"/>
                  <a:pt x="205" y="217"/>
                </a:cubicBezTo>
                <a:cubicBezTo>
                  <a:pt x="201" y="217"/>
                  <a:pt x="195" y="217"/>
                  <a:pt x="186" y="217"/>
                </a:cubicBezTo>
                <a:cubicBezTo>
                  <a:pt x="177" y="217"/>
                  <a:pt x="168" y="217"/>
                  <a:pt x="160" y="218"/>
                </a:cubicBezTo>
                <a:lnTo>
                  <a:pt x="148" y="218"/>
                </a:lnTo>
                <a:lnTo>
                  <a:pt x="144" y="218"/>
                </a:lnTo>
                <a:lnTo>
                  <a:pt x="144" y="195"/>
                </a:lnTo>
                <a:lnTo>
                  <a:pt x="145" y="195"/>
                </a:lnTo>
                <a:cubicBezTo>
                  <a:pt x="149" y="195"/>
                  <a:pt x="152" y="194"/>
                  <a:pt x="156" y="193"/>
                </a:cubicBezTo>
                <a:cubicBezTo>
                  <a:pt x="160" y="191"/>
                  <a:pt x="162" y="189"/>
                  <a:pt x="162" y="187"/>
                </a:cubicBezTo>
                <a:cubicBezTo>
                  <a:pt x="162" y="186"/>
                  <a:pt x="155" y="176"/>
                  <a:pt x="142" y="158"/>
                </a:cubicBezTo>
                <a:lnTo>
                  <a:pt x="121" y="130"/>
                </a:lnTo>
                <a:cubicBezTo>
                  <a:pt x="120" y="130"/>
                  <a:pt x="115" y="137"/>
                  <a:pt x="105" y="151"/>
                </a:cubicBezTo>
                <a:cubicBezTo>
                  <a:pt x="95" y="165"/>
                  <a:pt x="89" y="173"/>
                  <a:pt x="88" y="174"/>
                </a:cubicBezTo>
                <a:cubicBezTo>
                  <a:pt x="87" y="176"/>
                  <a:pt x="86" y="178"/>
                  <a:pt x="86" y="181"/>
                </a:cubicBezTo>
                <a:cubicBezTo>
                  <a:pt x="86" y="185"/>
                  <a:pt x="87" y="188"/>
                  <a:pt x="89" y="191"/>
                </a:cubicBezTo>
                <a:cubicBezTo>
                  <a:pt x="92" y="193"/>
                  <a:pt x="95" y="195"/>
                  <a:pt x="99" y="195"/>
                </a:cubicBezTo>
                <a:cubicBezTo>
                  <a:pt x="99" y="195"/>
                  <a:pt x="100" y="199"/>
                  <a:pt x="100" y="207"/>
                </a:cubicBezTo>
                <a:lnTo>
                  <a:pt x="100" y="218"/>
                </a:lnTo>
                <a:lnTo>
                  <a:pt x="96" y="21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1" name=""/>
          <p:cNvSpPr txBox="1"/>
          <p:nvPr/>
        </p:nvSpPr>
        <p:spPr>
          <a:xfrm>
            <a:off x="864360" y="3771720"/>
            <a:ext cx="5084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52B1E"/>
                </a:solidFill>
                <a:effectLst/>
                <a:uFillTx/>
                <a:latin typeface="NotoSansJP"/>
                <a:ea typeface="NotoSansJP"/>
              </a:rPr>
              <a:t>5. </a:t>
            </a: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Multiple effect modifiers: conservative (maximum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2" name=""/>
          <p:cNvSpPr/>
          <p:nvPr/>
        </p:nvSpPr>
        <p:spPr>
          <a:xfrm>
            <a:off x="7494840" y="3812040"/>
            <a:ext cx="158400" cy="176400"/>
          </a:xfrm>
          <a:custGeom>
            <a:avLst/>
            <a:gdLst/>
            <a:ahLst/>
            <a:rect l="0" t="0" r="r" b="b"/>
            <a:pathLst>
              <a:path w="440" h="490">
                <a:moveTo>
                  <a:pt x="141" y="33"/>
                </a:moveTo>
                <a:cubicBezTo>
                  <a:pt x="124" y="33"/>
                  <a:pt x="116" y="32"/>
                  <a:pt x="115" y="30"/>
                </a:cubicBezTo>
                <a:cubicBezTo>
                  <a:pt x="114" y="29"/>
                  <a:pt x="114" y="27"/>
                  <a:pt x="114" y="24"/>
                </a:cubicBezTo>
                <a:cubicBezTo>
                  <a:pt x="114" y="13"/>
                  <a:pt x="117" y="5"/>
                  <a:pt x="122" y="1"/>
                </a:cubicBezTo>
                <a:cubicBezTo>
                  <a:pt x="123" y="0"/>
                  <a:pt x="127" y="0"/>
                  <a:pt x="133" y="0"/>
                </a:cubicBezTo>
                <a:cubicBezTo>
                  <a:pt x="159" y="2"/>
                  <a:pt x="189" y="2"/>
                  <a:pt x="224" y="2"/>
                </a:cubicBezTo>
                <a:cubicBezTo>
                  <a:pt x="291" y="2"/>
                  <a:pt x="329" y="2"/>
                  <a:pt x="339" y="0"/>
                </a:cubicBezTo>
                <a:lnTo>
                  <a:pt x="348" y="0"/>
                </a:lnTo>
                <a:cubicBezTo>
                  <a:pt x="351" y="3"/>
                  <a:pt x="352" y="5"/>
                  <a:pt x="352" y="7"/>
                </a:cubicBezTo>
                <a:cubicBezTo>
                  <a:pt x="352" y="8"/>
                  <a:pt x="352" y="12"/>
                  <a:pt x="351" y="19"/>
                </a:cubicBezTo>
                <a:cubicBezTo>
                  <a:pt x="348" y="27"/>
                  <a:pt x="346" y="31"/>
                  <a:pt x="344" y="33"/>
                </a:cubicBezTo>
                <a:lnTo>
                  <a:pt x="317" y="33"/>
                </a:lnTo>
                <a:cubicBezTo>
                  <a:pt x="284" y="33"/>
                  <a:pt x="265" y="36"/>
                  <a:pt x="259" y="39"/>
                </a:cubicBezTo>
                <a:cubicBezTo>
                  <a:pt x="256" y="41"/>
                  <a:pt x="253" y="48"/>
                  <a:pt x="249" y="59"/>
                </a:cubicBezTo>
                <a:cubicBezTo>
                  <a:pt x="246" y="71"/>
                  <a:pt x="230" y="134"/>
                  <a:pt x="201" y="248"/>
                </a:cubicBezTo>
                <a:cubicBezTo>
                  <a:pt x="194" y="279"/>
                  <a:pt x="186" y="312"/>
                  <a:pt x="177" y="347"/>
                </a:cubicBezTo>
                <a:cubicBezTo>
                  <a:pt x="169" y="382"/>
                  <a:pt x="162" y="408"/>
                  <a:pt x="158" y="426"/>
                </a:cubicBezTo>
                <a:lnTo>
                  <a:pt x="151" y="452"/>
                </a:lnTo>
                <a:cubicBezTo>
                  <a:pt x="151" y="454"/>
                  <a:pt x="154" y="455"/>
                  <a:pt x="158" y="455"/>
                </a:cubicBezTo>
                <a:cubicBezTo>
                  <a:pt x="162" y="455"/>
                  <a:pt x="176" y="455"/>
                  <a:pt x="200" y="456"/>
                </a:cubicBezTo>
                <a:lnTo>
                  <a:pt x="212" y="456"/>
                </a:lnTo>
                <a:cubicBezTo>
                  <a:pt x="227" y="456"/>
                  <a:pt x="240" y="456"/>
                  <a:pt x="249" y="456"/>
                </a:cubicBezTo>
                <a:cubicBezTo>
                  <a:pt x="258" y="455"/>
                  <a:pt x="269" y="454"/>
                  <a:pt x="284" y="451"/>
                </a:cubicBezTo>
                <a:cubicBezTo>
                  <a:pt x="298" y="448"/>
                  <a:pt x="310" y="444"/>
                  <a:pt x="319" y="438"/>
                </a:cubicBezTo>
                <a:cubicBezTo>
                  <a:pt x="329" y="432"/>
                  <a:pt x="339" y="424"/>
                  <a:pt x="351" y="413"/>
                </a:cubicBezTo>
                <a:cubicBezTo>
                  <a:pt x="362" y="402"/>
                  <a:pt x="372" y="389"/>
                  <a:pt x="381" y="373"/>
                </a:cubicBezTo>
                <a:cubicBezTo>
                  <a:pt x="388" y="359"/>
                  <a:pt x="396" y="343"/>
                  <a:pt x="402" y="325"/>
                </a:cubicBezTo>
                <a:cubicBezTo>
                  <a:pt x="409" y="308"/>
                  <a:pt x="413" y="298"/>
                  <a:pt x="414" y="295"/>
                </a:cubicBezTo>
                <a:cubicBezTo>
                  <a:pt x="417" y="294"/>
                  <a:pt x="421" y="293"/>
                  <a:pt x="427" y="293"/>
                </a:cubicBezTo>
                <a:lnTo>
                  <a:pt x="436" y="293"/>
                </a:lnTo>
                <a:cubicBezTo>
                  <a:pt x="439" y="297"/>
                  <a:pt x="440" y="300"/>
                  <a:pt x="440" y="301"/>
                </a:cubicBezTo>
                <a:cubicBezTo>
                  <a:pt x="440" y="302"/>
                  <a:pt x="435" y="316"/>
                  <a:pt x="426" y="343"/>
                </a:cubicBezTo>
                <a:cubicBezTo>
                  <a:pt x="416" y="370"/>
                  <a:pt x="406" y="399"/>
                  <a:pt x="394" y="430"/>
                </a:cubicBezTo>
                <a:cubicBezTo>
                  <a:pt x="383" y="460"/>
                  <a:pt x="377" y="478"/>
                  <a:pt x="376" y="483"/>
                </a:cubicBezTo>
                <a:cubicBezTo>
                  <a:pt x="375" y="485"/>
                  <a:pt x="374" y="487"/>
                  <a:pt x="373" y="487"/>
                </a:cubicBezTo>
                <a:cubicBezTo>
                  <a:pt x="372" y="488"/>
                  <a:pt x="368" y="488"/>
                  <a:pt x="362" y="489"/>
                </a:cubicBezTo>
                <a:cubicBezTo>
                  <a:pt x="355" y="490"/>
                  <a:pt x="345" y="490"/>
                  <a:pt x="331" y="490"/>
                </a:cubicBezTo>
                <a:cubicBezTo>
                  <a:pt x="326" y="490"/>
                  <a:pt x="307" y="490"/>
                  <a:pt x="276" y="490"/>
                </a:cubicBezTo>
                <a:cubicBezTo>
                  <a:pt x="246" y="490"/>
                  <a:pt x="216" y="490"/>
                  <a:pt x="188" y="489"/>
                </a:cubicBezTo>
                <a:lnTo>
                  <a:pt x="61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9"/>
                  <a:pt x="0" y="475"/>
                  <a:pt x="1" y="472"/>
                </a:cubicBezTo>
                <a:cubicBezTo>
                  <a:pt x="3" y="463"/>
                  <a:pt x="6" y="458"/>
                  <a:pt x="8" y="457"/>
                </a:cubicBezTo>
                <a:cubicBezTo>
                  <a:pt x="10" y="457"/>
                  <a:pt x="14" y="456"/>
                  <a:pt x="19" y="456"/>
                </a:cubicBezTo>
                <a:lnTo>
                  <a:pt x="23" y="456"/>
                </a:lnTo>
                <a:cubicBezTo>
                  <a:pt x="37" y="456"/>
                  <a:pt x="51" y="456"/>
                  <a:pt x="67" y="454"/>
                </a:cubicBezTo>
                <a:cubicBezTo>
                  <a:pt x="74" y="453"/>
                  <a:pt x="78" y="450"/>
                  <a:pt x="81" y="446"/>
                </a:cubicBezTo>
                <a:cubicBezTo>
                  <a:pt x="82" y="444"/>
                  <a:pt x="99" y="377"/>
                  <a:pt x="132" y="246"/>
                </a:cubicBezTo>
                <a:cubicBezTo>
                  <a:pt x="165" y="115"/>
                  <a:pt x="181" y="47"/>
                  <a:pt x="181" y="39"/>
                </a:cubicBezTo>
                <a:cubicBezTo>
                  <a:pt x="181" y="36"/>
                  <a:pt x="168" y="34"/>
                  <a:pt x="141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3" name=""/>
          <p:cNvSpPr/>
          <p:nvPr/>
        </p:nvSpPr>
        <p:spPr>
          <a:xfrm>
            <a:off x="7681680" y="3809880"/>
            <a:ext cx="68040" cy="78480"/>
          </a:xfrm>
          <a:custGeom>
            <a:avLst/>
            <a:gdLst/>
            <a:ahLst/>
            <a:rect l="0" t="0" r="r" b="b"/>
            <a:pathLst>
              <a:path w="189" h="218">
                <a:moveTo>
                  <a:pt x="85" y="90"/>
                </a:moveTo>
                <a:cubicBezTo>
                  <a:pt x="80" y="45"/>
                  <a:pt x="78" y="20"/>
                  <a:pt x="78" y="15"/>
                </a:cubicBezTo>
                <a:cubicBezTo>
                  <a:pt x="78" y="8"/>
                  <a:pt x="82" y="4"/>
                  <a:pt x="90" y="0"/>
                </a:cubicBezTo>
                <a:cubicBezTo>
                  <a:pt x="91" y="0"/>
                  <a:pt x="91" y="0"/>
                  <a:pt x="93" y="0"/>
                </a:cubicBezTo>
                <a:cubicBezTo>
                  <a:pt x="94" y="0"/>
                  <a:pt x="95" y="0"/>
                  <a:pt x="96" y="0"/>
                </a:cubicBezTo>
                <a:cubicBezTo>
                  <a:pt x="100" y="0"/>
                  <a:pt x="104" y="2"/>
                  <a:pt x="107" y="4"/>
                </a:cubicBezTo>
                <a:cubicBezTo>
                  <a:pt x="110" y="7"/>
                  <a:pt x="112" y="10"/>
                  <a:pt x="112" y="15"/>
                </a:cubicBezTo>
                <a:cubicBezTo>
                  <a:pt x="112" y="20"/>
                  <a:pt x="111" y="34"/>
                  <a:pt x="109" y="55"/>
                </a:cubicBezTo>
                <a:cubicBezTo>
                  <a:pt x="107" y="76"/>
                  <a:pt x="106" y="88"/>
                  <a:pt x="105" y="90"/>
                </a:cubicBezTo>
                <a:lnTo>
                  <a:pt x="135" y="69"/>
                </a:lnTo>
                <a:cubicBezTo>
                  <a:pt x="154" y="55"/>
                  <a:pt x="164" y="48"/>
                  <a:pt x="166" y="47"/>
                </a:cubicBezTo>
                <a:cubicBezTo>
                  <a:pt x="167" y="46"/>
                  <a:pt x="169" y="45"/>
                  <a:pt x="171" y="45"/>
                </a:cubicBezTo>
                <a:cubicBezTo>
                  <a:pt x="175" y="45"/>
                  <a:pt x="179" y="47"/>
                  <a:pt x="183" y="50"/>
                </a:cubicBezTo>
                <a:cubicBezTo>
                  <a:pt x="186" y="54"/>
                  <a:pt x="188" y="58"/>
                  <a:pt x="189" y="64"/>
                </a:cubicBezTo>
                <a:cubicBezTo>
                  <a:pt x="189" y="68"/>
                  <a:pt x="187" y="72"/>
                  <a:pt x="184" y="76"/>
                </a:cubicBezTo>
                <a:cubicBezTo>
                  <a:pt x="182" y="77"/>
                  <a:pt x="171" y="82"/>
                  <a:pt x="149" y="92"/>
                </a:cubicBezTo>
                <a:cubicBezTo>
                  <a:pt x="128" y="102"/>
                  <a:pt x="117" y="108"/>
                  <a:pt x="115" y="109"/>
                </a:cubicBezTo>
                <a:lnTo>
                  <a:pt x="148" y="124"/>
                </a:lnTo>
                <a:lnTo>
                  <a:pt x="184" y="142"/>
                </a:lnTo>
                <a:cubicBezTo>
                  <a:pt x="187" y="145"/>
                  <a:pt x="188" y="149"/>
                  <a:pt x="188" y="153"/>
                </a:cubicBezTo>
                <a:cubicBezTo>
                  <a:pt x="188" y="160"/>
                  <a:pt x="187" y="164"/>
                  <a:pt x="184" y="167"/>
                </a:cubicBezTo>
                <a:cubicBezTo>
                  <a:pt x="181" y="170"/>
                  <a:pt x="177" y="172"/>
                  <a:pt x="172" y="173"/>
                </a:cubicBezTo>
                <a:cubicBezTo>
                  <a:pt x="169" y="173"/>
                  <a:pt x="166" y="172"/>
                  <a:pt x="163" y="170"/>
                </a:cubicBezTo>
                <a:cubicBezTo>
                  <a:pt x="159" y="168"/>
                  <a:pt x="150" y="161"/>
                  <a:pt x="135" y="148"/>
                </a:cubicBezTo>
                <a:lnTo>
                  <a:pt x="105" y="127"/>
                </a:lnTo>
                <a:cubicBezTo>
                  <a:pt x="110" y="173"/>
                  <a:pt x="112" y="199"/>
                  <a:pt x="112" y="204"/>
                </a:cubicBezTo>
                <a:cubicBezTo>
                  <a:pt x="112" y="207"/>
                  <a:pt x="111" y="211"/>
                  <a:pt x="108" y="214"/>
                </a:cubicBezTo>
                <a:cubicBezTo>
                  <a:pt x="106" y="217"/>
                  <a:pt x="102" y="218"/>
                  <a:pt x="95" y="218"/>
                </a:cubicBezTo>
                <a:cubicBezTo>
                  <a:pt x="89" y="218"/>
                  <a:pt x="85" y="217"/>
                  <a:pt x="82" y="214"/>
                </a:cubicBezTo>
                <a:cubicBezTo>
                  <a:pt x="80" y="211"/>
                  <a:pt x="78" y="207"/>
                  <a:pt x="78" y="204"/>
                </a:cubicBezTo>
                <a:cubicBezTo>
                  <a:pt x="78" y="198"/>
                  <a:pt x="79" y="185"/>
                  <a:pt x="81" y="164"/>
                </a:cubicBezTo>
                <a:cubicBezTo>
                  <a:pt x="83" y="141"/>
                  <a:pt x="84" y="130"/>
                  <a:pt x="85" y="127"/>
                </a:cubicBezTo>
                <a:lnTo>
                  <a:pt x="54" y="148"/>
                </a:lnTo>
                <a:cubicBezTo>
                  <a:pt x="36" y="163"/>
                  <a:pt x="25" y="171"/>
                  <a:pt x="24" y="172"/>
                </a:cubicBezTo>
                <a:cubicBezTo>
                  <a:pt x="22" y="173"/>
                  <a:pt x="21" y="173"/>
                  <a:pt x="19" y="173"/>
                </a:cubicBezTo>
                <a:cubicBezTo>
                  <a:pt x="14" y="173"/>
                  <a:pt x="10" y="171"/>
                  <a:pt x="6" y="168"/>
                </a:cubicBezTo>
                <a:cubicBezTo>
                  <a:pt x="3" y="165"/>
                  <a:pt x="1" y="160"/>
                  <a:pt x="0" y="153"/>
                </a:cubicBezTo>
                <a:cubicBezTo>
                  <a:pt x="0" y="152"/>
                  <a:pt x="0" y="150"/>
                  <a:pt x="0" y="149"/>
                </a:cubicBezTo>
                <a:cubicBezTo>
                  <a:pt x="0" y="148"/>
                  <a:pt x="1" y="147"/>
                  <a:pt x="2" y="146"/>
                </a:cubicBezTo>
                <a:cubicBezTo>
                  <a:pt x="3" y="145"/>
                  <a:pt x="4" y="144"/>
                  <a:pt x="4" y="143"/>
                </a:cubicBezTo>
                <a:cubicBezTo>
                  <a:pt x="5" y="142"/>
                  <a:pt x="7" y="141"/>
                  <a:pt x="9" y="140"/>
                </a:cubicBezTo>
                <a:cubicBezTo>
                  <a:pt x="11" y="138"/>
                  <a:pt x="13" y="137"/>
                  <a:pt x="16" y="136"/>
                </a:cubicBezTo>
                <a:cubicBezTo>
                  <a:pt x="18" y="135"/>
                  <a:pt x="21" y="134"/>
                  <a:pt x="25" y="132"/>
                </a:cubicBezTo>
                <a:cubicBezTo>
                  <a:pt x="29" y="130"/>
                  <a:pt x="34" y="128"/>
                  <a:pt x="38" y="126"/>
                </a:cubicBezTo>
                <a:cubicBezTo>
                  <a:pt x="42" y="125"/>
                  <a:pt x="47" y="122"/>
                  <a:pt x="54" y="119"/>
                </a:cubicBezTo>
                <a:cubicBezTo>
                  <a:pt x="61" y="115"/>
                  <a:pt x="67" y="112"/>
                  <a:pt x="75" y="109"/>
                </a:cubicBezTo>
                <a:lnTo>
                  <a:pt x="5" y="76"/>
                </a:lnTo>
                <a:cubicBezTo>
                  <a:pt x="2" y="73"/>
                  <a:pt x="1" y="69"/>
                  <a:pt x="1" y="64"/>
                </a:cubicBezTo>
                <a:cubicBezTo>
                  <a:pt x="1" y="59"/>
                  <a:pt x="2" y="55"/>
                  <a:pt x="5" y="51"/>
                </a:cubicBezTo>
                <a:cubicBezTo>
                  <a:pt x="8" y="48"/>
                  <a:pt x="12" y="46"/>
                  <a:pt x="18" y="46"/>
                </a:cubicBezTo>
                <a:cubicBezTo>
                  <a:pt x="20" y="46"/>
                  <a:pt x="23" y="47"/>
                  <a:pt x="27" y="49"/>
                </a:cubicBezTo>
                <a:cubicBezTo>
                  <a:pt x="30" y="51"/>
                  <a:pt x="39" y="58"/>
                  <a:pt x="54" y="69"/>
                </a:cubicBezTo>
                <a:lnTo>
                  <a:pt x="85" y="9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4" name=""/>
          <p:cNvSpPr txBox="1"/>
          <p:nvPr/>
        </p:nvSpPr>
        <p:spPr>
          <a:xfrm>
            <a:off x="6522120" y="3771720"/>
            <a:ext cx="971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, smallest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5" name=""/>
          <p:cNvSpPr txBox="1"/>
          <p:nvPr/>
        </p:nvSpPr>
        <p:spPr>
          <a:xfrm>
            <a:off x="7778880" y="3771720"/>
            <a:ext cx="32752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 or totality-of-evidence approach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6" name=""/>
          <p:cNvSpPr/>
          <p:nvPr/>
        </p:nvSpPr>
        <p:spPr>
          <a:xfrm>
            <a:off x="857160" y="4857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3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7" name=""/>
          <p:cNvSpPr txBox="1"/>
          <p:nvPr/>
        </p:nvSpPr>
        <p:spPr>
          <a:xfrm>
            <a:off x="571320" y="4224600"/>
            <a:ext cx="20120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Policy Advantage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8" name=""/>
          <p:cNvSpPr txBox="1"/>
          <p:nvPr/>
        </p:nvSpPr>
        <p:spPr>
          <a:xfrm>
            <a:off x="1085760" y="4772160"/>
            <a:ext cx="57700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requires only baseline distributions → applicable to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9" name=""/>
          <p:cNvSpPr/>
          <p:nvPr/>
        </p:nvSpPr>
        <p:spPr>
          <a:xfrm>
            <a:off x="857160" y="5200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0" name=""/>
          <p:cNvSpPr txBox="1"/>
          <p:nvPr/>
        </p:nvSpPr>
        <p:spPr>
          <a:xfrm>
            <a:off x="6854400" y="4738320"/>
            <a:ext cx="23626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trials, registries, EHR, RWE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1" name=""/>
          <p:cNvSpPr txBox="1"/>
          <p:nvPr/>
        </p:nvSpPr>
        <p:spPr>
          <a:xfrm>
            <a:off x="1085760" y="5114880"/>
            <a:ext cx="3711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Aligns with ICH E6(R3) RWE promotion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2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3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4" name=""/>
          <p:cNvSpPr txBox="1"/>
          <p:nvPr/>
        </p:nvSpPr>
        <p:spPr>
          <a:xfrm>
            <a:off x="571320" y="151920"/>
            <a:ext cx="521532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Practical Recommendations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5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6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0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1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2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3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4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5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6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7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8" name=""/>
          <p:cNvSpPr/>
          <p:nvPr/>
        </p:nvSpPr>
        <p:spPr>
          <a:xfrm>
            <a:off x="857160" y="2143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9" name=""/>
          <p:cNvSpPr txBox="1"/>
          <p:nvPr/>
        </p:nvSpPr>
        <p:spPr>
          <a:xfrm>
            <a:off x="571320" y="1509840"/>
            <a:ext cx="14295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Future Work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0" name=""/>
          <p:cNvSpPr txBox="1"/>
          <p:nvPr/>
        </p:nvSpPr>
        <p:spPr>
          <a:xfrm>
            <a:off x="1085760" y="2057400"/>
            <a:ext cx="1257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Extension to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1" name=""/>
          <p:cNvSpPr/>
          <p:nvPr/>
        </p:nvSpPr>
        <p:spPr>
          <a:xfrm>
            <a:off x="857160" y="2485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2" name=""/>
          <p:cNvSpPr txBox="1"/>
          <p:nvPr/>
        </p:nvSpPr>
        <p:spPr>
          <a:xfrm>
            <a:off x="2325600" y="2023920"/>
            <a:ext cx="24901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categorical effect modifiers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3" name=""/>
          <p:cNvSpPr txBox="1"/>
          <p:nvPr/>
        </p:nvSpPr>
        <p:spPr>
          <a:xfrm>
            <a:off x="1085760" y="2400120"/>
            <a:ext cx="104500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Upstream identification of which baseline characteristics constitute relevant effect modifiers — a non-trivial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4" name=""/>
          <p:cNvSpPr/>
          <p:nvPr/>
        </p:nvSpPr>
        <p:spPr>
          <a:xfrm>
            <a:off x="857160" y="3124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5" name=""/>
          <p:cNvSpPr txBox="1"/>
          <p:nvPr/>
        </p:nvSpPr>
        <p:spPr>
          <a:xfrm>
            <a:off x="1085760" y="2695680"/>
            <a:ext cx="41745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problem deserving dedicated investigation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6" name=""/>
          <p:cNvSpPr txBox="1"/>
          <p:nvPr/>
        </p:nvSpPr>
        <p:spPr>
          <a:xfrm>
            <a:off x="1085760" y="3038400"/>
            <a:ext cx="5546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Multivariate extensions and small-sample bias correction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7" name=""/>
          <p:cNvSpPr/>
          <p:nvPr/>
        </p:nvSpPr>
        <p:spPr>
          <a:xfrm>
            <a:off x="4267080" y="4088160"/>
            <a:ext cx="10800" cy="257400"/>
          </a:xfrm>
          <a:custGeom>
            <a:avLst/>
            <a:gdLst/>
            <a:ahLst/>
            <a:rect l="0" t="0" r="r" b="b"/>
            <a:pathLst>
              <a:path w="30" h="715">
                <a:moveTo>
                  <a:pt x="15" y="715"/>
                </a:moveTo>
                <a:lnTo>
                  <a:pt x="14" y="715"/>
                </a:lnTo>
                <a:cubicBezTo>
                  <a:pt x="8" y="715"/>
                  <a:pt x="3" y="712"/>
                  <a:pt x="0" y="705"/>
                </a:cubicBezTo>
                <a:lnTo>
                  <a:pt x="0" y="357"/>
                </a:lnTo>
                <a:lnTo>
                  <a:pt x="1" y="9"/>
                </a:lnTo>
                <a:cubicBezTo>
                  <a:pt x="7" y="3"/>
                  <a:pt x="11" y="0"/>
                  <a:pt x="15" y="0"/>
                </a:cubicBezTo>
                <a:cubicBezTo>
                  <a:pt x="22" y="0"/>
                  <a:pt x="26" y="3"/>
                  <a:pt x="30" y="11"/>
                </a:cubicBezTo>
                <a:lnTo>
                  <a:pt x="30" y="705"/>
                </a:lnTo>
                <a:cubicBezTo>
                  <a:pt x="26" y="712"/>
                  <a:pt x="22" y="715"/>
                  <a:pt x="17" y="715"/>
                </a:cubicBezTo>
                <a:lnTo>
                  <a:pt x="15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8" name=""/>
          <p:cNvSpPr/>
          <p:nvPr/>
        </p:nvSpPr>
        <p:spPr>
          <a:xfrm>
            <a:off x="4312800" y="4170240"/>
            <a:ext cx="128520" cy="114480"/>
          </a:xfrm>
          <a:custGeom>
            <a:avLst/>
            <a:gdLst/>
            <a:ahLst/>
            <a:rect l="0" t="0" r="r" b="b"/>
            <a:pathLst>
              <a:path w="357" h="318">
                <a:moveTo>
                  <a:pt x="15" y="105"/>
                </a:moveTo>
                <a:cubicBezTo>
                  <a:pt x="5" y="105"/>
                  <a:pt x="0" y="102"/>
                  <a:pt x="0" y="98"/>
                </a:cubicBezTo>
                <a:cubicBezTo>
                  <a:pt x="0" y="94"/>
                  <a:pt x="6" y="84"/>
                  <a:pt x="19" y="66"/>
                </a:cubicBezTo>
                <a:cubicBezTo>
                  <a:pt x="32" y="48"/>
                  <a:pt x="45" y="34"/>
                  <a:pt x="58" y="23"/>
                </a:cubicBezTo>
                <a:cubicBezTo>
                  <a:pt x="74" y="10"/>
                  <a:pt x="90" y="3"/>
                  <a:pt x="104" y="1"/>
                </a:cubicBezTo>
                <a:cubicBezTo>
                  <a:pt x="107" y="0"/>
                  <a:pt x="147" y="0"/>
                  <a:pt x="224" y="0"/>
                </a:cubicBezTo>
                <a:cubicBezTo>
                  <a:pt x="300" y="0"/>
                  <a:pt x="341" y="0"/>
                  <a:pt x="343" y="1"/>
                </a:cubicBezTo>
                <a:cubicBezTo>
                  <a:pt x="353" y="3"/>
                  <a:pt x="357" y="10"/>
                  <a:pt x="357" y="20"/>
                </a:cubicBezTo>
                <a:cubicBezTo>
                  <a:pt x="357" y="27"/>
                  <a:pt x="355" y="33"/>
                  <a:pt x="351" y="39"/>
                </a:cubicBezTo>
                <a:cubicBezTo>
                  <a:pt x="347" y="45"/>
                  <a:pt x="341" y="48"/>
                  <a:pt x="335" y="50"/>
                </a:cubicBezTo>
                <a:cubicBezTo>
                  <a:pt x="332" y="51"/>
                  <a:pt x="309" y="52"/>
                  <a:pt x="265" y="52"/>
                </a:cubicBezTo>
                <a:cubicBezTo>
                  <a:pt x="222" y="52"/>
                  <a:pt x="201" y="52"/>
                  <a:pt x="201" y="53"/>
                </a:cubicBezTo>
                <a:cubicBezTo>
                  <a:pt x="200" y="54"/>
                  <a:pt x="196" y="73"/>
                  <a:pt x="189" y="112"/>
                </a:cubicBezTo>
                <a:cubicBezTo>
                  <a:pt x="182" y="150"/>
                  <a:pt x="174" y="190"/>
                  <a:pt x="166" y="230"/>
                </a:cubicBezTo>
                <a:cubicBezTo>
                  <a:pt x="158" y="270"/>
                  <a:pt x="154" y="291"/>
                  <a:pt x="153" y="293"/>
                </a:cubicBezTo>
                <a:cubicBezTo>
                  <a:pt x="151" y="301"/>
                  <a:pt x="147" y="307"/>
                  <a:pt x="141" y="312"/>
                </a:cubicBezTo>
                <a:cubicBezTo>
                  <a:pt x="134" y="316"/>
                  <a:pt x="127" y="318"/>
                  <a:pt x="120" y="318"/>
                </a:cubicBezTo>
                <a:cubicBezTo>
                  <a:pt x="104" y="318"/>
                  <a:pt x="96" y="310"/>
                  <a:pt x="96" y="293"/>
                </a:cubicBezTo>
                <a:lnTo>
                  <a:pt x="96" y="286"/>
                </a:lnTo>
                <a:lnTo>
                  <a:pt x="132" y="170"/>
                </a:lnTo>
                <a:cubicBezTo>
                  <a:pt x="137" y="153"/>
                  <a:pt x="143" y="134"/>
                  <a:pt x="149" y="113"/>
                </a:cubicBezTo>
                <a:cubicBezTo>
                  <a:pt x="155" y="92"/>
                  <a:pt x="160" y="77"/>
                  <a:pt x="164" y="67"/>
                </a:cubicBezTo>
                <a:lnTo>
                  <a:pt x="168" y="52"/>
                </a:lnTo>
                <a:cubicBezTo>
                  <a:pt x="168" y="52"/>
                  <a:pt x="157" y="52"/>
                  <a:pt x="135" y="52"/>
                </a:cubicBezTo>
                <a:cubicBezTo>
                  <a:pt x="135" y="52"/>
                  <a:pt x="132" y="52"/>
                  <a:pt x="128" y="52"/>
                </a:cubicBezTo>
                <a:cubicBezTo>
                  <a:pt x="123" y="52"/>
                  <a:pt x="120" y="52"/>
                  <a:pt x="118" y="51"/>
                </a:cubicBezTo>
                <a:cubicBezTo>
                  <a:pt x="80" y="51"/>
                  <a:pt x="51" y="66"/>
                  <a:pt x="30" y="97"/>
                </a:cubicBezTo>
                <a:cubicBezTo>
                  <a:pt x="28" y="101"/>
                  <a:pt x="26" y="103"/>
                  <a:pt x="25" y="103"/>
                </a:cubicBezTo>
                <a:cubicBezTo>
                  <a:pt x="23" y="104"/>
                  <a:pt x="20" y="104"/>
                  <a:pt x="15" y="10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9" name=""/>
          <p:cNvSpPr/>
          <p:nvPr/>
        </p:nvSpPr>
        <p:spPr>
          <a:xfrm>
            <a:off x="4340160" y="4128480"/>
            <a:ext cx="93240" cy="12240"/>
          </a:xfrm>
          <a:custGeom>
            <a:avLst/>
            <a:gdLst/>
            <a:ahLst/>
            <a:rect l="0" t="0" r="r" b="b"/>
            <a:pathLst>
              <a:path w="259" h="34">
                <a:moveTo>
                  <a:pt x="0" y="0"/>
                </a:moveTo>
                <a:lnTo>
                  <a:pt x="259" y="0"/>
                </a:lnTo>
                <a:lnTo>
                  <a:pt x="259" y="34"/>
                </a:lnTo>
                <a:lnTo>
                  <a:pt x="0" y="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0" name=""/>
          <p:cNvSpPr/>
          <p:nvPr/>
        </p:nvSpPr>
        <p:spPr>
          <a:xfrm>
            <a:off x="4444200" y="4198320"/>
            <a:ext cx="63000" cy="121680"/>
          </a:xfrm>
          <a:custGeom>
            <a:avLst/>
            <a:gdLst/>
            <a:ahLst/>
            <a:rect l="0" t="0" r="r" b="b"/>
            <a:pathLst>
              <a:path w="175" h="338">
                <a:moveTo>
                  <a:pt x="67" y="45"/>
                </a:moveTo>
                <a:lnTo>
                  <a:pt x="60" y="47"/>
                </a:lnTo>
                <a:cubicBezTo>
                  <a:pt x="55" y="49"/>
                  <a:pt x="48" y="51"/>
                  <a:pt x="40" y="52"/>
                </a:cubicBezTo>
                <a:cubicBezTo>
                  <a:pt x="31" y="54"/>
                  <a:pt x="20" y="55"/>
                  <a:pt x="9" y="56"/>
                </a:cubicBezTo>
                <a:lnTo>
                  <a:pt x="0" y="56"/>
                </a:lnTo>
                <a:lnTo>
                  <a:pt x="0" y="33"/>
                </a:lnTo>
                <a:lnTo>
                  <a:pt x="9" y="33"/>
                </a:lnTo>
                <a:cubicBezTo>
                  <a:pt x="26" y="32"/>
                  <a:pt x="41" y="29"/>
                  <a:pt x="54" y="25"/>
                </a:cubicBezTo>
                <a:cubicBezTo>
                  <a:pt x="68" y="21"/>
                  <a:pt x="77" y="17"/>
                  <a:pt x="83" y="13"/>
                </a:cubicBezTo>
                <a:cubicBezTo>
                  <a:pt x="88" y="9"/>
                  <a:pt x="93" y="6"/>
                  <a:pt x="97" y="2"/>
                </a:cubicBezTo>
                <a:cubicBezTo>
                  <a:pt x="98" y="1"/>
                  <a:pt x="100" y="0"/>
                  <a:pt x="103" y="0"/>
                </a:cubicBezTo>
                <a:cubicBezTo>
                  <a:pt x="106" y="0"/>
                  <a:pt x="109" y="1"/>
                  <a:pt x="111" y="3"/>
                </a:cubicBezTo>
                <a:lnTo>
                  <a:pt x="111" y="154"/>
                </a:lnTo>
                <a:lnTo>
                  <a:pt x="112" y="307"/>
                </a:lnTo>
                <a:cubicBezTo>
                  <a:pt x="114" y="309"/>
                  <a:pt x="116" y="311"/>
                  <a:pt x="118" y="312"/>
                </a:cubicBezTo>
                <a:cubicBezTo>
                  <a:pt x="120" y="312"/>
                  <a:pt x="124" y="313"/>
                  <a:pt x="130" y="314"/>
                </a:cubicBezTo>
                <a:cubicBezTo>
                  <a:pt x="137" y="314"/>
                  <a:pt x="147" y="315"/>
                  <a:pt x="162" y="315"/>
                </a:cubicBezTo>
                <a:lnTo>
                  <a:pt x="175" y="315"/>
                </a:lnTo>
                <a:lnTo>
                  <a:pt x="175" y="338"/>
                </a:lnTo>
                <a:lnTo>
                  <a:pt x="169" y="338"/>
                </a:lnTo>
                <a:cubicBezTo>
                  <a:pt x="162" y="337"/>
                  <a:pt x="135" y="336"/>
                  <a:pt x="89" y="336"/>
                </a:cubicBezTo>
                <a:cubicBezTo>
                  <a:pt x="43" y="336"/>
                  <a:pt x="15" y="337"/>
                  <a:pt x="8" y="338"/>
                </a:cubicBezTo>
                <a:lnTo>
                  <a:pt x="2" y="338"/>
                </a:lnTo>
                <a:lnTo>
                  <a:pt x="2" y="315"/>
                </a:lnTo>
                <a:lnTo>
                  <a:pt x="15" y="315"/>
                </a:lnTo>
                <a:cubicBezTo>
                  <a:pt x="23" y="315"/>
                  <a:pt x="30" y="315"/>
                  <a:pt x="36" y="315"/>
                </a:cubicBezTo>
                <a:cubicBezTo>
                  <a:pt x="41" y="315"/>
                  <a:pt x="45" y="315"/>
                  <a:pt x="48" y="314"/>
                </a:cubicBezTo>
                <a:cubicBezTo>
                  <a:pt x="51" y="314"/>
                  <a:pt x="54" y="313"/>
                  <a:pt x="56" y="313"/>
                </a:cubicBezTo>
                <a:cubicBezTo>
                  <a:pt x="59" y="312"/>
                  <a:pt x="60" y="312"/>
                  <a:pt x="60" y="312"/>
                </a:cubicBezTo>
                <a:cubicBezTo>
                  <a:pt x="61" y="312"/>
                  <a:pt x="62" y="311"/>
                  <a:pt x="63" y="309"/>
                </a:cubicBezTo>
                <a:cubicBezTo>
                  <a:pt x="65" y="307"/>
                  <a:pt x="66" y="307"/>
                  <a:pt x="67" y="307"/>
                </a:cubicBezTo>
                <a:lnTo>
                  <a:pt x="67" y="4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1" name=""/>
          <p:cNvSpPr/>
          <p:nvPr/>
        </p:nvSpPr>
        <p:spPr>
          <a:xfrm>
            <a:off x="4611600" y="4211640"/>
            <a:ext cx="157320" cy="10440"/>
          </a:xfrm>
          <a:custGeom>
            <a:avLst/>
            <a:gdLst/>
            <a:ahLst/>
            <a:rect l="0" t="0" r="r" b="b"/>
            <a:pathLst>
              <a:path w="437" h="29">
                <a:moveTo>
                  <a:pt x="10" y="0"/>
                </a:moveTo>
                <a:lnTo>
                  <a:pt x="427" y="0"/>
                </a:lnTo>
                <a:cubicBezTo>
                  <a:pt x="434" y="3"/>
                  <a:pt x="437" y="8"/>
                  <a:pt x="437" y="14"/>
                </a:cubicBezTo>
                <a:cubicBezTo>
                  <a:pt x="437" y="21"/>
                  <a:pt x="434" y="25"/>
                  <a:pt x="427" y="29"/>
                </a:cubicBezTo>
                <a:lnTo>
                  <a:pt x="10" y="29"/>
                </a:lnTo>
                <a:cubicBezTo>
                  <a:pt x="4" y="26"/>
                  <a:pt x="0" y="21"/>
                  <a:pt x="0" y="14"/>
                </a:cubicBezTo>
                <a:cubicBezTo>
                  <a:pt x="0" y="8"/>
                  <a:pt x="4" y="3"/>
                  <a:pt x="1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2" name=""/>
          <p:cNvSpPr/>
          <p:nvPr/>
        </p:nvSpPr>
        <p:spPr>
          <a:xfrm>
            <a:off x="4852080" y="4170240"/>
            <a:ext cx="128880" cy="114480"/>
          </a:xfrm>
          <a:custGeom>
            <a:avLst/>
            <a:gdLst/>
            <a:ahLst/>
            <a:rect l="0" t="0" r="r" b="b"/>
            <a:pathLst>
              <a:path w="358" h="318">
                <a:moveTo>
                  <a:pt x="15" y="105"/>
                </a:moveTo>
                <a:cubicBezTo>
                  <a:pt x="5" y="105"/>
                  <a:pt x="0" y="102"/>
                  <a:pt x="0" y="98"/>
                </a:cubicBezTo>
                <a:cubicBezTo>
                  <a:pt x="0" y="94"/>
                  <a:pt x="7" y="84"/>
                  <a:pt x="20" y="66"/>
                </a:cubicBezTo>
                <a:cubicBezTo>
                  <a:pt x="32" y="48"/>
                  <a:pt x="45" y="34"/>
                  <a:pt x="58" y="23"/>
                </a:cubicBezTo>
                <a:cubicBezTo>
                  <a:pt x="75" y="10"/>
                  <a:pt x="90" y="3"/>
                  <a:pt x="105" y="1"/>
                </a:cubicBezTo>
                <a:cubicBezTo>
                  <a:pt x="108" y="0"/>
                  <a:pt x="148" y="0"/>
                  <a:pt x="225" y="0"/>
                </a:cubicBezTo>
                <a:cubicBezTo>
                  <a:pt x="302" y="0"/>
                  <a:pt x="341" y="0"/>
                  <a:pt x="344" y="1"/>
                </a:cubicBezTo>
                <a:cubicBezTo>
                  <a:pt x="353" y="3"/>
                  <a:pt x="358" y="10"/>
                  <a:pt x="358" y="20"/>
                </a:cubicBezTo>
                <a:cubicBezTo>
                  <a:pt x="358" y="27"/>
                  <a:pt x="356" y="33"/>
                  <a:pt x="352" y="39"/>
                </a:cubicBezTo>
                <a:cubicBezTo>
                  <a:pt x="347" y="45"/>
                  <a:pt x="342" y="48"/>
                  <a:pt x="335" y="50"/>
                </a:cubicBezTo>
                <a:cubicBezTo>
                  <a:pt x="332" y="51"/>
                  <a:pt x="309" y="52"/>
                  <a:pt x="267" y="52"/>
                </a:cubicBezTo>
                <a:cubicBezTo>
                  <a:pt x="223" y="52"/>
                  <a:pt x="201" y="52"/>
                  <a:pt x="201" y="53"/>
                </a:cubicBezTo>
                <a:cubicBezTo>
                  <a:pt x="201" y="54"/>
                  <a:pt x="197" y="73"/>
                  <a:pt x="190" y="112"/>
                </a:cubicBezTo>
                <a:cubicBezTo>
                  <a:pt x="183" y="150"/>
                  <a:pt x="175" y="190"/>
                  <a:pt x="167" y="230"/>
                </a:cubicBezTo>
                <a:cubicBezTo>
                  <a:pt x="159" y="270"/>
                  <a:pt x="155" y="291"/>
                  <a:pt x="154" y="293"/>
                </a:cubicBezTo>
                <a:cubicBezTo>
                  <a:pt x="152" y="301"/>
                  <a:pt x="147" y="307"/>
                  <a:pt x="141" y="312"/>
                </a:cubicBezTo>
                <a:cubicBezTo>
                  <a:pt x="135" y="316"/>
                  <a:pt x="128" y="318"/>
                  <a:pt x="120" y="318"/>
                </a:cubicBezTo>
                <a:cubicBezTo>
                  <a:pt x="105" y="318"/>
                  <a:pt x="97" y="310"/>
                  <a:pt x="97" y="293"/>
                </a:cubicBezTo>
                <a:lnTo>
                  <a:pt x="97" y="286"/>
                </a:lnTo>
                <a:lnTo>
                  <a:pt x="133" y="170"/>
                </a:lnTo>
                <a:cubicBezTo>
                  <a:pt x="138" y="153"/>
                  <a:pt x="144" y="134"/>
                  <a:pt x="150" y="113"/>
                </a:cubicBezTo>
                <a:cubicBezTo>
                  <a:pt x="156" y="92"/>
                  <a:pt x="161" y="77"/>
                  <a:pt x="165" y="67"/>
                </a:cubicBezTo>
                <a:lnTo>
                  <a:pt x="169" y="52"/>
                </a:lnTo>
                <a:cubicBezTo>
                  <a:pt x="169" y="52"/>
                  <a:pt x="158" y="52"/>
                  <a:pt x="136" y="52"/>
                </a:cubicBezTo>
                <a:cubicBezTo>
                  <a:pt x="135" y="52"/>
                  <a:pt x="133" y="52"/>
                  <a:pt x="128" y="52"/>
                </a:cubicBezTo>
                <a:cubicBezTo>
                  <a:pt x="124" y="52"/>
                  <a:pt x="121" y="52"/>
                  <a:pt x="118" y="51"/>
                </a:cubicBezTo>
                <a:cubicBezTo>
                  <a:pt x="81" y="51"/>
                  <a:pt x="52" y="66"/>
                  <a:pt x="31" y="97"/>
                </a:cubicBezTo>
                <a:cubicBezTo>
                  <a:pt x="29" y="101"/>
                  <a:pt x="27" y="103"/>
                  <a:pt x="25" y="103"/>
                </a:cubicBezTo>
                <a:cubicBezTo>
                  <a:pt x="24" y="104"/>
                  <a:pt x="21" y="104"/>
                  <a:pt x="15" y="10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3" name=""/>
          <p:cNvSpPr/>
          <p:nvPr/>
        </p:nvSpPr>
        <p:spPr>
          <a:xfrm>
            <a:off x="4879800" y="4128480"/>
            <a:ext cx="93240" cy="12240"/>
          </a:xfrm>
          <a:custGeom>
            <a:avLst/>
            <a:gdLst/>
            <a:ahLst/>
            <a:rect l="0" t="0" r="r" b="b"/>
            <a:pathLst>
              <a:path w="259" h="34">
                <a:moveTo>
                  <a:pt x="0" y="0"/>
                </a:moveTo>
                <a:lnTo>
                  <a:pt x="259" y="0"/>
                </a:lnTo>
                <a:lnTo>
                  <a:pt x="259" y="34"/>
                </a:lnTo>
                <a:lnTo>
                  <a:pt x="0" y="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4" name=""/>
          <p:cNvSpPr/>
          <p:nvPr/>
        </p:nvSpPr>
        <p:spPr>
          <a:xfrm>
            <a:off x="4977720" y="4198320"/>
            <a:ext cx="72720" cy="121680"/>
          </a:xfrm>
          <a:custGeom>
            <a:avLst/>
            <a:gdLst/>
            <a:ahLst/>
            <a:rect l="0" t="0" r="r" b="b"/>
            <a:pathLst>
              <a:path w="202" h="338">
                <a:moveTo>
                  <a:pt x="30" y="120"/>
                </a:moveTo>
                <a:cubicBezTo>
                  <a:pt x="20" y="120"/>
                  <a:pt x="13" y="117"/>
                  <a:pt x="8" y="111"/>
                </a:cubicBezTo>
                <a:cubicBezTo>
                  <a:pt x="2" y="105"/>
                  <a:pt x="0" y="98"/>
                  <a:pt x="0" y="89"/>
                </a:cubicBezTo>
                <a:cubicBezTo>
                  <a:pt x="0" y="65"/>
                  <a:pt x="9" y="44"/>
                  <a:pt x="27" y="27"/>
                </a:cubicBezTo>
                <a:cubicBezTo>
                  <a:pt x="44" y="9"/>
                  <a:pt x="67" y="0"/>
                  <a:pt x="93" y="0"/>
                </a:cubicBezTo>
                <a:cubicBezTo>
                  <a:pt x="124" y="0"/>
                  <a:pt x="151" y="10"/>
                  <a:pt x="171" y="29"/>
                </a:cubicBezTo>
                <a:cubicBezTo>
                  <a:pt x="192" y="47"/>
                  <a:pt x="202" y="72"/>
                  <a:pt x="202" y="102"/>
                </a:cubicBezTo>
                <a:cubicBezTo>
                  <a:pt x="202" y="116"/>
                  <a:pt x="199" y="130"/>
                  <a:pt x="192" y="143"/>
                </a:cubicBezTo>
                <a:cubicBezTo>
                  <a:pt x="186" y="157"/>
                  <a:pt x="178" y="168"/>
                  <a:pt x="168" y="178"/>
                </a:cubicBezTo>
                <a:cubicBezTo>
                  <a:pt x="159" y="188"/>
                  <a:pt x="145" y="200"/>
                  <a:pt x="127" y="215"/>
                </a:cubicBezTo>
                <a:cubicBezTo>
                  <a:pt x="115" y="226"/>
                  <a:pt x="98" y="241"/>
                  <a:pt x="76" y="262"/>
                </a:cubicBezTo>
                <a:lnTo>
                  <a:pt x="46" y="291"/>
                </a:lnTo>
                <a:lnTo>
                  <a:pt x="85" y="291"/>
                </a:lnTo>
                <a:cubicBezTo>
                  <a:pt x="138" y="291"/>
                  <a:pt x="167" y="291"/>
                  <a:pt x="170" y="289"/>
                </a:cubicBezTo>
                <a:cubicBezTo>
                  <a:pt x="172" y="288"/>
                  <a:pt x="177" y="273"/>
                  <a:pt x="182" y="243"/>
                </a:cubicBezTo>
                <a:lnTo>
                  <a:pt x="182" y="241"/>
                </a:lnTo>
                <a:lnTo>
                  <a:pt x="202" y="241"/>
                </a:lnTo>
                <a:lnTo>
                  <a:pt x="202" y="243"/>
                </a:lnTo>
                <a:cubicBezTo>
                  <a:pt x="202" y="244"/>
                  <a:pt x="200" y="259"/>
                  <a:pt x="196" y="290"/>
                </a:cubicBezTo>
                <a:cubicBezTo>
                  <a:pt x="192" y="320"/>
                  <a:pt x="189" y="335"/>
                  <a:pt x="188" y="336"/>
                </a:cubicBezTo>
                <a:lnTo>
                  <a:pt x="188" y="338"/>
                </a:lnTo>
                <a:lnTo>
                  <a:pt x="0" y="338"/>
                </a:lnTo>
                <a:lnTo>
                  <a:pt x="0" y="328"/>
                </a:lnTo>
                <a:lnTo>
                  <a:pt x="0" y="322"/>
                </a:lnTo>
                <a:cubicBezTo>
                  <a:pt x="0" y="320"/>
                  <a:pt x="1" y="317"/>
                  <a:pt x="3" y="315"/>
                </a:cubicBezTo>
                <a:cubicBezTo>
                  <a:pt x="5" y="312"/>
                  <a:pt x="10" y="306"/>
                  <a:pt x="18" y="297"/>
                </a:cubicBezTo>
                <a:cubicBezTo>
                  <a:pt x="28" y="286"/>
                  <a:pt x="36" y="277"/>
                  <a:pt x="43" y="269"/>
                </a:cubicBezTo>
                <a:cubicBezTo>
                  <a:pt x="46" y="264"/>
                  <a:pt x="52" y="258"/>
                  <a:pt x="60" y="249"/>
                </a:cubicBezTo>
                <a:cubicBezTo>
                  <a:pt x="69" y="240"/>
                  <a:pt x="75" y="234"/>
                  <a:pt x="78" y="230"/>
                </a:cubicBezTo>
                <a:cubicBezTo>
                  <a:pt x="81" y="227"/>
                  <a:pt x="86" y="221"/>
                  <a:pt x="92" y="214"/>
                </a:cubicBezTo>
                <a:cubicBezTo>
                  <a:pt x="99" y="206"/>
                  <a:pt x="104" y="200"/>
                  <a:pt x="106" y="196"/>
                </a:cubicBezTo>
                <a:cubicBezTo>
                  <a:pt x="109" y="193"/>
                  <a:pt x="113" y="188"/>
                  <a:pt x="118" y="181"/>
                </a:cubicBezTo>
                <a:cubicBezTo>
                  <a:pt x="123" y="175"/>
                  <a:pt x="127" y="169"/>
                  <a:pt x="129" y="165"/>
                </a:cubicBezTo>
                <a:cubicBezTo>
                  <a:pt x="131" y="161"/>
                  <a:pt x="133" y="156"/>
                  <a:pt x="136" y="150"/>
                </a:cubicBezTo>
                <a:cubicBezTo>
                  <a:pt x="139" y="145"/>
                  <a:pt x="141" y="140"/>
                  <a:pt x="144" y="134"/>
                </a:cubicBezTo>
                <a:cubicBezTo>
                  <a:pt x="145" y="129"/>
                  <a:pt x="146" y="124"/>
                  <a:pt x="147" y="119"/>
                </a:cubicBezTo>
                <a:cubicBezTo>
                  <a:pt x="148" y="114"/>
                  <a:pt x="149" y="109"/>
                  <a:pt x="149" y="102"/>
                </a:cubicBezTo>
                <a:cubicBezTo>
                  <a:pt x="149" y="81"/>
                  <a:pt x="142" y="63"/>
                  <a:pt x="131" y="47"/>
                </a:cubicBezTo>
                <a:cubicBezTo>
                  <a:pt x="119" y="32"/>
                  <a:pt x="103" y="24"/>
                  <a:pt x="82" y="24"/>
                </a:cubicBezTo>
                <a:cubicBezTo>
                  <a:pt x="71" y="24"/>
                  <a:pt x="61" y="27"/>
                  <a:pt x="52" y="33"/>
                </a:cubicBezTo>
                <a:cubicBezTo>
                  <a:pt x="44" y="38"/>
                  <a:pt x="38" y="44"/>
                  <a:pt x="35" y="49"/>
                </a:cubicBezTo>
                <a:cubicBezTo>
                  <a:pt x="31" y="55"/>
                  <a:pt x="30" y="58"/>
                  <a:pt x="30" y="59"/>
                </a:cubicBezTo>
                <a:lnTo>
                  <a:pt x="32" y="59"/>
                </a:lnTo>
                <a:cubicBezTo>
                  <a:pt x="38" y="59"/>
                  <a:pt x="44" y="62"/>
                  <a:pt x="51" y="67"/>
                </a:cubicBezTo>
                <a:cubicBezTo>
                  <a:pt x="57" y="71"/>
                  <a:pt x="60" y="79"/>
                  <a:pt x="60" y="90"/>
                </a:cubicBezTo>
                <a:cubicBezTo>
                  <a:pt x="60" y="98"/>
                  <a:pt x="58" y="105"/>
                  <a:pt x="52" y="111"/>
                </a:cubicBezTo>
                <a:cubicBezTo>
                  <a:pt x="47" y="117"/>
                  <a:pt x="39" y="120"/>
                  <a:pt x="30" y="1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5" name=""/>
          <p:cNvSpPr/>
          <p:nvPr/>
        </p:nvSpPr>
        <p:spPr>
          <a:xfrm>
            <a:off x="5103000" y="4088160"/>
            <a:ext cx="10800" cy="257400"/>
          </a:xfrm>
          <a:custGeom>
            <a:avLst/>
            <a:gdLst/>
            <a:ahLst/>
            <a:rect l="0" t="0" r="r" b="b"/>
            <a:pathLst>
              <a:path w="30" h="715">
                <a:moveTo>
                  <a:pt x="15" y="715"/>
                </a:moveTo>
                <a:lnTo>
                  <a:pt x="14" y="715"/>
                </a:lnTo>
                <a:cubicBezTo>
                  <a:pt x="8" y="715"/>
                  <a:pt x="3" y="712"/>
                  <a:pt x="0" y="705"/>
                </a:cubicBezTo>
                <a:lnTo>
                  <a:pt x="0" y="357"/>
                </a:lnTo>
                <a:lnTo>
                  <a:pt x="1" y="9"/>
                </a:lnTo>
                <a:cubicBezTo>
                  <a:pt x="6" y="3"/>
                  <a:pt x="11" y="0"/>
                  <a:pt x="15" y="0"/>
                </a:cubicBezTo>
                <a:cubicBezTo>
                  <a:pt x="22" y="0"/>
                  <a:pt x="26" y="3"/>
                  <a:pt x="30" y="11"/>
                </a:cubicBezTo>
                <a:lnTo>
                  <a:pt x="30" y="705"/>
                </a:lnTo>
                <a:cubicBezTo>
                  <a:pt x="26" y="712"/>
                  <a:pt x="22" y="715"/>
                  <a:pt x="17" y="715"/>
                </a:cubicBezTo>
                <a:lnTo>
                  <a:pt x="15" y="7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6" name=""/>
          <p:cNvSpPr/>
          <p:nvPr/>
        </p:nvSpPr>
        <p:spPr>
          <a:xfrm>
            <a:off x="5236920" y="4117320"/>
            <a:ext cx="157680" cy="199440"/>
          </a:xfrm>
          <a:custGeom>
            <a:avLst/>
            <a:gdLst/>
            <a:ahLst/>
            <a:rect l="0" t="0" r="r" b="b"/>
            <a:pathLst>
              <a:path w="438" h="554">
                <a:moveTo>
                  <a:pt x="423" y="0"/>
                </a:moveTo>
                <a:cubicBezTo>
                  <a:pt x="427" y="0"/>
                  <a:pt x="430" y="1"/>
                  <a:pt x="433" y="4"/>
                </a:cubicBezTo>
                <a:cubicBezTo>
                  <a:pt x="436" y="7"/>
                  <a:pt x="438" y="11"/>
                  <a:pt x="438" y="15"/>
                </a:cubicBezTo>
                <a:cubicBezTo>
                  <a:pt x="438" y="19"/>
                  <a:pt x="436" y="23"/>
                  <a:pt x="433" y="25"/>
                </a:cubicBezTo>
                <a:cubicBezTo>
                  <a:pt x="432" y="25"/>
                  <a:pt x="368" y="56"/>
                  <a:pt x="240" y="117"/>
                </a:cubicBezTo>
                <a:lnTo>
                  <a:pt x="48" y="207"/>
                </a:lnTo>
                <a:lnTo>
                  <a:pt x="227" y="292"/>
                </a:lnTo>
                <a:cubicBezTo>
                  <a:pt x="364" y="357"/>
                  <a:pt x="434" y="390"/>
                  <a:pt x="435" y="393"/>
                </a:cubicBezTo>
                <a:cubicBezTo>
                  <a:pt x="437" y="395"/>
                  <a:pt x="438" y="398"/>
                  <a:pt x="438" y="400"/>
                </a:cubicBezTo>
                <a:cubicBezTo>
                  <a:pt x="438" y="409"/>
                  <a:pt x="433" y="414"/>
                  <a:pt x="425" y="415"/>
                </a:cubicBezTo>
                <a:lnTo>
                  <a:pt x="420" y="415"/>
                </a:lnTo>
                <a:lnTo>
                  <a:pt x="215" y="317"/>
                </a:lnTo>
                <a:cubicBezTo>
                  <a:pt x="76" y="252"/>
                  <a:pt x="6" y="219"/>
                  <a:pt x="5" y="218"/>
                </a:cubicBezTo>
                <a:cubicBezTo>
                  <a:pt x="1" y="216"/>
                  <a:pt x="0" y="212"/>
                  <a:pt x="0" y="206"/>
                </a:cubicBezTo>
                <a:cubicBezTo>
                  <a:pt x="0" y="201"/>
                  <a:pt x="3" y="197"/>
                  <a:pt x="9" y="194"/>
                </a:cubicBezTo>
                <a:cubicBezTo>
                  <a:pt x="13" y="192"/>
                  <a:pt x="82" y="160"/>
                  <a:pt x="215" y="97"/>
                </a:cubicBezTo>
                <a:cubicBezTo>
                  <a:pt x="347" y="35"/>
                  <a:pt x="414" y="3"/>
                  <a:pt x="417" y="1"/>
                </a:cubicBezTo>
                <a:cubicBezTo>
                  <a:pt x="419" y="0"/>
                  <a:pt x="421" y="0"/>
                  <a:pt x="423" y="0"/>
                </a:cubicBezTo>
                <a:moveTo>
                  <a:pt x="0" y="540"/>
                </a:moveTo>
                <a:cubicBezTo>
                  <a:pt x="0" y="535"/>
                  <a:pt x="4" y="531"/>
                  <a:pt x="11" y="526"/>
                </a:cubicBezTo>
                <a:lnTo>
                  <a:pt x="426" y="526"/>
                </a:lnTo>
                <a:cubicBezTo>
                  <a:pt x="434" y="529"/>
                  <a:pt x="438" y="533"/>
                  <a:pt x="438" y="540"/>
                </a:cubicBezTo>
                <a:cubicBezTo>
                  <a:pt x="438" y="546"/>
                  <a:pt x="434" y="551"/>
                  <a:pt x="427" y="554"/>
                </a:cubicBezTo>
                <a:lnTo>
                  <a:pt x="10" y="554"/>
                </a:lnTo>
                <a:cubicBezTo>
                  <a:pt x="4" y="551"/>
                  <a:pt x="0" y="546"/>
                  <a:pt x="0" y="5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7" name=""/>
          <p:cNvSpPr/>
          <p:nvPr/>
        </p:nvSpPr>
        <p:spPr>
          <a:xfrm>
            <a:off x="5495400" y="4105080"/>
            <a:ext cx="158760" cy="176760"/>
          </a:xfrm>
          <a:custGeom>
            <a:avLst/>
            <a:gdLst/>
            <a:ahLst/>
            <a:rect l="0" t="0" r="r" b="b"/>
            <a:pathLst>
              <a:path w="441" h="491">
                <a:moveTo>
                  <a:pt x="140" y="33"/>
                </a:moveTo>
                <a:cubicBezTo>
                  <a:pt x="124" y="33"/>
                  <a:pt x="116" y="32"/>
                  <a:pt x="115" y="30"/>
                </a:cubicBezTo>
                <a:cubicBezTo>
                  <a:pt x="114" y="29"/>
                  <a:pt x="114" y="28"/>
                  <a:pt x="114" y="25"/>
                </a:cubicBezTo>
                <a:cubicBezTo>
                  <a:pt x="114" y="13"/>
                  <a:pt x="116" y="5"/>
                  <a:pt x="122" y="1"/>
                </a:cubicBezTo>
                <a:cubicBezTo>
                  <a:pt x="123" y="1"/>
                  <a:pt x="126" y="0"/>
                  <a:pt x="132" y="0"/>
                </a:cubicBezTo>
                <a:cubicBezTo>
                  <a:pt x="158" y="2"/>
                  <a:pt x="188" y="3"/>
                  <a:pt x="223" y="3"/>
                </a:cubicBezTo>
                <a:cubicBezTo>
                  <a:pt x="290" y="3"/>
                  <a:pt x="330" y="2"/>
                  <a:pt x="340" y="0"/>
                </a:cubicBezTo>
                <a:lnTo>
                  <a:pt x="349" y="0"/>
                </a:lnTo>
                <a:cubicBezTo>
                  <a:pt x="352" y="3"/>
                  <a:pt x="353" y="5"/>
                  <a:pt x="353" y="7"/>
                </a:cubicBezTo>
                <a:cubicBezTo>
                  <a:pt x="353" y="8"/>
                  <a:pt x="352" y="13"/>
                  <a:pt x="352" y="20"/>
                </a:cubicBezTo>
                <a:cubicBezTo>
                  <a:pt x="349" y="27"/>
                  <a:pt x="347" y="31"/>
                  <a:pt x="345" y="33"/>
                </a:cubicBezTo>
                <a:lnTo>
                  <a:pt x="317" y="33"/>
                </a:lnTo>
                <a:cubicBezTo>
                  <a:pt x="284" y="34"/>
                  <a:pt x="265" y="36"/>
                  <a:pt x="259" y="40"/>
                </a:cubicBezTo>
                <a:cubicBezTo>
                  <a:pt x="256" y="42"/>
                  <a:pt x="252" y="48"/>
                  <a:pt x="249" y="60"/>
                </a:cubicBezTo>
                <a:cubicBezTo>
                  <a:pt x="246" y="71"/>
                  <a:pt x="230" y="135"/>
                  <a:pt x="201" y="249"/>
                </a:cubicBezTo>
                <a:cubicBezTo>
                  <a:pt x="193" y="280"/>
                  <a:pt x="185" y="313"/>
                  <a:pt x="177" y="348"/>
                </a:cubicBezTo>
                <a:cubicBezTo>
                  <a:pt x="168" y="383"/>
                  <a:pt x="162" y="409"/>
                  <a:pt x="157" y="427"/>
                </a:cubicBezTo>
                <a:lnTo>
                  <a:pt x="151" y="453"/>
                </a:lnTo>
                <a:cubicBezTo>
                  <a:pt x="151" y="454"/>
                  <a:pt x="153" y="455"/>
                  <a:pt x="157" y="455"/>
                </a:cubicBezTo>
                <a:cubicBezTo>
                  <a:pt x="162" y="455"/>
                  <a:pt x="176" y="456"/>
                  <a:pt x="200" y="457"/>
                </a:cubicBezTo>
                <a:lnTo>
                  <a:pt x="212" y="457"/>
                </a:lnTo>
                <a:cubicBezTo>
                  <a:pt x="227" y="457"/>
                  <a:pt x="239" y="457"/>
                  <a:pt x="248" y="456"/>
                </a:cubicBezTo>
                <a:cubicBezTo>
                  <a:pt x="257" y="456"/>
                  <a:pt x="269" y="454"/>
                  <a:pt x="283" y="451"/>
                </a:cubicBezTo>
                <a:cubicBezTo>
                  <a:pt x="298" y="448"/>
                  <a:pt x="310" y="444"/>
                  <a:pt x="319" y="438"/>
                </a:cubicBezTo>
                <a:cubicBezTo>
                  <a:pt x="330" y="433"/>
                  <a:pt x="340" y="424"/>
                  <a:pt x="352" y="414"/>
                </a:cubicBezTo>
                <a:cubicBezTo>
                  <a:pt x="363" y="403"/>
                  <a:pt x="373" y="390"/>
                  <a:pt x="382" y="375"/>
                </a:cubicBezTo>
                <a:cubicBezTo>
                  <a:pt x="389" y="360"/>
                  <a:pt x="396" y="344"/>
                  <a:pt x="403" y="327"/>
                </a:cubicBezTo>
                <a:cubicBezTo>
                  <a:pt x="410" y="309"/>
                  <a:pt x="414" y="299"/>
                  <a:pt x="415" y="297"/>
                </a:cubicBezTo>
                <a:cubicBezTo>
                  <a:pt x="418" y="295"/>
                  <a:pt x="422" y="295"/>
                  <a:pt x="427" y="295"/>
                </a:cubicBezTo>
                <a:lnTo>
                  <a:pt x="437" y="295"/>
                </a:lnTo>
                <a:cubicBezTo>
                  <a:pt x="439" y="299"/>
                  <a:pt x="441" y="301"/>
                  <a:pt x="441" y="302"/>
                </a:cubicBezTo>
                <a:cubicBezTo>
                  <a:pt x="441" y="303"/>
                  <a:pt x="436" y="317"/>
                  <a:pt x="427" y="345"/>
                </a:cubicBezTo>
                <a:cubicBezTo>
                  <a:pt x="417" y="372"/>
                  <a:pt x="407" y="400"/>
                  <a:pt x="395" y="430"/>
                </a:cubicBezTo>
                <a:cubicBezTo>
                  <a:pt x="384" y="460"/>
                  <a:pt x="378" y="478"/>
                  <a:pt x="377" y="483"/>
                </a:cubicBezTo>
                <a:cubicBezTo>
                  <a:pt x="376" y="486"/>
                  <a:pt x="375" y="487"/>
                  <a:pt x="374" y="488"/>
                </a:cubicBezTo>
                <a:cubicBezTo>
                  <a:pt x="373" y="488"/>
                  <a:pt x="369" y="489"/>
                  <a:pt x="362" y="490"/>
                </a:cubicBezTo>
                <a:cubicBezTo>
                  <a:pt x="356" y="491"/>
                  <a:pt x="345" y="491"/>
                  <a:pt x="332" y="490"/>
                </a:cubicBezTo>
                <a:cubicBezTo>
                  <a:pt x="326" y="490"/>
                  <a:pt x="307" y="490"/>
                  <a:pt x="276" y="490"/>
                </a:cubicBezTo>
                <a:cubicBezTo>
                  <a:pt x="245" y="490"/>
                  <a:pt x="216" y="490"/>
                  <a:pt x="188" y="490"/>
                </a:cubicBezTo>
                <a:lnTo>
                  <a:pt x="60" y="490"/>
                </a:lnTo>
                <a:cubicBezTo>
                  <a:pt x="20" y="490"/>
                  <a:pt x="0" y="487"/>
                  <a:pt x="0" y="483"/>
                </a:cubicBezTo>
                <a:cubicBezTo>
                  <a:pt x="0" y="479"/>
                  <a:pt x="1" y="476"/>
                  <a:pt x="2" y="473"/>
                </a:cubicBezTo>
                <a:cubicBezTo>
                  <a:pt x="4" y="464"/>
                  <a:pt x="6" y="459"/>
                  <a:pt x="9" y="458"/>
                </a:cubicBezTo>
                <a:cubicBezTo>
                  <a:pt x="11" y="457"/>
                  <a:pt x="14" y="457"/>
                  <a:pt x="19" y="457"/>
                </a:cubicBezTo>
                <a:lnTo>
                  <a:pt x="24" y="457"/>
                </a:lnTo>
                <a:cubicBezTo>
                  <a:pt x="37" y="457"/>
                  <a:pt x="51" y="456"/>
                  <a:pt x="67" y="455"/>
                </a:cubicBezTo>
                <a:cubicBezTo>
                  <a:pt x="73" y="453"/>
                  <a:pt x="78" y="450"/>
                  <a:pt x="80" y="446"/>
                </a:cubicBezTo>
                <a:cubicBezTo>
                  <a:pt x="82" y="444"/>
                  <a:pt x="99" y="378"/>
                  <a:pt x="132" y="247"/>
                </a:cubicBezTo>
                <a:cubicBezTo>
                  <a:pt x="165" y="117"/>
                  <a:pt x="181" y="47"/>
                  <a:pt x="181" y="40"/>
                </a:cubicBezTo>
                <a:cubicBezTo>
                  <a:pt x="181" y="36"/>
                  <a:pt x="167" y="34"/>
                  <a:pt x="14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8" name=""/>
          <p:cNvSpPr/>
          <p:nvPr/>
        </p:nvSpPr>
        <p:spPr>
          <a:xfrm>
            <a:off x="5739840" y="420120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0" y="44"/>
                </a:moveTo>
                <a:cubicBezTo>
                  <a:pt x="0" y="33"/>
                  <a:pt x="4" y="23"/>
                  <a:pt x="13" y="13"/>
                </a:cubicBezTo>
                <a:cubicBezTo>
                  <a:pt x="21" y="4"/>
                  <a:pt x="31" y="0"/>
                  <a:pt x="44" y="0"/>
                </a:cubicBezTo>
                <a:cubicBezTo>
                  <a:pt x="55" y="0"/>
                  <a:pt x="65" y="4"/>
                  <a:pt x="74" y="12"/>
                </a:cubicBezTo>
                <a:cubicBezTo>
                  <a:pt x="82" y="20"/>
                  <a:pt x="87" y="30"/>
                  <a:pt x="87" y="43"/>
                </a:cubicBezTo>
                <a:cubicBezTo>
                  <a:pt x="87" y="55"/>
                  <a:pt x="83" y="65"/>
                  <a:pt x="75" y="74"/>
                </a:cubicBezTo>
                <a:cubicBezTo>
                  <a:pt x="67" y="83"/>
                  <a:pt x="57" y="87"/>
                  <a:pt x="44" y="87"/>
                </a:cubicBezTo>
                <a:cubicBezTo>
                  <a:pt x="32" y="87"/>
                  <a:pt x="22" y="83"/>
                  <a:pt x="14" y="75"/>
                </a:cubicBezTo>
                <a:cubicBezTo>
                  <a:pt x="5" y="67"/>
                  <a:pt x="0" y="56"/>
                  <a:pt x="0" y="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9" name=""/>
          <p:cNvSpPr/>
          <p:nvPr/>
        </p:nvSpPr>
        <p:spPr>
          <a:xfrm>
            <a:off x="5853960" y="4105080"/>
            <a:ext cx="82080" cy="176400"/>
          </a:xfrm>
          <a:custGeom>
            <a:avLst/>
            <a:gdLst/>
            <a:ahLst/>
            <a:rect l="0" t="0" r="r" b="b"/>
            <a:pathLst>
              <a:path w="228" h="490">
                <a:moveTo>
                  <a:pt x="220" y="490"/>
                </a:moveTo>
                <a:cubicBezTo>
                  <a:pt x="210" y="488"/>
                  <a:pt x="174" y="488"/>
                  <a:pt x="114" y="488"/>
                </a:cubicBezTo>
                <a:cubicBezTo>
                  <a:pt x="53" y="488"/>
                  <a:pt x="18" y="488"/>
                  <a:pt x="8" y="490"/>
                </a:cubicBezTo>
                <a:lnTo>
                  <a:pt x="0" y="490"/>
                </a:lnTo>
                <a:lnTo>
                  <a:pt x="0" y="457"/>
                </a:lnTo>
                <a:lnTo>
                  <a:pt x="16" y="457"/>
                </a:lnTo>
                <a:cubicBezTo>
                  <a:pt x="39" y="457"/>
                  <a:pt x="54" y="456"/>
                  <a:pt x="61" y="455"/>
                </a:cubicBezTo>
                <a:cubicBezTo>
                  <a:pt x="67" y="453"/>
                  <a:pt x="72" y="451"/>
                  <a:pt x="75" y="447"/>
                </a:cubicBezTo>
                <a:cubicBezTo>
                  <a:pt x="76" y="445"/>
                  <a:pt x="76" y="378"/>
                  <a:pt x="76" y="245"/>
                </a:cubicBezTo>
                <a:cubicBezTo>
                  <a:pt x="76" y="113"/>
                  <a:pt x="76" y="45"/>
                  <a:pt x="75" y="43"/>
                </a:cubicBezTo>
                <a:cubicBezTo>
                  <a:pt x="73" y="41"/>
                  <a:pt x="71" y="39"/>
                  <a:pt x="69" y="38"/>
                </a:cubicBezTo>
                <a:cubicBezTo>
                  <a:pt x="67" y="37"/>
                  <a:pt x="62" y="36"/>
                  <a:pt x="53" y="35"/>
                </a:cubicBezTo>
                <a:cubicBezTo>
                  <a:pt x="45" y="33"/>
                  <a:pt x="32" y="33"/>
                  <a:pt x="16" y="33"/>
                </a:cubicBezTo>
                <a:lnTo>
                  <a:pt x="0" y="33"/>
                </a:lnTo>
                <a:lnTo>
                  <a:pt x="0" y="0"/>
                </a:lnTo>
                <a:lnTo>
                  <a:pt x="8" y="0"/>
                </a:lnTo>
                <a:cubicBezTo>
                  <a:pt x="18" y="2"/>
                  <a:pt x="53" y="3"/>
                  <a:pt x="114" y="3"/>
                </a:cubicBezTo>
                <a:cubicBezTo>
                  <a:pt x="174" y="3"/>
                  <a:pt x="210" y="2"/>
                  <a:pt x="220" y="0"/>
                </a:cubicBezTo>
                <a:lnTo>
                  <a:pt x="228" y="0"/>
                </a:lnTo>
                <a:lnTo>
                  <a:pt x="228" y="33"/>
                </a:lnTo>
                <a:lnTo>
                  <a:pt x="212" y="33"/>
                </a:lnTo>
                <a:cubicBezTo>
                  <a:pt x="188" y="33"/>
                  <a:pt x="173" y="34"/>
                  <a:pt x="166" y="35"/>
                </a:cubicBezTo>
                <a:cubicBezTo>
                  <a:pt x="160" y="37"/>
                  <a:pt x="155" y="39"/>
                  <a:pt x="152" y="43"/>
                </a:cubicBezTo>
                <a:cubicBezTo>
                  <a:pt x="151" y="45"/>
                  <a:pt x="151" y="113"/>
                  <a:pt x="151" y="245"/>
                </a:cubicBezTo>
                <a:cubicBezTo>
                  <a:pt x="151" y="378"/>
                  <a:pt x="151" y="445"/>
                  <a:pt x="152" y="447"/>
                </a:cubicBezTo>
                <a:cubicBezTo>
                  <a:pt x="154" y="449"/>
                  <a:pt x="156" y="451"/>
                  <a:pt x="158" y="452"/>
                </a:cubicBezTo>
                <a:cubicBezTo>
                  <a:pt x="160" y="453"/>
                  <a:pt x="165" y="454"/>
                  <a:pt x="174" y="455"/>
                </a:cubicBezTo>
                <a:cubicBezTo>
                  <a:pt x="182" y="457"/>
                  <a:pt x="195" y="457"/>
                  <a:pt x="212" y="457"/>
                </a:cubicBezTo>
                <a:lnTo>
                  <a:pt x="228" y="457"/>
                </a:lnTo>
                <a:lnTo>
                  <a:pt x="228" y="490"/>
                </a:lnTo>
                <a:lnTo>
                  <a:pt x="220" y="49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0" name=""/>
          <p:cNvSpPr/>
          <p:nvPr/>
        </p:nvSpPr>
        <p:spPr>
          <a:xfrm>
            <a:off x="5955840" y="4099680"/>
            <a:ext cx="173160" cy="231480"/>
          </a:xfrm>
          <a:custGeom>
            <a:avLst/>
            <a:gdLst/>
            <a:ahLst/>
            <a:rect l="0" t="0" r="r" b="b"/>
            <a:pathLst>
              <a:path w="481" h="643">
                <a:moveTo>
                  <a:pt x="0" y="260"/>
                </a:moveTo>
                <a:cubicBezTo>
                  <a:pt x="0" y="185"/>
                  <a:pt x="25" y="122"/>
                  <a:pt x="73" y="73"/>
                </a:cubicBezTo>
                <a:cubicBezTo>
                  <a:pt x="121" y="24"/>
                  <a:pt x="176" y="0"/>
                  <a:pt x="238" y="0"/>
                </a:cubicBezTo>
                <a:cubicBezTo>
                  <a:pt x="302" y="0"/>
                  <a:pt x="357" y="24"/>
                  <a:pt x="405" y="74"/>
                </a:cubicBezTo>
                <a:cubicBezTo>
                  <a:pt x="453" y="124"/>
                  <a:pt x="477" y="186"/>
                  <a:pt x="477" y="260"/>
                </a:cubicBezTo>
                <a:cubicBezTo>
                  <a:pt x="477" y="291"/>
                  <a:pt x="473" y="321"/>
                  <a:pt x="464" y="348"/>
                </a:cubicBezTo>
                <a:cubicBezTo>
                  <a:pt x="455" y="375"/>
                  <a:pt x="444" y="397"/>
                  <a:pt x="433" y="413"/>
                </a:cubicBezTo>
                <a:cubicBezTo>
                  <a:pt x="421" y="429"/>
                  <a:pt x="408" y="444"/>
                  <a:pt x="392" y="459"/>
                </a:cubicBezTo>
                <a:cubicBezTo>
                  <a:pt x="376" y="473"/>
                  <a:pt x="365" y="482"/>
                  <a:pt x="358" y="486"/>
                </a:cubicBezTo>
                <a:cubicBezTo>
                  <a:pt x="351" y="491"/>
                  <a:pt x="343" y="494"/>
                  <a:pt x="336" y="498"/>
                </a:cubicBezTo>
                <a:cubicBezTo>
                  <a:pt x="336" y="499"/>
                  <a:pt x="336" y="499"/>
                  <a:pt x="336" y="499"/>
                </a:cubicBezTo>
                <a:lnTo>
                  <a:pt x="335" y="499"/>
                </a:lnTo>
                <a:cubicBezTo>
                  <a:pt x="335" y="500"/>
                  <a:pt x="336" y="503"/>
                  <a:pt x="337" y="505"/>
                </a:cubicBezTo>
                <a:cubicBezTo>
                  <a:pt x="338" y="508"/>
                  <a:pt x="341" y="513"/>
                  <a:pt x="345" y="520"/>
                </a:cubicBezTo>
                <a:cubicBezTo>
                  <a:pt x="349" y="526"/>
                  <a:pt x="353" y="533"/>
                  <a:pt x="358" y="538"/>
                </a:cubicBezTo>
                <a:cubicBezTo>
                  <a:pt x="362" y="544"/>
                  <a:pt x="368" y="549"/>
                  <a:pt x="376" y="553"/>
                </a:cubicBezTo>
                <a:cubicBezTo>
                  <a:pt x="384" y="556"/>
                  <a:pt x="393" y="559"/>
                  <a:pt x="401" y="559"/>
                </a:cubicBezTo>
                <a:cubicBezTo>
                  <a:pt x="419" y="559"/>
                  <a:pt x="434" y="554"/>
                  <a:pt x="446" y="545"/>
                </a:cubicBezTo>
                <a:cubicBezTo>
                  <a:pt x="458" y="535"/>
                  <a:pt x="464" y="523"/>
                  <a:pt x="466" y="507"/>
                </a:cubicBezTo>
                <a:cubicBezTo>
                  <a:pt x="466" y="501"/>
                  <a:pt x="469" y="498"/>
                  <a:pt x="473" y="498"/>
                </a:cubicBezTo>
                <a:cubicBezTo>
                  <a:pt x="475" y="498"/>
                  <a:pt x="478" y="499"/>
                  <a:pt x="481" y="501"/>
                </a:cubicBezTo>
                <a:lnTo>
                  <a:pt x="481" y="514"/>
                </a:lnTo>
                <a:cubicBezTo>
                  <a:pt x="481" y="550"/>
                  <a:pt x="474" y="580"/>
                  <a:pt x="459" y="605"/>
                </a:cubicBezTo>
                <a:cubicBezTo>
                  <a:pt x="445" y="630"/>
                  <a:pt x="423" y="642"/>
                  <a:pt x="394" y="643"/>
                </a:cubicBezTo>
                <a:cubicBezTo>
                  <a:pt x="374" y="643"/>
                  <a:pt x="358" y="636"/>
                  <a:pt x="346" y="623"/>
                </a:cubicBezTo>
                <a:cubicBezTo>
                  <a:pt x="334" y="611"/>
                  <a:pt x="324" y="591"/>
                  <a:pt x="317" y="564"/>
                </a:cubicBezTo>
                <a:cubicBezTo>
                  <a:pt x="310" y="535"/>
                  <a:pt x="306" y="518"/>
                  <a:pt x="306" y="510"/>
                </a:cubicBezTo>
                <a:lnTo>
                  <a:pt x="298" y="513"/>
                </a:lnTo>
                <a:cubicBezTo>
                  <a:pt x="292" y="514"/>
                  <a:pt x="283" y="516"/>
                  <a:pt x="272" y="518"/>
                </a:cubicBezTo>
                <a:cubicBezTo>
                  <a:pt x="261" y="519"/>
                  <a:pt x="249" y="520"/>
                  <a:pt x="238" y="520"/>
                </a:cubicBezTo>
                <a:cubicBezTo>
                  <a:pt x="174" y="520"/>
                  <a:pt x="119" y="496"/>
                  <a:pt x="72" y="446"/>
                </a:cubicBezTo>
                <a:cubicBezTo>
                  <a:pt x="25" y="397"/>
                  <a:pt x="0" y="335"/>
                  <a:pt x="0" y="260"/>
                </a:cubicBezTo>
                <a:moveTo>
                  <a:pt x="395" y="261"/>
                </a:moveTo>
                <a:cubicBezTo>
                  <a:pt x="395" y="218"/>
                  <a:pt x="390" y="181"/>
                  <a:pt x="380" y="149"/>
                </a:cubicBezTo>
                <a:cubicBezTo>
                  <a:pt x="370" y="117"/>
                  <a:pt x="357" y="93"/>
                  <a:pt x="341" y="76"/>
                </a:cubicBezTo>
                <a:cubicBezTo>
                  <a:pt x="324" y="59"/>
                  <a:pt x="308" y="47"/>
                  <a:pt x="291" y="40"/>
                </a:cubicBezTo>
                <a:cubicBezTo>
                  <a:pt x="273" y="32"/>
                  <a:pt x="256" y="28"/>
                  <a:pt x="240" y="28"/>
                </a:cubicBezTo>
                <a:cubicBezTo>
                  <a:pt x="223" y="28"/>
                  <a:pt x="206" y="32"/>
                  <a:pt x="188" y="40"/>
                </a:cubicBezTo>
                <a:cubicBezTo>
                  <a:pt x="171" y="47"/>
                  <a:pt x="154" y="59"/>
                  <a:pt x="138" y="76"/>
                </a:cubicBezTo>
                <a:cubicBezTo>
                  <a:pt x="123" y="93"/>
                  <a:pt x="109" y="117"/>
                  <a:pt x="98" y="149"/>
                </a:cubicBezTo>
                <a:cubicBezTo>
                  <a:pt x="87" y="181"/>
                  <a:pt x="82" y="218"/>
                  <a:pt x="82" y="261"/>
                </a:cubicBezTo>
                <a:cubicBezTo>
                  <a:pt x="82" y="355"/>
                  <a:pt x="108" y="422"/>
                  <a:pt x="159" y="463"/>
                </a:cubicBezTo>
                <a:cubicBezTo>
                  <a:pt x="170" y="472"/>
                  <a:pt x="177" y="476"/>
                  <a:pt x="179" y="476"/>
                </a:cubicBezTo>
                <a:lnTo>
                  <a:pt x="178" y="474"/>
                </a:lnTo>
                <a:cubicBezTo>
                  <a:pt x="178" y="473"/>
                  <a:pt x="178" y="472"/>
                  <a:pt x="178" y="471"/>
                </a:cubicBezTo>
                <a:cubicBezTo>
                  <a:pt x="177" y="467"/>
                  <a:pt x="176" y="462"/>
                  <a:pt x="176" y="455"/>
                </a:cubicBezTo>
                <a:cubicBezTo>
                  <a:pt x="176" y="439"/>
                  <a:pt x="182" y="425"/>
                  <a:pt x="193" y="412"/>
                </a:cubicBezTo>
                <a:cubicBezTo>
                  <a:pt x="205" y="399"/>
                  <a:pt x="220" y="393"/>
                  <a:pt x="241" y="393"/>
                </a:cubicBezTo>
                <a:cubicBezTo>
                  <a:pt x="271" y="393"/>
                  <a:pt x="295" y="413"/>
                  <a:pt x="315" y="454"/>
                </a:cubicBezTo>
                <a:lnTo>
                  <a:pt x="319" y="462"/>
                </a:lnTo>
                <a:cubicBezTo>
                  <a:pt x="342" y="447"/>
                  <a:pt x="360" y="421"/>
                  <a:pt x="374" y="386"/>
                </a:cubicBezTo>
                <a:cubicBezTo>
                  <a:pt x="388" y="353"/>
                  <a:pt x="395" y="311"/>
                  <a:pt x="395" y="261"/>
                </a:cubicBezTo>
                <a:moveTo>
                  <a:pt x="236" y="492"/>
                </a:moveTo>
                <a:cubicBezTo>
                  <a:pt x="245" y="492"/>
                  <a:pt x="255" y="491"/>
                  <a:pt x="265" y="487"/>
                </a:cubicBezTo>
                <a:cubicBezTo>
                  <a:pt x="275" y="485"/>
                  <a:pt x="283" y="483"/>
                  <a:pt x="289" y="480"/>
                </a:cubicBezTo>
                <a:cubicBezTo>
                  <a:pt x="295" y="478"/>
                  <a:pt x="298" y="476"/>
                  <a:pt x="298" y="475"/>
                </a:cubicBezTo>
                <a:cubicBezTo>
                  <a:pt x="298" y="472"/>
                  <a:pt x="297" y="468"/>
                  <a:pt x="296" y="463"/>
                </a:cubicBezTo>
                <a:cubicBezTo>
                  <a:pt x="294" y="458"/>
                  <a:pt x="290" y="451"/>
                  <a:pt x="282" y="441"/>
                </a:cubicBezTo>
                <a:cubicBezTo>
                  <a:pt x="274" y="431"/>
                  <a:pt x="266" y="424"/>
                  <a:pt x="256" y="421"/>
                </a:cubicBezTo>
                <a:cubicBezTo>
                  <a:pt x="249" y="421"/>
                  <a:pt x="243" y="420"/>
                  <a:pt x="237" y="420"/>
                </a:cubicBezTo>
                <a:cubicBezTo>
                  <a:pt x="228" y="420"/>
                  <a:pt x="220" y="424"/>
                  <a:pt x="213" y="431"/>
                </a:cubicBezTo>
                <a:cubicBezTo>
                  <a:pt x="207" y="438"/>
                  <a:pt x="203" y="446"/>
                  <a:pt x="203" y="456"/>
                </a:cubicBezTo>
                <a:cubicBezTo>
                  <a:pt x="203" y="465"/>
                  <a:pt x="206" y="473"/>
                  <a:pt x="212" y="480"/>
                </a:cubicBezTo>
                <a:cubicBezTo>
                  <a:pt x="218" y="487"/>
                  <a:pt x="226" y="492"/>
                  <a:pt x="236" y="49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1" name=""/>
          <p:cNvSpPr/>
          <p:nvPr/>
        </p:nvSpPr>
        <p:spPr>
          <a:xfrm>
            <a:off x="6148800" y="4105080"/>
            <a:ext cx="181800" cy="181800"/>
          </a:xfrm>
          <a:custGeom>
            <a:avLst/>
            <a:gdLst/>
            <a:ahLst/>
            <a:rect l="0" t="0" r="r" b="b"/>
            <a:pathLst>
              <a:path w="505" h="505">
                <a:moveTo>
                  <a:pt x="73" y="44"/>
                </a:moveTo>
                <a:cubicBezTo>
                  <a:pt x="70" y="41"/>
                  <a:pt x="67" y="39"/>
                  <a:pt x="65" y="38"/>
                </a:cubicBezTo>
                <a:cubicBezTo>
                  <a:pt x="63" y="37"/>
                  <a:pt x="60" y="36"/>
                  <a:pt x="54" y="35"/>
                </a:cubicBezTo>
                <a:cubicBezTo>
                  <a:pt x="48" y="35"/>
                  <a:pt x="38" y="34"/>
                  <a:pt x="23" y="33"/>
                </a:cubicBezTo>
                <a:lnTo>
                  <a:pt x="0" y="33"/>
                </a:lnTo>
                <a:lnTo>
                  <a:pt x="0" y="0"/>
                </a:lnTo>
                <a:lnTo>
                  <a:pt x="125" y="0"/>
                </a:lnTo>
                <a:lnTo>
                  <a:pt x="149" y="0"/>
                </a:lnTo>
                <a:lnTo>
                  <a:pt x="195" y="0"/>
                </a:lnTo>
                <a:cubicBezTo>
                  <a:pt x="231" y="0"/>
                  <a:pt x="259" y="2"/>
                  <a:pt x="278" y="5"/>
                </a:cubicBezTo>
                <a:cubicBezTo>
                  <a:pt x="298" y="8"/>
                  <a:pt x="319" y="14"/>
                  <a:pt x="339" y="25"/>
                </a:cubicBezTo>
                <a:cubicBezTo>
                  <a:pt x="384" y="48"/>
                  <a:pt x="410" y="79"/>
                  <a:pt x="417" y="119"/>
                </a:cubicBezTo>
                <a:cubicBezTo>
                  <a:pt x="417" y="121"/>
                  <a:pt x="417" y="125"/>
                  <a:pt x="417" y="131"/>
                </a:cubicBezTo>
                <a:cubicBezTo>
                  <a:pt x="417" y="146"/>
                  <a:pt x="414" y="161"/>
                  <a:pt x="406" y="175"/>
                </a:cubicBezTo>
                <a:cubicBezTo>
                  <a:pt x="398" y="189"/>
                  <a:pt x="389" y="200"/>
                  <a:pt x="379" y="208"/>
                </a:cubicBezTo>
                <a:cubicBezTo>
                  <a:pt x="368" y="217"/>
                  <a:pt x="358" y="224"/>
                  <a:pt x="347" y="231"/>
                </a:cubicBezTo>
                <a:cubicBezTo>
                  <a:pt x="336" y="237"/>
                  <a:pt x="326" y="241"/>
                  <a:pt x="319" y="243"/>
                </a:cubicBezTo>
                <a:lnTo>
                  <a:pt x="306" y="247"/>
                </a:lnTo>
                <a:cubicBezTo>
                  <a:pt x="309" y="248"/>
                  <a:pt x="311" y="250"/>
                  <a:pt x="315" y="251"/>
                </a:cubicBezTo>
                <a:cubicBezTo>
                  <a:pt x="329" y="259"/>
                  <a:pt x="341" y="267"/>
                  <a:pt x="350" y="276"/>
                </a:cubicBezTo>
                <a:cubicBezTo>
                  <a:pt x="359" y="284"/>
                  <a:pt x="366" y="295"/>
                  <a:pt x="371" y="307"/>
                </a:cubicBezTo>
                <a:cubicBezTo>
                  <a:pt x="376" y="320"/>
                  <a:pt x="379" y="330"/>
                  <a:pt x="381" y="338"/>
                </a:cubicBezTo>
                <a:cubicBezTo>
                  <a:pt x="383" y="346"/>
                  <a:pt x="385" y="359"/>
                  <a:pt x="387" y="378"/>
                </a:cubicBezTo>
                <a:cubicBezTo>
                  <a:pt x="390" y="396"/>
                  <a:pt x="392" y="411"/>
                  <a:pt x="394" y="422"/>
                </a:cubicBezTo>
                <a:cubicBezTo>
                  <a:pt x="399" y="445"/>
                  <a:pt x="405" y="460"/>
                  <a:pt x="412" y="468"/>
                </a:cubicBezTo>
                <a:cubicBezTo>
                  <a:pt x="418" y="475"/>
                  <a:pt x="427" y="478"/>
                  <a:pt x="439" y="478"/>
                </a:cubicBezTo>
                <a:lnTo>
                  <a:pt x="442" y="478"/>
                </a:lnTo>
                <a:cubicBezTo>
                  <a:pt x="450" y="478"/>
                  <a:pt x="456" y="474"/>
                  <a:pt x="463" y="467"/>
                </a:cubicBezTo>
                <a:cubicBezTo>
                  <a:pt x="470" y="459"/>
                  <a:pt x="474" y="446"/>
                  <a:pt x="476" y="427"/>
                </a:cubicBezTo>
                <a:cubicBezTo>
                  <a:pt x="476" y="421"/>
                  <a:pt x="477" y="418"/>
                  <a:pt x="479" y="417"/>
                </a:cubicBezTo>
                <a:cubicBezTo>
                  <a:pt x="481" y="415"/>
                  <a:pt x="485" y="414"/>
                  <a:pt x="490" y="414"/>
                </a:cubicBezTo>
                <a:cubicBezTo>
                  <a:pt x="496" y="413"/>
                  <a:pt x="500" y="414"/>
                  <a:pt x="502" y="415"/>
                </a:cubicBezTo>
                <a:cubicBezTo>
                  <a:pt x="504" y="417"/>
                  <a:pt x="505" y="420"/>
                  <a:pt x="505" y="424"/>
                </a:cubicBezTo>
                <a:cubicBezTo>
                  <a:pt x="505" y="439"/>
                  <a:pt x="501" y="455"/>
                  <a:pt x="493" y="470"/>
                </a:cubicBezTo>
                <a:cubicBezTo>
                  <a:pt x="486" y="486"/>
                  <a:pt x="475" y="496"/>
                  <a:pt x="462" y="501"/>
                </a:cubicBezTo>
                <a:cubicBezTo>
                  <a:pt x="454" y="504"/>
                  <a:pt x="444" y="505"/>
                  <a:pt x="432" y="505"/>
                </a:cubicBezTo>
                <a:cubicBezTo>
                  <a:pt x="361" y="503"/>
                  <a:pt x="320" y="476"/>
                  <a:pt x="309" y="424"/>
                </a:cubicBezTo>
                <a:cubicBezTo>
                  <a:pt x="307" y="419"/>
                  <a:pt x="306" y="402"/>
                  <a:pt x="306" y="372"/>
                </a:cubicBezTo>
                <a:cubicBezTo>
                  <a:pt x="306" y="343"/>
                  <a:pt x="305" y="323"/>
                  <a:pt x="301" y="313"/>
                </a:cubicBezTo>
                <a:cubicBezTo>
                  <a:pt x="292" y="285"/>
                  <a:pt x="274" y="268"/>
                  <a:pt x="247" y="260"/>
                </a:cubicBezTo>
                <a:lnTo>
                  <a:pt x="240" y="258"/>
                </a:lnTo>
                <a:lnTo>
                  <a:pt x="193" y="258"/>
                </a:lnTo>
                <a:lnTo>
                  <a:pt x="145" y="258"/>
                </a:lnTo>
                <a:lnTo>
                  <a:pt x="145" y="351"/>
                </a:lnTo>
                <a:lnTo>
                  <a:pt x="146" y="446"/>
                </a:lnTo>
                <a:cubicBezTo>
                  <a:pt x="149" y="451"/>
                  <a:pt x="153" y="454"/>
                  <a:pt x="158" y="455"/>
                </a:cubicBezTo>
                <a:cubicBezTo>
                  <a:pt x="163" y="456"/>
                  <a:pt x="176" y="456"/>
                  <a:pt x="195" y="457"/>
                </a:cubicBezTo>
                <a:lnTo>
                  <a:pt x="219" y="457"/>
                </a:lnTo>
                <a:lnTo>
                  <a:pt x="219" y="490"/>
                </a:lnTo>
                <a:lnTo>
                  <a:pt x="211" y="490"/>
                </a:lnTo>
                <a:cubicBezTo>
                  <a:pt x="201" y="488"/>
                  <a:pt x="167" y="488"/>
                  <a:pt x="110" y="488"/>
                </a:cubicBezTo>
                <a:cubicBezTo>
                  <a:pt x="51" y="488"/>
                  <a:pt x="17" y="488"/>
                  <a:pt x="7" y="490"/>
                </a:cubicBezTo>
                <a:lnTo>
                  <a:pt x="0" y="490"/>
                </a:lnTo>
                <a:lnTo>
                  <a:pt x="0" y="457"/>
                </a:lnTo>
                <a:lnTo>
                  <a:pt x="23" y="457"/>
                </a:lnTo>
                <a:cubicBezTo>
                  <a:pt x="43" y="456"/>
                  <a:pt x="55" y="456"/>
                  <a:pt x="60" y="455"/>
                </a:cubicBezTo>
                <a:cubicBezTo>
                  <a:pt x="64" y="454"/>
                  <a:pt x="68" y="451"/>
                  <a:pt x="73" y="446"/>
                </a:cubicBezTo>
                <a:lnTo>
                  <a:pt x="73" y="44"/>
                </a:lnTo>
                <a:moveTo>
                  <a:pt x="332" y="132"/>
                </a:moveTo>
                <a:lnTo>
                  <a:pt x="332" y="125"/>
                </a:lnTo>
                <a:cubicBezTo>
                  <a:pt x="332" y="116"/>
                  <a:pt x="332" y="109"/>
                  <a:pt x="332" y="103"/>
                </a:cubicBezTo>
                <a:cubicBezTo>
                  <a:pt x="331" y="98"/>
                  <a:pt x="329" y="90"/>
                  <a:pt x="325" y="81"/>
                </a:cubicBezTo>
                <a:cubicBezTo>
                  <a:pt x="321" y="72"/>
                  <a:pt x="317" y="65"/>
                  <a:pt x="312" y="59"/>
                </a:cubicBezTo>
                <a:cubicBezTo>
                  <a:pt x="305" y="53"/>
                  <a:pt x="296" y="48"/>
                  <a:pt x="283" y="43"/>
                </a:cubicBezTo>
                <a:cubicBezTo>
                  <a:pt x="271" y="39"/>
                  <a:pt x="256" y="35"/>
                  <a:pt x="239" y="34"/>
                </a:cubicBezTo>
                <a:cubicBezTo>
                  <a:pt x="238" y="34"/>
                  <a:pt x="233" y="34"/>
                  <a:pt x="223" y="34"/>
                </a:cubicBezTo>
                <a:cubicBezTo>
                  <a:pt x="214" y="34"/>
                  <a:pt x="205" y="34"/>
                  <a:pt x="198" y="33"/>
                </a:cubicBezTo>
                <a:lnTo>
                  <a:pt x="183" y="33"/>
                </a:lnTo>
                <a:cubicBezTo>
                  <a:pt x="161" y="33"/>
                  <a:pt x="149" y="35"/>
                  <a:pt x="148" y="40"/>
                </a:cubicBezTo>
                <a:cubicBezTo>
                  <a:pt x="146" y="42"/>
                  <a:pt x="145" y="74"/>
                  <a:pt x="145" y="137"/>
                </a:cubicBezTo>
                <a:lnTo>
                  <a:pt x="145" y="231"/>
                </a:lnTo>
                <a:lnTo>
                  <a:pt x="187" y="231"/>
                </a:lnTo>
                <a:cubicBezTo>
                  <a:pt x="235" y="231"/>
                  <a:pt x="270" y="227"/>
                  <a:pt x="291" y="218"/>
                </a:cubicBezTo>
                <a:cubicBezTo>
                  <a:pt x="312" y="210"/>
                  <a:pt x="326" y="191"/>
                  <a:pt x="331" y="163"/>
                </a:cubicBezTo>
                <a:cubicBezTo>
                  <a:pt x="332" y="157"/>
                  <a:pt x="332" y="147"/>
                  <a:pt x="332" y="1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2" name=""/>
          <p:cNvSpPr/>
          <p:nvPr/>
        </p:nvSpPr>
        <p:spPr>
          <a:xfrm>
            <a:off x="6343200" y="4259160"/>
            <a:ext cx="91800" cy="116280"/>
          </a:xfrm>
          <a:custGeom>
            <a:avLst/>
            <a:gdLst/>
            <a:ahLst/>
            <a:rect l="0" t="0" r="r" b="b"/>
            <a:pathLst>
              <a:path w="255" h="323">
                <a:moveTo>
                  <a:pt x="8" y="300"/>
                </a:moveTo>
                <a:lnTo>
                  <a:pt x="15" y="300"/>
                </a:lnTo>
                <a:cubicBezTo>
                  <a:pt x="28" y="300"/>
                  <a:pt x="36" y="297"/>
                  <a:pt x="39" y="293"/>
                </a:cubicBezTo>
                <a:lnTo>
                  <a:pt x="39" y="289"/>
                </a:lnTo>
                <a:cubicBezTo>
                  <a:pt x="39" y="286"/>
                  <a:pt x="39" y="283"/>
                  <a:pt x="39" y="279"/>
                </a:cubicBezTo>
                <a:cubicBezTo>
                  <a:pt x="39" y="275"/>
                  <a:pt x="39" y="270"/>
                  <a:pt x="39" y="264"/>
                </a:cubicBezTo>
                <a:cubicBezTo>
                  <a:pt x="39" y="258"/>
                  <a:pt x="39" y="251"/>
                  <a:pt x="40" y="244"/>
                </a:cubicBezTo>
                <a:cubicBezTo>
                  <a:pt x="40" y="237"/>
                  <a:pt x="40" y="230"/>
                  <a:pt x="40" y="222"/>
                </a:cubicBezTo>
                <a:cubicBezTo>
                  <a:pt x="39" y="214"/>
                  <a:pt x="39" y="205"/>
                  <a:pt x="40" y="196"/>
                </a:cubicBezTo>
                <a:cubicBezTo>
                  <a:pt x="40" y="187"/>
                  <a:pt x="40" y="179"/>
                  <a:pt x="40" y="170"/>
                </a:cubicBezTo>
                <a:cubicBezTo>
                  <a:pt x="40" y="159"/>
                  <a:pt x="40" y="147"/>
                  <a:pt x="40" y="135"/>
                </a:cubicBezTo>
                <a:cubicBezTo>
                  <a:pt x="40" y="122"/>
                  <a:pt x="40" y="111"/>
                  <a:pt x="40" y="101"/>
                </a:cubicBezTo>
                <a:cubicBezTo>
                  <a:pt x="40" y="91"/>
                  <a:pt x="40" y="82"/>
                  <a:pt x="40" y="74"/>
                </a:cubicBezTo>
                <a:cubicBezTo>
                  <a:pt x="40" y="66"/>
                  <a:pt x="39" y="60"/>
                  <a:pt x="39" y="55"/>
                </a:cubicBezTo>
                <a:cubicBezTo>
                  <a:pt x="39" y="50"/>
                  <a:pt x="39" y="47"/>
                  <a:pt x="39" y="47"/>
                </a:cubicBezTo>
                <a:cubicBezTo>
                  <a:pt x="38" y="40"/>
                  <a:pt x="36" y="36"/>
                  <a:pt x="32" y="34"/>
                </a:cubicBezTo>
                <a:cubicBezTo>
                  <a:pt x="28" y="32"/>
                  <a:pt x="21" y="30"/>
                  <a:pt x="9" y="29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10"/>
                  <a:pt x="1" y="6"/>
                  <a:pt x="1" y="6"/>
                </a:cubicBezTo>
                <a:lnTo>
                  <a:pt x="6" y="6"/>
                </a:lnTo>
                <a:cubicBezTo>
                  <a:pt x="10" y="5"/>
                  <a:pt x="14" y="5"/>
                  <a:pt x="21" y="5"/>
                </a:cubicBezTo>
                <a:cubicBezTo>
                  <a:pt x="27" y="4"/>
                  <a:pt x="34" y="4"/>
                  <a:pt x="40" y="4"/>
                </a:cubicBezTo>
                <a:cubicBezTo>
                  <a:pt x="45" y="3"/>
                  <a:pt x="52" y="3"/>
                  <a:pt x="58" y="3"/>
                </a:cubicBezTo>
                <a:cubicBezTo>
                  <a:pt x="65" y="2"/>
                  <a:pt x="70" y="2"/>
                  <a:pt x="73" y="1"/>
                </a:cubicBezTo>
                <a:cubicBezTo>
                  <a:pt x="77" y="0"/>
                  <a:pt x="79" y="0"/>
                  <a:pt x="79" y="1"/>
                </a:cubicBezTo>
                <a:lnTo>
                  <a:pt x="81" y="1"/>
                </a:lnTo>
                <a:lnTo>
                  <a:pt x="81" y="14"/>
                </a:lnTo>
                <a:lnTo>
                  <a:pt x="81" y="27"/>
                </a:lnTo>
                <a:lnTo>
                  <a:pt x="85" y="23"/>
                </a:lnTo>
                <a:cubicBezTo>
                  <a:pt x="105" y="9"/>
                  <a:pt x="128" y="1"/>
                  <a:pt x="155" y="1"/>
                </a:cubicBezTo>
                <a:cubicBezTo>
                  <a:pt x="182" y="1"/>
                  <a:pt x="205" y="12"/>
                  <a:pt x="226" y="33"/>
                </a:cubicBezTo>
                <a:cubicBezTo>
                  <a:pt x="245" y="55"/>
                  <a:pt x="255" y="82"/>
                  <a:pt x="255" y="115"/>
                </a:cubicBezTo>
                <a:cubicBezTo>
                  <a:pt x="255" y="149"/>
                  <a:pt x="244" y="177"/>
                  <a:pt x="222" y="198"/>
                </a:cubicBezTo>
                <a:cubicBezTo>
                  <a:pt x="199" y="220"/>
                  <a:pt x="174" y="231"/>
                  <a:pt x="147" y="231"/>
                </a:cubicBezTo>
                <a:cubicBezTo>
                  <a:pt x="124" y="231"/>
                  <a:pt x="104" y="223"/>
                  <a:pt x="86" y="208"/>
                </a:cubicBezTo>
                <a:lnTo>
                  <a:pt x="82" y="204"/>
                </a:lnTo>
                <a:lnTo>
                  <a:pt x="82" y="248"/>
                </a:lnTo>
                <a:lnTo>
                  <a:pt x="82" y="276"/>
                </a:lnTo>
                <a:cubicBezTo>
                  <a:pt x="82" y="285"/>
                  <a:pt x="82" y="291"/>
                  <a:pt x="83" y="293"/>
                </a:cubicBezTo>
                <a:cubicBezTo>
                  <a:pt x="84" y="295"/>
                  <a:pt x="86" y="297"/>
                  <a:pt x="89" y="298"/>
                </a:cubicBezTo>
                <a:cubicBezTo>
                  <a:pt x="96" y="299"/>
                  <a:pt x="104" y="300"/>
                  <a:pt x="113" y="300"/>
                </a:cubicBezTo>
                <a:lnTo>
                  <a:pt x="121" y="300"/>
                </a:lnTo>
                <a:lnTo>
                  <a:pt x="121" y="323"/>
                </a:lnTo>
                <a:lnTo>
                  <a:pt x="117" y="323"/>
                </a:lnTo>
                <a:lnTo>
                  <a:pt x="105" y="323"/>
                </a:lnTo>
                <a:cubicBezTo>
                  <a:pt x="98" y="322"/>
                  <a:pt x="89" y="322"/>
                  <a:pt x="80" y="322"/>
                </a:cubicBezTo>
                <a:cubicBezTo>
                  <a:pt x="71" y="322"/>
                  <a:pt x="65" y="322"/>
                  <a:pt x="61" y="322"/>
                </a:cubicBezTo>
                <a:cubicBezTo>
                  <a:pt x="26" y="322"/>
                  <a:pt x="7" y="322"/>
                  <a:pt x="4" y="323"/>
                </a:cubicBezTo>
                <a:lnTo>
                  <a:pt x="0" y="323"/>
                </a:lnTo>
                <a:lnTo>
                  <a:pt x="0" y="300"/>
                </a:lnTo>
                <a:lnTo>
                  <a:pt x="8" y="300"/>
                </a:lnTo>
                <a:moveTo>
                  <a:pt x="204" y="114"/>
                </a:moveTo>
                <a:cubicBezTo>
                  <a:pt x="204" y="89"/>
                  <a:pt x="199" y="67"/>
                  <a:pt x="187" y="49"/>
                </a:cubicBezTo>
                <a:cubicBezTo>
                  <a:pt x="176" y="30"/>
                  <a:pt x="161" y="21"/>
                  <a:pt x="144" y="21"/>
                </a:cubicBezTo>
                <a:cubicBezTo>
                  <a:pt x="120" y="21"/>
                  <a:pt x="100" y="32"/>
                  <a:pt x="82" y="54"/>
                </a:cubicBezTo>
                <a:lnTo>
                  <a:pt x="82" y="174"/>
                </a:lnTo>
                <a:cubicBezTo>
                  <a:pt x="96" y="199"/>
                  <a:pt x="114" y="212"/>
                  <a:pt x="139" y="212"/>
                </a:cubicBezTo>
                <a:cubicBezTo>
                  <a:pt x="156" y="212"/>
                  <a:pt x="171" y="202"/>
                  <a:pt x="184" y="184"/>
                </a:cubicBezTo>
                <a:cubicBezTo>
                  <a:pt x="197" y="165"/>
                  <a:pt x="204" y="142"/>
                  <a:pt x="204" y="1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3" name=""/>
          <p:cNvSpPr/>
          <p:nvPr/>
        </p:nvSpPr>
        <p:spPr>
          <a:xfrm>
            <a:off x="6445800" y="4258440"/>
            <a:ext cx="81000" cy="83520"/>
          </a:xfrm>
          <a:custGeom>
            <a:avLst/>
            <a:gdLst/>
            <a:ahLst/>
            <a:rect l="0" t="0" r="r" b="b"/>
            <a:pathLst>
              <a:path w="225" h="232">
                <a:moveTo>
                  <a:pt x="0" y="119"/>
                </a:moveTo>
                <a:cubicBezTo>
                  <a:pt x="0" y="87"/>
                  <a:pt x="11" y="58"/>
                  <a:pt x="33" y="35"/>
                </a:cubicBezTo>
                <a:cubicBezTo>
                  <a:pt x="56" y="12"/>
                  <a:pt x="82" y="0"/>
                  <a:pt x="113" y="0"/>
                </a:cubicBezTo>
                <a:cubicBezTo>
                  <a:pt x="144" y="0"/>
                  <a:pt x="170" y="11"/>
                  <a:pt x="192" y="34"/>
                </a:cubicBezTo>
                <a:cubicBezTo>
                  <a:pt x="214" y="57"/>
                  <a:pt x="225" y="86"/>
                  <a:pt x="225" y="118"/>
                </a:cubicBezTo>
                <a:cubicBezTo>
                  <a:pt x="225" y="150"/>
                  <a:pt x="214" y="177"/>
                  <a:pt x="193" y="199"/>
                </a:cubicBezTo>
                <a:cubicBezTo>
                  <a:pt x="171" y="221"/>
                  <a:pt x="145" y="232"/>
                  <a:pt x="113" y="232"/>
                </a:cubicBezTo>
                <a:cubicBezTo>
                  <a:pt x="81" y="232"/>
                  <a:pt x="54" y="221"/>
                  <a:pt x="32" y="198"/>
                </a:cubicBezTo>
                <a:cubicBezTo>
                  <a:pt x="11" y="176"/>
                  <a:pt x="1" y="149"/>
                  <a:pt x="0" y="119"/>
                </a:cubicBezTo>
                <a:moveTo>
                  <a:pt x="113" y="212"/>
                </a:moveTo>
                <a:cubicBezTo>
                  <a:pt x="155" y="212"/>
                  <a:pt x="175" y="184"/>
                  <a:pt x="175" y="129"/>
                </a:cubicBezTo>
                <a:lnTo>
                  <a:pt x="175" y="113"/>
                </a:lnTo>
                <a:lnTo>
                  <a:pt x="175" y="101"/>
                </a:lnTo>
                <a:cubicBezTo>
                  <a:pt x="175" y="93"/>
                  <a:pt x="175" y="87"/>
                  <a:pt x="175" y="81"/>
                </a:cubicBezTo>
                <a:cubicBezTo>
                  <a:pt x="174" y="76"/>
                  <a:pt x="173" y="70"/>
                  <a:pt x="171" y="61"/>
                </a:cubicBezTo>
                <a:cubicBezTo>
                  <a:pt x="169" y="54"/>
                  <a:pt x="166" y="48"/>
                  <a:pt x="163" y="43"/>
                </a:cubicBezTo>
                <a:cubicBezTo>
                  <a:pt x="160" y="38"/>
                  <a:pt x="154" y="34"/>
                  <a:pt x="147" y="29"/>
                </a:cubicBezTo>
                <a:cubicBezTo>
                  <a:pt x="140" y="24"/>
                  <a:pt x="132" y="21"/>
                  <a:pt x="123" y="19"/>
                </a:cubicBezTo>
                <a:cubicBezTo>
                  <a:pt x="121" y="18"/>
                  <a:pt x="118" y="18"/>
                  <a:pt x="115" y="18"/>
                </a:cubicBezTo>
                <a:cubicBezTo>
                  <a:pt x="104" y="18"/>
                  <a:pt x="95" y="20"/>
                  <a:pt x="86" y="24"/>
                </a:cubicBezTo>
                <a:cubicBezTo>
                  <a:pt x="71" y="32"/>
                  <a:pt x="62" y="42"/>
                  <a:pt x="57" y="55"/>
                </a:cubicBezTo>
                <a:cubicBezTo>
                  <a:pt x="53" y="69"/>
                  <a:pt x="51" y="85"/>
                  <a:pt x="51" y="103"/>
                </a:cubicBezTo>
                <a:lnTo>
                  <a:pt x="51" y="113"/>
                </a:lnTo>
                <a:cubicBezTo>
                  <a:pt x="51" y="145"/>
                  <a:pt x="54" y="168"/>
                  <a:pt x="60" y="181"/>
                </a:cubicBezTo>
                <a:cubicBezTo>
                  <a:pt x="71" y="202"/>
                  <a:pt x="89" y="212"/>
                  <a:pt x="113" y="21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4" name=""/>
          <p:cNvSpPr/>
          <p:nvPr/>
        </p:nvSpPr>
        <p:spPr>
          <a:xfrm>
            <a:off x="6536880" y="4258440"/>
            <a:ext cx="81000" cy="83520"/>
          </a:xfrm>
          <a:custGeom>
            <a:avLst/>
            <a:gdLst/>
            <a:ahLst/>
            <a:rect l="0" t="0" r="r" b="b"/>
            <a:pathLst>
              <a:path w="225" h="232">
                <a:moveTo>
                  <a:pt x="0" y="119"/>
                </a:moveTo>
                <a:cubicBezTo>
                  <a:pt x="0" y="87"/>
                  <a:pt x="11" y="58"/>
                  <a:pt x="34" y="35"/>
                </a:cubicBezTo>
                <a:cubicBezTo>
                  <a:pt x="56" y="12"/>
                  <a:pt x="82" y="0"/>
                  <a:pt x="113" y="0"/>
                </a:cubicBezTo>
                <a:cubicBezTo>
                  <a:pt x="144" y="0"/>
                  <a:pt x="170" y="11"/>
                  <a:pt x="192" y="34"/>
                </a:cubicBezTo>
                <a:cubicBezTo>
                  <a:pt x="214" y="57"/>
                  <a:pt x="225" y="86"/>
                  <a:pt x="225" y="118"/>
                </a:cubicBezTo>
                <a:cubicBezTo>
                  <a:pt x="225" y="150"/>
                  <a:pt x="214" y="177"/>
                  <a:pt x="193" y="199"/>
                </a:cubicBezTo>
                <a:cubicBezTo>
                  <a:pt x="171" y="221"/>
                  <a:pt x="145" y="232"/>
                  <a:pt x="113" y="232"/>
                </a:cubicBezTo>
                <a:cubicBezTo>
                  <a:pt x="81" y="232"/>
                  <a:pt x="54" y="221"/>
                  <a:pt x="33" y="198"/>
                </a:cubicBezTo>
                <a:cubicBezTo>
                  <a:pt x="11" y="176"/>
                  <a:pt x="0" y="149"/>
                  <a:pt x="0" y="119"/>
                </a:cubicBezTo>
                <a:moveTo>
                  <a:pt x="113" y="212"/>
                </a:moveTo>
                <a:cubicBezTo>
                  <a:pt x="154" y="212"/>
                  <a:pt x="175" y="184"/>
                  <a:pt x="175" y="129"/>
                </a:cubicBezTo>
                <a:lnTo>
                  <a:pt x="175" y="113"/>
                </a:lnTo>
                <a:lnTo>
                  <a:pt x="175" y="101"/>
                </a:lnTo>
                <a:cubicBezTo>
                  <a:pt x="175" y="93"/>
                  <a:pt x="175" y="87"/>
                  <a:pt x="174" y="81"/>
                </a:cubicBezTo>
                <a:cubicBezTo>
                  <a:pt x="174" y="76"/>
                  <a:pt x="173" y="70"/>
                  <a:pt x="171" y="61"/>
                </a:cubicBezTo>
                <a:cubicBezTo>
                  <a:pt x="169" y="54"/>
                  <a:pt x="166" y="48"/>
                  <a:pt x="163" y="43"/>
                </a:cubicBezTo>
                <a:cubicBezTo>
                  <a:pt x="159" y="38"/>
                  <a:pt x="154" y="34"/>
                  <a:pt x="147" y="29"/>
                </a:cubicBezTo>
                <a:cubicBezTo>
                  <a:pt x="140" y="24"/>
                  <a:pt x="132" y="21"/>
                  <a:pt x="122" y="19"/>
                </a:cubicBezTo>
                <a:cubicBezTo>
                  <a:pt x="121" y="18"/>
                  <a:pt x="118" y="18"/>
                  <a:pt x="114" y="18"/>
                </a:cubicBezTo>
                <a:cubicBezTo>
                  <a:pt x="104" y="18"/>
                  <a:pt x="95" y="20"/>
                  <a:pt x="85" y="24"/>
                </a:cubicBezTo>
                <a:cubicBezTo>
                  <a:pt x="71" y="32"/>
                  <a:pt x="62" y="42"/>
                  <a:pt x="57" y="55"/>
                </a:cubicBezTo>
                <a:cubicBezTo>
                  <a:pt x="53" y="69"/>
                  <a:pt x="51" y="85"/>
                  <a:pt x="51" y="103"/>
                </a:cubicBezTo>
                <a:lnTo>
                  <a:pt x="51" y="113"/>
                </a:lnTo>
                <a:cubicBezTo>
                  <a:pt x="51" y="145"/>
                  <a:pt x="54" y="168"/>
                  <a:pt x="60" y="181"/>
                </a:cubicBezTo>
                <a:cubicBezTo>
                  <a:pt x="71" y="202"/>
                  <a:pt x="89" y="212"/>
                  <a:pt x="113" y="21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5" name=""/>
          <p:cNvSpPr/>
          <p:nvPr/>
        </p:nvSpPr>
        <p:spPr>
          <a:xfrm>
            <a:off x="6627600" y="4213440"/>
            <a:ext cx="43560" cy="126720"/>
          </a:xfrm>
          <a:custGeom>
            <a:avLst/>
            <a:gdLst/>
            <a:ahLst/>
            <a:rect l="0" t="0" r="r" b="b"/>
            <a:pathLst>
              <a:path w="121" h="352">
                <a:moveTo>
                  <a:pt x="8" y="329"/>
                </a:moveTo>
                <a:lnTo>
                  <a:pt x="15" y="329"/>
                </a:lnTo>
                <a:cubicBezTo>
                  <a:pt x="28" y="329"/>
                  <a:pt x="36" y="326"/>
                  <a:pt x="39" y="322"/>
                </a:cubicBezTo>
                <a:lnTo>
                  <a:pt x="39" y="318"/>
                </a:lnTo>
                <a:cubicBezTo>
                  <a:pt x="39" y="315"/>
                  <a:pt x="39" y="311"/>
                  <a:pt x="39" y="306"/>
                </a:cubicBezTo>
                <a:cubicBezTo>
                  <a:pt x="39" y="301"/>
                  <a:pt x="39" y="296"/>
                  <a:pt x="39" y="289"/>
                </a:cubicBezTo>
                <a:cubicBezTo>
                  <a:pt x="39" y="283"/>
                  <a:pt x="39" y="276"/>
                  <a:pt x="39" y="268"/>
                </a:cubicBezTo>
                <a:cubicBezTo>
                  <a:pt x="40" y="260"/>
                  <a:pt x="40" y="251"/>
                  <a:pt x="39" y="242"/>
                </a:cubicBezTo>
                <a:cubicBezTo>
                  <a:pt x="39" y="234"/>
                  <a:pt x="39" y="224"/>
                  <a:pt x="39" y="215"/>
                </a:cubicBezTo>
                <a:cubicBezTo>
                  <a:pt x="40" y="205"/>
                  <a:pt x="40" y="195"/>
                  <a:pt x="39" y="186"/>
                </a:cubicBezTo>
                <a:cubicBezTo>
                  <a:pt x="39" y="173"/>
                  <a:pt x="39" y="160"/>
                  <a:pt x="39" y="146"/>
                </a:cubicBezTo>
                <a:cubicBezTo>
                  <a:pt x="39" y="132"/>
                  <a:pt x="39" y="120"/>
                  <a:pt x="39" y="108"/>
                </a:cubicBezTo>
                <a:cubicBezTo>
                  <a:pt x="39" y="97"/>
                  <a:pt x="39" y="87"/>
                  <a:pt x="39" y="78"/>
                </a:cubicBezTo>
                <a:cubicBezTo>
                  <a:pt x="39" y="69"/>
                  <a:pt x="39" y="62"/>
                  <a:pt x="39" y="56"/>
                </a:cubicBezTo>
                <a:cubicBezTo>
                  <a:pt x="38" y="50"/>
                  <a:pt x="38" y="47"/>
                  <a:pt x="39" y="47"/>
                </a:cubicBezTo>
                <a:cubicBezTo>
                  <a:pt x="38" y="41"/>
                  <a:pt x="35" y="37"/>
                  <a:pt x="32" y="35"/>
                </a:cubicBezTo>
                <a:cubicBezTo>
                  <a:pt x="28" y="33"/>
                  <a:pt x="20" y="31"/>
                  <a:pt x="9" y="30"/>
                </a:cubicBezTo>
                <a:lnTo>
                  <a:pt x="0" y="30"/>
                </a:lnTo>
                <a:lnTo>
                  <a:pt x="0" y="17"/>
                </a:lnTo>
                <a:cubicBezTo>
                  <a:pt x="0" y="10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5"/>
                  <a:pt x="20" y="4"/>
                </a:cubicBezTo>
                <a:cubicBezTo>
                  <a:pt x="27" y="4"/>
                  <a:pt x="33" y="4"/>
                  <a:pt x="39" y="3"/>
                </a:cubicBezTo>
                <a:cubicBezTo>
                  <a:pt x="45" y="3"/>
                  <a:pt x="51" y="3"/>
                  <a:pt x="58" y="2"/>
                </a:cubicBezTo>
                <a:cubicBezTo>
                  <a:pt x="65" y="2"/>
                  <a:pt x="70" y="1"/>
                  <a:pt x="73" y="1"/>
                </a:cubicBezTo>
                <a:cubicBezTo>
                  <a:pt x="76" y="0"/>
                  <a:pt x="78" y="0"/>
                  <a:pt x="79" y="0"/>
                </a:cubicBezTo>
                <a:lnTo>
                  <a:pt x="80" y="0"/>
                </a:lnTo>
                <a:lnTo>
                  <a:pt x="80" y="160"/>
                </a:lnTo>
                <a:cubicBezTo>
                  <a:pt x="80" y="267"/>
                  <a:pt x="80" y="321"/>
                  <a:pt x="81" y="322"/>
                </a:cubicBezTo>
                <a:cubicBezTo>
                  <a:pt x="82" y="324"/>
                  <a:pt x="84" y="326"/>
                  <a:pt x="87" y="327"/>
                </a:cubicBezTo>
                <a:cubicBezTo>
                  <a:pt x="94" y="328"/>
                  <a:pt x="103" y="329"/>
                  <a:pt x="112" y="329"/>
                </a:cubicBezTo>
                <a:lnTo>
                  <a:pt x="121" y="329"/>
                </a:lnTo>
                <a:lnTo>
                  <a:pt x="121" y="352"/>
                </a:lnTo>
                <a:lnTo>
                  <a:pt x="117" y="352"/>
                </a:lnTo>
                <a:lnTo>
                  <a:pt x="105" y="352"/>
                </a:lnTo>
                <a:cubicBezTo>
                  <a:pt x="97" y="351"/>
                  <a:pt x="88" y="351"/>
                  <a:pt x="79" y="351"/>
                </a:cubicBezTo>
                <a:cubicBezTo>
                  <a:pt x="70" y="351"/>
                  <a:pt x="64" y="351"/>
                  <a:pt x="60" y="351"/>
                </a:cubicBezTo>
                <a:cubicBezTo>
                  <a:pt x="56" y="350"/>
                  <a:pt x="49" y="350"/>
                  <a:pt x="41" y="351"/>
                </a:cubicBezTo>
                <a:cubicBezTo>
                  <a:pt x="32" y="351"/>
                  <a:pt x="24" y="351"/>
                  <a:pt x="15" y="352"/>
                </a:cubicBezTo>
                <a:lnTo>
                  <a:pt x="4" y="352"/>
                </a:lnTo>
                <a:lnTo>
                  <a:pt x="0" y="352"/>
                </a:lnTo>
                <a:lnTo>
                  <a:pt x="0" y="329"/>
                </a:lnTo>
                <a:lnTo>
                  <a:pt x="8" y="32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6" name=""/>
          <p:cNvSpPr/>
          <p:nvPr/>
        </p:nvSpPr>
        <p:spPr>
          <a:xfrm>
            <a:off x="6678360" y="4258440"/>
            <a:ext cx="70920" cy="83880"/>
          </a:xfrm>
          <a:custGeom>
            <a:avLst/>
            <a:gdLst/>
            <a:ahLst/>
            <a:rect l="0" t="0" r="r" b="b"/>
            <a:pathLst>
              <a:path w="197" h="233">
                <a:moveTo>
                  <a:pt x="0" y="116"/>
                </a:moveTo>
                <a:cubicBezTo>
                  <a:pt x="0" y="97"/>
                  <a:pt x="4" y="80"/>
                  <a:pt x="10" y="65"/>
                </a:cubicBezTo>
                <a:cubicBezTo>
                  <a:pt x="17" y="50"/>
                  <a:pt x="26" y="38"/>
                  <a:pt x="36" y="28"/>
                </a:cubicBezTo>
                <a:cubicBezTo>
                  <a:pt x="46" y="19"/>
                  <a:pt x="57" y="12"/>
                  <a:pt x="69" y="7"/>
                </a:cubicBezTo>
                <a:cubicBezTo>
                  <a:pt x="81" y="2"/>
                  <a:pt x="92" y="0"/>
                  <a:pt x="103" y="0"/>
                </a:cubicBezTo>
                <a:cubicBezTo>
                  <a:pt x="121" y="0"/>
                  <a:pt x="136" y="3"/>
                  <a:pt x="149" y="9"/>
                </a:cubicBezTo>
                <a:cubicBezTo>
                  <a:pt x="162" y="15"/>
                  <a:pt x="172" y="23"/>
                  <a:pt x="178" y="34"/>
                </a:cubicBezTo>
                <a:cubicBezTo>
                  <a:pt x="185" y="45"/>
                  <a:pt x="190" y="56"/>
                  <a:pt x="192" y="66"/>
                </a:cubicBezTo>
                <a:cubicBezTo>
                  <a:pt x="195" y="77"/>
                  <a:pt x="197" y="89"/>
                  <a:pt x="197" y="102"/>
                </a:cubicBezTo>
                <a:cubicBezTo>
                  <a:pt x="197" y="105"/>
                  <a:pt x="196" y="107"/>
                  <a:pt x="193" y="109"/>
                </a:cubicBezTo>
                <a:lnTo>
                  <a:pt x="50" y="109"/>
                </a:lnTo>
                <a:lnTo>
                  <a:pt x="50" y="117"/>
                </a:lnTo>
                <a:cubicBezTo>
                  <a:pt x="50" y="168"/>
                  <a:pt x="67" y="198"/>
                  <a:pt x="101" y="209"/>
                </a:cubicBezTo>
                <a:cubicBezTo>
                  <a:pt x="108" y="211"/>
                  <a:pt x="116" y="212"/>
                  <a:pt x="124" y="212"/>
                </a:cubicBezTo>
                <a:cubicBezTo>
                  <a:pt x="138" y="212"/>
                  <a:pt x="150" y="206"/>
                  <a:pt x="160" y="196"/>
                </a:cubicBezTo>
                <a:cubicBezTo>
                  <a:pt x="166" y="190"/>
                  <a:pt x="170" y="183"/>
                  <a:pt x="174" y="174"/>
                </a:cubicBezTo>
                <a:lnTo>
                  <a:pt x="179" y="162"/>
                </a:lnTo>
                <a:cubicBezTo>
                  <a:pt x="180" y="161"/>
                  <a:pt x="182" y="161"/>
                  <a:pt x="187" y="161"/>
                </a:cubicBezTo>
                <a:lnTo>
                  <a:pt x="188" y="161"/>
                </a:lnTo>
                <a:cubicBezTo>
                  <a:pt x="194" y="161"/>
                  <a:pt x="197" y="162"/>
                  <a:pt x="197" y="166"/>
                </a:cubicBezTo>
                <a:cubicBezTo>
                  <a:pt x="197" y="167"/>
                  <a:pt x="196" y="169"/>
                  <a:pt x="195" y="172"/>
                </a:cubicBezTo>
                <a:cubicBezTo>
                  <a:pt x="189" y="191"/>
                  <a:pt x="178" y="206"/>
                  <a:pt x="164" y="216"/>
                </a:cubicBezTo>
                <a:cubicBezTo>
                  <a:pt x="149" y="227"/>
                  <a:pt x="132" y="233"/>
                  <a:pt x="114" y="233"/>
                </a:cubicBezTo>
                <a:cubicBezTo>
                  <a:pt x="82" y="233"/>
                  <a:pt x="54" y="221"/>
                  <a:pt x="33" y="198"/>
                </a:cubicBezTo>
                <a:cubicBezTo>
                  <a:pt x="11" y="174"/>
                  <a:pt x="1" y="147"/>
                  <a:pt x="0" y="116"/>
                </a:cubicBezTo>
                <a:moveTo>
                  <a:pt x="155" y="87"/>
                </a:moveTo>
                <a:cubicBezTo>
                  <a:pt x="152" y="44"/>
                  <a:pt x="136" y="21"/>
                  <a:pt x="107" y="18"/>
                </a:cubicBezTo>
                <a:lnTo>
                  <a:pt x="106" y="18"/>
                </a:lnTo>
                <a:cubicBezTo>
                  <a:pt x="104" y="18"/>
                  <a:pt x="101" y="18"/>
                  <a:pt x="98" y="19"/>
                </a:cubicBezTo>
                <a:cubicBezTo>
                  <a:pt x="96" y="19"/>
                  <a:pt x="91" y="20"/>
                  <a:pt x="86" y="23"/>
                </a:cubicBezTo>
                <a:cubicBezTo>
                  <a:pt x="80" y="25"/>
                  <a:pt x="75" y="29"/>
                  <a:pt x="70" y="33"/>
                </a:cubicBezTo>
                <a:cubicBezTo>
                  <a:pt x="66" y="38"/>
                  <a:pt x="62" y="45"/>
                  <a:pt x="58" y="54"/>
                </a:cubicBezTo>
                <a:cubicBezTo>
                  <a:pt x="55" y="63"/>
                  <a:pt x="52" y="74"/>
                  <a:pt x="50" y="88"/>
                </a:cubicBezTo>
                <a:lnTo>
                  <a:pt x="50" y="91"/>
                </a:lnTo>
                <a:lnTo>
                  <a:pt x="155" y="91"/>
                </a:lnTo>
                <a:lnTo>
                  <a:pt x="155" y="8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7" name=""/>
          <p:cNvSpPr/>
          <p:nvPr/>
        </p:nvSpPr>
        <p:spPr>
          <a:xfrm>
            <a:off x="6760440" y="4213440"/>
            <a:ext cx="91440" cy="128880"/>
          </a:xfrm>
          <a:custGeom>
            <a:avLst/>
            <a:gdLst/>
            <a:ahLst/>
            <a:rect l="0" t="0" r="r" b="b"/>
            <a:pathLst>
              <a:path w="254" h="358">
                <a:moveTo>
                  <a:pt x="174" y="101"/>
                </a:moveTo>
                <a:cubicBezTo>
                  <a:pt x="174" y="95"/>
                  <a:pt x="174" y="89"/>
                  <a:pt x="174" y="81"/>
                </a:cubicBezTo>
                <a:cubicBezTo>
                  <a:pt x="174" y="72"/>
                  <a:pt x="174" y="67"/>
                  <a:pt x="174" y="64"/>
                </a:cubicBezTo>
                <a:cubicBezTo>
                  <a:pt x="174" y="49"/>
                  <a:pt x="173" y="39"/>
                  <a:pt x="169" y="36"/>
                </a:cubicBezTo>
                <a:cubicBezTo>
                  <a:pt x="166" y="32"/>
                  <a:pt x="157" y="30"/>
                  <a:pt x="143" y="29"/>
                </a:cubicBezTo>
                <a:lnTo>
                  <a:pt x="134" y="29"/>
                </a:lnTo>
                <a:lnTo>
                  <a:pt x="134" y="17"/>
                </a:lnTo>
                <a:cubicBezTo>
                  <a:pt x="134" y="10"/>
                  <a:pt x="135" y="6"/>
                  <a:pt x="135" y="6"/>
                </a:cubicBezTo>
                <a:lnTo>
                  <a:pt x="140" y="5"/>
                </a:lnTo>
                <a:cubicBezTo>
                  <a:pt x="144" y="5"/>
                  <a:pt x="149" y="5"/>
                  <a:pt x="155" y="4"/>
                </a:cubicBezTo>
                <a:cubicBezTo>
                  <a:pt x="161" y="4"/>
                  <a:pt x="168" y="4"/>
                  <a:pt x="174" y="3"/>
                </a:cubicBezTo>
                <a:cubicBezTo>
                  <a:pt x="179" y="3"/>
                  <a:pt x="186" y="3"/>
                  <a:pt x="192" y="2"/>
                </a:cubicBezTo>
                <a:cubicBezTo>
                  <a:pt x="199" y="2"/>
                  <a:pt x="204" y="1"/>
                  <a:pt x="208" y="1"/>
                </a:cubicBezTo>
                <a:cubicBezTo>
                  <a:pt x="211" y="0"/>
                  <a:pt x="213" y="0"/>
                  <a:pt x="213" y="0"/>
                </a:cubicBezTo>
                <a:lnTo>
                  <a:pt x="215" y="0"/>
                </a:lnTo>
                <a:lnTo>
                  <a:pt x="215" y="154"/>
                </a:lnTo>
                <a:cubicBezTo>
                  <a:pt x="215" y="258"/>
                  <a:pt x="215" y="310"/>
                  <a:pt x="215" y="311"/>
                </a:cubicBezTo>
                <a:cubicBezTo>
                  <a:pt x="216" y="318"/>
                  <a:pt x="219" y="322"/>
                  <a:pt x="222" y="324"/>
                </a:cubicBezTo>
                <a:cubicBezTo>
                  <a:pt x="226" y="326"/>
                  <a:pt x="233" y="328"/>
                  <a:pt x="245" y="329"/>
                </a:cubicBezTo>
                <a:lnTo>
                  <a:pt x="254" y="329"/>
                </a:lnTo>
                <a:lnTo>
                  <a:pt x="254" y="352"/>
                </a:lnTo>
                <a:cubicBezTo>
                  <a:pt x="253" y="352"/>
                  <a:pt x="241" y="353"/>
                  <a:pt x="216" y="355"/>
                </a:cubicBezTo>
                <a:cubicBezTo>
                  <a:pt x="191" y="356"/>
                  <a:pt x="177" y="357"/>
                  <a:pt x="176" y="358"/>
                </a:cubicBezTo>
                <a:lnTo>
                  <a:pt x="172" y="358"/>
                </a:lnTo>
                <a:lnTo>
                  <a:pt x="172" y="330"/>
                </a:lnTo>
                <a:lnTo>
                  <a:pt x="168" y="333"/>
                </a:lnTo>
                <a:cubicBezTo>
                  <a:pt x="149" y="350"/>
                  <a:pt x="127" y="358"/>
                  <a:pt x="102" y="358"/>
                </a:cubicBezTo>
                <a:cubicBezTo>
                  <a:pt x="76" y="358"/>
                  <a:pt x="52" y="347"/>
                  <a:pt x="31" y="327"/>
                </a:cubicBezTo>
                <a:cubicBezTo>
                  <a:pt x="10" y="306"/>
                  <a:pt x="0" y="278"/>
                  <a:pt x="0" y="243"/>
                </a:cubicBezTo>
                <a:cubicBezTo>
                  <a:pt x="0" y="209"/>
                  <a:pt x="10" y="181"/>
                  <a:pt x="32" y="160"/>
                </a:cubicBezTo>
                <a:cubicBezTo>
                  <a:pt x="53" y="139"/>
                  <a:pt x="79" y="128"/>
                  <a:pt x="107" y="128"/>
                </a:cubicBezTo>
                <a:cubicBezTo>
                  <a:pt x="132" y="128"/>
                  <a:pt x="154" y="136"/>
                  <a:pt x="174" y="152"/>
                </a:cubicBezTo>
                <a:lnTo>
                  <a:pt x="174" y="101"/>
                </a:lnTo>
                <a:moveTo>
                  <a:pt x="172" y="178"/>
                </a:moveTo>
                <a:cubicBezTo>
                  <a:pt x="157" y="157"/>
                  <a:pt x="138" y="146"/>
                  <a:pt x="115" y="146"/>
                </a:cubicBezTo>
                <a:cubicBezTo>
                  <a:pt x="99" y="146"/>
                  <a:pt x="84" y="152"/>
                  <a:pt x="71" y="164"/>
                </a:cubicBezTo>
                <a:cubicBezTo>
                  <a:pt x="61" y="174"/>
                  <a:pt x="55" y="185"/>
                  <a:pt x="53" y="197"/>
                </a:cubicBezTo>
                <a:cubicBezTo>
                  <a:pt x="51" y="209"/>
                  <a:pt x="49" y="226"/>
                  <a:pt x="49" y="245"/>
                </a:cubicBezTo>
                <a:cubicBezTo>
                  <a:pt x="49" y="264"/>
                  <a:pt x="50" y="280"/>
                  <a:pt x="52" y="291"/>
                </a:cubicBezTo>
                <a:cubicBezTo>
                  <a:pt x="55" y="303"/>
                  <a:pt x="61" y="313"/>
                  <a:pt x="71" y="322"/>
                </a:cubicBezTo>
                <a:cubicBezTo>
                  <a:pt x="81" y="333"/>
                  <a:pt x="94" y="339"/>
                  <a:pt x="110" y="339"/>
                </a:cubicBezTo>
                <a:cubicBezTo>
                  <a:pt x="134" y="339"/>
                  <a:pt x="155" y="326"/>
                  <a:pt x="172" y="300"/>
                </a:cubicBezTo>
                <a:lnTo>
                  <a:pt x="172" y="1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8" name=""/>
          <p:cNvSpPr/>
          <p:nvPr/>
        </p:nvSpPr>
        <p:spPr>
          <a:xfrm>
            <a:off x="6945480" y="4201200"/>
            <a:ext cx="31680" cy="31320"/>
          </a:xfrm>
          <a:custGeom>
            <a:avLst/>
            <a:gdLst/>
            <a:ahLst/>
            <a:rect l="0" t="0" r="r" b="b"/>
            <a:pathLst>
              <a:path w="88" h="87">
                <a:moveTo>
                  <a:pt x="0" y="44"/>
                </a:moveTo>
                <a:cubicBezTo>
                  <a:pt x="0" y="33"/>
                  <a:pt x="4" y="23"/>
                  <a:pt x="12" y="13"/>
                </a:cubicBezTo>
                <a:cubicBezTo>
                  <a:pt x="22" y="4"/>
                  <a:pt x="32" y="0"/>
                  <a:pt x="44" y="0"/>
                </a:cubicBezTo>
                <a:cubicBezTo>
                  <a:pt x="56" y="0"/>
                  <a:pt x="66" y="4"/>
                  <a:pt x="74" y="12"/>
                </a:cubicBezTo>
                <a:cubicBezTo>
                  <a:pt x="83" y="20"/>
                  <a:pt x="87" y="30"/>
                  <a:pt x="88" y="43"/>
                </a:cubicBezTo>
                <a:cubicBezTo>
                  <a:pt x="88" y="55"/>
                  <a:pt x="84" y="65"/>
                  <a:pt x="76" y="74"/>
                </a:cubicBezTo>
                <a:cubicBezTo>
                  <a:pt x="68" y="83"/>
                  <a:pt x="57" y="87"/>
                  <a:pt x="45" y="87"/>
                </a:cubicBezTo>
                <a:cubicBezTo>
                  <a:pt x="32" y="87"/>
                  <a:pt x="22" y="83"/>
                  <a:pt x="13" y="75"/>
                </a:cubicBezTo>
                <a:cubicBezTo>
                  <a:pt x="5" y="67"/>
                  <a:pt x="1" y="56"/>
                  <a:pt x="0" y="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9" name=""/>
          <p:cNvSpPr/>
          <p:nvPr/>
        </p:nvSpPr>
        <p:spPr>
          <a:xfrm>
            <a:off x="7060680" y="4167000"/>
            <a:ext cx="133560" cy="114480"/>
          </a:xfrm>
          <a:custGeom>
            <a:avLst/>
            <a:gdLst/>
            <a:ahLst/>
            <a:rect l="0" t="0" r="r" b="b"/>
            <a:pathLst>
              <a:path w="371" h="318">
                <a:moveTo>
                  <a:pt x="11" y="285"/>
                </a:moveTo>
                <a:lnTo>
                  <a:pt x="21" y="285"/>
                </a:lnTo>
                <a:cubicBezTo>
                  <a:pt x="40" y="285"/>
                  <a:pt x="51" y="281"/>
                  <a:pt x="55" y="274"/>
                </a:cubicBezTo>
                <a:lnTo>
                  <a:pt x="55" y="268"/>
                </a:lnTo>
                <a:cubicBezTo>
                  <a:pt x="55" y="264"/>
                  <a:pt x="55" y="258"/>
                  <a:pt x="55" y="252"/>
                </a:cubicBezTo>
                <a:cubicBezTo>
                  <a:pt x="55" y="245"/>
                  <a:pt x="55" y="238"/>
                  <a:pt x="55" y="229"/>
                </a:cubicBezTo>
                <a:cubicBezTo>
                  <a:pt x="55" y="221"/>
                  <a:pt x="55" y="212"/>
                  <a:pt x="56" y="202"/>
                </a:cubicBezTo>
                <a:cubicBezTo>
                  <a:pt x="56" y="191"/>
                  <a:pt x="56" y="181"/>
                  <a:pt x="56" y="172"/>
                </a:cubicBezTo>
                <a:cubicBezTo>
                  <a:pt x="56" y="157"/>
                  <a:pt x="56" y="141"/>
                  <a:pt x="56" y="124"/>
                </a:cubicBezTo>
                <a:cubicBezTo>
                  <a:pt x="56" y="108"/>
                  <a:pt x="56" y="94"/>
                  <a:pt x="55" y="82"/>
                </a:cubicBezTo>
                <a:lnTo>
                  <a:pt x="55" y="66"/>
                </a:lnTo>
                <a:cubicBezTo>
                  <a:pt x="54" y="57"/>
                  <a:pt x="50" y="51"/>
                  <a:pt x="45" y="48"/>
                </a:cubicBezTo>
                <a:cubicBezTo>
                  <a:pt x="40" y="45"/>
                  <a:pt x="29" y="43"/>
                  <a:pt x="13" y="41"/>
                </a:cubicBezTo>
                <a:lnTo>
                  <a:pt x="0" y="41"/>
                </a:lnTo>
                <a:lnTo>
                  <a:pt x="0" y="25"/>
                </a:lnTo>
                <a:cubicBezTo>
                  <a:pt x="0" y="14"/>
                  <a:pt x="0" y="9"/>
                  <a:pt x="1" y="9"/>
                </a:cubicBezTo>
                <a:lnTo>
                  <a:pt x="9" y="8"/>
                </a:lnTo>
                <a:cubicBezTo>
                  <a:pt x="13" y="7"/>
                  <a:pt x="20" y="7"/>
                  <a:pt x="29" y="6"/>
                </a:cubicBezTo>
                <a:cubicBezTo>
                  <a:pt x="37" y="6"/>
                  <a:pt x="46" y="5"/>
                  <a:pt x="55" y="5"/>
                </a:cubicBezTo>
                <a:cubicBezTo>
                  <a:pt x="63" y="5"/>
                  <a:pt x="72" y="4"/>
                  <a:pt x="81" y="4"/>
                </a:cubicBezTo>
                <a:cubicBezTo>
                  <a:pt x="90" y="3"/>
                  <a:pt x="97" y="2"/>
                  <a:pt x="102" y="1"/>
                </a:cubicBezTo>
                <a:cubicBezTo>
                  <a:pt x="106" y="0"/>
                  <a:pt x="109" y="0"/>
                  <a:pt x="109" y="1"/>
                </a:cubicBezTo>
                <a:lnTo>
                  <a:pt x="112" y="1"/>
                </a:lnTo>
                <a:lnTo>
                  <a:pt x="112" y="29"/>
                </a:lnTo>
                <a:cubicBezTo>
                  <a:pt x="112" y="47"/>
                  <a:pt x="112" y="56"/>
                  <a:pt x="112" y="56"/>
                </a:cubicBezTo>
                <a:cubicBezTo>
                  <a:pt x="113" y="56"/>
                  <a:pt x="114" y="55"/>
                  <a:pt x="116" y="53"/>
                </a:cubicBezTo>
                <a:cubicBezTo>
                  <a:pt x="118" y="51"/>
                  <a:pt x="121" y="47"/>
                  <a:pt x="124" y="42"/>
                </a:cubicBezTo>
                <a:cubicBezTo>
                  <a:pt x="128" y="37"/>
                  <a:pt x="134" y="33"/>
                  <a:pt x="139" y="29"/>
                </a:cubicBezTo>
                <a:cubicBezTo>
                  <a:pt x="144" y="25"/>
                  <a:pt x="151" y="21"/>
                  <a:pt x="160" y="16"/>
                </a:cubicBezTo>
                <a:cubicBezTo>
                  <a:pt x="168" y="10"/>
                  <a:pt x="177" y="7"/>
                  <a:pt x="187" y="4"/>
                </a:cubicBezTo>
                <a:cubicBezTo>
                  <a:pt x="196" y="2"/>
                  <a:pt x="209" y="1"/>
                  <a:pt x="223" y="1"/>
                </a:cubicBezTo>
                <a:cubicBezTo>
                  <a:pt x="278" y="3"/>
                  <a:pt x="308" y="30"/>
                  <a:pt x="314" y="81"/>
                </a:cubicBezTo>
                <a:cubicBezTo>
                  <a:pt x="315" y="85"/>
                  <a:pt x="315" y="118"/>
                  <a:pt x="315" y="181"/>
                </a:cubicBezTo>
                <a:lnTo>
                  <a:pt x="315" y="242"/>
                </a:lnTo>
                <a:cubicBezTo>
                  <a:pt x="315" y="260"/>
                  <a:pt x="315" y="271"/>
                  <a:pt x="316" y="276"/>
                </a:cubicBezTo>
                <a:cubicBezTo>
                  <a:pt x="317" y="279"/>
                  <a:pt x="320" y="281"/>
                  <a:pt x="324" y="283"/>
                </a:cubicBezTo>
                <a:cubicBezTo>
                  <a:pt x="334" y="284"/>
                  <a:pt x="346" y="285"/>
                  <a:pt x="359" y="285"/>
                </a:cubicBezTo>
                <a:lnTo>
                  <a:pt x="371" y="285"/>
                </a:lnTo>
                <a:lnTo>
                  <a:pt x="371" y="318"/>
                </a:lnTo>
                <a:lnTo>
                  <a:pt x="365" y="318"/>
                </a:lnTo>
                <a:lnTo>
                  <a:pt x="348" y="317"/>
                </a:lnTo>
                <a:cubicBezTo>
                  <a:pt x="337" y="317"/>
                  <a:pt x="325" y="316"/>
                  <a:pt x="312" y="316"/>
                </a:cubicBezTo>
                <a:cubicBezTo>
                  <a:pt x="299" y="316"/>
                  <a:pt x="290" y="316"/>
                  <a:pt x="285" y="316"/>
                </a:cubicBezTo>
                <a:cubicBezTo>
                  <a:pt x="236" y="316"/>
                  <a:pt x="209" y="316"/>
                  <a:pt x="205" y="318"/>
                </a:cubicBezTo>
                <a:lnTo>
                  <a:pt x="199" y="318"/>
                </a:lnTo>
                <a:lnTo>
                  <a:pt x="199" y="285"/>
                </a:lnTo>
                <a:lnTo>
                  <a:pt x="211" y="285"/>
                </a:lnTo>
                <a:cubicBezTo>
                  <a:pt x="240" y="285"/>
                  <a:pt x="254" y="281"/>
                  <a:pt x="254" y="272"/>
                </a:cubicBezTo>
                <a:cubicBezTo>
                  <a:pt x="255" y="271"/>
                  <a:pt x="255" y="239"/>
                  <a:pt x="255" y="174"/>
                </a:cubicBezTo>
                <a:cubicBezTo>
                  <a:pt x="254" y="109"/>
                  <a:pt x="254" y="75"/>
                  <a:pt x="253" y="71"/>
                </a:cubicBezTo>
                <a:cubicBezTo>
                  <a:pt x="251" y="58"/>
                  <a:pt x="246" y="48"/>
                  <a:pt x="239" y="41"/>
                </a:cubicBezTo>
                <a:cubicBezTo>
                  <a:pt x="232" y="35"/>
                  <a:pt x="227" y="31"/>
                  <a:pt x="222" y="29"/>
                </a:cubicBezTo>
                <a:cubicBezTo>
                  <a:pt x="217" y="28"/>
                  <a:pt x="211" y="27"/>
                  <a:pt x="203" y="28"/>
                </a:cubicBezTo>
                <a:cubicBezTo>
                  <a:pt x="182" y="28"/>
                  <a:pt x="163" y="36"/>
                  <a:pt x="147" y="52"/>
                </a:cubicBezTo>
                <a:cubicBezTo>
                  <a:pt x="134" y="65"/>
                  <a:pt x="125" y="78"/>
                  <a:pt x="122" y="91"/>
                </a:cubicBezTo>
                <a:cubicBezTo>
                  <a:pt x="118" y="105"/>
                  <a:pt x="116" y="125"/>
                  <a:pt x="116" y="151"/>
                </a:cubicBezTo>
                <a:lnTo>
                  <a:pt x="116" y="197"/>
                </a:lnTo>
                <a:lnTo>
                  <a:pt x="116" y="240"/>
                </a:lnTo>
                <a:cubicBezTo>
                  <a:pt x="116" y="254"/>
                  <a:pt x="116" y="263"/>
                  <a:pt x="117" y="268"/>
                </a:cubicBezTo>
                <a:cubicBezTo>
                  <a:pt x="117" y="273"/>
                  <a:pt x="118" y="277"/>
                  <a:pt x="119" y="278"/>
                </a:cubicBezTo>
                <a:cubicBezTo>
                  <a:pt x="120" y="280"/>
                  <a:pt x="122" y="281"/>
                  <a:pt x="125" y="283"/>
                </a:cubicBezTo>
                <a:cubicBezTo>
                  <a:pt x="136" y="284"/>
                  <a:pt x="148" y="285"/>
                  <a:pt x="161" y="285"/>
                </a:cubicBezTo>
                <a:lnTo>
                  <a:pt x="173" y="285"/>
                </a:lnTo>
                <a:lnTo>
                  <a:pt x="173" y="318"/>
                </a:lnTo>
                <a:lnTo>
                  <a:pt x="167" y="318"/>
                </a:lnTo>
                <a:lnTo>
                  <a:pt x="150" y="317"/>
                </a:lnTo>
                <a:cubicBezTo>
                  <a:pt x="139" y="317"/>
                  <a:pt x="126" y="316"/>
                  <a:pt x="113" y="316"/>
                </a:cubicBezTo>
                <a:cubicBezTo>
                  <a:pt x="100" y="316"/>
                  <a:pt x="91" y="316"/>
                  <a:pt x="86" y="316"/>
                </a:cubicBezTo>
                <a:cubicBezTo>
                  <a:pt x="37" y="316"/>
                  <a:pt x="10" y="316"/>
                  <a:pt x="6" y="318"/>
                </a:cubicBezTo>
                <a:lnTo>
                  <a:pt x="0" y="318"/>
                </a:lnTo>
                <a:lnTo>
                  <a:pt x="0" y="285"/>
                </a:lnTo>
                <a:lnTo>
                  <a:pt x="11" y="28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0" name=""/>
          <p:cNvSpPr/>
          <p:nvPr/>
        </p:nvSpPr>
        <p:spPr>
          <a:xfrm>
            <a:off x="7205760" y="4096800"/>
            <a:ext cx="176400" cy="184680"/>
          </a:xfrm>
          <a:custGeom>
            <a:avLst/>
            <a:gdLst/>
            <a:ahLst/>
            <a:rect l="0" t="0" r="r" b="b"/>
            <a:pathLst>
              <a:path w="490" h="513">
                <a:moveTo>
                  <a:pt x="159" y="513"/>
                </a:moveTo>
                <a:cubicBezTo>
                  <a:pt x="152" y="511"/>
                  <a:pt x="124" y="511"/>
                  <a:pt x="77" y="511"/>
                </a:cubicBezTo>
                <a:cubicBezTo>
                  <a:pt x="33" y="511"/>
                  <a:pt x="9" y="511"/>
                  <a:pt x="5" y="513"/>
                </a:cubicBezTo>
                <a:lnTo>
                  <a:pt x="0" y="513"/>
                </a:lnTo>
                <a:lnTo>
                  <a:pt x="0" y="480"/>
                </a:lnTo>
                <a:lnTo>
                  <a:pt x="10" y="480"/>
                </a:lnTo>
                <a:cubicBezTo>
                  <a:pt x="45" y="478"/>
                  <a:pt x="67" y="468"/>
                  <a:pt x="76" y="450"/>
                </a:cubicBezTo>
                <a:cubicBezTo>
                  <a:pt x="77" y="448"/>
                  <a:pt x="89" y="411"/>
                  <a:pt x="114" y="338"/>
                </a:cubicBezTo>
                <a:cubicBezTo>
                  <a:pt x="139" y="264"/>
                  <a:pt x="163" y="191"/>
                  <a:pt x="188" y="116"/>
                </a:cubicBezTo>
                <a:cubicBezTo>
                  <a:pt x="212" y="43"/>
                  <a:pt x="225" y="6"/>
                  <a:pt x="225" y="5"/>
                </a:cubicBezTo>
                <a:cubicBezTo>
                  <a:pt x="227" y="2"/>
                  <a:pt x="231" y="0"/>
                  <a:pt x="238" y="0"/>
                </a:cubicBezTo>
                <a:lnTo>
                  <a:pt x="246" y="0"/>
                </a:lnTo>
                <a:cubicBezTo>
                  <a:pt x="255" y="0"/>
                  <a:pt x="261" y="2"/>
                  <a:pt x="263" y="5"/>
                </a:cubicBezTo>
                <a:cubicBezTo>
                  <a:pt x="264" y="6"/>
                  <a:pt x="290" y="82"/>
                  <a:pt x="341" y="234"/>
                </a:cubicBezTo>
                <a:lnTo>
                  <a:pt x="419" y="465"/>
                </a:lnTo>
                <a:cubicBezTo>
                  <a:pt x="422" y="471"/>
                  <a:pt x="427" y="475"/>
                  <a:pt x="432" y="476"/>
                </a:cubicBezTo>
                <a:cubicBezTo>
                  <a:pt x="438" y="478"/>
                  <a:pt x="450" y="479"/>
                  <a:pt x="469" y="480"/>
                </a:cubicBezTo>
                <a:lnTo>
                  <a:pt x="490" y="480"/>
                </a:lnTo>
                <a:lnTo>
                  <a:pt x="490" y="513"/>
                </a:lnTo>
                <a:lnTo>
                  <a:pt x="484" y="513"/>
                </a:lnTo>
                <a:cubicBezTo>
                  <a:pt x="480" y="511"/>
                  <a:pt x="449" y="511"/>
                  <a:pt x="393" y="511"/>
                </a:cubicBezTo>
                <a:cubicBezTo>
                  <a:pt x="334" y="511"/>
                  <a:pt x="300" y="511"/>
                  <a:pt x="290" y="513"/>
                </a:cubicBezTo>
                <a:lnTo>
                  <a:pt x="283" y="513"/>
                </a:lnTo>
                <a:lnTo>
                  <a:pt x="283" y="480"/>
                </a:lnTo>
                <a:lnTo>
                  <a:pt x="292" y="480"/>
                </a:lnTo>
                <a:cubicBezTo>
                  <a:pt x="326" y="480"/>
                  <a:pt x="342" y="476"/>
                  <a:pt x="342" y="467"/>
                </a:cubicBezTo>
                <a:cubicBezTo>
                  <a:pt x="342" y="466"/>
                  <a:pt x="337" y="448"/>
                  <a:pt x="325" y="414"/>
                </a:cubicBezTo>
                <a:lnTo>
                  <a:pt x="308" y="363"/>
                </a:lnTo>
                <a:lnTo>
                  <a:pt x="140" y="363"/>
                </a:lnTo>
                <a:lnTo>
                  <a:pt x="126" y="405"/>
                </a:lnTo>
                <a:cubicBezTo>
                  <a:pt x="117" y="434"/>
                  <a:pt x="112" y="449"/>
                  <a:pt x="112" y="452"/>
                </a:cubicBezTo>
                <a:cubicBezTo>
                  <a:pt x="112" y="458"/>
                  <a:pt x="117" y="464"/>
                  <a:pt x="126" y="471"/>
                </a:cubicBezTo>
                <a:cubicBezTo>
                  <a:pt x="136" y="477"/>
                  <a:pt x="148" y="480"/>
                  <a:pt x="162" y="480"/>
                </a:cubicBezTo>
                <a:lnTo>
                  <a:pt x="165" y="480"/>
                </a:lnTo>
                <a:lnTo>
                  <a:pt x="165" y="513"/>
                </a:lnTo>
                <a:lnTo>
                  <a:pt x="159" y="513"/>
                </a:lnTo>
                <a:moveTo>
                  <a:pt x="297" y="330"/>
                </a:moveTo>
                <a:lnTo>
                  <a:pt x="223" y="113"/>
                </a:lnTo>
                <a:lnTo>
                  <a:pt x="151" y="330"/>
                </a:lnTo>
                <a:cubicBezTo>
                  <a:pt x="151" y="330"/>
                  <a:pt x="175" y="330"/>
                  <a:pt x="223" y="330"/>
                </a:cubicBezTo>
                <a:lnTo>
                  <a:pt x="297" y="3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1" name=""/>
          <p:cNvSpPr/>
          <p:nvPr/>
        </p:nvSpPr>
        <p:spPr>
          <a:xfrm>
            <a:off x="7397640" y="4105080"/>
            <a:ext cx="160560" cy="176400"/>
          </a:xfrm>
          <a:custGeom>
            <a:avLst/>
            <a:gdLst/>
            <a:ahLst/>
            <a:rect l="0" t="0" r="r" b="b"/>
            <a:pathLst>
              <a:path w="446" h="490">
                <a:moveTo>
                  <a:pt x="74" y="44"/>
                </a:moveTo>
                <a:cubicBezTo>
                  <a:pt x="70" y="41"/>
                  <a:pt x="68" y="39"/>
                  <a:pt x="66" y="38"/>
                </a:cubicBezTo>
                <a:cubicBezTo>
                  <a:pt x="64" y="37"/>
                  <a:pt x="60" y="36"/>
                  <a:pt x="54" y="35"/>
                </a:cubicBezTo>
                <a:cubicBezTo>
                  <a:pt x="49" y="35"/>
                  <a:pt x="38" y="34"/>
                  <a:pt x="24" y="33"/>
                </a:cubicBezTo>
                <a:lnTo>
                  <a:pt x="0" y="33"/>
                </a:lnTo>
                <a:lnTo>
                  <a:pt x="0" y="0"/>
                </a:lnTo>
                <a:lnTo>
                  <a:pt x="145" y="0"/>
                </a:lnTo>
                <a:lnTo>
                  <a:pt x="172" y="0"/>
                </a:lnTo>
                <a:lnTo>
                  <a:pt x="228" y="0"/>
                </a:lnTo>
                <a:cubicBezTo>
                  <a:pt x="265" y="0"/>
                  <a:pt x="292" y="2"/>
                  <a:pt x="309" y="4"/>
                </a:cubicBezTo>
                <a:cubicBezTo>
                  <a:pt x="326" y="6"/>
                  <a:pt x="343" y="13"/>
                  <a:pt x="361" y="23"/>
                </a:cubicBezTo>
                <a:cubicBezTo>
                  <a:pt x="381" y="35"/>
                  <a:pt x="397" y="49"/>
                  <a:pt x="409" y="68"/>
                </a:cubicBezTo>
                <a:cubicBezTo>
                  <a:pt x="421" y="86"/>
                  <a:pt x="427" y="104"/>
                  <a:pt x="427" y="124"/>
                </a:cubicBezTo>
                <a:cubicBezTo>
                  <a:pt x="427" y="148"/>
                  <a:pt x="417" y="170"/>
                  <a:pt x="398" y="190"/>
                </a:cubicBezTo>
                <a:cubicBezTo>
                  <a:pt x="378" y="210"/>
                  <a:pt x="353" y="224"/>
                  <a:pt x="321" y="232"/>
                </a:cubicBezTo>
                <a:lnTo>
                  <a:pt x="314" y="234"/>
                </a:lnTo>
                <a:cubicBezTo>
                  <a:pt x="349" y="239"/>
                  <a:pt x="380" y="252"/>
                  <a:pt x="406" y="274"/>
                </a:cubicBezTo>
                <a:cubicBezTo>
                  <a:pt x="433" y="296"/>
                  <a:pt x="446" y="323"/>
                  <a:pt x="446" y="356"/>
                </a:cubicBezTo>
                <a:cubicBezTo>
                  <a:pt x="446" y="388"/>
                  <a:pt x="434" y="417"/>
                  <a:pt x="410" y="442"/>
                </a:cubicBezTo>
                <a:cubicBezTo>
                  <a:pt x="386" y="467"/>
                  <a:pt x="354" y="482"/>
                  <a:pt x="316" y="488"/>
                </a:cubicBezTo>
                <a:cubicBezTo>
                  <a:pt x="310" y="489"/>
                  <a:pt x="256" y="489"/>
                  <a:pt x="154" y="490"/>
                </a:cubicBezTo>
                <a:lnTo>
                  <a:pt x="0" y="490"/>
                </a:lnTo>
                <a:lnTo>
                  <a:pt x="0" y="457"/>
                </a:lnTo>
                <a:lnTo>
                  <a:pt x="24" y="457"/>
                </a:lnTo>
                <a:cubicBezTo>
                  <a:pt x="44" y="456"/>
                  <a:pt x="56" y="456"/>
                  <a:pt x="60" y="455"/>
                </a:cubicBezTo>
                <a:cubicBezTo>
                  <a:pt x="64" y="454"/>
                  <a:pt x="69" y="451"/>
                  <a:pt x="74" y="446"/>
                </a:cubicBezTo>
                <a:lnTo>
                  <a:pt x="74" y="44"/>
                </a:lnTo>
                <a:moveTo>
                  <a:pt x="346" y="123"/>
                </a:moveTo>
                <a:cubicBezTo>
                  <a:pt x="346" y="101"/>
                  <a:pt x="340" y="81"/>
                  <a:pt x="328" y="64"/>
                </a:cubicBezTo>
                <a:cubicBezTo>
                  <a:pt x="315" y="48"/>
                  <a:pt x="299" y="38"/>
                  <a:pt x="278" y="34"/>
                </a:cubicBezTo>
                <a:cubicBezTo>
                  <a:pt x="278" y="34"/>
                  <a:pt x="275" y="34"/>
                  <a:pt x="269" y="34"/>
                </a:cubicBezTo>
                <a:cubicBezTo>
                  <a:pt x="263" y="34"/>
                  <a:pt x="256" y="34"/>
                  <a:pt x="246" y="34"/>
                </a:cubicBezTo>
                <a:cubicBezTo>
                  <a:pt x="237" y="34"/>
                  <a:pt x="228" y="34"/>
                  <a:pt x="219" y="33"/>
                </a:cubicBezTo>
                <a:cubicBezTo>
                  <a:pt x="187" y="33"/>
                  <a:pt x="168" y="34"/>
                  <a:pt x="160" y="34"/>
                </a:cubicBezTo>
                <a:cubicBezTo>
                  <a:pt x="153" y="34"/>
                  <a:pt x="149" y="36"/>
                  <a:pt x="147" y="40"/>
                </a:cubicBezTo>
                <a:cubicBezTo>
                  <a:pt x="145" y="42"/>
                  <a:pt x="145" y="73"/>
                  <a:pt x="145" y="133"/>
                </a:cubicBezTo>
                <a:lnTo>
                  <a:pt x="145" y="222"/>
                </a:lnTo>
                <a:lnTo>
                  <a:pt x="204" y="222"/>
                </a:lnTo>
                <a:lnTo>
                  <a:pt x="264" y="222"/>
                </a:lnTo>
                <a:lnTo>
                  <a:pt x="271" y="220"/>
                </a:lnTo>
                <a:cubicBezTo>
                  <a:pt x="273" y="220"/>
                  <a:pt x="276" y="219"/>
                  <a:pt x="279" y="218"/>
                </a:cubicBezTo>
                <a:cubicBezTo>
                  <a:pt x="282" y="217"/>
                  <a:pt x="288" y="214"/>
                  <a:pt x="297" y="209"/>
                </a:cubicBezTo>
                <a:cubicBezTo>
                  <a:pt x="306" y="203"/>
                  <a:pt x="313" y="198"/>
                  <a:pt x="320" y="192"/>
                </a:cubicBezTo>
                <a:cubicBezTo>
                  <a:pt x="327" y="185"/>
                  <a:pt x="332" y="176"/>
                  <a:pt x="338" y="164"/>
                </a:cubicBezTo>
                <a:cubicBezTo>
                  <a:pt x="343" y="151"/>
                  <a:pt x="346" y="138"/>
                  <a:pt x="346" y="123"/>
                </a:cubicBezTo>
                <a:moveTo>
                  <a:pt x="365" y="355"/>
                </a:moveTo>
                <a:cubicBezTo>
                  <a:pt x="365" y="331"/>
                  <a:pt x="358" y="309"/>
                  <a:pt x="345" y="288"/>
                </a:cubicBezTo>
                <a:cubicBezTo>
                  <a:pt x="332" y="268"/>
                  <a:pt x="313" y="255"/>
                  <a:pt x="288" y="249"/>
                </a:cubicBezTo>
                <a:lnTo>
                  <a:pt x="216" y="249"/>
                </a:lnTo>
                <a:lnTo>
                  <a:pt x="145" y="249"/>
                </a:lnTo>
                <a:lnTo>
                  <a:pt x="145" y="347"/>
                </a:lnTo>
                <a:lnTo>
                  <a:pt x="145" y="407"/>
                </a:lnTo>
                <a:cubicBezTo>
                  <a:pt x="145" y="435"/>
                  <a:pt x="146" y="450"/>
                  <a:pt x="148" y="453"/>
                </a:cubicBezTo>
                <a:cubicBezTo>
                  <a:pt x="151" y="455"/>
                  <a:pt x="175" y="456"/>
                  <a:pt x="220" y="456"/>
                </a:cubicBezTo>
                <a:lnTo>
                  <a:pt x="255" y="456"/>
                </a:lnTo>
                <a:cubicBezTo>
                  <a:pt x="275" y="456"/>
                  <a:pt x="289" y="455"/>
                  <a:pt x="298" y="452"/>
                </a:cubicBezTo>
                <a:cubicBezTo>
                  <a:pt x="318" y="445"/>
                  <a:pt x="334" y="433"/>
                  <a:pt x="346" y="415"/>
                </a:cubicBezTo>
                <a:cubicBezTo>
                  <a:pt x="358" y="398"/>
                  <a:pt x="364" y="378"/>
                  <a:pt x="365" y="3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2" name=""/>
          <p:cNvSpPr/>
          <p:nvPr/>
        </p:nvSpPr>
        <p:spPr>
          <a:xfrm>
            <a:off x="7587000" y="4099680"/>
            <a:ext cx="157320" cy="187200"/>
          </a:xfrm>
          <a:custGeom>
            <a:avLst/>
            <a:gdLst/>
            <a:ahLst/>
            <a:rect l="0" t="0" r="r" b="b"/>
            <a:pathLst>
              <a:path w="437" h="520">
                <a:moveTo>
                  <a:pt x="0" y="259"/>
                </a:moveTo>
                <a:cubicBezTo>
                  <a:pt x="0" y="218"/>
                  <a:pt x="8" y="181"/>
                  <a:pt x="24" y="146"/>
                </a:cubicBezTo>
                <a:cubicBezTo>
                  <a:pt x="40" y="112"/>
                  <a:pt x="60" y="84"/>
                  <a:pt x="86" y="64"/>
                </a:cubicBezTo>
                <a:cubicBezTo>
                  <a:pt x="110" y="43"/>
                  <a:pt x="136" y="28"/>
                  <a:pt x="164" y="17"/>
                </a:cubicBezTo>
                <a:cubicBezTo>
                  <a:pt x="191" y="6"/>
                  <a:pt x="216" y="0"/>
                  <a:pt x="241" y="0"/>
                </a:cubicBezTo>
                <a:cubicBezTo>
                  <a:pt x="242" y="0"/>
                  <a:pt x="244" y="0"/>
                  <a:pt x="247" y="0"/>
                </a:cubicBezTo>
                <a:cubicBezTo>
                  <a:pt x="250" y="0"/>
                  <a:pt x="252" y="0"/>
                  <a:pt x="253" y="0"/>
                </a:cubicBezTo>
                <a:cubicBezTo>
                  <a:pt x="296" y="0"/>
                  <a:pt x="335" y="17"/>
                  <a:pt x="368" y="49"/>
                </a:cubicBezTo>
                <a:lnTo>
                  <a:pt x="377" y="58"/>
                </a:lnTo>
                <a:lnTo>
                  <a:pt x="399" y="30"/>
                </a:lnTo>
                <a:cubicBezTo>
                  <a:pt x="412" y="12"/>
                  <a:pt x="419" y="2"/>
                  <a:pt x="421" y="0"/>
                </a:cubicBezTo>
                <a:cubicBezTo>
                  <a:pt x="421" y="0"/>
                  <a:pt x="422" y="0"/>
                  <a:pt x="424" y="0"/>
                </a:cubicBezTo>
                <a:cubicBezTo>
                  <a:pt x="425" y="0"/>
                  <a:pt x="427" y="0"/>
                  <a:pt x="428" y="0"/>
                </a:cubicBezTo>
                <a:lnTo>
                  <a:pt x="431" y="0"/>
                </a:lnTo>
                <a:cubicBezTo>
                  <a:pt x="432" y="0"/>
                  <a:pt x="434" y="1"/>
                  <a:pt x="437" y="4"/>
                </a:cubicBezTo>
                <a:lnTo>
                  <a:pt x="437" y="204"/>
                </a:lnTo>
                <a:lnTo>
                  <a:pt x="433" y="208"/>
                </a:lnTo>
                <a:lnTo>
                  <a:pt x="409" y="208"/>
                </a:lnTo>
                <a:cubicBezTo>
                  <a:pt x="406" y="206"/>
                  <a:pt x="404" y="202"/>
                  <a:pt x="404" y="196"/>
                </a:cubicBezTo>
                <a:cubicBezTo>
                  <a:pt x="399" y="157"/>
                  <a:pt x="388" y="123"/>
                  <a:pt x="369" y="95"/>
                </a:cubicBezTo>
                <a:cubicBezTo>
                  <a:pt x="351" y="66"/>
                  <a:pt x="328" y="47"/>
                  <a:pt x="302" y="38"/>
                </a:cubicBezTo>
                <a:cubicBezTo>
                  <a:pt x="292" y="35"/>
                  <a:pt x="281" y="33"/>
                  <a:pt x="266" y="33"/>
                </a:cubicBezTo>
                <a:cubicBezTo>
                  <a:pt x="216" y="33"/>
                  <a:pt x="175" y="50"/>
                  <a:pt x="141" y="83"/>
                </a:cubicBezTo>
                <a:cubicBezTo>
                  <a:pt x="104" y="121"/>
                  <a:pt x="85" y="180"/>
                  <a:pt x="85" y="259"/>
                </a:cubicBezTo>
                <a:cubicBezTo>
                  <a:pt x="85" y="318"/>
                  <a:pt x="94" y="363"/>
                  <a:pt x="112" y="397"/>
                </a:cubicBezTo>
                <a:cubicBezTo>
                  <a:pt x="122" y="416"/>
                  <a:pt x="134" y="432"/>
                  <a:pt x="149" y="445"/>
                </a:cubicBezTo>
                <a:cubicBezTo>
                  <a:pt x="164" y="458"/>
                  <a:pt x="179" y="467"/>
                  <a:pt x="196" y="473"/>
                </a:cubicBezTo>
                <a:cubicBezTo>
                  <a:pt x="212" y="478"/>
                  <a:pt x="225" y="482"/>
                  <a:pt x="236" y="484"/>
                </a:cubicBezTo>
                <a:cubicBezTo>
                  <a:pt x="246" y="486"/>
                  <a:pt x="257" y="487"/>
                  <a:pt x="267" y="488"/>
                </a:cubicBezTo>
                <a:cubicBezTo>
                  <a:pt x="310" y="488"/>
                  <a:pt x="344" y="471"/>
                  <a:pt x="369" y="438"/>
                </a:cubicBezTo>
                <a:cubicBezTo>
                  <a:pt x="395" y="405"/>
                  <a:pt x="408" y="369"/>
                  <a:pt x="409" y="330"/>
                </a:cubicBezTo>
                <a:cubicBezTo>
                  <a:pt x="409" y="327"/>
                  <a:pt x="410" y="324"/>
                  <a:pt x="413" y="321"/>
                </a:cubicBezTo>
                <a:lnTo>
                  <a:pt x="433" y="321"/>
                </a:lnTo>
                <a:lnTo>
                  <a:pt x="437" y="325"/>
                </a:lnTo>
                <a:lnTo>
                  <a:pt x="437" y="336"/>
                </a:lnTo>
                <a:cubicBezTo>
                  <a:pt x="435" y="385"/>
                  <a:pt x="417" y="428"/>
                  <a:pt x="383" y="465"/>
                </a:cubicBezTo>
                <a:cubicBezTo>
                  <a:pt x="349" y="501"/>
                  <a:pt x="305" y="520"/>
                  <a:pt x="249" y="520"/>
                </a:cubicBezTo>
                <a:cubicBezTo>
                  <a:pt x="182" y="520"/>
                  <a:pt x="124" y="495"/>
                  <a:pt x="75" y="445"/>
                </a:cubicBezTo>
                <a:cubicBezTo>
                  <a:pt x="25" y="396"/>
                  <a:pt x="0" y="334"/>
                  <a:pt x="0" y="2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3" name=""/>
          <p:cNvSpPr/>
          <p:nvPr/>
        </p:nvSpPr>
        <p:spPr>
          <a:xfrm>
            <a:off x="7765560" y="4105080"/>
            <a:ext cx="175680" cy="176400"/>
          </a:xfrm>
          <a:custGeom>
            <a:avLst/>
            <a:gdLst/>
            <a:ahLst/>
            <a:rect l="0" t="0" r="r" b="b"/>
            <a:pathLst>
              <a:path w="488" h="490">
                <a:moveTo>
                  <a:pt x="74" y="44"/>
                </a:moveTo>
                <a:cubicBezTo>
                  <a:pt x="71" y="41"/>
                  <a:pt x="68" y="39"/>
                  <a:pt x="66" y="38"/>
                </a:cubicBezTo>
                <a:cubicBezTo>
                  <a:pt x="65" y="37"/>
                  <a:pt x="61" y="36"/>
                  <a:pt x="54" y="35"/>
                </a:cubicBezTo>
                <a:cubicBezTo>
                  <a:pt x="48" y="35"/>
                  <a:pt x="38" y="34"/>
                  <a:pt x="23" y="33"/>
                </a:cubicBezTo>
                <a:lnTo>
                  <a:pt x="0" y="33"/>
                </a:lnTo>
                <a:lnTo>
                  <a:pt x="0" y="0"/>
                </a:lnTo>
                <a:lnTo>
                  <a:pt x="144" y="0"/>
                </a:lnTo>
                <a:cubicBezTo>
                  <a:pt x="226" y="1"/>
                  <a:pt x="271" y="1"/>
                  <a:pt x="281" y="1"/>
                </a:cubicBezTo>
                <a:cubicBezTo>
                  <a:pt x="291" y="1"/>
                  <a:pt x="301" y="3"/>
                  <a:pt x="311" y="5"/>
                </a:cubicBezTo>
                <a:cubicBezTo>
                  <a:pt x="332" y="10"/>
                  <a:pt x="352" y="18"/>
                  <a:pt x="372" y="30"/>
                </a:cubicBezTo>
                <a:cubicBezTo>
                  <a:pt x="392" y="43"/>
                  <a:pt x="411" y="59"/>
                  <a:pt x="429" y="80"/>
                </a:cubicBezTo>
                <a:cubicBezTo>
                  <a:pt x="447" y="100"/>
                  <a:pt x="461" y="125"/>
                  <a:pt x="471" y="154"/>
                </a:cubicBezTo>
                <a:cubicBezTo>
                  <a:pt x="481" y="183"/>
                  <a:pt x="487" y="215"/>
                  <a:pt x="488" y="249"/>
                </a:cubicBezTo>
                <a:cubicBezTo>
                  <a:pt x="488" y="310"/>
                  <a:pt x="470" y="362"/>
                  <a:pt x="435" y="407"/>
                </a:cubicBezTo>
                <a:cubicBezTo>
                  <a:pt x="399" y="452"/>
                  <a:pt x="354" y="479"/>
                  <a:pt x="297" y="488"/>
                </a:cubicBezTo>
                <a:cubicBezTo>
                  <a:pt x="291" y="489"/>
                  <a:pt x="240" y="489"/>
                  <a:pt x="144" y="490"/>
                </a:cubicBezTo>
                <a:lnTo>
                  <a:pt x="0" y="490"/>
                </a:lnTo>
                <a:lnTo>
                  <a:pt x="0" y="457"/>
                </a:lnTo>
                <a:lnTo>
                  <a:pt x="23" y="457"/>
                </a:lnTo>
                <a:cubicBezTo>
                  <a:pt x="43" y="456"/>
                  <a:pt x="55" y="456"/>
                  <a:pt x="61" y="455"/>
                </a:cubicBezTo>
                <a:cubicBezTo>
                  <a:pt x="65" y="454"/>
                  <a:pt x="70" y="451"/>
                  <a:pt x="74" y="446"/>
                </a:cubicBezTo>
                <a:lnTo>
                  <a:pt x="74" y="44"/>
                </a:lnTo>
                <a:moveTo>
                  <a:pt x="405" y="248"/>
                </a:moveTo>
                <a:cubicBezTo>
                  <a:pt x="405" y="200"/>
                  <a:pt x="400" y="161"/>
                  <a:pt x="390" y="132"/>
                </a:cubicBezTo>
                <a:cubicBezTo>
                  <a:pt x="379" y="102"/>
                  <a:pt x="361" y="78"/>
                  <a:pt x="334" y="58"/>
                </a:cubicBezTo>
                <a:cubicBezTo>
                  <a:pt x="308" y="42"/>
                  <a:pt x="275" y="33"/>
                  <a:pt x="235" y="33"/>
                </a:cubicBezTo>
                <a:lnTo>
                  <a:pt x="212" y="33"/>
                </a:lnTo>
                <a:lnTo>
                  <a:pt x="192" y="33"/>
                </a:lnTo>
                <a:cubicBezTo>
                  <a:pt x="165" y="33"/>
                  <a:pt x="151" y="35"/>
                  <a:pt x="149" y="40"/>
                </a:cubicBezTo>
                <a:cubicBezTo>
                  <a:pt x="147" y="42"/>
                  <a:pt x="147" y="110"/>
                  <a:pt x="147" y="244"/>
                </a:cubicBezTo>
                <a:cubicBezTo>
                  <a:pt x="147" y="378"/>
                  <a:pt x="147" y="446"/>
                  <a:pt x="147" y="448"/>
                </a:cubicBezTo>
                <a:cubicBezTo>
                  <a:pt x="148" y="452"/>
                  <a:pt x="152" y="455"/>
                  <a:pt x="159" y="455"/>
                </a:cubicBezTo>
                <a:cubicBezTo>
                  <a:pt x="166" y="456"/>
                  <a:pt x="188" y="456"/>
                  <a:pt x="224" y="457"/>
                </a:cubicBezTo>
                <a:lnTo>
                  <a:pt x="232" y="457"/>
                </a:lnTo>
                <a:cubicBezTo>
                  <a:pt x="282" y="457"/>
                  <a:pt x="322" y="445"/>
                  <a:pt x="350" y="422"/>
                </a:cubicBezTo>
                <a:cubicBezTo>
                  <a:pt x="372" y="404"/>
                  <a:pt x="386" y="381"/>
                  <a:pt x="394" y="353"/>
                </a:cubicBezTo>
                <a:cubicBezTo>
                  <a:pt x="402" y="326"/>
                  <a:pt x="405" y="290"/>
                  <a:pt x="405" y="24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4" name=""/>
          <p:cNvSpPr/>
          <p:nvPr/>
        </p:nvSpPr>
        <p:spPr>
          <a:xfrm>
            <a:off x="4176360" y="4028040"/>
            <a:ext cx="3839400" cy="407520"/>
          </a:xfrm>
          <a:custGeom>
            <a:avLst/>
            <a:gdLst/>
            <a:ahLst/>
            <a:rect l="0" t="0" r="r" b="b"/>
            <a:pathLst>
              <a:path w="10665" h="1132">
                <a:moveTo>
                  <a:pt x="0" y="0"/>
                </a:moveTo>
                <a:lnTo>
                  <a:pt x="10665" y="0"/>
                </a:lnTo>
                <a:lnTo>
                  <a:pt x="10665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noFill/>
          <a:ln w="16920">
            <a:solidFill>
              <a:srgbClr val="000000"/>
            </a:solidFill>
            <a:miter/>
          </a:ln>
        </p:spPr>
        <p:txBody>
          <a:bodyPr lIns="8280" tIns="8280" rIns="8280" bIns="82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5" name=""/>
          <p:cNvSpPr/>
          <p:nvPr/>
        </p:nvSpPr>
        <p:spPr>
          <a:xfrm>
            <a:off x="857160" y="4714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6" name=""/>
          <p:cNvSpPr txBox="1"/>
          <p:nvPr/>
        </p:nvSpPr>
        <p:spPr>
          <a:xfrm>
            <a:off x="571320" y="3500640"/>
            <a:ext cx="3098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The Principal Contribution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7" name=""/>
          <p:cNvSpPr/>
          <p:nvPr/>
        </p:nvSpPr>
        <p:spPr>
          <a:xfrm>
            <a:off x="5288400" y="4647960"/>
            <a:ext cx="190800" cy="184680"/>
          </a:xfrm>
          <a:custGeom>
            <a:avLst/>
            <a:gdLst/>
            <a:ahLst/>
            <a:rect l="0" t="0" r="r" b="b"/>
            <a:pathLst>
              <a:path w="530" h="513">
                <a:moveTo>
                  <a:pt x="4" y="513"/>
                </a:moveTo>
                <a:cubicBezTo>
                  <a:pt x="2" y="511"/>
                  <a:pt x="0" y="509"/>
                  <a:pt x="0" y="508"/>
                </a:cubicBezTo>
                <a:cubicBezTo>
                  <a:pt x="0" y="507"/>
                  <a:pt x="41" y="424"/>
                  <a:pt x="121" y="258"/>
                </a:cubicBezTo>
                <a:cubicBezTo>
                  <a:pt x="202" y="91"/>
                  <a:pt x="243" y="7"/>
                  <a:pt x="245" y="5"/>
                </a:cubicBezTo>
                <a:cubicBezTo>
                  <a:pt x="246" y="2"/>
                  <a:pt x="253" y="0"/>
                  <a:pt x="265" y="0"/>
                </a:cubicBezTo>
                <a:cubicBezTo>
                  <a:pt x="276" y="0"/>
                  <a:pt x="283" y="2"/>
                  <a:pt x="285" y="5"/>
                </a:cubicBezTo>
                <a:cubicBezTo>
                  <a:pt x="286" y="7"/>
                  <a:pt x="327" y="91"/>
                  <a:pt x="409" y="258"/>
                </a:cubicBezTo>
                <a:cubicBezTo>
                  <a:pt x="489" y="424"/>
                  <a:pt x="530" y="507"/>
                  <a:pt x="530" y="508"/>
                </a:cubicBezTo>
                <a:cubicBezTo>
                  <a:pt x="530" y="509"/>
                  <a:pt x="529" y="511"/>
                  <a:pt x="527" y="513"/>
                </a:cubicBezTo>
                <a:lnTo>
                  <a:pt x="4" y="513"/>
                </a:lnTo>
                <a:moveTo>
                  <a:pt x="330" y="267"/>
                </a:moveTo>
                <a:lnTo>
                  <a:pt x="242" y="86"/>
                </a:lnTo>
                <a:lnTo>
                  <a:pt x="65" y="447"/>
                </a:lnTo>
                <a:lnTo>
                  <a:pt x="241" y="448"/>
                </a:lnTo>
                <a:lnTo>
                  <a:pt x="419" y="448"/>
                </a:lnTo>
                <a:cubicBezTo>
                  <a:pt x="419" y="447"/>
                  <a:pt x="390" y="387"/>
                  <a:pt x="330" y="2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8" name=""/>
          <p:cNvSpPr/>
          <p:nvPr/>
        </p:nvSpPr>
        <p:spPr>
          <a:xfrm>
            <a:off x="5504040" y="4790520"/>
            <a:ext cx="145080" cy="80640"/>
          </a:xfrm>
          <a:custGeom>
            <a:avLst/>
            <a:gdLst/>
            <a:ahLst/>
            <a:rect l="0" t="0" r="r" b="b"/>
            <a:pathLst>
              <a:path w="403" h="224">
                <a:moveTo>
                  <a:pt x="8" y="201"/>
                </a:moveTo>
                <a:lnTo>
                  <a:pt x="15" y="201"/>
                </a:lnTo>
                <a:cubicBezTo>
                  <a:pt x="29" y="201"/>
                  <a:pt x="36" y="199"/>
                  <a:pt x="39" y="194"/>
                </a:cubicBezTo>
                <a:lnTo>
                  <a:pt x="39" y="190"/>
                </a:lnTo>
                <a:cubicBezTo>
                  <a:pt x="39" y="187"/>
                  <a:pt x="39" y="182"/>
                  <a:pt x="39" y="177"/>
                </a:cubicBezTo>
                <a:cubicBezTo>
                  <a:pt x="39" y="173"/>
                  <a:pt x="39" y="167"/>
                  <a:pt x="39" y="162"/>
                </a:cubicBezTo>
                <a:cubicBezTo>
                  <a:pt x="39" y="156"/>
                  <a:pt x="39" y="149"/>
                  <a:pt x="40" y="142"/>
                </a:cubicBezTo>
                <a:cubicBezTo>
                  <a:pt x="40" y="134"/>
                  <a:pt x="40" y="127"/>
                  <a:pt x="40" y="121"/>
                </a:cubicBezTo>
                <a:cubicBezTo>
                  <a:pt x="40" y="110"/>
                  <a:pt x="40" y="99"/>
                  <a:pt x="40" y="87"/>
                </a:cubicBezTo>
                <a:cubicBezTo>
                  <a:pt x="40" y="76"/>
                  <a:pt x="40" y="66"/>
                  <a:pt x="39" y="57"/>
                </a:cubicBezTo>
                <a:lnTo>
                  <a:pt x="39" y="46"/>
                </a:lnTo>
                <a:cubicBezTo>
                  <a:pt x="38" y="39"/>
                  <a:pt x="36" y="35"/>
                  <a:pt x="32" y="33"/>
                </a:cubicBezTo>
                <a:cubicBezTo>
                  <a:pt x="28" y="31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1" y="5"/>
                  <a:pt x="1" y="5"/>
                </a:cubicBezTo>
                <a:lnTo>
                  <a:pt x="6" y="5"/>
                </a:lnTo>
                <a:cubicBezTo>
                  <a:pt x="10" y="5"/>
                  <a:pt x="14" y="4"/>
                  <a:pt x="20" y="4"/>
                </a:cubicBezTo>
                <a:cubicBezTo>
                  <a:pt x="27" y="4"/>
                  <a:pt x="33" y="3"/>
                  <a:pt x="39" y="3"/>
                </a:cubicBezTo>
                <a:cubicBezTo>
                  <a:pt x="45" y="3"/>
                  <a:pt x="51" y="2"/>
                  <a:pt x="57" y="2"/>
                </a:cubicBezTo>
                <a:cubicBezTo>
                  <a:pt x="64" y="2"/>
                  <a:pt x="69" y="1"/>
                  <a:pt x="72" y="0"/>
                </a:cubicBezTo>
                <a:cubicBezTo>
                  <a:pt x="75" y="0"/>
                  <a:pt x="77" y="0"/>
                  <a:pt x="78" y="0"/>
                </a:cubicBezTo>
                <a:lnTo>
                  <a:pt x="79" y="0"/>
                </a:lnTo>
                <a:lnTo>
                  <a:pt x="79" y="20"/>
                </a:lnTo>
                <a:cubicBezTo>
                  <a:pt x="79" y="33"/>
                  <a:pt x="79" y="39"/>
                  <a:pt x="80" y="39"/>
                </a:cubicBezTo>
                <a:cubicBezTo>
                  <a:pt x="80" y="39"/>
                  <a:pt x="81" y="38"/>
                  <a:pt x="82" y="37"/>
                </a:cubicBezTo>
                <a:cubicBezTo>
                  <a:pt x="83" y="35"/>
                  <a:pt x="85" y="33"/>
                  <a:pt x="88" y="29"/>
                </a:cubicBezTo>
                <a:cubicBezTo>
                  <a:pt x="91" y="26"/>
                  <a:pt x="94" y="23"/>
                  <a:pt x="98" y="20"/>
                </a:cubicBezTo>
                <a:cubicBezTo>
                  <a:pt x="102" y="17"/>
                  <a:pt x="106" y="14"/>
                  <a:pt x="112" y="10"/>
                </a:cubicBezTo>
                <a:cubicBezTo>
                  <a:pt x="119" y="7"/>
                  <a:pt x="125" y="4"/>
                  <a:pt x="132" y="2"/>
                </a:cubicBezTo>
                <a:cubicBezTo>
                  <a:pt x="138" y="1"/>
                  <a:pt x="147" y="0"/>
                  <a:pt x="158" y="0"/>
                </a:cubicBezTo>
                <a:cubicBezTo>
                  <a:pt x="163" y="0"/>
                  <a:pt x="168" y="0"/>
                  <a:pt x="173" y="1"/>
                </a:cubicBezTo>
                <a:cubicBezTo>
                  <a:pt x="177" y="2"/>
                  <a:pt x="181" y="3"/>
                  <a:pt x="184" y="4"/>
                </a:cubicBezTo>
                <a:cubicBezTo>
                  <a:pt x="188" y="5"/>
                  <a:pt x="191" y="7"/>
                  <a:pt x="194" y="8"/>
                </a:cubicBezTo>
                <a:cubicBezTo>
                  <a:pt x="197" y="9"/>
                  <a:pt x="199" y="11"/>
                  <a:pt x="201" y="12"/>
                </a:cubicBezTo>
                <a:cubicBezTo>
                  <a:pt x="203" y="14"/>
                  <a:pt x="205" y="16"/>
                  <a:pt x="207" y="18"/>
                </a:cubicBezTo>
                <a:cubicBezTo>
                  <a:pt x="209" y="20"/>
                  <a:pt x="210" y="22"/>
                  <a:pt x="212" y="24"/>
                </a:cubicBezTo>
                <a:cubicBezTo>
                  <a:pt x="213" y="25"/>
                  <a:pt x="214" y="27"/>
                  <a:pt x="215" y="29"/>
                </a:cubicBezTo>
                <a:cubicBezTo>
                  <a:pt x="216" y="31"/>
                  <a:pt x="217" y="33"/>
                  <a:pt x="217" y="34"/>
                </a:cubicBezTo>
                <a:cubicBezTo>
                  <a:pt x="217" y="36"/>
                  <a:pt x="218" y="37"/>
                  <a:pt x="219" y="38"/>
                </a:cubicBezTo>
                <a:lnTo>
                  <a:pt x="220" y="41"/>
                </a:lnTo>
                <a:lnTo>
                  <a:pt x="221" y="39"/>
                </a:lnTo>
                <a:cubicBezTo>
                  <a:pt x="222" y="37"/>
                  <a:pt x="223" y="36"/>
                  <a:pt x="224" y="35"/>
                </a:cubicBezTo>
                <a:cubicBezTo>
                  <a:pt x="225" y="33"/>
                  <a:pt x="227" y="32"/>
                  <a:pt x="229" y="29"/>
                </a:cubicBezTo>
                <a:cubicBezTo>
                  <a:pt x="231" y="27"/>
                  <a:pt x="233" y="25"/>
                  <a:pt x="235" y="23"/>
                </a:cubicBezTo>
                <a:cubicBezTo>
                  <a:pt x="238" y="21"/>
                  <a:pt x="240" y="18"/>
                  <a:pt x="243" y="16"/>
                </a:cubicBezTo>
                <a:cubicBezTo>
                  <a:pt x="246" y="14"/>
                  <a:pt x="249" y="12"/>
                  <a:pt x="253" y="10"/>
                </a:cubicBezTo>
                <a:cubicBezTo>
                  <a:pt x="257" y="8"/>
                  <a:pt x="261" y="7"/>
                  <a:pt x="265" y="5"/>
                </a:cubicBezTo>
                <a:cubicBezTo>
                  <a:pt x="268" y="3"/>
                  <a:pt x="273" y="2"/>
                  <a:pt x="278" y="1"/>
                </a:cubicBezTo>
                <a:cubicBezTo>
                  <a:pt x="283" y="1"/>
                  <a:pt x="288" y="0"/>
                  <a:pt x="293" y="0"/>
                </a:cubicBezTo>
                <a:cubicBezTo>
                  <a:pt x="336" y="0"/>
                  <a:pt x="359" y="19"/>
                  <a:pt x="363" y="57"/>
                </a:cubicBezTo>
                <a:cubicBezTo>
                  <a:pt x="363" y="59"/>
                  <a:pt x="363" y="83"/>
                  <a:pt x="363" y="127"/>
                </a:cubicBezTo>
                <a:lnTo>
                  <a:pt x="363" y="171"/>
                </a:lnTo>
                <a:cubicBezTo>
                  <a:pt x="363" y="183"/>
                  <a:pt x="363" y="192"/>
                  <a:pt x="364" y="194"/>
                </a:cubicBezTo>
                <a:cubicBezTo>
                  <a:pt x="365" y="197"/>
                  <a:pt x="367" y="198"/>
                  <a:pt x="370" y="199"/>
                </a:cubicBezTo>
                <a:cubicBezTo>
                  <a:pt x="377" y="201"/>
                  <a:pt x="385" y="201"/>
                  <a:pt x="394" y="201"/>
                </a:cubicBezTo>
                <a:lnTo>
                  <a:pt x="403" y="201"/>
                </a:lnTo>
                <a:lnTo>
                  <a:pt x="403" y="224"/>
                </a:lnTo>
                <a:lnTo>
                  <a:pt x="399" y="224"/>
                </a:lnTo>
                <a:lnTo>
                  <a:pt x="387" y="224"/>
                </a:lnTo>
                <a:cubicBezTo>
                  <a:pt x="379" y="223"/>
                  <a:pt x="370" y="223"/>
                  <a:pt x="361" y="223"/>
                </a:cubicBezTo>
                <a:cubicBezTo>
                  <a:pt x="352" y="223"/>
                  <a:pt x="346" y="223"/>
                  <a:pt x="342" y="223"/>
                </a:cubicBezTo>
                <a:cubicBezTo>
                  <a:pt x="307" y="223"/>
                  <a:pt x="288" y="223"/>
                  <a:pt x="285" y="224"/>
                </a:cubicBezTo>
                <a:lnTo>
                  <a:pt x="281" y="224"/>
                </a:lnTo>
                <a:lnTo>
                  <a:pt x="281" y="201"/>
                </a:lnTo>
                <a:lnTo>
                  <a:pt x="289" y="201"/>
                </a:lnTo>
                <a:cubicBezTo>
                  <a:pt x="310" y="201"/>
                  <a:pt x="320" y="198"/>
                  <a:pt x="320" y="193"/>
                </a:cubicBezTo>
                <a:cubicBezTo>
                  <a:pt x="321" y="192"/>
                  <a:pt x="321" y="168"/>
                  <a:pt x="321" y="122"/>
                </a:cubicBezTo>
                <a:cubicBezTo>
                  <a:pt x="320" y="77"/>
                  <a:pt x="320" y="53"/>
                  <a:pt x="320" y="50"/>
                </a:cubicBezTo>
                <a:cubicBezTo>
                  <a:pt x="318" y="40"/>
                  <a:pt x="314" y="33"/>
                  <a:pt x="310" y="29"/>
                </a:cubicBezTo>
                <a:cubicBezTo>
                  <a:pt x="305" y="24"/>
                  <a:pt x="301" y="21"/>
                  <a:pt x="297" y="20"/>
                </a:cubicBezTo>
                <a:cubicBezTo>
                  <a:pt x="294" y="19"/>
                  <a:pt x="290" y="19"/>
                  <a:pt x="284" y="19"/>
                </a:cubicBezTo>
                <a:cubicBezTo>
                  <a:pt x="269" y="19"/>
                  <a:pt x="256" y="25"/>
                  <a:pt x="244" y="36"/>
                </a:cubicBezTo>
                <a:cubicBezTo>
                  <a:pt x="235" y="45"/>
                  <a:pt x="230" y="55"/>
                  <a:pt x="227" y="64"/>
                </a:cubicBezTo>
                <a:cubicBezTo>
                  <a:pt x="225" y="73"/>
                  <a:pt x="223" y="87"/>
                  <a:pt x="223" y="106"/>
                </a:cubicBezTo>
                <a:lnTo>
                  <a:pt x="223" y="138"/>
                </a:lnTo>
                <a:lnTo>
                  <a:pt x="223" y="169"/>
                </a:lnTo>
                <a:cubicBezTo>
                  <a:pt x="223" y="179"/>
                  <a:pt x="223" y="187"/>
                  <a:pt x="224" y="190"/>
                </a:cubicBezTo>
                <a:cubicBezTo>
                  <a:pt x="224" y="193"/>
                  <a:pt x="224" y="195"/>
                  <a:pt x="225" y="196"/>
                </a:cubicBezTo>
                <a:cubicBezTo>
                  <a:pt x="226" y="197"/>
                  <a:pt x="227" y="198"/>
                  <a:pt x="230" y="199"/>
                </a:cubicBezTo>
                <a:cubicBezTo>
                  <a:pt x="237" y="201"/>
                  <a:pt x="245" y="201"/>
                  <a:pt x="254" y="201"/>
                </a:cubicBezTo>
                <a:lnTo>
                  <a:pt x="263" y="201"/>
                </a:lnTo>
                <a:lnTo>
                  <a:pt x="263" y="224"/>
                </a:lnTo>
                <a:lnTo>
                  <a:pt x="259" y="224"/>
                </a:lnTo>
                <a:lnTo>
                  <a:pt x="246" y="224"/>
                </a:lnTo>
                <a:cubicBezTo>
                  <a:pt x="239" y="223"/>
                  <a:pt x="230" y="223"/>
                  <a:pt x="221" y="223"/>
                </a:cubicBezTo>
                <a:cubicBezTo>
                  <a:pt x="212" y="223"/>
                  <a:pt x="206" y="223"/>
                  <a:pt x="202" y="223"/>
                </a:cubicBezTo>
                <a:cubicBezTo>
                  <a:pt x="167" y="223"/>
                  <a:pt x="147" y="223"/>
                  <a:pt x="144" y="224"/>
                </a:cubicBezTo>
                <a:lnTo>
                  <a:pt x="140" y="224"/>
                </a:lnTo>
                <a:lnTo>
                  <a:pt x="140" y="201"/>
                </a:lnTo>
                <a:lnTo>
                  <a:pt x="148" y="201"/>
                </a:lnTo>
                <a:cubicBezTo>
                  <a:pt x="170" y="201"/>
                  <a:pt x="180" y="198"/>
                  <a:pt x="180" y="193"/>
                </a:cubicBezTo>
                <a:cubicBezTo>
                  <a:pt x="181" y="192"/>
                  <a:pt x="181" y="168"/>
                  <a:pt x="181" y="122"/>
                </a:cubicBezTo>
                <a:cubicBezTo>
                  <a:pt x="180" y="77"/>
                  <a:pt x="180" y="53"/>
                  <a:pt x="180" y="50"/>
                </a:cubicBezTo>
                <a:cubicBezTo>
                  <a:pt x="178" y="40"/>
                  <a:pt x="174" y="33"/>
                  <a:pt x="170" y="29"/>
                </a:cubicBezTo>
                <a:cubicBezTo>
                  <a:pt x="165" y="24"/>
                  <a:pt x="161" y="21"/>
                  <a:pt x="157" y="20"/>
                </a:cubicBezTo>
                <a:cubicBezTo>
                  <a:pt x="154" y="19"/>
                  <a:pt x="149" y="19"/>
                  <a:pt x="143" y="19"/>
                </a:cubicBezTo>
                <a:cubicBezTo>
                  <a:pt x="128" y="19"/>
                  <a:pt x="115" y="25"/>
                  <a:pt x="103" y="36"/>
                </a:cubicBezTo>
                <a:cubicBezTo>
                  <a:pt x="94" y="45"/>
                  <a:pt x="89" y="55"/>
                  <a:pt x="86" y="64"/>
                </a:cubicBezTo>
                <a:cubicBezTo>
                  <a:pt x="84" y="73"/>
                  <a:pt x="82" y="87"/>
                  <a:pt x="82" y="106"/>
                </a:cubicBezTo>
                <a:lnTo>
                  <a:pt x="82" y="138"/>
                </a:lnTo>
                <a:lnTo>
                  <a:pt x="82" y="169"/>
                </a:lnTo>
                <a:cubicBezTo>
                  <a:pt x="82" y="179"/>
                  <a:pt x="82" y="187"/>
                  <a:pt x="83" y="190"/>
                </a:cubicBezTo>
                <a:cubicBezTo>
                  <a:pt x="83" y="193"/>
                  <a:pt x="83" y="195"/>
                  <a:pt x="84" y="196"/>
                </a:cubicBezTo>
                <a:cubicBezTo>
                  <a:pt x="85" y="197"/>
                  <a:pt x="86" y="198"/>
                  <a:pt x="89" y="199"/>
                </a:cubicBezTo>
                <a:cubicBezTo>
                  <a:pt x="96" y="201"/>
                  <a:pt x="104" y="201"/>
                  <a:pt x="113" y="201"/>
                </a:cubicBezTo>
                <a:lnTo>
                  <a:pt x="122" y="201"/>
                </a:lnTo>
                <a:lnTo>
                  <a:pt x="122" y="224"/>
                </a:lnTo>
                <a:lnTo>
                  <a:pt x="118" y="224"/>
                </a:lnTo>
                <a:lnTo>
                  <a:pt x="106" y="224"/>
                </a:lnTo>
                <a:cubicBezTo>
                  <a:pt x="98" y="223"/>
                  <a:pt x="89" y="223"/>
                  <a:pt x="80" y="223"/>
                </a:cubicBezTo>
                <a:cubicBezTo>
                  <a:pt x="71" y="223"/>
                  <a:pt x="65" y="223"/>
                  <a:pt x="61" y="223"/>
                </a:cubicBezTo>
                <a:cubicBezTo>
                  <a:pt x="26" y="223"/>
                  <a:pt x="7" y="223"/>
                  <a:pt x="4" y="224"/>
                </a:cubicBezTo>
                <a:lnTo>
                  <a:pt x="0" y="224"/>
                </a:lnTo>
                <a:lnTo>
                  <a:pt x="0" y="201"/>
                </a:lnTo>
                <a:lnTo>
                  <a:pt x="8" y="2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9" name=""/>
          <p:cNvSpPr/>
          <p:nvPr/>
        </p:nvSpPr>
        <p:spPr>
          <a:xfrm>
            <a:off x="5657400" y="478944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52" y="72"/>
                </a:moveTo>
                <a:cubicBezTo>
                  <a:pt x="52" y="72"/>
                  <a:pt x="48" y="72"/>
                  <a:pt x="41" y="72"/>
                </a:cubicBezTo>
                <a:cubicBezTo>
                  <a:pt x="33" y="72"/>
                  <a:pt x="27" y="70"/>
                  <a:pt x="22" y="65"/>
                </a:cubicBezTo>
                <a:cubicBezTo>
                  <a:pt x="17" y="59"/>
                  <a:pt x="14" y="53"/>
                  <a:pt x="14" y="45"/>
                </a:cubicBezTo>
                <a:cubicBezTo>
                  <a:pt x="14" y="33"/>
                  <a:pt x="20" y="23"/>
                  <a:pt x="32" y="13"/>
                </a:cubicBezTo>
                <a:cubicBezTo>
                  <a:pt x="43" y="4"/>
                  <a:pt x="63" y="0"/>
                  <a:pt x="93" y="0"/>
                </a:cubicBezTo>
                <a:cubicBezTo>
                  <a:pt x="118" y="0"/>
                  <a:pt x="138" y="5"/>
                  <a:pt x="153" y="16"/>
                </a:cubicBezTo>
                <a:cubicBezTo>
                  <a:pt x="169" y="27"/>
                  <a:pt x="179" y="40"/>
                  <a:pt x="184" y="54"/>
                </a:cubicBezTo>
                <a:cubicBezTo>
                  <a:pt x="185" y="59"/>
                  <a:pt x="186" y="64"/>
                  <a:pt x="186" y="70"/>
                </a:cubicBezTo>
                <a:cubicBezTo>
                  <a:pt x="186" y="76"/>
                  <a:pt x="186" y="95"/>
                  <a:pt x="187" y="128"/>
                </a:cubicBezTo>
                <a:lnTo>
                  <a:pt x="187" y="164"/>
                </a:lnTo>
                <a:cubicBezTo>
                  <a:pt x="187" y="180"/>
                  <a:pt x="188" y="191"/>
                  <a:pt x="189" y="197"/>
                </a:cubicBezTo>
                <a:cubicBezTo>
                  <a:pt x="191" y="203"/>
                  <a:pt x="195" y="206"/>
                  <a:pt x="200" y="206"/>
                </a:cubicBezTo>
                <a:cubicBezTo>
                  <a:pt x="205" y="206"/>
                  <a:pt x="208" y="203"/>
                  <a:pt x="210" y="198"/>
                </a:cubicBezTo>
                <a:cubicBezTo>
                  <a:pt x="212" y="193"/>
                  <a:pt x="213" y="184"/>
                  <a:pt x="213" y="171"/>
                </a:cubicBezTo>
                <a:lnTo>
                  <a:pt x="213" y="153"/>
                </a:lnTo>
                <a:lnTo>
                  <a:pt x="233" y="153"/>
                </a:lnTo>
                <a:lnTo>
                  <a:pt x="233" y="173"/>
                </a:lnTo>
                <a:cubicBezTo>
                  <a:pt x="232" y="186"/>
                  <a:pt x="232" y="194"/>
                  <a:pt x="231" y="196"/>
                </a:cubicBezTo>
                <a:cubicBezTo>
                  <a:pt x="228" y="207"/>
                  <a:pt x="222" y="215"/>
                  <a:pt x="214" y="221"/>
                </a:cubicBezTo>
                <a:cubicBezTo>
                  <a:pt x="205" y="227"/>
                  <a:pt x="196" y="230"/>
                  <a:pt x="186" y="230"/>
                </a:cubicBezTo>
                <a:cubicBezTo>
                  <a:pt x="176" y="231"/>
                  <a:pt x="168" y="228"/>
                  <a:pt x="162" y="221"/>
                </a:cubicBezTo>
                <a:cubicBezTo>
                  <a:pt x="156" y="215"/>
                  <a:pt x="152" y="207"/>
                  <a:pt x="150" y="199"/>
                </a:cubicBezTo>
                <a:lnTo>
                  <a:pt x="150" y="197"/>
                </a:lnTo>
                <a:lnTo>
                  <a:pt x="149" y="198"/>
                </a:lnTo>
                <a:cubicBezTo>
                  <a:pt x="148" y="199"/>
                  <a:pt x="147" y="200"/>
                  <a:pt x="146" y="201"/>
                </a:cubicBezTo>
                <a:cubicBezTo>
                  <a:pt x="145" y="203"/>
                  <a:pt x="144" y="204"/>
                  <a:pt x="142" y="206"/>
                </a:cubicBezTo>
                <a:cubicBezTo>
                  <a:pt x="141" y="208"/>
                  <a:pt x="139" y="211"/>
                  <a:pt x="136" y="213"/>
                </a:cubicBezTo>
                <a:cubicBezTo>
                  <a:pt x="134" y="214"/>
                  <a:pt x="131" y="216"/>
                  <a:pt x="129" y="219"/>
                </a:cubicBezTo>
                <a:cubicBezTo>
                  <a:pt x="126" y="221"/>
                  <a:pt x="123" y="223"/>
                  <a:pt x="120" y="224"/>
                </a:cubicBezTo>
                <a:cubicBezTo>
                  <a:pt x="116" y="226"/>
                  <a:pt x="113" y="227"/>
                  <a:pt x="107" y="228"/>
                </a:cubicBezTo>
                <a:cubicBezTo>
                  <a:pt x="103" y="230"/>
                  <a:pt x="99" y="231"/>
                  <a:pt x="94" y="231"/>
                </a:cubicBezTo>
                <a:cubicBezTo>
                  <a:pt x="90" y="232"/>
                  <a:pt x="84" y="232"/>
                  <a:pt x="79" y="233"/>
                </a:cubicBezTo>
                <a:cubicBezTo>
                  <a:pt x="58" y="233"/>
                  <a:pt x="40" y="228"/>
                  <a:pt x="24" y="217"/>
                </a:cubicBezTo>
                <a:cubicBezTo>
                  <a:pt x="8" y="206"/>
                  <a:pt x="0" y="191"/>
                  <a:pt x="0" y="172"/>
                </a:cubicBezTo>
                <a:cubicBezTo>
                  <a:pt x="0" y="165"/>
                  <a:pt x="1" y="158"/>
                  <a:pt x="3" y="152"/>
                </a:cubicBezTo>
                <a:cubicBezTo>
                  <a:pt x="6" y="146"/>
                  <a:pt x="10" y="139"/>
                  <a:pt x="17" y="131"/>
                </a:cubicBezTo>
                <a:cubicBezTo>
                  <a:pt x="24" y="124"/>
                  <a:pt x="32" y="118"/>
                  <a:pt x="41" y="113"/>
                </a:cubicBezTo>
                <a:cubicBezTo>
                  <a:pt x="51" y="107"/>
                  <a:pt x="64" y="103"/>
                  <a:pt x="81" y="98"/>
                </a:cubicBezTo>
                <a:cubicBezTo>
                  <a:pt x="98" y="94"/>
                  <a:pt x="117" y="91"/>
                  <a:pt x="137" y="91"/>
                </a:cubicBezTo>
                <a:lnTo>
                  <a:pt x="144" y="91"/>
                </a:lnTo>
                <a:lnTo>
                  <a:pt x="144" y="80"/>
                </a:lnTo>
                <a:cubicBezTo>
                  <a:pt x="144" y="68"/>
                  <a:pt x="143" y="60"/>
                  <a:pt x="141" y="54"/>
                </a:cubicBezTo>
                <a:cubicBezTo>
                  <a:pt x="134" y="30"/>
                  <a:pt x="118" y="19"/>
                  <a:pt x="91" y="19"/>
                </a:cubicBezTo>
                <a:cubicBezTo>
                  <a:pt x="85" y="19"/>
                  <a:pt x="80" y="19"/>
                  <a:pt x="74" y="19"/>
                </a:cubicBezTo>
                <a:cubicBezTo>
                  <a:pt x="69" y="19"/>
                  <a:pt x="65" y="20"/>
                  <a:pt x="61" y="21"/>
                </a:cubicBezTo>
                <a:cubicBezTo>
                  <a:pt x="58" y="22"/>
                  <a:pt x="57" y="23"/>
                  <a:pt x="57" y="23"/>
                </a:cubicBezTo>
                <a:cubicBezTo>
                  <a:pt x="65" y="28"/>
                  <a:pt x="69" y="35"/>
                  <a:pt x="69" y="45"/>
                </a:cubicBezTo>
                <a:cubicBezTo>
                  <a:pt x="69" y="53"/>
                  <a:pt x="66" y="60"/>
                  <a:pt x="60" y="65"/>
                </a:cubicBezTo>
                <a:lnTo>
                  <a:pt x="52" y="72"/>
                </a:lnTo>
                <a:moveTo>
                  <a:pt x="46" y="173"/>
                </a:moveTo>
                <a:cubicBezTo>
                  <a:pt x="46" y="183"/>
                  <a:pt x="50" y="192"/>
                  <a:pt x="58" y="200"/>
                </a:cubicBezTo>
                <a:cubicBezTo>
                  <a:pt x="67" y="209"/>
                  <a:pt x="76" y="214"/>
                  <a:pt x="88" y="214"/>
                </a:cubicBezTo>
                <a:cubicBezTo>
                  <a:pt x="101" y="214"/>
                  <a:pt x="113" y="209"/>
                  <a:pt x="123" y="201"/>
                </a:cubicBezTo>
                <a:cubicBezTo>
                  <a:pt x="133" y="194"/>
                  <a:pt x="139" y="184"/>
                  <a:pt x="143" y="171"/>
                </a:cubicBezTo>
                <a:cubicBezTo>
                  <a:pt x="144" y="169"/>
                  <a:pt x="144" y="158"/>
                  <a:pt x="144" y="138"/>
                </a:cubicBezTo>
                <a:cubicBezTo>
                  <a:pt x="144" y="118"/>
                  <a:pt x="144" y="108"/>
                  <a:pt x="144" y="108"/>
                </a:cubicBezTo>
                <a:cubicBezTo>
                  <a:pt x="141" y="108"/>
                  <a:pt x="138" y="109"/>
                  <a:pt x="133" y="109"/>
                </a:cubicBezTo>
                <a:cubicBezTo>
                  <a:pt x="129" y="109"/>
                  <a:pt x="121" y="111"/>
                  <a:pt x="110" y="114"/>
                </a:cubicBezTo>
                <a:cubicBezTo>
                  <a:pt x="99" y="116"/>
                  <a:pt x="89" y="120"/>
                  <a:pt x="80" y="124"/>
                </a:cubicBezTo>
                <a:cubicBezTo>
                  <a:pt x="71" y="128"/>
                  <a:pt x="64" y="134"/>
                  <a:pt x="57" y="142"/>
                </a:cubicBezTo>
                <a:cubicBezTo>
                  <a:pt x="50" y="151"/>
                  <a:pt x="47" y="161"/>
                  <a:pt x="46" y="1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0" name=""/>
          <p:cNvSpPr/>
          <p:nvPr/>
        </p:nvSpPr>
        <p:spPr>
          <a:xfrm>
            <a:off x="5744160" y="4792320"/>
            <a:ext cx="92160" cy="78840"/>
          </a:xfrm>
          <a:custGeom>
            <a:avLst/>
            <a:gdLst/>
            <a:ahLst/>
            <a:rect l="0" t="0" r="r" b="b"/>
            <a:pathLst>
              <a:path w="256" h="219">
                <a:moveTo>
                  <a:pt x="96" y="219"/>
                </a:moveTo>
                <a:cubicBezTo>
                  <a:pt x="92" y="218"/>
                  <a:pt x="75" y="218"/>
                  <a:pt x="46" y="218"/>
                </a:cubicBezTo>
                <a:cubicBezTo>
                  <a:pt x="20" y="218"/>
                  <a:pt x="6" y="218"/>
                  <a:pt x="3" y="219"/>
                </a:cubicBezTo>
                <a:lnTo>
                  <a:pt x="0" y="219"/>
                </a:lnTo>
                <a:lnTo>
                  <a:pt x="0" y="196"/>
                </a:lnTo>
                <a:lnTo>
                  <a:pt x="7" y="196"/>
                </a:lnTo>
                <a:cubicBezTo>
                  <a:pt x="15" y="196"/>
                  <a:pt x="22" y="195"/>
                  <a:pt x="28" y="193"/>
                </a:cubicBezTo>
                <a:cubicBezTo>
                  <a:pt x="35" y="191"/>
                  <a:pt x="39" y="190"/>
                  <a:pt x="43" y="188"/>
                </a:cubicBezTo>
                <a:cubicBezTo>
                  <a:pt x="46" y="187"/>
                  <a:pt x="50" y="184"/>
                  <a:pt x="55" y="180"/>
                </a:cubicBezTo>
                <a:cubicBezTo>
                  <a:pt x="61" y="175"/>
                  <a:pt x="64" y="172"/>
                  <a:pt x="65" y="171"/>
                </a:cubicBezTo>
                <a:cubicBezTo>
                  <a:pt x="66" y="169"/>
                  <a:pt x="69" y="165"/>
                  <a:pt x="75" y="158"/>
                </a:cubicBezTo>
                <a:cubicBezTo>
                  <a:pt x="81" y="151"/>
                  <a:pt x="85" y="146"/>
                  <a:pt x="85" y="143"/>
                </a:cubicBezTo>
                <a:lnTo>
                  <a:pt x="109" y="113"/>
                </a:lnTo>
                <a:lnTo>
                  <a:pt x="79" y="74"/>
                </a:lnTo>
                <a:cubicBezTo>
                  <a:pt x="76" y="69"/>
                  <a:pt x="73" y="65"/>
                  <a:pt x="70" y="60"/>
                </a:cubicBezTo>
                <a:cubicBezTo>
                  <a:pt x="66" y="55"/>
                  <a:pt x="64" y="52"/>
                  <a:pt x="62" y="49"/>
                </a:cubicBezTo>
                <a:cubicBezTo>
                  <a:pt x="60" y="47"/>
                  <a:pt x="58" y="45"/>
                  <a:pt x="56" y="42"/>
                </a:cubicBezTo>
                <a:cubicBezTo>
                  <a:pt x="54" y="39"/>
                  <a:pt x="53" y="37"/>
                  <a:pt x="51" y="36"/>
                </a:cubicBezTo>
                <a:cubicBezTo>
                  <a:pt x="50" y="33"/>
                  <a:pt x="49" y="32"/>
                  <a:pt x="48" y="31"/>
                </a:cubicBezTo>
                <a:cubicBezTo>
                  <a:pt x="48" y="30"/>
                  <a:pt x="47" y="29"/>
                  <a:pt x="45" y="28"/>
                </a:cubicBezTo>
                <a:cubicBezTo>
                  <a:pt x="43" y="27"/>
                  <a:pt x="42" y="27"/>
                  <a:pt x="42" y="27"/>
                </a:cubicBezTo>
                <a:cubicBezTo>
                  <a:pt x="42" y="27"/>
                  <a:pt x="41" y="26"/>
                  <a:pt x="39" y="26"/>
                </a:cubicBezTo>
                <a:cubicBezTo>
                  <a:pt x="37" y="25"/>
                  <a:pt x="36" y="25"/>
                  <a:pt x="35" y="25"/>
                </a:cubicBezTo>
                <a:cubicBezTo>
                  <a:pt x="33" y="25"/>
                  <a:pt x="27" y="24"/>
                  <a:pt x="17" y="24"/>
                </a:cubicBezTo>
                <a:lnTo>
                  <a:pt x="2" y="24"/>
                </a:lnTo>
                <a:lnTo>
                  <a:pt x="2" y="0"/>
                </a:lnTo>
                <a:lnTo>
                  <a:pt x="6" y="0"/>
                </a:lnTo>
                <a:cubicBezTo>
                  <a:pt x="18" y="1"/>
                  <a:pt x="35" y="1"/>
                  <a:pt x="58" y="1"/>
                </a:cubicBezTo>
                <a:cubicBezTo>
                  <a:pt x="89" y="1"/>
                  <a:pt x="107" y="1"/>
                  <a:pt x="110" y="0"/>
                </a:cubicBezTo>
                <a:lnTo>
                  <a:pt x="114" y="0"/>
                </a:lnTo>
                <a:lnTo>
                  <a:pt x="114" y="24"/>
                </a:lnTo>
                <a:cubicBezTo>
                  <a:pt x="102" y="25"/>
                  <a:pt x="96" y="28"/>
                  <a:pt x="96" y="32"/>
                </a:cubicBezTo>
                <a:cubicBezTo>
                  <a:pt x="96" y="32"/>
                  <a:pt x="98" y="36"/>
                  <a:pt x="101" y="41"/>
                </a:cubicBezTo>
                <a:cubicBezTo>
                  <a:pt x="104" y="46"/>
                  <a:pt x="109" y="52"/>
                  <a:pt x="115" y="60"/>
                </a:cubicBezTo>
                <a:cubicBezTo>
                  <a:pt x="121" y="68"/>
                  <a:pt x="126" y="75"/>
                  <a:pt x="130" y="81"/>
                </a:cubicBezTo>
                <a:lnTo>
                  <a:pt x="132" y="83"/>
                </a:lnTo>
                <a:lnTo>
                  <a:pt x="144" y="66"/>
                </a:lnTo>
                <a:cubicBezTo>
                  <a:pt x="155" y="52"/>
                  <a:pt x="161" y="43"/>
                  <a:pt x="161" y="38"/>
                </a:cubicBezTo>
                <a:cubicBezTo>
                  <a:pt x="161" y="36"/>
                  <a:pt x="160" y="33"/>
                  <a:pt x="160" y="32"/>
                </a:cubicBezTo>
                <a:cubicBezTo>
                  <a:pt x="159" y="30"/>
                  <a:pt x="158" y="29"/>
                  <a:pt x="157" y="28"/>
                </a:cubicBezTo>
                <a:cubicBezTo>
                  <a:pt x="156" y="28"/>
                  <a:pt x="155" y="27"/>
                  <a:pt x="155" y="26"/>
                </a:cubicBezTo>
                <a:cubicBezTo>
                  <a:pt x="154" y="26"/>
                  <a:pt x="153" y="25"/>
                  <a:pt x="151" y="24"/>
                </a:cubicBezTo>
                <a:lnTo>
                  <a:pt x="150" y="24"/>
                </a:lnTo>
                <a:lnTo>
                  <a:pt x="147" y="24"/>
                </a:lnTo>
                <a:lnTo>
                  <a:pt x="147" y="0"/>
                </a:lnTo>
                <a:lnTo>
                  <a:pt x="151" y="0"/>
                </a:lnTo>
                <a:cubicBezTo>
                  <a:pt x="156" y="1"/>
                  <a:pt x="172" y="2"/>
                  <a:pt x="201" y="2"/>
                </a:cubicBezTo>
                <a:cubicBezTo>
                  <a:pt x="227" y="2"/>
                  <a:pt x="242" y="1"/>
                  <a:pt x="245" y="0"/>
                </a:cubicBezTo>
                <a:lnTo>
                  <a:pt x="248" y="0"/>
                </a:lnTo>
                <a:lnTo>
                  <a:pt x="248" y="24"/>
                </a:lnTo>
                <a:lnTo>
                  <a:pt x="244" y="24"/>
                </a:lnTo>
                <a:cubicBezTo>
                  <a:pt x="227" y="24"/>
                  <a:pt x="213" y="27"/>
                  <a:pt x="202" y="32"/>
                </a:cubicBezTo>
                <a:cubicBezTo>
                  <a:pt x="196" y="36"/>
                  <a:pt x="191" y="41"/>
                  <a:pt x="185" y="47"/>
                </a:cubicBezTo>
                <a:cubicBezTo>
                  <a:pt x="179" y="53"/>
                  <a:pt x="168" y="67"/>
                  <a:pt x="152" y="89"/>
                </a:cubicBezTo>
                <a:lnTo>
                  <a:pt x="144" y="100"/>
                </a:lnTo>
                <a:lnTo>
                  <a:pt x="175" y="143"/>
                </a:lnTo>
                <a:cubicBezTo>
                  <a:pt x="198" y="173"/>
                  <a:pt x="209" y="189"/>
                  <a:pt x="211" y="190"/>
                </a:cubicBezTo>
                <a:cubicBezTo>
                  <a:pt x="213" y="192"/>
                  <a:pt x="216" y="193"/>
                  <a:pt x="220" y="194"/>
                </a:cubicBezTo>
                <a:cubicBezTo>
                  <a:pt x="226" y="195"/>
                  <a:pt x="235" y="196"/>
                  <a:pt x="248" y="196"/>
                </a:cubicBezTo>
                <a:lnTo>
                  <a:pt x="256" y="196"/>
                </a:lnTo>
                <a:lnTo>
                  <a:pt x="256" y="219"/>
                </a:lnTo>
                <a:lnTo>
                  <a:pt x="253" y="219"/>
                </a:lnTo>
                <a:lnTo>
                  <a:pt x="249" y="219"/>
                </a:lnTo>
                <a:cubicBezTo>
                  <a:pt x="246" y="219"/>
                  <a:pt x="243" y="219"/>
                  <a:pt x="239" y="219"/>
                </a:cubicBezTo>
                <a:cubicBezTo>
                  <a:pt x="234" y="219"/>
                  <a:pt x="230" y="219"/>
                  <a:pt x="225" y="218"/>
                </a:cubicBezTo>
                <a:cubicBezTo>
                  <a:pt x="221" y="218"/>
                  <a:pt x="217" y="218"/>
                  <a:pt x="213" y="218"/>
                </a:cubicBezTo>
                <a:cubicBezTo>
                  <a:pt x="209" y="219"/>
                  <a:pt x="206" y="218"/>
                  <a:pt x="204" y="218"/>
                </a:cubicBezTo>
                <a:cubicBezTo>
                  <a:pt x="200" y="218"/>
                  <a:pt x="194" y="218"/>
                  <a:pt x="185" y="218"/>
                </a:cubicBezTo>
                <a:cubicBezTo>
                  <a:pt x="176" y="218"/>
                  <a:pt x="168" y="218"/>
                  <a:pt x="160" y="219"/>
                </a:cubicBezTo>
                <a:lnTo>
                  <a:pt x="148" y="219"/>
                </a:lnTo>
                <a:lnTo>
                  <a:pt x="143" y="219"/>
                </a:lnTo>
                <a:lnTo>
                  <a:pt x="143" y="196"/>
                </a:lnTo>
                <a:lnTo>
                  <a:pt x="145" y="196"/>
                </a:lnTo>
                <a:cubicBezTo>
                  <a:pt x="149" y="196"/>
                  <a:pt x="152" y="195"/>
                  <a:pt x="156" y="193"/>
                </a:cubicBezTo>
                <a:cubicBezTo>
                  <a:pt x="160" y="192"/>
                  <a:pt x="162" y="190"/>
                  <a:pt x="162" y="187"/>
                </a:cubicBezTo>
                <a:cubicBezTo>
                  <a:pt x="162" y="187"/>
                  <a:pt x="155" y="177"/>
                  <a:pt x="141" y="159"/>
                </a:cubicBezTo>
                <a:lnTo>
                  <a:pt x="121" y="131"/>
                </a:lnTo>
                <a:cubicBezTo>
                  <a:pt x="120" y="131"/>
                  <a:pt x="115" y="138"/>
                  <a:pt x="105" y="152"/>
                </a:cubicBezTo>
                <a:cubicBezTo>
                  <a:pt x="95" y="166"/>
                  <a:pt x="89" y="173"/>
                  <a:pt x="88" y="175"/>
                </a:cubicBezTo>
                <a:cubicBezTo>
                  <a:pt x="86" y="176"/>
                  <a:pt x="86" y="179"/>
                  <a:pt x="86" y="182"/>
                </a:cubicBezTo>
                <a:cubicBezTo>
                  <a:pt x="86" y="186"/>
                  <a:pt x="87" y="189"/>
                  <a:pt x="89" y="191"/>
                </a:cubicBezTo>
                <a:cubicBezTo>
                  <a:pt x="92" y="194"/>
                  <a:pt x="95" y="196"/>
                  <a:pt x="98" y="196"/>
                </a:cubicBezTo>
                <a:cubicBezTo>
                  <a:pt x="99" y="196"/>
                  <a:pt x="99" y="200"/>
                  <a:pt x="99" y="208"/>
                </a:cubicBezTo>
                <a:lnTo>
                  <a:pt x="99" y="219"/>
                </a:lnTo>
                <a:lnTo>
                  <a:pt x="96" y="21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1" name=""/>
          <p:cNvSpPr txBox="1"/>
          <p:nvPr/>
        </p:nvSpPr>
        <p:spPr>
          <a:xfrm>
            <a:off x="1085760" y="4629240"/>
            <a:ext cx="42080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+ bootstrap CI + clinical calibration (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2" name=""/>
          <p:cNvSpPr/>
          <p:nvPr/>
        </p:nvSpPr>
        <p:spPr>
          <a:xfrm>
            <a:off x="6161040" y="4659840"/>
            <a:ext cx="158760" cy="176400"/>
          </a:xfrm>
          <a:custGeom>
            <a:avLst/>
            <a:gdLst/>
            <a:ahLst/>
            <a:rect l="0" t="0" r="r" b="b"/>
            <a:pathLst>
              <a:path w="441" h="490">
                <a:moveTo>
                  <a:pt x="141" y="34"/>
                </a:moveTo>
                <a:cubicBezTo>
                  <a:pt x="124" y="34"/>
                  <a:pt x="116" y="33"/>
                  <a:pt x="115" y="31"/>
                </a:cubicBezTo>
                <a:cubicBezTo>
                  <a:pt x="114" y="30"/>
                  <a:pt x="114" y="28"/>
                  <a:pt x="114" y="25"/>
                </a:cubicBezTo>
                <a:cubicBezTo>
                  <a:pt x="114" y="13"/>
                  <a:pt x="117" y="5"/>
                  <a:pt x="122" y="1"/>
                </a:cubicBezTo>
                <a:cubicBezTo>
                  <a:pt x="123" y="0"/>
                  <a:pt x="126" y="0"/>
                  <a:pt x="133" y="0"/>
                </a:cubicBezTo>
                <a:cubicBezTo>
                  <a:pt x="158" y="1"/>
                  <a:pt x="189" y="2"/>
                  <a:pt x="223" y="2"/>
                </a:cubicBezTo>
                <a:cubicBezTo>
                  <a:pt x="292" y="2"/>
                  <a:pt x="330" y="1"/>
                  <a:pt x="340" y="0"/>
                </a:cubicBezTo>
                <a:lnTo>
                  <a:pt x="349" y="0"/>
                </a:lnTo>
                <a:cubicBezTo>
                  <a:pt x="352" y="3"/>
                  <a:pt x="353" y="5"/>
                  <a:pt x="353" y="6"/>
                </a:cubicBezTo>
                <a:cubicBezTo>
                  <a:pt x="353" y="8"/>
                  <a:pt x="353" y="12"/>
                  <a:pt x="352" y="20"/>
                </a:cubicBezTo>
                <a:cubicBezTo>
                  <a:pt x="349" y="27"/>
                  <a:pt x="347" y="32"/>
                  <a:pt x="345" y="34"/>
                </a:cubicBezTo>
                <a:lnTo>
                  <a:pt x="318" y="34"/>
                </a:lnTo>
                <a:cubicBezTo>
                  <a:pt x="285" y="34"/>
                  <a:pt x="266" y="36"/>
                  <a:pt x="260" y="40"/>
                </a:cubicBezTo>
                <a:cubicBezTo>
                  <a:pt x="257" y="42"/>
                  <a:pt x="253" y="49"/>
                  <a:pt x="250" y="60"/>
                </a:cubicBezTo>
                <a:cubicBezTo>
                  <a:pt x="247" y="72"/>
                  <a:pt x="231" y="135"/>
                  <a:pt x="201" y="249"/>
                </a:cubicBezTo>
                <a:cubicBezTo>
                  <a:pt x="194" y="280"/>
                  <a:pt x="186" y="313"/>
                  <a:pt x="177" y="348"/>
                </a:cubicBezTo>
                <a:cubicBezTo>
                  <a:pt x="168" y="382"/>
                  <a:pt x="162" y="409"/>
                  <a:pt x="158" y="426"/>
                </a:cubicBezTo>
                <a:lnTo>
                  <a:pt x="151" y="452"/>
                </a:lnTo>
                <a:cubicBezTo>
                  <a:pt x="151" y="454"/>
                  <a:pt x="153" y="455"/>
                  <a:pt x="158" y="455"/>
                </a:cubicBezTo>
                <a:cubicBezTo>
                  <a:pt x="162" y="455"/>
                  <a:pt x="176" y="455"/>
                  <a:pt x="200" y="456"/>
                </a:cubicBezTo>
                <a:lnTo>
                  <a:pt x="212" y="456"/>
                </a:lnTo>
                <a:cubicBezTo>
                  <a:pt x="228" y="456"/>
                  <a:pt x="240" y="456"/>
                  <a:pt x="249" y="455"/>
                </a:cubicBezTo>
                <a:cubicBezTo>
                  <a:pt x="258" y="455"/>
                  <a:pt x="270" y="453"/>
                  <a:pt x="284" y="450"/>
                </a:cubicBezTo>
                <a:cubicBezTo>
                  <a:pt x="299" y="448"/>
                  <a:pt x="311" y="443"/>
                  <a:pt x="320" y="438"/>
                </a:cubicBezTo>
                <a:cubicBezTo>
                  <a:pt x="330" y="432"/>
                  <a:pt x="340" y="424"/>
                  <a:pt x="352" y="413"/>
                </a:cubicBezTo>
                <a:cubicBezTo>
                  <a:pt x="363" y="403"/>
                  <a:pt x="373" y="390"/>
                  <a:pt x="382" y="374"/>
                </a:cubicBezTo>
                <a:cubicBezTo>
                  <a:pt x="389" y="360"/>
                  <a:pt x="396" y="344"/>
                  <a:pt x="403" y="326"/>
                </a:cubicBezTo>
                <a:cubicBezTo>
                  <a:pt x="410" y="308"/>
                  <a:pt x="414" y="298"/>
                  <a:pt x="415" y="296"/>
                </a:cubicBezTo>
                <a:cubicBezTo>
                  <a:pt x="418" y="295"/>
                  <a:pt x="422" y="294"/>
                  <a:pt x="427" y="294"/>
                </a:cubicBezTo>
                <a:lnTo>
                  <a:pt x="437" y="294"/>
                </a:lnTo>
                <a:cubicBezTo>
                  <a:pt x="440" y="298"/>
                  <a:pt x="441" y="301"/>
                  <a:pt x="441" y="302"/>
                </a:cubicBezTo>
                <a:cubicBezTo>
                  <a:pt x="441" y="303"/>
                  <a:pt x="436" y="317"/>
                  <a:pt x="427" y="344"/>
                </a:cubicBezTo>
                <a:cubicBezTo>
                  <a:pt x="417" y="371"/>
                  <a:pt x="407" y="400"/>
                  <a:pt x="395" y="430"/>
                </a:cubicBezTo>
                <a:cubicBezTo>
                  <a:pt x="384" y="460"/>
                  <a:pt x="378" y="477"/>
                  <a:pt x="377" y="483"/>
                </a:cubicBezTo>
                <a:cubicBezTo>
                  <a:pt x="376" y="485"/>
                  <a:pt x="375" y="486"/>
                  <a:pt x="374" y="487"/>
                </a:cubicBezTo>
                <a:cubicBezTo>
                  <a:pt x="373" y="487"/>
                  <a:pt x="369" y="488"/>
                  <a:pt x="362" y="489"/>
                </a:cubicBezTo>
                <a:cubicBezTo>
                  <a:pt x="356" y="490"/>
                  <a:pt x="345" y="490"/>
                  <a:pt x="332" y="490"/>
                </a:cubicBezTo>
                <a:cubicBezTo>
                  <a:pt x="326" y="490"/>
                  <a:pt x="308" y="490"/>
                  <a:pt x="277" y="490"/>
                </a:cubicBezTo>
                <a:cubicBezTo>
                  <a:pt x="246" y="490"/>
                  <a:pt x="216" y="490"/>
                  <a:pt x="188" y="489"/>
                </a:cubicBezTo>
                <a:lnTo>
                  <a:pt x="60" y="489"/>
                </a:lnTo>
                <a:cubicBezTo>
                  <a:pt x="20" y="489"/>
                  <a:pt x="0" y="487"/>
                  <a:pt x="0" y="482"/>
                </a:cubicBezTo>
                <a:cubicBezTo>
                  <a:pt x="0" y="479"/>
                  <a:pt x="1" y="475"/>
                  <a:pt x="2" y="472"/>
                </a:cubicBezTo>
                <a:cubicBezTo>
                  <a:pt x="4" y="463"/>
                  <a:pt x="7" y="458"/>
                  <a:pt x="9" y="457"/>
                </a:cubicBezTo>
                <a:cubicBezTo>
                  <a:pt x="11" y="456"/>
                  <a:pt x="15" y="456"/>
                  <a:pt x="20" y="456"/>
                </a:cubicBezTo>
                <a:lnTo>
                  <a:pt x="24" y="456"/>
                </a:lnTo>
                <a:cubicBezTo>
                  <a:pt x="37" y="456"/>
                  <a:pt x="51" y="455"/>
                  <a:pt x="67" y="454"/>
                </a:cubicBezTo>
                <a:cubicBezTo>
                  <a:pt x="74" y="453"/>
                  <a:pt x="78" y="450"/>
                  <a:pt x="80" y="445"/>
                </a:cubicBezTo>
                <a:cubicBezTo>
                  <a:pt x="82" y="444"/>
                  <a:pt x="99" y="377"/>
                  <a:pt x="132" y="247"/>
                </a:cubicBezTo>
                <a:cubicBezTo>
                  <a:pt x="165" y="116"/>
                  <a:pt x="181" y="47"/>
                  <a:pt x="181" y="40"/>
                </a:cubicBezTo>
                <a:cubicBezTo>
                  <a:pt x="181" y="37"/>
                  <a:pt x="168" y="35"/>
                  <a:pt x="141" y="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3" name=""/>
          <p:cNvSpPr/>
          <p:nvPr/>
        </p:nvSpPr>
        <p:spPr>
          <a:xfrm>
            <a:off x="6348240" y="4657680"/>
            <a:ext cx="68040" cy="78480"/>
          </a:xfrm>
          <a:custGeom>
            <a:avLst/>
            <a:gdLst/>
            <a:ahLst/>
            <a:rect l="0" t="0" r="r" b="b"/>
            <a:pathLst>
              <a:path w="189" h="218">
                <a:moveTo>
                  <a:pt x="85" y="90"/>
                </a:moveTo>
                <a:cubicBezTo>
                  <a:pt x="80" y="45"/>
                  <a:pt x="78" y="20"/>
                  <a:pt x="78" y="14"/>
                </a:cubicBezTo>
                <a:cubicBezTo>
                  <a:pt x="78" y="8"/>
                  <a:pt x="82" y="4"/>
                  <a:pt x="90" y="0"/>
                </a:cubicBezTo>
                <a:cubicBezTo>
                  <a:pt x="90" y="0"/>
                  <a:pt x="91" y="0"/>
                  <a:pt x="93" y="0"/>
                </a:cubicBezTo>
                <a:cubicBezTo>
                  <a:pt x="94" y="0"/>
                  <a:pt x="95" y="0"/>
                  <a:pt x="96" y="0"/>
                </a:cubicBezTo>
                <a:cubicBezTo>
                  <a:pt x="100" y="0"/>
                  <a:pt x="103" y="2"/>
                  <a:pt x="107" y="4"/>
                </a:cubicBezTo>
                <a:cubicBezTo>
                  <a:pt x="110" y="7"/>
                  <a:pt x="112" y="10"/>
                  <a:pt x="112" y="14"/>
                </a:cubicBezTo>
                <a:cubicBezTo>
                  <a:pt x="112" y="20"/>
                  <a:pt x="111" y="34"/>
                  <a:pt x="109" y="55"/>
                </a:cubicBezTo>
                <a:cubicBezTo>
                  <a:pt x="107" y="76"/>
                  <a:pt x="106" y="88"/>
                  <a:pt x="105" y="90"/>
                </a:cubicBezTo>
                <a:lnTo>
                  <a:pt x="135" y="69"/>
                </a:lnTo>
                <a:cubicBezTo>
                  <a:pt x="153" y="55"/>
                  <a:pt x="164" y="48"/>
                  <a:pt x="165" y="47"/>
                </a:cubicBezTo>
                <a:cubicBezTo>
                  <a:pt x="167" y="46"/>
                  <a:pt x="169" y="45"/>
                  <a:pt x="170" y="45"/>
                </a:cubicBezTo>
                <a:cubicBezTo>
                  <a:pt x="175" y="45"/>
                  <a:pt x="179" y="47"/>
                  <a:pt x="183" y="50"/>
                </a:cubicBezTo>
                <a:cubicBezTo>
                  <a:pt x="186" y="54"/>
                  <a:pt x="188" y="58"/>
                  <a:pt x="189" y="64"/>
                </a:cubicBezTo>
                <a:cubicBezTo>
                  <a:pt x="189" y="68"/>
                  <a:pt x="187" y="72"/>
                  <a:pt x="184" y="75"/>
                </a:cubicBezTo>
                <a:cubicBezTo>
                  <a:pt x="182" y="76"/>
                  <a:pt x="170" y="82"/>
                  <a:pt x="149" y="92"/>
                </a:cubicBezTo>
                <a:cubicBezTo>
                  <a:pt x="128" y="102"/>
                  <a:pt x="117" y="108"/>
                  <a:pt x="115" y="108"/>
                </a:cubicBezTo>
                <a:lnTo>
                  <a:pt x="148" y="124"/>
                </a:lnTo>
                <a:lnTo>
                  <a:pt x="184" y="142"/>
                </a:lnTo>
                <a:cubicBezTo>
                  <a:pt x="187" y="145"/>
                  <a:pt x="188" y="149"/>
                  <a:pt x="188" y="153"/>
                </a:cubicBezTo>
                <a:cubicBezTo>
                  <a:pt x="188" y="158"/>
                  <a:pt x="187" y="163"/>
                  <a:pt x="184" y="166"/>
                </a:cubicBezTo>
                <a:cubicBezTo>
                  <a:pt x="181" y="169"/>
                  <a:pt x="177" y="171"/>
                  <a:pt x="171" y="171"/>
                </a:cubicBezTo>
                <a:cubicBezTo>
                  <a:pt x="169" y="171"/>
                  <a:pt x="166" y="170"/>
                  <a:pt x="162" y="168"/>
                </a:cubicBezTo>
                <a:cubicBezTo>
                  <a:pt x="159" y="166"/>
                  <a:pt x="150" y="160"/>
                  <a:pt x="135" y="148"/>
                </a:cubicBezTo>
                <a:lnTo>
                  <a:pt x="105" y="127"/>
                </a:lnTo>
                <a:cubicBezTo>
                  <a:pt x="110" y="172"/>
                  <a:pt x="112" y="198"/>
                  <a:pt x="112" y="204"/>
                </a:cubicBezTo>
                <a:cubicBezTo>
                  <a:pt x="112" y="207"/>
                  <a:pt x="111" y="210"/>
                  <a:pt x="108" y="213"/>
                </a:cubicBezTo>
                <a:cubicBezTo>
                  <a:pt x="106" y="216"/>
                  <a:pt x="102" y="218"/>
                  <a:pt x="95" y="218"/>
                </a:cubicBezTo>
                <a:cubicBezTo>
                  <a:pt x="89" y="218"/>
                  <a:pt x="84" y="216"/>
                  <a:pt x="82" y="213"/>
                </a:cubicBezTo>
                <a:cubicBezTo>
                  <a:pt x="80" y="210"/>
                  <a:pt x="78" y="207"/>
                  <a:pt x="78" y="204"/>
                </a:cubicBezTo>
                <a:cubicBezTo>
                  <a:pt x="78" y="198"/>
                  <a:pt x="79" y="184"/>
                  <a:pt x="81" y="162"/>
                </a:cubicBezTo>
                <a:cubicBezTo>
                  <a:pt x="83" y="141"/>
                  <a:pt x="84" y="129"/>
                  <a:pt x="85" y="127"/>
                </a:cubicBezTo>
                <a:lnTo>
                  <a:pt x="55" y="148"/>
                </a:lnTo>
                <a:cubicBezTo>
                  <a:pt x="35" y="162"/>
                  <a:pt x="25" y="169"/>
                  <a:pt x="23" y="170"/>
                </a:cubicBezTo>
                <a:cubicBezTo>
                  <a:pt x="22" y="171"/>
                  <a:pt x="20" y="172"/>
                  <a:pt x="18" y="172"/>
                </a:cubicBezTo>
                <a:cubicBezTo>
                  <a:pt x="14" y="172"/>
                  <a:pt x="10" y="170"/>
                  <a:pt x="6" y="167"/>
                </a:cubicBezTo>
                <a:cubicBezTo>
                  <a:pt x="3" y="164"/>
                  <a:pt x="1" y="159"/>
                  <a:pt x="0" y="153"/>
                </a:cubicBezTo>
                <a:cubicBezTo>
                  <a:pt x="0" y="152"/>
                  <a:pt x="0" y="150"/>
                  <a:pt x="0" y="149"/>
                </a:cubicBezTo>
                <a:cubicBezTo>
                  <a:pt x="0" y="148"/>
                  <a:pt x="1" y="147"/>
                  <a:pt x="2" y="146"/>
                </a:cubicBezTo>
                <a:cubicBezTo>
                  <a:pt x="3" y="145"/>
                  <a:pt x="4" y="144"/>
                  <a:pt x="4" y="143"/>
                </a:cubicBezTo>
                <a:cubicBezTo>
                  <a:pt x="5" y="142"/>
                  <a:pt x="6" y="141"/>
                  <a:pt x="9" y="140"/>
                </a:cubicBezTo>
                <a:cubicBezTo>
                  <a:pt x="11" y="138"/>
                  <a:pt x="13" y="137"/>
                  <a:pt x="15" y="136"/>
                </a:cubicBezTo>
                <a:cubicBezTo>
                  <a:pt x="17" y="135"/>
                  <a:pt x="21" y="134"/>
                  <a:pt x="25" y="132"/>
                </a:cubicBezTo>
                <a:cubicBezTo>
                  <a:pt x="29" y="130"/>
                  <a:pt x="34" y="128"/>
                  <a:pt x="39" y="126"/>
                </a:cubicBezTo>
                <a:cubicBezTo>
                  <a:pt x="43" y="124"/>
                  <a:pt x="48" y="122"/>
                  <a:pt x="55" y="118"/>
                </a:cubicBezTo>
                <a:cubicBezTo>
                  <a:pt x="61" y="115"/>
                  <a:pt x="68" y="112"/>
                  <a:pt x="75" y="108"/>
                </a:cubicBezTo>
                <a:lnTo>
                  <a:pt x="5" y="75"/>
                </a:lnTo>
                <a:cubicBezTo>
                  <a:pt x="2" y="72"/>
                  <a:pt x="1" y="69"/>
                  <a:pt x="1" y="64"/>
                </a:cubicBezTo>
                <a:cubicBezTo>
                  <a:pt x="1" y="59"/>
                  <a:pt x="2" y="55"/>
                  <a:pt x="5" y="51"/>
                </a:cubicBezTo>
                <a:cubicBezTo>
                  <a:pt x="8" y="48"/>
                  <a:pt x="12" y="46"/>
                  <a:pt x="17" y="46"/>
                </a:cubicBezTo>
                <a:cubicBezTo>
                  <a:pt x="20" y="46"/>
                  <a:pt x="23" y="47"/>
                  <a:pt x="26" y="49"/>
                </a:cubicBezTo>
                <a:cubicBezTo>
                  <a:pt x="30" y="51"/>
                  <a:pt x="40" y="57"/>
                  <a:pt x="55" y="69"/>
                </a:cubicBezTo>
                <a:lnTo>
                  <a:pt x="85" y="9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4" name=""/>
          <p:cNvSpPr txBox="1"/>
          <p:nvPr/>
        </p:nvSpPr>
        <p:spPr>
          <a:xfrm>
            <a:off x="5848200" y="4629240"/>
            <a:ext cx="301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or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5" name=""/>
          <p:cNvSpPr/>
          <p:nvPr/>
        </p:nvSpPr>
        <p:spPr>
          <a:xfrm>
            <a:off x="857160" y="50576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6" name=""/>
          <p:cNvSpPr txBox="1"/>
          <p:nvPr/>
        </p:nvSpPr>
        <p:spPr>
          <a:xfrm>
            <a:off x="6438240" y="4629240"/>
            <a:ext cx="209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7" name=""/>
          <p:cNvSpPr txBox="1"/>
          <p:nvPr/>
        </p:nvSpPr>
        <p:spPr>
          <a:xfrm>
            <a:off x="1085760" y="4971960"/>
            <a:ext cx="15303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Transforms the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8" name=""/>
          <p:cNvSpPr txBox="1"/>
          <p:nvPr/>
        </p:nvSpPr>
        <p:spPr>
          <a:xfrm>
            <a:off x="2600640" y="4938480"/>
            <a:ext cx="19566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previously qualitative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9" name=""/>
          <p:cNvSpPr/>
          <p:nvPr/>
        </p:nvSpPr>
        <p:spPr>
          <a:xfrm>
            <a:off x="857160" y="5400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0" name=""/>
          <p:cNvSpPr txBox="1"/>
          <p:nvPr/>
        </p:nvSpPr>
        <p:spPr>
          <a:xfrm>
            <a:off x="4844520" y="4971960"/>
            <a:ext cx="2931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judgment of "similar enough"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1" name=""/>
          <p:cNvSpPr txBox="1"/>
          <p:nvPr/>
        </p:nvSpPr>
        <p:spPr>
          <a:xfrm>
            <a:off x="1085760" y="5315040"/>
            <a:ext cx="605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Into a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2" name=""/>
          <p:cNvSpPr txBox="1"/>
          <p:nvPr/>
        </p:nvSpPr>
        <p:spPr>
          <a:xfrm>
            <a:off x="1689120" y="5281560"/>
            <a:ext cx="28555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D47E78"/>
                </a:solidFill>
                <a:effectLst/>
                <a:uFillTx/>
                <a:latin typeface="NotoSansJPThin"/>
                <a:ea typeface="NotoSansJPThin"/>
              </a:rPr>
              <a:t>reproducible quantitative basis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3" name=""/>
          <p:cNvSpPr/>
          <p:nvPr/>
        </p:nvSpPr>
        <p:spPr>
          <a:xfrm>
            <a:off x="857160" y="5743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4" name=""/>
          <p:cNvSpPr txBox="1"/>
          <p:nvPr/>
        </p:nvSpPr>
        <p:spPr>
          <a:xfrm>
            <a:off x="4909680" y="5315040"/>
            <a:ext cx="21492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for sponsor judgment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5" name=""/>
          <p:cNvSpPr txBox="1"/>
          <p:nvPr/>
        </p:nvSpPr>
        <p:spPr>
          <a:xfrm>
            <a:off x="1085760" y="5657760"/>
            <a:ext cx="4409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Filling the methodological gap left by ICH E17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6" name=""/>
          <p:cNvSpPr/>
          <p:nvPr/>
        </p:nvSpPr>
        <p:spPr>
          <a:xfrm>
            <a:off x="0" y="0"/>
            <a:ext cx="12192120" cy="895680"/>
          </a:xfrm>
          <a:custGeom>
            <a:avLst/>
            <a:gdLst/>
            <a:ahLst/>
            <a:rect l="0" t="0" r="r" b="b"/>
            <a:pathLst>
              <a:path w="33867" h="2488">
                <a:moveTo>
                  <a:pt x="0" y="0"/>
                </a:moveTo>
                <a:lnTo>
                  <a:pt x="33867" y="0"/>
                </a:lnTo>
                <a:lnTo>
                  <a:pt x="33867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7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8" name=""/>
          <p:cNvSpPr txBox="1"/>
          <p:nvPr/>
        </p:nvSpPr>
        <p:spPr>
          <a:xfrm>
            <a:off x="571320" y="151920"/>
            <a:ext cx="4511880" cy="62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Future Work and Closing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9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0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505050"/>
                </a:solidFill>
                <a:effectLst/>
                <a:uFillTx/>
                <a:latin typeface="NotoSansJP"/>
                <a:ea typeface="NotoSansJP"/>
              </a:rPr>
              <a:t>29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52B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4" name=""/>
          <p:cNvSpPr txBox="1"/>
          <p:nvPr/>
        </p:nvSpPr>
        <p:spPr>
          <a:xfrm>
            <a:off x="4968000" y="3581280"/>
            <a:ext cx="2278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Questions welcome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5" name=""/>
          <p:cNvSpPr txBox="1"/>
          <p:nvPr/>
        </p:nvSpPr>
        <p:spPr>
          <a:xfrm>
            <a:off x="5277240" y="4057560"/>
            <a:ext cx="1673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Tak Nagakubo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6" name=""/>
          <p:cNvSpPr txBox="1"/>
          <p:nvPr/>
        </p:nvSpPr>
        <p:spPr>
          <a:xfrm>
            <a:off x="4928400" y="2908080"/>
            <a:ext cx="211680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Thank You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