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data3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diagrams/data4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4"/>
  </p:sldMasterIdLst>
  <p:notesMasterIdLst>
    <p:notesMasterId r:id="rId6"/>
  </p:notesMasterIdLst>
  <p:sldIdLst>
    <p:sldId id="263" r:id="rId5"/>
  </p:sldIdLst>
  <p:sldSz cx="34747200" cy="43891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pos="21600" userDrawn="1">
          <p15:clr>
            <a:srgbClr val="F26B43"/>
          </p15:clr>
        </p15:guide>
        <p15:guide id="9" orient="horz" pos="13824">
          <p15:clr>
            <a:srgbClr val="A4A3A4"/>
          </p15:clr>
        </p15:guide>
        <p15:guide id="10" pos="288" userDrawn="1">
          <p15:clr>
            <a:srgbClr val="F26B43"/>
          </p15:clr>
        </p15:guide>
        <p15:guide id="11" pos="11044" userDrawn="1">
          <p15:clr>
            <a:srgbClr val="F26B43"/>
          </p15:clr>
        </p15:guide>
        <p15:guide id="12" pos="10656" userDrawn="1">
          <p15:clr>
            <a:srgbClr val="F26B43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3A60227-2876-93E8-2F24-2785C59BC79A}" name="Paula" initials="PMH" userId="Paula" providerId="None"/>
  <p188:author id="{E018FA6F-CA1F-9AC0-75FE-97F01B96A092}" name="Praveen Shetty" initials="PS" userId="S::shetty_praveen@lilly.com::edc438cb-d61b-4585-a1d9-e9589a885d1a" providerId="AD"/>
  <p188:author id="{BCCC5D98-D811-266D-718F-1E37C52F3674}" name="Monica L Helton" initials="MLH" userId="S::helton_monica@lilly.com::05f5cdff-f147-476b-bfaa-d5f60c577cb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1251B"/>
    <a:srgbClr val="E4EBF1"/>
    <a:srgbClr val="C6DCD8"/>
    <a:srgbClr val="8A969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ADFE088-2B71-4022-BB0E-56235048CBA0}" v="2159" dt="2026-05-07T13:36:12.099"/>
    <p1510:client id="{AB6AB97A-F069-4532-8FA9-A1E5830839B5}" v="11" dt="2026-05-07T22:12:13.3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994" autoAdjust="0"/>
    <p:restoredTop sz="94694"/>
  </p:normalViewPr>
  <p:slideViewPr>
    <p:cSldViewPr>
      <p:cViewPr varScale="1">
        <p:scale>
          <a:sx n="22" d="100"/>
          <a:sy n="22" d="100"/>
        </p:scale>
        <p:origin x="3972" y="264"/>
      </p:cViewPr>
      <p:guideLst>
        <p:guide pos="21600"/>
        <p:guide orient="horz" pos="13824"/>
        <p:guide pos="288"/>
        <p:guide pos="11044"/>
        <p:guide pos="1065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457200" cy="457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13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kashi Nagakubo" userId="a3159dfb-051d-4354-9117-5c504819107f" providerId="ADAL" clId="{17E4AD61-51CE-4FCD-9176-040DC996909B}"/>
    <pc:docChg chg="undo custSel mod addSld delSld modSld">
      <pc:chgData name="Takashi Nagakubo" userId="a3159dfb-051d-4354-9117-5c504819107f" providerId="ADAL" clId="{17E4AD61-51CE-4FCD-9176-040DC996909B}" dt="2026-05-07T22:12:13.322" v="9954"/>
      <pc:docMkLst>
        <pc:docMk/>
      </pc:docMkLst>
      <pc:sldChg chg="addSp delSp modSp del mod">
        <pc:chgData name="Takashi Nagakubo" userId="a3159dfb-051d-4354-9117-5c504819107f" providerId="ADAL" clId="{17E4AD61-51CE-4FCD-9176-040DC996909B}" dt="2026-05-07T08:08:45.480" v="2059"/>
        <pc:sldMkLst>
          <pc:docMk/>
          <pc:sldMk cId="675373168" sldId="261"/>
        </pc:sldMkLst>
        <pc:spChg chg="mod">
          <ac:chgData name="Takashi Nagakubo" userId="a3159dfb-051d-4354-9117-5c504819107f" providerId="ADAL" clId="{17E4AD61-51CE-4FCD-9176-040DC996909B}" dt="2026-05-07T07:34:00.111" v="843" actId="2711"/>
          <ac:spMkLst>
            <pc:docMk/>
            <pc:sldMk cId="675373168" sldId="261"/>
            <ac:spMk id="15" creationId="{04A08D77-7FA8-E2D1-039F-FFCD8409322C}"/>
          </ac:spMkLst>
        </pc:spChg>
        <pc:spChg chg="add del mod">
          <ac:chgData name="Takashi Nagakubo" userId="a3159dfb-051d-4354-9117-5c504819107f" providerId="ADAL" clId="{17E4AD61-51CE-4FCD-9176-040DC996909B}" dt="2026-05-07T07:30:01.776" v="838" actId="12084"/>
          <ac:spMkLst>
            <pc:docMk/>
            <pc:sldMk cId="675373168" sldId="261"/>
            <ac:spMk id="35" creationId="{83F2733E-C8CB-5B93-D5E3-DA6E9C2CDE86}"/>
          </ac:spMkLst>
        </pc:spChg>
        <pc:spChg chg="add del mod">
          <ac:chgData name="Takashi Nagakubo" userId="a3159dfb-051d-4354-9117-5c504819107f" providerId="ADAL" clId="{17E4AD61-51CE-4FCD-9176-040DC996909B}" dt="2026-05-07T07:54:18.781" v="1742" actId="478"/>
          <ac:spMkLst>
            <pc:docMk/>
            <pc:sldMk cId="675373168" sldId="261"/>
            <ac:spMk id="40" creationId="{86CA5E58-8F8B-DDA3-0E27-6A90624BB850}"/>
          </ac:spMkLst>
        </pc:spChg>
        <pc:spChg chg="mod">
          <ac:chgData name="Takashi Nagakubo" userId="a3159dfb-051d-4354-9117-5c504819107f" providerId="ADAL" clId="{17E4AD61-51CE-4FCD-9176-040DC996909B}" dt="2026-05-07T07:41:03.219" v="915" actId="207"/>
          <ac:spMkLst>
            <pc:docMk/>
            <pc:sldMk cId="675373168" sldId="261"/>
            <ac:spMk id="46" creationId="{CB3C28E4-3A95-923C-54D0-542D6FE931C2}"/>
          </ac:spMkLst>
        </pc:spChg>
        <pc:spChg chg="add mod">
          <ac:chgData name="Takashi Nagakubo" userId="a3159dfb-051d-4354-9117-5c504819107f" providerId="ADAL" clId="{17E4AD61-51CE-4FCD-9176-040DC996909B}" dt="2026-05-07T07:34:00.111" v="843" actId="2711"/>
          <ac:spMkLst>
            <pc:docMk/>
            <pc:sldMk cId="675373168" sldId="261"/>
            <ac:spMk id="50" creationId="{A8308353-57B1-F575-59BE-31597983A0E3}"/>
          </ac:spMkLst>
        </pc:spChg>
        <pc:spChg chg="add del mod">
          <ac:chgData name="Takashi Nagakubo" userId="a3159dfb-051d-4354-9117-5c504819107f" providerId="ADAL" clId="{17E4AD61-51CE-4FCD-9176-040DC996909B}" dt="2026-05-07T07:28:45.736" v="831"/>
          <ac:spMkLst>
            <pc:docMk/>
            <pc:sldMk cId="675373168" sldId="261"/>
            <ac:spMk id="77" creationId="{71DFDF9A-FE10-8757-218D-24EA69698CB5}"/>
          </ac:spMkLst>
        </pc:spChg>
        <pc:graphicFrameChg chg="add mod modGraphic">
          <ac:chgData name="Takashi Nagakubo" userId="a3159dfb-051d-4354-9117-5c504819107f" providerId="ADAL" clId="{17E4AD61-51CE-4FCD-9176-040DC996909B}" dt="2026-05-07T07:53:55.688" v="1740" actId="1036"/>
          <ac:graphicFrameMkLst>
            <pc:docMk/>
            <pc:sldMk cId="675373168" sldId="261"/>
            <ac:graphicFrameMk id="2" creationId="{B94646BB-ED8D-DDBF-4B56-AA836F03284B}"/>
          </ac:graphicFrameMkLst>
        </pc:graphicFrameChg>
        <pc:graphicFrameChg chg="add mod modGraphic">
          <ac:chgData name="Takashi Nagakubo" userId="a3159dfb-051d-4354-9117-5c504819107f" providerId="ADAL" clId="{17E4AD61-51CE-4FCD-9176-040DC996909B}" dt="2026-05-07T07:56:40.376" v="1905" actId="14100"/>
          <ac:graphicFrameMkLst>
            <pc:docMk/>
            <pc:sldMk cId="675373168" sldId="261"/>
            <ac:graphicFrameMk id="3" creationId="{55A106BD-65AD-63B3-EAF7-93BA6579AFD8}"/>
          </ac:graphicFrameMkLst>
        </pc:graphicFrameChg>
        <pc:graphicFrameChg chg="add mod modGraphic">
          <ac:chgData name="Takashi Nagakubo" userId="a3159dfb-051d-4354-9117-5c504819107f" providerId="ADAL" clId="{17E4AD61-51CE-4FCD-9176-040DC996909B}" dt="2026-05-07T08:07:47.544" v="2057"/>
          <ac:graphicFrameMkLst>
            <pc:docMk/>
            <pc:sldMk cId="675373168" sldId="261"/>
            <ac:graphicFrameMk id="4" creationId="{70A9F4B1-FCA7-BF10-8854-FE377958B485}"/>
          </ac:graphicFrameMkLst>
        </pc:graphicFrameChg>
      </pc:sldChg>
      <pc:sldChg chg="delSp modSp add mod">
        <pc:chgData name="Takashi Nagakubo" userId="a3159dfb-051d-4354-9117-5c504819107f" providerId="ADAL" clId="{17E4AD61-51CE-4FCD-9176-040DC996909B}" dt="2026-05-07T12:05:02.445" v="6695" actId="478"/>
        <pc:sldMkLst>
          <pc:docMk/>
          <pc:sldMk cId="2731721805" sldId="262"/>
        </pc:sldMkLst>
        <pc:spChg chg="del mod">
          <ac:chgData name="Takashi Nagakubo" userId="a3159dfb-051d-4354-9117-5c504819107f" providerId="ADAL" clId="{17E4AD61-51CE-4FCD-9176-040DC996909B}" dt="2026-05-07T12:05:02.445" v="6695" actId="478"/>
          <ac:spMkLst>
            <pc:docMk/>
            <pc:sldMk cId="2731721805" sldId="262"/>
            <ac:spMk id="28" creationId="{EF52FE29-84E5-E847-4C0A-32DC97543583}"/>
          </ac:spMkLst>
        </pc:spChg>
        <pc:spChg chg="del">
          <ac:chgData name="Takashi Nagakubo" userId="a3159dfb-051d-4354-9117-5c504819107f" providerId="ADAL" clId="{17E4AD61-51CE-4FCD-9176-040DC996909B}" dt="2026-05-07T12:04:50.325" v="6693" actId="478"/>
          <ac:spMkLst>
            <pc:docMk/>
            <pc:sldMk cId="2731721805" sldId="262"/>
            <ac:spMk id="36" creationId="{87F238C2-CCEB-FAAF-A93D-C63E20444FE9}"/>
          </ac:spMkLst>
        </pc:spChg>
      </pc:sldChg>
      <pc:sldChg chg="addSp delSp modSp add mod">
        <pc:chgData name="Takashi Nagakubo" userId="a3159dfb-051d-4354-9117-5c504819107f" providerId="ADAL" clId="{17E4AD61-51CE-4FCD-9176-040DC996909B}" dt="2026-05-07T22:12:13.322" v="9954"/>
        <pc:sldMkLst>
          <pc:docMk/>
          <pc:sldMk cId="30174465" sldId="263"/>
        </pc:sldMkLst>
        <pc:spChg chg="mod">
          <ac:chgData name="Takashi Nagakubo" userId="a3159dfb-051d-4354-9117-5c504819107f" providerId="ADAL" clId="{17E4AD61-51CE-4FCD-9176-040DC996909B}" dt="2026-05-07T08:46:31.499" v="2869" actId="403"/>
          <ac:spMkLst>
            <pc:docMk/>
            <pc:sldMk cId="30174465" sldId="263"/>
            <ac:spMk id="15" creationId="{04A08D77-7FA8-E2D1-039F-FFCD8409322C}"/>
          </ac:spMkLst>
        </pc:spChg>
        <pc:spChg chg="del">
          <ac:chgData name="Takashi Nagakubo" userId="a3159dfb-051d-4354-9117-5c504819107f" providerId="ADAL" clId="{17E4AD61-51CE-4FCD-9176-040DC996909B}" dt="2026-05-07T08:54:01.590" v="3354" actId="478"/>
          <ac:spMkLst>
            <pc:docMk/>
            <pc:sldMk cId="30174465" sldId="263"/>
            <ac:spMk id="50" creationId="{A8308353-57B1-F575-59BE-31597983A0E3}"/>
          </ac:spMkLst>
        </pc:spChg>
        <pc:grpChg chg="add del mod">
          <ac:chgData name="Takashi Nagakubo" userId="a3159dfb-051d-4354-9117-5c504819107f" providerId="ADAL" clId="{17E4AD61-51CE-4FCD-9176-040DC996909B}" dt="2026-05-07T13:18:36.978" v="9542" actId="165"/>
          <ac:grpSpMkLst>
            <pc:docMk/>
            <pc:sldMk cId="30174465" sldId="263"/>
            <ac:grpSpMk id="20" creationId="{FBCBAC39-B80E-2915-00AA-3E2F9A82DF66}"/>
          </ac:grpSpMkLst>
        </pc:grpChg>
        <pc:graphicFrameChg chg="mod ord modGraphic">
          <ac:chgData name="Takashi Nagakubo" userId="a3159dfb-051d-4354-9117-5c504819107f" providerId="ADAL" clId="{17E4AD61-51CE-4FCD-9176-040DC996909B}" dt="2026-05-07T22:12:13.322" v="9954"/>
          <ac:graphicFrameMkLst>
            <pc:docMk/>
            <pc:sldMk cId="30174465" sldId="263"/>
            <ac:graphicFrameMk id="2" creationId="{B94646BB-ED8D-DDBF-4B56-AA836F03284B}"/>
          </ac:graphicFrameMkLst>
        </pc:graphicFrameChg>
        <pc:graphicFrameChg chg="del mod">
          <ac:chgData name="Takashi Nagakubo" userId="a3159dfb-051d-4354-9117-5c504819107f" providerId="ADAL" clId="{17E4AD61-51CE-4FCD-9176-040DC996909B}" dt="2026-05-07T12:37:57.819" v="8251" actId="478"/>
          <ac:graphicFrameMkLst>
            <pc:docMk/>
            <pc:sldMk cId="30174465" sldId="263"/>
            <ac:graphicFrameMk id="3" creationId="{55A106BD-65AD-63B3-EAF7-93BA6579AFD8}"/>
          </ac:graphicFrameMkLst>
        </pc:graphicFrameChg>
        <pc:graphicFrameChg chg="del mod modGraphic">
          <ac:chgData name="Takashi Nagakubo" userId="a3159dfb-051d-4354-9117-5c504819107f" providerId="ADAL" clId="{17E4AD61-51CE-4FCD-9176-040DC996909B}" dt="2026-05-07T12:51:28.643" v="8548" actId="478"/>
          <ac:graphicFrameMkLst>
            <pc:docMk/>
            <pc:sldMk cId="30174465" sldId="263"/>
            <ac:graphicFrameMk id="4" creationId="{70A9F4B1-FCA7-BF10-8854-FE377958B485}"/>
          </ac:graphicFrameMkLst>
        </pc:graphicFrameChg>
        <pc:graphicFrameChg chg="add del mod">
          <ac:chgData name="Takashi Nagakubo" userId="a3159dfb-051d-4354-9117-5c504819107f" providerId="ADAL" clId="{17E4AD61-51CE-4FCD-9176-040DC996909B}" dt="2026-05-07T08:19:45.109" v="2271" actId="478"/>
          <ac:graphicFrameMkLst>
            <pc:docMk/>
            <pc:sldMk cId="30174465" sldId="263"/>
            <ac:graphicFrameMk id="13" creationId="{7447EFAD-3643-A7AC-F6D3-FDF8BCC0EB1C}"/>
          </ac:graphicFrameMkLst>
        </pc:graphicFrameChg>
        <pc:graphicFrameChg chg="add del mod modGraphic">
          <ac:chgData name="Takashi Nagakubo" userId="a3159dfb-051d-4354-9117-5c504819107f" providerId="ADAL" clId="{17E4AD61-51CE-4FCD-9176-040DC996909B}" dt="2026-05-07T12:51:03.052" v="8531" actId="478"/>
          <ac:graphicFrameMkLst>
            <pc:docMk/>
            <pc:sldMk cId="30174465" sldId="263"/>
            <ac:graphicFrameMk id="14" creationId="{BC9E4186-65AC-1F76-2BDD-A0572134EADA}"/>
          </ac:graphicFrameMkLst>
        </pc:graphicFrameChg>
        <pc:graphicFrameChg chg="add mod ord topLvl modGraphic">
          <ac:chgData name="Takashi Nagakubo" userId="a3159dfb-051d-4354-9117-5c504819107f" providerId="ADAL" clId="{17E4AD61-51CE-4FCD-9176-040DC996909B}" dt="2026-05-07T13:36:59.179" v="9942" actId="20577"/>
          <ac:graphicFrameMkLst>
            <pc:docMk/>
            <pc:sldMk cId="30174465" sldId="263"/>
            <ac:graphicFrameMk id="16" creationId="{ADCCA6DF-2D87-7425-B743-449BE3052E1E}"/>
          </ac:graphicFrameMkLst>
        </pc:graphicFrameChg>
        <pc:graphicFrameChg chg="add del mod modGraphic">
          <ac:chgData name="Takashi Nagakubo" userId="a3159dfb-051d-4354-9117-5c504819107f" providerId="ADAL" clId="{17E4AD61-51CE-4FCD-9176-040DC996909B}" dt="2026-05-07T13:20:06.308" v="9566" actId="478"/>
          <ac:graphicFrameMkLst>
            <pc:docMk/>
            <pc:sldMk cId="30174465" sldId="263"/>
            <ac:graphicFrameMk id="17" creationId="{5EFD4D84-29EC-1474-46F5-A4A0B9F89591}"/>
          </ac:graphicFrameMkLst>
        </pc:graphicFrameChg>
        <pc:graphicFrameChg chg="add del mod modGraphic">
          <ac:chgData name="Takashi Nagakubo" userId="a3159dfb-051d-4354-9117-5c504819107f" providerId="ADAL" clId="{17E4AD61-51CE-4FCD-9176-040DC996909B}" dt="2026-05-07T13:21:24.395" v="9623" actId="478"/>
          <ac:graphicFrameMkLst>
            <pc:docMk/>
            <pc:sldMk cId="30174465" sldId="263"/>
            <ac:graphicFrameMk id="18" creationId="{C817C7F1-2B80-2958-BB14-214280A635B8}"/>
          </ac:graphicFrameMkLst>
        </pc:graphicFrameChg>
        <pc:graphicFrameChg chg="add del mod modGraphic">
          <ac:chgData name="Takashi Nagakubo" userId="a3159dfb-051d-4354-9117-5c504819107f" providerId="ADAL" clId="{17E4AD61-51CE-4FCD-9176-040DC996909B}" dt="2026-05-07T13:22:29.999" v="9669" actId="478"/>
          <ac:graphicFrameMkLst>
            <pc:docMk/>
            <pc:sldMk cId="30174465" sldId="263"/>
            <ac:graphicFrameMk id="19" creationId="{57E52548-DA60-ABF5-C028-7D0ABF8C2C41}"/>
          </ac:graphicFrameMkLst>
        </pc:graphicFrameChg>
        <pc:picChg chg="add mod ord">
          <ac:chgData name="Takashi Nagakubo" userId="a3159dfb-051d-4354-9117-5c504819107f" providerId="ADAL" clId="{17E4AD61-51CE-4FCD-9176-040DC996909B}" dt="2026-05-07T13:17:22.322" v="9527" actId="167"/>
          <ac:picMkLst>
            <pc:docMk/>
            <pc:sldMk cId="30174465" sldId="263"/>
            <ac:picMk id="6" creationId="{F7961C0B-D16E-D812-EC5D-E1CBAA814601}"/>
          </ac:picMkLst>
        </pc:picChg>
        <pc:picChg chg="add mod ord topLvl">
          <ac:chgData name="Takashi Nagakubo" userId="a3159dfb-051d-4354-9117-5c504819107f" providerId="ADAL" clId="{17E4AD61-51CE-4FCD-9176-040DC996909B}" dt="2026-05-07T13:37:02.676" v="9943" actId="1036"/>
          <ac:picMkLst>
            <pc:docMk/>
            <pc:sldMk cId="30174465" sldId="263"/>
            <ac:picMk id="8" creationId="{CFE244A6-594E-FE0B-E1BD-3FE8AD196A46}"/>
          </ac:picMkLst>
        </pc:picChg>
        <pc:picChg chg="add mod">
          <ac:chgData name="Takashi Nagakubo" userId="a3159dfb-051d-4354-9117-5c504819107f" providerId="ADAL" clId="{17E4AD61-51CE-4FCD-9176-040DC996909B}" dt="2026-05-07T13:33:57.581" v="9880" actId="1036"/>
          <ac:picMkLst>
            <pc:docMk/>
            <pc:sldMk cId="30174465" sldId="263"/>
            <ac:picMk id="10" creationId="{D194725D-F4C3-1215-885F-809CAD6473E8}"/>
          </ac:picMkLst>
        </pc:picChg>
        <pc:picChg chg="add mod ord">
          <ac:chgData name="Takashi Nagakubo" userId="a3159dfb-051d-4354-9117-5c504819107f" providerId="ADAL" clId="{17E4AD61-51CE-4FCD-9176-040DC996909B}" dt="2026-05-07T13:15:07.821" v="9512" actId="1035"/>
          <ac:picMkLst>
            <pc:docMk/>
            <pc:sldMk cId="30174465" sldId="263"/>
            <ac:picMk id="12" creationId="{48E60EE5-2449-CC73-1F0C-FFF3F5A9CB6D}"/>
          </ac:picMkLst>
        </pc:picChg>
      </pc:sldChg>
    </pc:docChg>
  </pc:docChgLst>
</pc:chgInfo>
</file>

<file path=ppt/diagrams/_rels/data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diagrams/_rels/data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image" Target="../media/image30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646E206-482D-4FDF-B076-EB151CD26D3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kumimoji="1" lang="ja-JP" altLang="en-US">
            <a:latin typeface="Latin Modern Math"/>
          </a:endParaRPr>
        </a:p>
      </dgm:t>
    </dgm:pt>
    <dgm:pt modelId="{7D4D7C58-D04A-431B-953A-47DF1AAE419F}">
      <dgm:prSet custT="1"/>
      <dgm:spPr/>
      <dgm:t>
        <a:bodyPr tIns="0" bIns="0" anchor="ctr" anchorCtr="0"/>
        <a:lstStyle/>
        <a:p>
          <a:r>
            <a:rPr lang="en-US" sz="6000" b="1" dirty="0">
              <a:latin typeface="+mn-lt"/>
              <a:cs typeface="Latin Modern Math" panose="020B0604020202020204" pitchFamily="34" charset="0"/>
            </a:rPr>
            <a:t>Background</a:t>
          </a:r>
          <a:endParaRPr lang="ja-JP" sz="6000" dirty="0">
            <a:latin typeface="+mn-lt"/>
            <a:cs typeface="Latin Modern Math" panose="020B0604020202020204" pitchFamily="34" charset="0"/>
          </a:endParaRPr>
        </a:p>
      </dgm:t>
    </dgm:pt>
    <dgm:pt modelId="{3529C4F4-FF7E-4798-96E7-5CED623976DE}" type="parTrans" cxnId="{F3EC4E63-6A6D-461B-988F-4296D8CF373A}">
      <dgm:prSet/>
      <dgm:spPr/>
      <dgm:t>
        <a:bodyPr/>
        <a:lstStyle/>
        <a:p>
          <a:endParaRPr kumimoji="1" lang="ja-JP" altLang="en-US">
            <a:latin typeface="Latin Modern Math"/>
          </a:endParaRPr>
        </a:p>
      </dgm:t>
    </dgm:pt>
    <dgm:pt modelId="{063E530B-C3B8-404F-8386-6BBEACBF93F0}" type="sibTrans" cxnId="{F3EC4E63-6A6D-461B-988F-4296D8CF373A}">
      <dgm:prSet/>
      <dgm:spPr/>
      <dgm:t>
        <a:bodyPr/>
        <a:lstStyle/>
        <a:p>
          <a:endParaRPr kumimoji="1" lang="ja-JP" altLang="en-US">
            <a:latin typeface="Latin Modern Math"/>
          </a:endParaRPr>
        </a:p>
      </dgm:t>
    </dgm:pt>
    <dgm:pt modelId="{83677F05-3F84-4454-BD83-EDA2F533D108}">
      <dgm:prSet custT="1"/>
      <dgm:spPr/>
      <dgm:t>
        <a:bodyPr/>
        <a:lstStyle/>
        <a:p>
          <a:pPr marL="542925" indent="-542925">
            <a:buClr>
              <a:schemeClr val="accent1"/>
            </a:buClr>
            <a:buFont typeface="ADLaM Display" panose="02010000000000000000" pitchFamily="2" charset="0"/>
            <a:buChar char="▶"/>
          </a:pPr>
          <a:r>
            <a:rPr lang="en-US" altLang="ja-JP" sz="4000" dirty="0">
              <a:latin typeface="+mn-lt"/>
              <a:cs typeface="Latin Modern Math" panose="020B0604020202020204" pitchFamily="34" charset="0"/>
            </a:rPr>
            <a:t>Treatment effect consistency across regions is assessed in MRCTs</a:t>
          </a:r>
          <a:endParaRPr lang="ja-JP" sz="4000" dirty="0">
            <a:latin typeface="+mn-lt"/>
            <a:cs typeface="Latin Modern Math" panose="020B0604020202020204" pitchFamily="34" charset="0"/>
          </a:endParaRPr>
        </a:p>
      </dgm:t>
    </dgm:pt>
    <dgm:pt modelId="{091E7D91-9D20-414C-A540-B5BF38F1AED0}" type="parTrans" cxnId="{7F7130EA-C87D-4629-8549-0A87D858068F}">
      <dgm:prSet/>
      <dgm:spPr/>
      <dgm:t>
        <a:bodyPr/>
        <a:lstStyle/>
        <a:p>
          <a:endParaRPr kumimoji="1" lang="ja-JP" altLang="en-US">
            <a:latin typeface="Latin Modern Math"/>
          </a:endParaRPr>
        </a:p>
      </dgm:t>
    </dgm:pt>
    <dgm:pt modelId="{0AEBF184-289C-4FFA-A537-7D883BA923A1}" type="sibTrans" cxnId="{7F7130EA-C87D-4629-8549-0A87D858068F}">
      <dgm:prSet/>
      <dgm:spPr/>
      <dgm:t>
        <a:bodyPr/>
        <a:lstStyle/>
        <a:p>
          <a:endParaRPr kumimoji="1" lang="ja-JP" altLang="en-US">
            <a:latin typeface="Latin Modern Math"/>
          </a:endParaRPr>
        </a:p>
      </dgm:t>
    </dgm:pt>
    <dgm:pt modelId="{67500223-53CD-49F4-A87A-F5D10BE3DE2F}">
      <dgm:prSet custT="1"/>
      <dgm:spPr/>
      <dgm:t>
        <a:bodyPr/>
        <a:lstStyle/>
        <a:p>
          <a:pPr marL="542925" indent="-542925">
            <a:buClr>
              <a:schemeClr val="accent1"/>
            </a:buClr>
            <a:buFont typeface="ADLaM Display" panose="02010000000000000000" pitchFamily="2" charset="0"/>
            <a:buChar char="▶"/>
          </a:pPr>
          <a:r>
            <a:rPr lang="en-US" altLang="ja-JP" sz="4000" dirty="0">
              <a:latin typeface="+mn-lt"/>
              <a:cs typeface="Latin Modern Math" panose="020B0604020202020204" pitchFamily="34" charset="0"/>
            </a:rPr>
            <a:t>Individual regional sample size are often too small alone for consistency assessment</a:t>
          </a:r>
          <a:endParaRPr lang="ja-JP" sz="4000" dirty="0">
            <a:latin typeface="+mn-lt"/>
            <a:cs typeface="Latin Modern Math" panose="020B0604020202020204" pitchFamily="34" charset="0"/>
          </a:endParaRPr>
        </a:p>
      </dgm:t>
    </dgm:pt>
    <dgm:pt modelId="{C749F4BA-7563-4C3C-AC71-275FF05D81AF}" type="parTrans" cxnId="{87300472-6A94-4573-BF5E-E59CBAAB33A4}">
      <dgm:prSet/>
      <dgm:spPr/>
      <dgm:t>
        <a:bodyPr/>
        <a:lstStyle/>
        <a:p>
          <a:endParaRPr kumimoji="1" lang="ja-JP" altLang="en-US">
            <a:latin typeface="Latin Modern Math"/>
          </a:endParaRPr>
        </a:p>
      </dgm:t>
    </dgm:pt>
    <dgm:pt modelId="{3ABF76E1-D5D6-4498-B9AC-7A635A53C48C}" type="sibTrans" cxnId="{87300472-6A94-4573-BF5E-E59CBAAB33A4}">
      <dgm:prSet/>
      <dgm:spPr/>
      <dgm:t>
        <a:bodyPr/>
        <a:lstStyle/>
        <a:p>
          <a:endParaRPr kumimoji="1" lang="ja-JP" altLang="en-US">
            <a:latin typeface="Latin Modern Math"/>
          </a:endParaRPr>
        </a:p>
      </dgm:t>
    </dgm:pt>
    <dgm:pt modelId="{D7F9D7A4-CDC2-412F-9C58-236B5C4DFA48}">
      <dgm:prSet custT="1"/>
      <dgm:spPr/>
      <dgm:t>
        <a:bodyPr/>
        <a:lstStyle/>
        <a:p>
          <a:pPr marL="542925" indent="-542925">
            <a:buClr>
              <a:schemeClr val="accent1"/>
            </a:buClr>
            <a:buFont typeface="ADLaM Display" panose="02010000000000000000" pitchFamily="2" charset="0"/>
            <a:buChar char="▶"/>
          </a:pPr>
          <a:r>
            <a:rPr lang="en-US" altLang="ja-JP" sz="4000" dirty="0">
              <a:latin typeface="+mn-lt"/>
              <a:cs typeface="Latin Modern Math" panose="020B0604020202020204" pitchFamily="34" charset="0"/>
            </a:rPr>
            <a:t>ICH E17 strategy: pool region with similar effect modifier (EM) distributions</a:t>
          </a:r>
          <a:endParaRPr lang="ja-JP" sz="4000" dirty="0">
            <a:latin typeface="+mn-lt"/>
            <a:cs typeface="Latin Modern Math" panose="020B0604020202020204" pitchFamily="34" charset="0"/>
          </a:endParaRPr>
        </a:p>
      </dgm:t>
    </dgm:pt>
    <dgm:pt modelId="{33849F5C-7EA8-40B1-9606-E4D8F0784F9A}" type="parTrans" cxnId="{F23698E2-22E0-4E71-992E-781B12E8FFA0}">
      <dgm:prSet/>
      <dgm:spPr/>
      <dgm:t>
        <a:bodyPr/>
        <a:lstStyle/>
        <a:p>
          <a:endParaRPr kumimoji="1" lang="ja-JP" altLang="en-US">
            <a:latin typeface="Latin Modern Math"/>
          </a:endParaRPr>
        </a:p>
      </dgm:t>
    </dgm:pt>
    <dgm:pt modelId="{04ED2D90-E5F2-4ED6-9032-A5C302C71F48}" type="sibTrans" cxnId="{F23698E2-22E0-4E71-992E-781B12E8FFA0}">
      <dgm:prSet/>
      <dgm:spPr/>
      <dgm:t>
        <a:bodyPr/>
        <a:lstStyle/>
        <a:p>
          <a:endParaRPr kumimoji="1" lang="ja-JP" altLang="en-US">
            <a:latin typeface="Latin Modern Math"/>
          </a:endParaRPr>
        </a:p>
      </dgm:t>
    </dgm:pt>
    <dgm:pt modelId="{4A4E1EE9-087B-41CE-83AD-3A14ADFCCF36}">
      <dgm:prSet custT="1"/>
      <dgm:spPr/>
      <dgm:t>
        <a:bodyPr/>
        <a:lstStyle/>
        <a:p>
          <a:pPr marL="542925" indent="-542925">
            <a:buClr>
              <a:schemeClr val="accent1"/>
            </a:buClr>
            <a:buFont typeface="ADLaM Display" panose="02010000000000000000" pitchFamily="2" charset="0"/>
            <a:buChar char="▶"/>
          </a:pPr>
          <a:r>
            <a:rPr lang="en-US" altLang="ja-JP" sz="4000" dirty="0">
              <a:latin typeface="+mn-lt"/>
              <a:cs typeface="Latin Modern Math" panose="020B0604020202020204" pitchFamily="34" charset="0"/>
            </a:rPr>
            <a:t>At the planning stage, sponsors must select pooling partners with evidence that regions are “similar enough”</a:t>
          </a:r>
          <a:endParaRPr lang="ja-JP" sz="4000" dirty="0">
            <a:latin typeface="+mn-lt"/>
            <a:cs typeface="Latin Modern Math" panose="020B0604020202020204" pitchFamily="34" charset="0"/>
          </a:endParaRPr>
        </a:p>
      </dgm:t>
    </dgm:pt>
    <dgm:pt modelId="{0D196E11-5C5A-40BF-9791-A773DF2F42B6}" type="parTrans" cxnId="{07E73AF9-8708-408A-B42F-082620D4266C}">
      <dgm:prSet/>
      <dgm:spPr/>
      <dgm:t>
        <a:bodyPr/>
        <a:lstStyle/>
        <a:p>
          <a:endParaRPr kumimoji="1" lang="ja-JP" altLang="en-US">
            <a:latin typeface="Latin Modern Math"/>
          </a:endParaRPr>
        </a:p>
      </dgm:t>
    </dgm:pt>
    <dgm:pt modelId="{C07A36DA-5F4C-4AB4-842A-A05DD70D536A}" type="sibTrans" cxnId="{07E73AF9-8708-408A-B42F-082620D4266C}">
      <dgm:prSet/>
      <dgm:spPr/>
      <dgm:t>
        <a:bodyPr/>
        <a:lstStyle/>
        <a:p>
          <a:endParaRPr kumimoji="1" lang="ja-JP" altLang="en-US">
            <a:latin typeface="Latin Modern Math"/>
          </a:endParaRPr>
        </a:p>
      </dgm:t>
    </dgm:pt>
    <dgm:pt modelId="{C32EF90E-F5BF-42F6-8C03-3B4F59CC57FB}">
      <dgm:prSet custT="1"/>
      <dgm:spPr/>
      <dgm:t>
        <a:bodyPr tIns="0" bIns="0"/>
        <a:lstStyle/>
        <a:p>
          <a:pPr>
            <a:buClr>
              <a:schemeClr val="accent1"/>
            </a:buClr>
            <a:buFont typeface="ADLaM Display" panose="02010000000000000000" pitchFamily="2" charset="0"/>
            <a:buChar char="▶"/>
          </a:pPr>
          <a:r>
            <a:rPr lang="en-US" sz="6000" b="1" dirty="0">
              <a:latin typeface="+mj-lt"/>
              <a:cs typeface="Latin Modern Math" panose="020B0604020202020204" pitchFamily="34" charset="0"/>
            </a:rPr>
            <a:t>Objectives</a:t>
          </a:r>
          <a:endParaRPr lang="ja-JP" sz="60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D18D8F5-D997-4BC7-BEB9-97547C95A725}" type="parTrans" cxnId="{F84FC6D0-9E00-41AF-AC2A-E065D101B6E3}">
      <dgm:prSet/>
      <dgm:spPr/>
      <dgm:t>
        <a:bodyPr/>
        <a:lstStyle/>
        <a:p>
          <a:endParaRPr kumimoji="1" lang="ja-JP" altLang="en-US"/>
        </a:p>
      </dgm:t>
    </dgm:pt>
    <dgm:pt modelId="{D58F0590-0E98-43AE-B059-754BBB3A1109}" type="sibTrans" cxnId="{F84FC6D0-9E00-41AF-AC2A-E065D101B6E3}">
      <dgm:prSet/>
      <dgm:spPr/>
      <dgm:t>
        <a:bodyPr/>
        <a:lstStyle/>
        <a:p>
          <a:endParaRPr kumimoji="1" lang="ja-JP" altLang="en-US"/>
        </a:p>
      </dgm:t>
    </dgm:pt>
    <dgm:pt modelId="{00A64729-706B-43D9-836E-70FE3C0BCA26}">
      <dgm:prSet custT="1"/>
      <dgm:spPr/>
      <dgm:t>
        <a:bodyPr/>
        <a:lstStyle/>
        <a:p>
          <a:pPr>
            <a:buClr>
              <a:schemeClr val="accent1"/>
            </a:buClr>
            <a:buFont typeface="ADLaM Display" panose="02010000000000000000" pitchFamily="2" charset="0"/>
            <a:buChar char="▶"/>
          </a:pPr>
          <a:r>
            <a:rPr lang="en-US" altLang="ja-JP" sz="4000" dirty="0">
              <a:latin typeface="Arial" panose="020B0604020202020204" pitchFamily="34" charset="0"/>
              <a:cs typeface="Arial" panose="020B0604020202020204" pitchFamily="34" charset="0"/>
            </a:rPr>
            <a:t>Develop a quantitative index that captures distributional similarity</a:t>
          </a:r>
          <a:endParaRPr lang="ja-JP" sz="40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4B7CBAB-C7EE-4E8E-90CE-B90631A8D6F5}" type="parTrans" cxnId="{19CE6B1A-6090-48CF-9C5D-FD3C5C1C5CAD}">
      <dgm:prSet/>
      <dgm:spPr/>
      <dgm:t>
        <a:bodyPr/>
        <a:lstStyle/>
        <a:p>
          <a:endParaRPr kumimoji="1" lang="ja-JP" altLang="en-US"/>
        </a:p>
      </dgm:t>
    </dgm:pt>
    <dgm:pt modelId="{523F8DEA-363A-4AF1-999C-DC00C464AC62}" type="sibTrans" cxnId="{19CE6B1A-6090-48CF-9C5D-FD3C5C1C5CAD}">
      <dgm:prSet/>
      <dgm:spPr/>
      <dgm:t>
        <a:bodyPr/>
        <a:lstStyle/>
        <a:p>
          <a:endParaRPr kumimoji="1" lang="ja-JP" altLang="en-US"/>
        </a:p>
      </dgm:t>
    </dgm:pt>
    <dgm:pt modelId="{B7FC9474-6AD6-4605-A702-78881D99E23F}">
      <dgm:prSet custT="1"/>
      <dgm:spPr/>
      <dgm:t>
        <a:bodyPr/>
        <a:lstStyle/>
        <a:p>
          <a:pPr>
            <a:buClr>
              <a:schemeClr val="accent1"/>
            </a:buClr>
            <a:buFont typeface="ADLaM Display" panose="02010000000000000000" pitchFamily="2" charset="0"/>
            <a:buChar char="▶"/>
          </a:pPr>
          <a:r>
            <a:rPr lang="en-US" altLang="ja-JP" sz="4000" dirty="0">
              <a:latin typeface="Arial" panose="020B0604020202020204" pitchFamily="34" charset="0"/>
              <a:cs typeface="Arial" panose="020B0604020202020204" pitchFamily="34" charset="0"/>
            </a:rPr>
            <a:t>Deliver a practitioner-facing tool for the planning stage of an MRCT</a:t>
          </a:r>
          <a:endParaRPr kumimoji="1" lang="ja-JP" altLang="en-US" sz="4000" dirty="0"/>
        </a:p>
      </dgm:t>
    </dgm:pt>
    <dgm:pt modelId="{866D7448-CEE8-47DE-B275-66F6FB14ECEB}" type="parTrans" cxnId="{DD1198D3-CA5D-41B6-A7D5-594404CA54D2}">
      <dgm:prSet/>
      <dgm:spPr/>
      <dgm:t>
        <a:bodyPr/>
        <a:lstStyle/>
        <a:p>
          <a:endParaRPr kumimoji="1" lang="ja-JP" altLang="en-US"/>
        </a:p>
      </dgm:t>
    </dgm:pt>
    <dgm:pt modelId="{CC6693D7-3DA4-4464-A2B6-75097A14914B}" type="sibTrans" cxnId="{DD1198D3-CA5D-41B6-A7D5-594404CA54D2}">
      <dgm:prSet/>
      <dgm:spPr/>
      <dgm:t>
        <a:bodyPr/>
        <a:lstStyle/>
        <a:p>
          <a:endParaRPr kumimoji="1" lang="ja-JP" altLang="en-US"/>
        </a:p>
      </dgm:t>
    </dgm:pt>
    <dgm:pt modelId="{B54F624D-1641-4D52-BFC5-75A541730081}">
      <dgm:prSet custT="1"/>
      <dgm:spPr/>
      <dgm:t>
        <a:bodyPr tIns="0" bIns="0"/>
        <a:lstStyle/>
        <a:p>
          <a:r>
            <a:rPr kumimoji="1" lang="en-US" altLang="ja-JP" sz="6000" b="1" dirty="0"/>
            <a:t>Dissimilarity Index</a:t>
          </a:r>
          <a:endParaRPr kumimoji="1" lang="ja-JP" altLang="en-US" sz="6000" b="1" dirty="0"/>
        </a:p>
      </dgm:t>
    </dgm:pt>
    <dgm:pt modelId="{4CF1D0CB-5563-45BB-BC16-AAE0FE93F6F7}" type="parTrans" cxnId="{824EEBE2-FCB8-410F-8C27-1C10990A44D7}">
      <dgm:prSet/>
      <dgm:spPr/>
      <dgm:t>
        <a:bodyPr/>
        <a:lstStyle/>
        <a:p>
          <a:endParaRPr kumimoji="1" lang="ja-JP" altLang="en-US"/>
        </a:p>
      </dgm:t>
    </dgm:pt>
    <dgm:pt modelId="{DE4563DD-DDFC-496D-B911-8915BC735FE1}" type="sibTrans" cxnId="{824EEBE2-FCB8-410F-8C27-1C10990A44D7}">
      <dgm:prSet/>
      <dgm:spPr/>
      <dgm:t>
        <a:bodyPr/>
        <a:lstStyle/>
        <a:p>
          <a:endParaRPr kumimoji="1" lang="ja-JP" altLang="en-US"/>
        </a:p>
      </dgm:t>
    </dgm:pt>
    <dgm:pt modelId="{B66241AE-EC65-4459-B6B2-6F53C6648100}">
      <dgm:prSet custT="1"/>
      <dgm:spPr/>
      <dgm:t>
        <a:bodyPr/>
        <a:lstStyle/>
        <a:p>
          <a:pPr marL="285750" indent="0">
            <a:buClr>
              <a:schemeClr val="accent1"/>
            </a:buClr>
            <a:buFont typeface="ADLaM Display" panose="02010000000000000000" pitchFamily="2" charset="0"/>
            <a:buNone/>
          </a:pPr>
          <a:r>
            <a:rPr lang="en-US" altLang="ja-JP" sz="4000" b="1" dirty="0">
              <a:solidFill>
                <a:schemeClr val="tx1"/>
              </a:solidFill>
              <a:latin typeface="+mn-lt"/>
              <a:cs typeface="Latin Modern Math" panose="020B0604020202020204" pitchFamily="34" charset="0"/>
            </a:rPr>
            <a:t>Wasserstein-1 distance:</a:t>
          </a:r>
          <a:endParaRPr lang="ja-JP" sz="4000" b="1" dirty="0">
            <a:solidFill>
              <a:srgbClr val="FF0000"/>
            </a:solidFill>
            <a:latin typeface="+mn-lt"/>
            <a:cs typeface="Latin Modern Math" panose="020B0604020202020204" pitchFamily="34" charset="0"/>
          </a:endParaRPr>
        </a:p>
      </dgm:t>
    </dgm:pt>
    <dgm:pt modelId="{FFC2EA5C-E3C0-4200-B9C5-D7534FA935E7}" type="parTrans" cxnId="{A97D6A13-388C-43B0-BCA6-4B99BB399097}">
      <dgm:prSet/>
      <dgm:spPr/>
      <dgm:t>
        <a:bodyPr/>
        <a:lstStyle/>
        <a:p>
          <a:endParaRPr kumimoji="1" lang="ja-JP" altLang="en-US"/>
        </a:p>
      </dgm:t>
    </dgm:pt>
    <dgm:pt modelId="{6A957FC7-637F-4B18-9607-3F7A37C52E4D}" type="sibTrans" cxnId="{A97D6A13-388C-43B0-BCA6-4B99BB399097}">
      <dgm:prSet/>
      <dgm:spPr/>
      <dgm:t>
        <a:bodyPr/>
        <a:lstStyle/>
        <a:p>
          <a:endParaRPr kumimoji="1" lang="ja-JP" altLang="en-US"/>
        </a:p>
      </dgm:t>
    </dgm:pt>
    <dgm:pt modelId="{A0F7BE4C-F3B0-4233-82F7-675D922AFB51}">
      <dgm:prSet custT="1"/>
      <dgm:spPr/>
      <dgm:t>
        <a:bodyPr/>
        <a:lstStyle/>
        <a:p>
          <a:pPr marL="285750" indent="0">
            <a:buClr>
              <a:schemeClr val="accent1"/>
            </a:buClr>
            <a:buFont typeface="ADLaM Display" panose="02010000000000000000" pitchFamily="2" charset="0"/>
            <a:buNone/>
          </a:pPr>
          <a:r>
            <a:rPr lang="en-US" altLang="ja-JP" sz="4000" b="1" dirty="0" err="1">
              <a:solidFill>
                <a:schemeClr val="tx1"/>
              </a:solidFill>
              <a:latin typeface="+mn-lt"/>
              <a:cs typeface="Latin Modern Math" panose="020B0604020202020204" pitchFamily="34" charset="0"/>
            </a:rPr>
            <a:t>nABCD</a:t>
          </a:r>
          <a:r>
            <a:rPr lang="en-US" altLang="ja-JP" sz="4000" b="1" dirty="0">
              <a:solidFill>
                <a:schemeClr val="tx1"/>
              </a:solidFill>
              <a:latin typeface="+mn-lt"/>
              <a:cs typeface="Latin Modern Math" panose="020B0604020202020204" pitchFamily="34" charset="0"/>
            </a:rPr>
            <a:t>: normalized Area Between Cumulative Distributions:</a:t>
          </a:r>
          <a:endParaRPr lang="ja-JP" sz="4000" b="1" dirty="0">
            <a:solidFill>
              <a:srgbClr val="FF0000"/>
            </a:solidFill>
            <a:latin typeface="+mn-lt"/>
            <a:cs typeface="Latin Modern Math" panose="020B0604020202020204" pitchFamily="34" charset="0"/>
          </a:endParaRPr>
        </a:p>
      </dgm:t>
    </dgm:pt>
    <dgm:pt modelId="{068B6F94-569F-40AF-9F07-582F8233F66E}" type="parTrans" cxnId="{C986207F-C0F4-4B15-A889-E70EBFA838DD}">
      <dgm:prSet/>
      <dgm:spPr/>
      <dgm:t>
        <a:bodyPr/>
        <a:lstStyle/>
        <a:p>
          <a:endParaRPr kumimoji="1" lang="ja-JP" altLang="en-US"/>
        </a:p>
      </dgm:t>
    </dgm:pt>
    <dgm:pt modelId="{DB223F96-9D5F-434C-A69C-FDB98F358B4E}" type="sibTrans" cxnId="{C986207F-C0F4-4B15-A889-E70EBFA838DD}">
      <dgm:prSet/>
      <dgm:spPr/>
      <dgm:t>
        <a:bodyPr/>
        <a:lstStyle/>
        <a:p>
          <a:endParaRPr kumimoji="1" lang="ja-JP" alt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D9AB6ED3-46BB-40C3-B1FE-E1CD9D4F83DA}">
          <dgm:prSet custT="1"/>
          <dgm:spPr/>
          <dgm:t>
            <a:bodyPr/>
            <a:lstStyle/>
            <a:p>
              <a:pPr marL="571500" indent="0">
                <a:buClr>
                  <a:schemeClr val="accent1"/>
                </a:buClr>
                <a:buFont typeface="Arial" panose="020B0604020202020204" pitchFamily="34" charset="0"/>
                <a:buNone/>
              </a:pPr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 sz="4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Latin Modern Math" panose="020B0604020202020204" pitchFamily="34" charset="0"/>
                      </a:rPr>
                      <m:t>nABCD</m:t>
                    </m:r>
                    <m:d>
                      <m:dPr>
                        <m:ctrlPr>
                          <a:rPr lang="en-US" altLang="ja-JP" sz="4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Latin Modern Math" panose="020B060402020202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ja-JP" sz="4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Latin Modern Math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ja-JP" sz="4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Latin Modern Math" panose="020B0604020202020204" pitchFamily="34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altLang="ja-JP" sz="4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Latin Modern Math" panose="020B0604020202020204" pitchFamily="34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ja-JP" sz="4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Latin Modern Math" panose="020B0604020202020204" pitchFamily="34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ja-JP" sz="4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Latin Modern Math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ja-JP" sz="4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Latin Modern Math" panose="020B0604020202020204" pitchFamily="34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altLang="ja-JP" sz="4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Latin Modern Math" panose="020B0604020202020204" pitchFamily="34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ja-JP" sz="4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Latin Modern Math" panose="020B0604020202020204" pitchFamily="34" charset="0"/>
                      </a:rPr>
                      <m:t>=</m:t>
                    </m:r>
                    <m:f>
                      <m:fPr>
                        <m:ctrlPr>
                          <a:rPr lang="en-US" altLang="ja-JP" sz="4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ja-JP" sz="4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4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altLang="ja-JP" sz="4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ja-JP" sz="4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ja-JP" sz="4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4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altLang="ja-JP" sz="4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ja-JP" sz="4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ja-JP" sz="4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4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altLang="ja-JP" sz="4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ja-JP" sz="4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ja-JP" sz="40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IQ</m:t>
                        </m:r>
                        <m:sSub>
                          <m:sSubPr>
                            <m:ctrlPr>
                              <a:rPr lang="en-US" altLang="ja-JP" sz="4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ja-JP" sz="40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ja-JP" sz="40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pooled</m:t>
                            </m:r>
                          </m:sub>
                        </m:sSub>
                      </m:den>
                    </m:f>
                  </m:oMath>
                </m:oMathPara>
              </a14:m>
              <a:endParaRPr lang="ja-JP" sz="4000" b="0" i="0" dirty="0">
                <a:solidFill>
                  <a:schemeClr val="tx1"/>
                </a:solidFill>
                <a:latin typeface="+mn-lt"/>
                <a:cs typeface="Latin Modern Math" panose="020B0604020202020204" pitchFamily="34" charset="0"/>
              </a:endParaRPr>
            </a:p>
          </dgm:t>
        </dgm:pt>
      </mc:Choice>
      <mc:Fallback xmlns="">
        <dgm:pt modelId="{D9AB6ED3-46BB-40C3-B1FE-E1CD9D4F83DA}">
          <dgm:prSet custT="1"/>
          <dgm:spPr/>
          <dgm:t>
            <a:bodyPr/>
            <a:lstStyle/>
            <a:p>
              <a:pPr marL="571500" indent="0">
                <a:buClr>
                  <a:schemeClr val="accent1"/>
                </a:buClr>
                <a:buFont typeface="Arial" panose="020B0604020202020204" pitchFamily="34" charset="0"/>
                <a:buNone/>
              </a:pPr>
              <a:r>
                <a:rPr lang="en-US" altLang="ja-JP" sz="4000" b="0" i="0">
                  <a:solidFill>
                    <a:schemeClr val="tx1"/>
                  </a:solidFill>
                  <a:latin typeface="+mn-lt"/>
                  <a:cs typeface="Latin Modern Math" panose="020B0604020202020204" pitchFamily="34" charset="0"/>
                </a:rPr>
                <a:t>nABCD</a:t>
              </a:r>
              <a:r>
                <a:rPr lang="en-US" altLang="ja-JP" sz="4000" b="0" i="0">
                  <a:solidFill>
                    <a:schemeClr val="tx1"/>
                  </a:solidFill>
                  <a:latin typeface="+mn-lt"/>
                </a:rPr>
                <a:t>(</a:t>
              </a:r>
              <a:r>
                <a:rPr lang="en-US" altLang="ja-JP" sz="4000" b="0" i="0">
                  <a:solidFill>
                    <a:schemeClr val="tx1"/>
                  </a:solidFill>
                  <a:latin typeface="+mn-lt"/>
                  <a:cs typeface="Latin Modern Math" panose="020B0604020202020204" pitchFamily="34" charset="0"/>
                </a:rPr>
                <a:t>𝐹_1,𝐹_2 )=</a:t>
              </a:r>
              <a:r>
                <a:rPr lang="en-US" altLang="ja-JP" sz="4000" b="0" i="0">
                  <a:solidFill>
                    <a:schemeClr val="tx1"/>
                  </a:solidFill>
                  <a:latin typeface="+mn-lt"/>
                </a:rPr>
                <a:t>(𝑊_1 (𝐹_1,𝐹_2))/(IQR_pooled )</a:t>
              </a:r>
              <a:endParaRPr lang="ja-JP" sz="4000" b="0" i="0" dirty="0">
                <a:solidFill>
                  <a:schemeClr val="tx1"/>
                </a:solidFill>
                <a:latin typeface="+mn-lt"/>
                <a:cs typeface="Latin Modern Math" panose="020B0604020202020204" pitchFamily="34" charset="0"/>
              </a:endParaRPr>
            </a:p>
          </dgm:t>
        </dgm:pt>
      </mc:Fallback>
    </mc:AlternateContent>
    <dgm:pt modelId="{D00956BC-75C1-4380-86EF-F76F0EAEA183}" type="parTrans" cxnId="{9E7FD205-FAA3-4A35-B4C5-F4BE09E1E057}">
      <dgm:prSet/>
      <dgm:spPr/>
      <dgm:t>
        <a:bodyPr/>
        <a:lstStyle/>
        <a:p>
          <a:endParaRPr kumimoji="1" lang="ja-JP" altLang="en-US"/>
        </a:p>
      </dgm:t>
    </dgm:pt>
    <dgm:pt modelId="{577A7E5C-63B0-4340-B5AC-C0561AD52458}" type="sibTrans" cxnId="{9E7FD205-FAA3-4A35-B4C5-F4BE09E1E057}">
      <dgm:prSet/>
      <dgm:spPr/>
      <dgm:t>
        <a:bodyPr/>
        <a:lstStyle/>
        <a:p>
          <a:endParaRPr kumimoji="1" lang="ja-JP" altLang="en-US"/>
        </a:p>
      </dgm:t>
    </dgm:pt>
    <dgm:pt modelId="{9A92B360-9FE8-4C29-AF0E-346831BD60FE}">
      <dgm:prSet custT="1"/>
      <dgm:spPr/>
      <dgm:t>
        <a:bodyPr/>
        <a:lstStyle/>
        <a:p>
          <a:pPr marL="571500" indent="0">
            <a:buClr>
              <a:schemeClr val="accent1"/>
            </a:buClr>
            <a:buFont typeface="Arial" panose="020B0604020202020204" pitchFamily="34" charset="0"/>
            <a:buNone/>
          </a:pPr>
          <a:endParaRPr lang="ja-JP" altLang="en-US" sz="4000" b="0" i="0" dirty="0">
            <a:solidFill>
              <a:schemeClr val="tx1"/>
            </a:solidFill>
            <a:latin typeface="+mn-lt"/>
            <a:cs typeface="Latin Modern Math" panose="020B0604020202020204" pitchFamily="34" charset="0"/>
          </a:endParaRPr>
        </a:p>
      </dgm:t>
    </dgm:pt>
    <dgm:pt modelId="{514B2610-E9AB-4A92-B40A-42A9B778C2CF}" type="parTrans" cxnId="{143F6BB3-C04D-4374-BA3D-3D0709BD89EB}">
      <dgm:prSet/>
      <dgm:spPr/>
      <dgm:t>
        <a:bodyPr/>
        <a:lstStyle/>
        <a:p>
          <a:endParaRPr kumimoji="1" lang="ja-JP" altLang="en-US"/>
        </a:p>
      </dgm:t>
    </dgm:pt>
    <dgm:pt modelId="{293BE8F0-9B79-4A7D-80DF-1D1DAB84845F}" type="sibTrans" cxnId="{143F6BB3-C04D-4374-BA3D-3D0709BD89EB}">
      <dgm:prSet/>
      <dgm:spPr/>
      <dgm:t>
        <a:bodyPr/>
        <a:lstStyle/>
        <a:p>
          <a:endParaRPr kumimoji="1" lang="ja-JP" altLang="en-US"/>
        </a:p>
      </dgm:t>
    </dgm:pt>
    <dgm:pt modelId="{B02D7EC8-1973-4361-ACE7-0EDE99BA15E1}">
      <dgm:prSet custT="1"/>
      <dgm:spPr/>
      <dgm:t>
        <a:bodyPr/>
        <a:lstStyle/>
        <a:p>
          <a:pPr marL="571500" indent="0">
            <a:buClr>
              <a:schemeClr val="accent1"/>
            </a:buClr>
            <a:buFont typeface="Arial" panose="020B0604020202020204" pitchFamily="34" charset="0"/>
            <a:buNone/>
          </a:pPr>
          <a:endParaRPr lang="ja-JP" altLang="en-US" sz="4000" b="0" i="0" dirty="0">
            <a:solidFill>
              <a:schemeClr val="tx1"/>
            </a:solidFill>
            <a:latin typeface="+mn-lt"/>
            <a:cs typeface="Latin Modern Math" panose="020B0604020202020204" pitchFamily="34" charset="0"/>
          </a:endParaRPr>
        </a:p>
      </dgm:t>
    </dgm:pt>
    <dgm:pt modelId="{96B6D163-88F3-473B-A788-60698B00B61F}" type="parTrans" cxnId="{1A9D3D67-59F0-4B2B-BA6F-0D37428C7B40}">
      <dgm:prSet/>
      <dgm:spPr/>
      <dgm:t>
        <a:bodyPr/>
        <a:lstStyle/>
        <a:p>
          <a:endParaRPr kumimoji="1" lang="ja-JP" altLang="en-US"/>
        </a:p>
      </dgm:t>
    </dgm:pt>
    <dgm:pt modelId="{BC523010-D851-43A8-BF22-7655100F82E2}" type="sibTrans" cxnId="{1A9D3D67-59F0-4B2B-BA6F-0D37428C7B40}">
      <dgm:prSet/>
      <dgm:spPr/>
      <dgm:t>
        <a:bodyPr/>
        <a:lstStyle/>
        <a:p>
          <a:endParaRPr kumimoji="1" lang="ja-JP" altLang="en-US"/>
        </a:p>
      </dgm:t>
    </dgm:pt>
    <dgm:pt modelId="{A0C9012E-FA30-4638-99E5-4990A6C78CFB}">
      <dgm:prSet custT="1"/>
      <dgm:spPr/>
      <dgm:t>
        <a:bodyPr/>
        <a:lstStyle/>
        <a:p>
          <a:pPr marL="571500" indent="0">
            <a:buClr>
              <a:schemeClr val="accent1"/>
            </a:buClr>
            <a:buFont typeface="ADLaM Display" panose="02010000000000000000" pitchFamily="2" charset="0"/>
            <a:buNone/>
          </a:pPr>
          <a:endParaRPr lang="ja-JP" altLang="en-US" sz="4000" b="0" dirty="0">
            <a:solidFill>
              <a:schemeClr val="tx1"/>
            </a:solidFill>
            <a:latin typeface="+mn-lt"/>
            <a:cs typeface="Latin Modern Math" panose="020B0604020202020204" pitchFamily="34" charset="0"/>
          </a:endParaRPr>
        </a:p>
      </dgm:t>
    </dgm:pt>
    <dgm:pt modelId="{138DFD30-FCE7-4AC8-871F-5A9E09FE3F36}" type="parTrans" cxnId="{64641BEC-173F-41BE-9B52-B0CC6C0FA5CC}">
      <dgm:prSet/>
      <dgm:spPr/>
      <dgm:t>
        <a:bodyPr/>
        <a:lstStyle/>
        <a:p>
          <a:endParaRPr kumimoji="1" lang="ja-JP" altLang="en-US"/>
        </a:p>
      </dgm:t>
    </dgm:pt>
    <dgm:pt modelId="{EAD38F18-C855-4F7C-B671-EE4222A3F574}" type="sibTrans" cxnId="{64641BEC-173F-41BE-9B52-B0CC6C0FA5CC}">
      <dgm:prSet/>
      <dgm:spPr/>
      <dgm:t>
        <a:bodyPr/>
        <a:lstStyle/>
        <a:p>
          <a:endParaRPr kumimoji="1" lang="ja-JP" altLang="en-US"/>
        </a:p>
      </dgm:t>
    </dgm:pt>
    <dgm:pt modelId="{DAB603F6-0C8D-4D59-AEA0-94288986A2CB}">
      <dgm:prSet custT="1"/>
      <dgm:spPr/>
      <dgm:t>
        <a:bodyPr/>
        <a:lstStyle/>
        <a:p>
          <a:pPr marL="571500" indent="0">
            <a:buClr>
              <a:schemeClr val="accent1"/>
            </a:buClr>
            <a:buFont typeface="ADLaM Display" panose="02010000000000000000" pitchFamily="2" charset="0"/>
            <a:buNone/>
          </a:pPr>
          <a:endParaRPr lang="ja-JP" altLang="en-US" sz="4000" b="0" dirty="0">
            <a:solidFill>
              <a:schemeClr val="tx1"/>
            </a:solidFill>
            <a:latin typeface="+mn-lt"/>
            <a:cs typeface="Latin Modern Math" panose="020B0604020202020204" pitchFamily="34" charset="0"/>
          </a:endParaRPr>
        </a:p>
      </dgm:t>
    </dgm:pt>
    <dgm:pt modelId="{E140B078-8D33-4DD7-B6A1-0FBCB3A5327E}" type="parTrans" cxnId="{F6A33082-6914-4338-A5EA-C398C4B5EEBB}">
      <dgm:prSet/>
      <dgm:spPr/>
      <dgm:t>
        <a:bodyPr/>
        <a:lstStyle/>
        <a:p>
          <a:endParaRPr kumimoji="1" lang="ja-JP" altLang="en-US"/>
        </a:p>
      </dgm:t>
    </dgm:pt>
    <dgm:pt modelId="{87F1D51A-272C-43E6-AB74-55946FC31F44}" type="sibTrans" cxnId="{F6A33082-6914-4338-A5EA-C398C4B5EEBB}">
      <dgm:prSet/>
      <dgm:spPr/>
      <dgm:t>
        <a:bodyPr/>
        <a:lstStyle/>
        <a:p>
          <a:endParaRPr kumimoji="1" lang="ja-JP" altLang="en-US"/>
        </a:p>
      </dgm:t>
    </dgm:pt>
    <dgm:pt modelId="{7D16D7F8-DF8B-4EC2-B6E1-A7BA7033C537}">
      <dgm:prSet custT="1"/>
      <dgm:spPr/>
      <dgm:t>
        <a:bodyPr/>
        <a:lstStyle/>
        <a:p>
          <a:pPr marL="571500" indent="0">
            <a:buClr>
              <a:schemeClr val="accent1"/>
            </a:buClr>
            <a:buFont typeface="ADLaM Display" panose="02010000000000000000" pitchFamily="2" charset="0"/>
            <a:buNone/>
          </a:pPr>
          <a:endParaRPr lang="ja-JP" altLang="en-US" sz="4000" b="0" dirty="0">
            <a:solidFill>
              <a:schemeClr val="tx1"/>
            </a:solidFill>
            <a:latin typeface="+mn-lt"/>
            <a:cs typeface="Latin Modern Math" panose="020B0604020202020204" pitchFamily="34" charset="0"/>
          </a:endParaRPr>
        </a:p>
      </dgm:t>
    </dgm:pt>
    <dgm:pt modelId="{82C17719-F640-4EFD-8770-1AA6F10A9988}" type="parTrans" cxnId="{F4914F16-467A-4550-B31A-D9CC68EFEE15}">
      <dgm:prSet/>
      <dgm:spPr/>
      <dgm:t>
        <a:bodyPr/>
        <a:lstStyle/>
        <a:p>
          <a:endParaRPr kumimoji="1" lang="ja-JP" altLang="en-US"/>
        </a:p>
      </dgm:t>
    </dgm:pt>
    <dgm:pt modelId="{FAD25895-15E3-4822-AA3D-F61B20679459}" type="sibTrans" cxnId="{F4914F16-467A-4550-B31A-D9CC68EFEE15}">
      <dgm:prSet/>
      <dgm:spPr/>
      <dgm:t>
        <a:bodyPr/>
        <a:lstStyle/>
        <a:p>
          <a:endParaRPr kumimoji="1" lang="ja-JP" altLang="en-US"/>
        </a:p>
      </dgm:t>
    </dgm:pt>
    <dgm:pt modelId="{E7A3371D-267C-45A6-8991-B2BD8A93DA0D}">
      <dgm:prSet custT="1"/>
      <dgm:spPr/>
      <dgm:t>
        <a:bodyPr/>
        <a:lstStyle/>
        <a:p>
          <a:pPr marL="571500" indent="0">
            <a:buClr>
              <a:schemeClr val="accent1"/>
            </a:buClr>
            <a:buFont typeface="ADLaM Display" panose="02010000000000000000" pitchFamily="2" charset="0"/>
            <a:buNone/>
          </a:pPr>
          <a:endParaRPr lang="ja-JP" altLang="en-US" sz="4000" b="0" dirty="0">
            <a:solidFill>
              <a:schemeClr val="tx1"/>
            </a:solidFill>
            <a:latin typeface="+mn-lt"/>
            <a:cs typeface="Latin Modern Math" panose="020B0604020202020204" pitchFamily="34" charset="0"/>
          </a:endParaRPr>
        </a:p>
      </dgm:t>
    </dgm:pt>
    <dgm:pt modelId="{0C13215A-EAFB-46D3-BA52-9EBE76367773}" type="parTrans" cxnId="{FD432DD1-4ADF-446F-8303-BCB072BE3940}">
      <dgm:prSet/>
      <dgm:spPr/>
      <dgm:t>
        <a:bodyPr/>
        <a:lstStyle/>
        <a:p>
          <a:endParaRPr kumimoji="1" lang="ja-JP" altLang="en-US"/>
        </a:p>
      </dgm:t>
    </dgm:pt>
    <dgm:pt modelId="{8161368E-0060-4709-9EDA-8DE2FD844696}" type="sibTrans" cxnId="{FD432DD1-4ADF-446F-8303-BCB072BE3940}">
      <dgm:prSet/>
      <dgm:spPr/>
      <dgm:t>
        <a:bodyPr/>
        <a:lstStyle/>
        <a:p>
          <a:endParaRPr kumimoji="1" lang="ja-JP" altLang="en-US"/>
        </a:p>
      </dgm:t>
    </dgm:pt>
    <dgm:pt modelId="{BBEADD83-2D5C-4D9A-B6A0-7BED341DB80A}">
      <dgm:prSet custT="1"/>
      <dgm:spPr/>
      <dgm:t>
        <a:bodyPr/>
        <a:lstStyle/>
        <a:p>
          <a:pPr marL="571500" indent="0">
            <a:buClr>
              <a:schemeClr val="accent1"/>
            </a:buClr>
            <a:buFont typeface="ADLaM Display" panose="02010000000000000000" pitchFamily="2" charset="0"/>
            <a:buNone/>
          </a:pPr>
          <a:endParaRPr lang="ja-JP" altLang="en-US" sz="4000" b="0" dirty="0">
            <a:solidFill>
              <a:schemeClr val="tx1"/>
            </a:solidFill>
            <a:latin typeface="+mn-lt"/>
            <a:cs typeface="Latin Modern Math" panose="020B0604020202020204" pitchFamily="34" charset="0"/>
          </a:endParaRPr>
        </a:p>
      </dgm:t>
    </dgm:pt>
    <dgm:pt modelId="{CAE54960-AFC0-4C2C-B42E-6898EF7D1D6D}" type="parTrans" cxnId="{5327629E-C251-48DA-95C2-B40A259EC29F}">
      <dgm:prSet/>
      <dgm:spPr/>
      <dgm:t>
        <a:bodyPr/>
        <a:lstStyle/>
        <a:p>
          <a:endParaRPr kumimoji="1" lang="ja-JP" altLang="en-US"/>
        </a:p>
      </dgm:t>
    </dgm:pt>
    <dgm:pt modelId="{43F5C220-8DCE-4755-AA1D-410D68429C2B}" type="sibTrans" cxnId="{5327629E-C251-48DA-95C2-B40A259EC29F}">
      <dgm:prSet/>
      <dgm:spPr/>
      <dgm:t>
        <a:bodyPr/>
        <a:lstStyle/>
        <a:p>
          <a:endParaRPr kumimoji="1" lang="ja-JP" altLang="en-US"/>
        </a:p>
      </dgm:t>
    </dgm:pt>
    <dgm:pt modelId="{4660ABC2-9A22-4C6F-A8BB-6EDA02DAE6F5}">
      <dgm:prSet custT="1"/>
      <dgm:spPr/>
      <dgm:t>
        <a:bodyPr/>
        <a:lstStyle/>
        <a:p>
          <a:pPr marL="571500" indent="0">
            <a:buClr>
              <a:schemeClr val="accent1"/>
            </a:buClr>
            <a:buFont typeface="ADLaM Display" panose="02010000000000000000" pitchFamily="2" charset="0"/>
            <a:buChar char="▶"/>
          </a:pPr>
          <a:endParaRPr lang="ja-JP" altLang="en-US" sz="4000" b="0" dirty="0">
            <a:solidFill>
              <a:schemeClr val="tx1"/>
            </a:solidFill>
            <a:latin typeface="+mn-lt"/>
            <a:cs typeface="Latin Modern Math" panose="020B0604020202020204" pitchFamily="34" charset="0"/>
          </a:endParaRPr>
        </a:p>
      </dgm:t>
    </dgm:pt>
    <dgm:pt modelId="{BA1E7575-6A38-467D-9F6C-92804B0D3754}" type="parTrans" cxnId="{CAC06CE5-C6EC-42EB-B6DE-C070F0EDF6B2}">
      <dgm:prSet/>
      <dgm:spPr/>
      <dgm:t>
        <a:bodyPr/>
        <a:lstStyle/>
        <a:p>
          <a:endParaRPr kumimoji="1" lang="ja-JP" altLang="en-US"/>
        </a:p>
      </dgm:t>
    </dgm:pt>
    <dgm:pt modelId="{CC8352A4-F628-4CB6-A64E-7FEE87125A04}" type="sibTrans" cxnId="{CAC06CE5-C6EC-42EB-B6DE-C070F0EDF6B2}">
      <dgm:prSet/>
      <dgm:spPr/>
      <dgm:t>
        <a:bodyPr/>
        <a:lstStyle/>
        <a:p>
          <a:endParaRPr kumimoji="1" lang="ja-JP" alt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10123635-3290-4D3A-965E-0072B054CFF9}">
          <dgm:prSet custT="1"/>
          <dgm:spPr/>
          <dgm:t>
            <a:bodyPr/>
            <a:lstStyle/>
            <a:p>
              <a:pPr marL="540000" indent="-540000">
                <a:buClr>
                  <a:schemeClr val="accent1"/>
                </a:buClr>
                <a:buFont typeface="ADLaM Display" panose="02010000000000000000" pitchFamily="2" charset="0"/>
                <a:buNone/>
              </a:pPr>
              <a:r>
                <a:rPr lang="en-US" altLang="ja-JP" sz="4000" b="1" dirty="0">
                  <a:solidFill>
                    <a:schemeClr val="tx1"/>
                  </a:solidFill>
                  <a:latin typeface="+mn-lt"/>
                  <a:cs typeface="Latin Modern Math" panose="020B0604020202020204" pitchFamily="34" charset="0"/>
                </a:rPr>
                <a:t>Kantorovich-Rubinstein Duality:</a:t>
              </a:r>
              <a14:m>
                <m:oMath xmlns:m="http://schemas.openxmlformats.org/officeDocument/2006/math">
                  <m:sSub>
                    <m:sSubPr>
                      <m:ctrlPr>
                        <a:rPr lang="en-US" altLang="ja-JP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 lang="en-US" altLang="ja-JP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𝑊</m:t>
                      </m:r>
                    </m:e>
                    <m:sub>
                      <m:r>
                        <a:rPr lang="en-US" altLang="ja-JP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sub>
                  </m:sSub>
                  <m:d>
                    <m:dPr>
                      <m:ctrlPr>
                        <a:rPr lang="en-US" altLang="ja-JP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</m:ctrlPr>
                    </m:dPr>
                    <m:e>
                      <m:sSub>
                        <m:sSubPr>
                          <m:ctrlPr>
                            <a:rPr lang="en-US" altLang="ja-JP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ja-JP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ja-JP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, </m:t>
                      </m:r>
                      <m:sSub>
                        <m:sSubPr>
                          <m:ctrlPr>
                            <a:rPr lang="en-US" altLang="ja-JP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ja-JP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e>
                  </m:d>
                  <m:r>
                    <a:rPr lang="en-US" altLang="ja-JP" sz="3600" b="0" i="1" smtClean="0">
                      <a:solidFill>
                        <a:schemeClr val="tx1"/>
                      </a:solidFill>
                      <a:latin typeface="Cambria Math" panose="02040503050406030204" pitchFamily="18" charset="0"/>
                    </a:rPr>
                    <m:t> = </m:t>
                  </m:r>
                  <m:func>
                    <m:funcPr>
                      <m:ctrlPr>
                        <a:rPr lang="en-US" altLang="ja-JP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</m:ctrlPr>
                    </m:funcPr>
                    <m:fName>
                      <m:limLow>
                        <m:limLowPr>
                          <m:ctrlPr>
                            <a:rPr lang="en-US" altLang="ja-JP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altLang="ja-JP" sz="36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sup</m:t>
                          </m:r>
                        </m:e>
                        <m:lim>
                          <m:sSub>
                            <m:sSubPr>
                              <m:ctrlPr>
                                <a:rPr lang="en-US" altLang="ja-JP" sz="3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altLang="ja-JP" sz="3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ja-JP" sz="3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</m:d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ja-JP" sz="3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Lip</m:t>
                              </m:r>
                            </m:sub>
                          </m:sSub>
                          <m:r>
                            <a:rPr lang="en-US" altLang="ja-JP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≤ 1</m:t>
                          </m:r>
                        </m:lim>
                      </m:limLow>
                    </m:fName>
                    <m:e>
                      <m:d>
                        <m:dPr>
                          <m:begChr m:val="|"/>
                          <m:endChr m:val="|"/>
                          <m:ctrlPr>
                            <a:rPr lang="en-US" altLang="ja-JP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limLoc m:val="undOvr"/>
                              <m:subHide m:val="on"/>
                              <m:supHide m:val="on"/>
                              <m:ctrlPr>
                                <a:rPr lang="en-US" altLang="ja-JP" sz="3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en-US" altLang="ja-JP" sz="3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m:rPr>
                                  <m:sty m:val="p"/>
                                </m:rPr>
                                <a:rPr lang="en-US" altLang="ja-JP" sz="3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  <m:sSub>
                                <m:sSubPr>
                                  <m:ctrlPr>
                                    <a:rPr lang="en-US" altLang="ja-JP" sz="3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3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altLang="ja-JP" sz="3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ja-JP" sz="3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nary>
                                <m:naryPr>
                                  <m:limLoc m:val="undOvr"/>
                                  <m:subHide m:val="on"/>
                                  <m:supHide m:val="on"/>
                                  <m:ctrlPr>
                                    <a:rPr lang="en-US" altLang="ja-JP" sz="3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r>
                                    <a:rPr lang="en-US" altLang="ja-JP" sz="3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ja-JP" sz="36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  <m:sSub>
                                    <m:sSubPr>
                                      <m:ctrlPr>
                                        <a:rPr lang="en-US" altLang="ja-JP" sz="36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 sz="36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  <m:sub>
                                      <m:r>
                                        <a:rPr lang="en-US" altLang="ja-JP" sz="36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nary>
                        </m:e>
                      </m:d>
                    </m:e>
                  </m:func>
                </m:oMath>
              </a14:m>
              <a:endParaRPr lang="ja-JP" altLang="en-US" sz="4000" b="0" dirty="0">
                <a:solidFill>
                  <a:schemeClr val="tx1"/>
                </a:solidFill>
                <a:latin typeface="+mn-lt"/>
                <a:cs typeface="Latin Modern Math" panose="020B0604020202020204" pitchFamily="34" charset="0"/>
              </a:endParaRPr>
            </a:p>
          </dgm:t>
        </dgm:pt>
      </mc:Choice>
      <mc:Fallback xmlns="">
        <dgm:pt modelId="{10123635-3290-4D3A-965E-0072B054CFF9}">
          <dgm:prSet custT="1"/>
          <dgm:spPr/>
          <dgm:t>
            <a:bodyPr/>
            <a:lstStyle/>
            <a:p>
              <a:pPr marL="540000" indent="-540000">
                <a:buClr>
                  <a:schemeClr val="accent1"/>
                </a:buClr>
                <a:buFont typeface="ADLaM Display" panose="02010000000000000000" pitchFamily="2" charset="0"/>
                <a:buNone/>
              </a:pPr>
              <a:r>
                <a:rPr lang="en-US" altLang="ja-JP" sz="4000" b="1" dirty="0">
                  <a:solidFill>
                    <a:schemeClr val="tx1"/>
                  </a:solidFill>
                  <a:latin typeface="+mn-lt"/>
                  <a:cs typeface="Latin Modern Math" panose="020B0604020202020204" pitchFamily="34" charset="0"/>
                </a:rPr>
                <a:t>Kantorovich-Rubinstein Duality:</a:t>
              </a:r>
              <a:r>
                <a:rPr lang="en-US" altLang="ja-JP" sz="3600" b="0" i="0">
                  <a:solidFill>
                    <a:schemeClr val="tx1"/>
                  </a:solidFill>
                  <a:latin typeface="Cambria Math" panose="02040503050406030204" pitchFamily="18" charset="0"/>
                </a:rPr>
                <a:t>𝑊_1 (𝐹_1, 𝐹_2 ) = sup┬(‖𝑓‖_Lip≤ 1)⁡|∫1▒〖𝑓d𝐹_1−∫1▒〖𝑓d𝐹_2 〗〗|</a:t>
              </a:r>
              <a:endParaRPr lang="ja-JP" altLang="en-US" sz="4000" b="0" dirty="0">
                <a:solidFill>
                  <a:schemeClr val="tx1"/>
                </a:solidFill>
                <a:latin typeface="+mn-lt"/>
                <a:cs typeface="Latin Modern Math" panose="020B0604020202020204" pitchFamily="34" charset="0"/>
              </a:endParaRPr>
            </a:p>
          </dgm:t>
        </dgm:pt>
      </mc:Fallback>
    </mc:AlternateContent>
    <dgm:pt modelId="{2FFF68FE-0242-4E89-9A4B-FC691B40AAA2}" type="parTrans" cxnId="{7F3C9CE4-8080-4D5B-9CA7-3F4A12A21E36}">
      <dgm:prSet/>
      <dgm:spPr/>
      <dgm:t>
        <a:bodyPr/>
        <a:lstStyle/>
        <a:p>
          <a:endParaRPr kumimoji="1" lang="ja-JP" altLang="en-US"/>
        </a:p>
      </dgm:t>
    </dgm:pt>
    <dgm:pt modelId="{D2B290A2-0C4D-444D-ADE7-F7BA11B8877B}" type="sibTrans" cxnId="{7F3C9CE4-8080-4D5B-9CA7-3F4A12A21E36}">
      <dgm:prSet/>
      <dgm:spPr/>
      <dgm:t>
        <a:bodyPr/>
        <a:lstStyle/>
        <a:p>
          <a:endParaRPr kumimoji="1" lang="ja-JP" alt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751A06D5-12AC-4CB3-898B-7D79D4478504}">
          <dgm:prSet custT="1"/>
          <dgm:spPr/>
          <dgm:t>
            <a:bodyPr/>
            <a:lstStyle/>
            <a:p>
              <a:pPr marL="540000" indent="-540000">
                <a:buClr>
                  <a:schemeClr val="accent1"/>
                </a:buClr>
                <a:buFont typeface="Arial" panose="020B0604020202020204" pitchFamily="34" charset="0"/>
                <a:buNone/>
              </a:pPr>
              <a:r>
                <a:rPr lang="en-US" altLang="ja-JP" sz="4000" b="1" dirty="0">
                  <a:solidFill>
                    <a:schemeClr val="tx1"/>
                  </a:solidFill>
                  <a:latin typeface="+mn-lt"/>
                  <a:cs typeface="Latin Modern Math" panose="020B0604020202020204" pitchFamily="34" charset="0"/>
                </a:rPr>
                <a:t>Heterogeneity bound: </a:t>
              </a:r>
              <a:r>
                <a:rPr lang="en-US" altLang="ja-JP" sz="4000" b="0" dirty="0">
                  <a:solidFill>
                    <a:schemeClr val="tx1"/>
                  </a:solidFill>
                  <a:latin typeface="+mn-lt"/>
                  <a:cs typeface="Latin Modern Math" panose="020B0604020202020204" pitchFamily="34" charset="0"/>
                </a:rPr>
                <a:t>If the conditional average treatment effect </a:t>
              </a:r>
              <a14:m>
                <m:oMath xmlns:m="http://schemas.openxmlformats.org/officeDocument/2006/math">
                  <m:r>
                    <a:rPr lang="en-US" altLang="ja-JP" sz="4000" b="0" i="1" smtClean="0">
                      <a:solidFill>
                        <a:schemeClr val="tx1"/>
                      </a:solidFill>
                      <a:latin typeface="Cambria Math" panose="02040503050406030204" pitchFamily="18" charset="0"/>
                      <a:cs typeface="Latin Modern Math" panose="020B0604020202020204" pitchFamily="34" charset="0"/>
                    </a:rPr>
                    <m:t>𝜏</m:t>
                  </m:r>
                  <m:r>
                    <a:rPr lang="en-US" altLang="ja-JP" sz="4000" b="0" i="1" smtClean="0">
                      <a:solidFill>
                        <a:schemeClr val="tx1"/>
                      </a:solidFill>
                      <a:latin typeface="Cambria Math" panose="02040503050406030204" pitchFamily="18" charset="0"/>
                      <a:cs typeface="Latin Modern Math" panose="020B0604020202020204" pitchFamily="34" charset="0"/>
                    </a:rPr>
                    <m:t>(</m:t>
                  </m:r>
                  <m:r>
                    <a:rPr lang="en-US" altLang="ja-JP" sz="4000" b="0" i="1" smtClean="0">
                      <a:solidFill>
                        <a:schemeClr val="tx1"/>
                      </a:solidFill>
                      <a:latin typeface="Cambria Math" panose="02040503050406030204" pitchFamily="18" charset="0"/>
                      <a:cs typeface="Latin Modern Math" panose="020B0604020202020204" pitchFamily="34" charset="0"/>
                    </a:rPr>
                    <m:t>𝑥</m:t>
                  </m:r>
                  <m:r>
                    <a:rPr lang="en-US" altLang="ja-JP" sz="4000" b="0" i="1" smtClean="0">
                      <a:solidFill>
                        <a:schemeClr val="tx1"/>
                      </a:solidFill>
                      <a:latin typeface="Cambria Math" panose="02040503050406030204" pitchFamily="18" charset="0"/>
                      <a:cs typeface="Latin Modern Math" panose="020B0604020202020204" pitchFamily="34" charset="0"/>
                    </a:rPr>
                    <m:t>)</m:t>
                  </m:r>
                </m:oMath>
              </a14:m>
              <a:r>
                <a:rPr lang="en-US" altLang="ja-JP" sz="4000" b="0" dirty="0">
                  <a:solidFill>
                    <a:schemeClr val="tx1"/>
                  </a:solidFill>
                  <a:latin typeface="+mn-lt"/>
                  <a:cs typeface="Latin Modern Math" panose="020B0604020202020204" pitchFamily="34" charset="0"/>
                </a:rPr>
                <a:t> is Lipschitz continuous with constant </a:t>
              </a:r>
              <a14:m>
                <m:oMath xmlns:m="http://schemas.openxmlformats.org/officeDocument/2006/math">
                  <m:r>
                    <a:rPr lang="en-US" altLang="ja-JP" sz="4000" b="0" i="1" smtClean="0">
                      <a:solidFill>
                        <a:schemeClr val="tx1"/>
                      </a:solidFill>
                      <a:latin typeface="Cambria Math" panose="02040503050406030204" pitchFamily="18" charset="0"/>
                      <a:cs typeface="Latin Modern Math" panose="020B0604020202020204" pitchFamily="34" charset="0"/>
                    </a:rPr>
                    <m:t>𝐿</m:t>
                  </m:r>
                </m:oMath>
              </a14:m>
              <a:endParaRPr lang="ja-JP" sz="4000" b="0" dirty="0">
                <a:solidFill>
                  <a:schemeClr val="tx1"/>
                </a:solidFill>
                <a:latin typeface="+mn-lt"/>
                <a:cs typeface="Latin Modern Math" panose="020B0604020202020204" pitchFamily="34" charset="0"/>
              </a:endParaRPr>
            </a:p>
          </dgm:t>
        </dgm:pt>
      </mc:Choice>
      <mc:Fallback xmlns="">
        <dgm:pt modelId="{751A06D5-12AC-4CB3-898B-7D79D4478504}">
          <dgm:prSet custT="1"/>
          <dgm:spPr/>
          <dgm:t>
            <a:bodyPr/>
            <a:lstStyle/>
            <a:p>
              <a:pPr marL="540000" indent="-540000">
                <a:buClr>
                  <a:schemeClr val="accent1"/>
                </a:buClr>
                <a:buFont typeface="Arial" panose="020B0604020202020204" pitchFamily="34" charset="0"/>
                <a:buNone/>
              </a:pPr>
              <a:r>
                <a:rPr lang="en-US" altLang="ja-JP" sz="4000" b="1" dirty="0">
                  <a:solidFill>
                    <a:schemeClr val="tx1"/>
                  </a:solidFill>
                  <a:latin typeface="+mn-lt"/>
                  <a:cs typeface="Latin Modern Math" panose="020B0604020202020204" pitchFamily="34" charset="0"/>
                </a:rPr>
                <a:t>Heterogeneity bound: </a:t>
              </a:r>
              <a:r>
                <a:rPr lang="en-US" altLang="ja-JP" sz="4000" b="0" dirty="0">
                  <a:solidFill>
                    <a:schemeClr val="tx1"/>
                  </a:solidFill>
                  <a:latin typeface="+mn-lt"/>
                  <a:cs typeface="Latin Modern Math" panose="020B0604020202020204" pitchFamily="34" charset="0"/>
                </a:rPr>
                <a:t>If the conditional average treatment effect </a:t>
              </a:r>
              <a:r>
                <a:rPr lang="en-US" altLang="ja-JP" sz="4000" b="0" i="0">
                  <a:solidFill>
                    <a:schemeClr val="tx1"/>
                  </a:solidFill>
                  <a:latin typeface="Cambria Math" panose="02040503050406030204" pitchFamily="18" charset="0"/>
                  <a:cs typeface="Latin Modern Math" panose="020B0604020202020204" pitchFamily="34" charset="0"/>
                </a:rPr>
                <a:t>𝜏(𝑥)</a:t>
              </a:r>
              <a:r>
                <a:rPr lang="en-US" altLang="ja-JP" sz="4000" b="0" dirty="0">
                  <a:solidFill>
                    <a:schemeClr val="tx1"/>
                  </a:solidFill>
                  <a:latin typeface="+mn-lt"/>
                  <a:cs typeface="Latin Modern Math" panose="020B0604020202020204" pitchFamily="34" charset="0"/>
                </a:rPr>
                <a:t> is Lipschitz continuous with constant </a:t>
              </a:r>
              <a:r>
                <a:rPr lang="en-US" altLang="ja-JP" sz="4000" b="0" i="0">
                  <a:solidFill>
                    <a:schemeClr val="tx1"/>
                  </a:solidFill>
                  <a:latin typeface="Cambria Math" panose="02040503050406030204" pitchFamily="18" charset="0"/>
                  <a:cs typeface="Latin Modern Math" panose="020B0604020202020204" pitchFamily="34" charset="0"/>
                </a:rPr>
                <a:t>𝐿</a:t>
              </a:r>
              <a:endParaRPr lang="ja-JP" sz="4000" b="0" dirty="0">
                <a:solidFill>
                  <a:schemeClr val="tx1"/>
                </a:solidFill>
                <a:latin typeface="+mn-lt"/>
                <a:cs typeface="Latin Modern Math" panose="020B0604020202020204" pitchFamily="34" charset="0"/>
              </a:endParaRPr>
            </a:p>
          </dgm:t>
        </dgm:pt>
      </mc:Fallback>
    </mc:AlternateContent>
    <dgm:pt modelId="{6FD1D198-AED6-4795-9D37-E2AA875895F6}" type="parTrans" cxnId="{A2479A16-2CCD-4309-AF61-B44372B1ABE5}">
      <dgm:prSet/>
      <dgm:spPr/>
      <dgm:t>
        <a:bodyPr/>
        <a:lstStyle/>
        <a:p>
          <a:endParaRPr kumimoji="1" lang="ja-JP" altLang="en-US"/>
        </a:p>
      </dgm:t>
    </dgm:pt>
    <dgm:pt modelId="{EFC8A7CF-5987-4386-87C9-0944AE62FAD0}" type="sibTrans" cxnId="{A2479A16-2CCD-4309-AF61-B44372B1ABE5}">
      <dgm:prSet/>
      <dgm:spPr/>
      <dgm:t>
        <a:bodyPr/>
        <a:lstStyle/>
        <a:p>
          <a:endParaRPr kumimoji="1" lang="ja-JP" alt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B69BCCBF-3A92-4201-993F-3DF90A3B6B5A}">
          <dgm:prSet custT="1"/>
          <dgm:spPr/>
          <dgm:t>
            <a:bodyPr/>
            <a:lstStyle/>
            <a:p>
              <a:pPr marL="571500" indent="0">
                <a:buNone/>
              </a:pPr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ja-JP" sz="4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ja-JP" sz="4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altLang="ja-JP" sz="4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ja-JP" sz="4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ja-JP" sz="4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ja-JP" sz="4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ja-JP" sz="4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altLang="ja-JP" sz="4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ja-JP" sz="4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ja-JP" sz="4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ja-JP" sz="4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ja-JP" sz="4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  <m:r>
                      <a:rPr lang="en-US" altLang="ja-JP" sz="4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⋅</m:t>
                    </m:r>
                    <m:r>
                      <m:rPr>
                        <m:sty m:val="p"/>
                      </m:rPr>
                      <a:rPr lang="en-US" altLang="ja-JP" sz="4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IQ</m:t>
                    </m:r>
                    <m:sSub>
                      <m:sSubPr>
                        <m:ctrlPr>
                          <a:rPr lang="en-US" altLang="ja-JP" sz="4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ja-JP" sz="40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ja-JP" sz="40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pooled</m:t>
                        </m:r>
                      </m:sub>
                    </m:sSub>
                    <m:r>
                      <a:rPr lang="en-US" altLang="ja-JP" sz="4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US" altLang="ja-JP" sz="4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nABCD</m:t>
                    </m:r>
                    <m:r>
                      <a:rPr lang="en-US" altLang="ja-JP" sz="4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ja-JP" sz="4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4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ja-JP" sz="4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ja-JP" sz="4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ja-JP" sz="4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4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ja-JP" sz="4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ja-JP" sz="4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m:oMathPara>
              </a14:m>
              <a:endParaRPr lang="ja-JP" sz="4000" b="0" dirty="0">
                <a:solidFill>
                  <a:schemeClr val="tx1"/>
                </a:solidFill>
                <a:latin typeface="+mn-lt"/>
                <a:cs typeface="Latin Modern Math" panose="020B0604020202020204" pitchFamily="34" charset="0"/>
              </a:endParaRPr>
            </a:p>
          </dgm:t>
        </dgm:pt>
      </mc:Choice>
      <mc:Fallback xmlns="">
        <dgm:pt modelId="{B69BCCBF-3A92-4201-993F-3DF90A3B6B5A}">
          <dgm:prSet custT="1"/>
          <dgm:spPr/>
          <dgm:t>
            <a:bodyPr/>
            <a:lstStyle/>
            <a:p>
              <a:pPr marL="571500" indent="0">
                <a:buNone/>
              </a:pPr>
              <a:r>
                <a:rPr lang="en-US" altLang="ja-JP" sz="4000" b="0" i="0">
                  <a:solidFill>
                    <a:schemeClr val="tx1"/>
                  </a:solidFill>
                  <a:latin typeface="Cambria Math" panose="02040503050406030204" pitchFamily="18" charset="0"/>
                </a:rPr>
                <a:t>|𝜏 ̅_1−𝜏 ̅_2 |</a:t>
              </a:r>
              <a:r>
                <a:rPr lang="en-US" altLang="ja-JP" sz="4000" b="0" i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≤𝐿 ⋅IQT_pooled⋅nABCD(𝐹_1,𝐹_2)</a:t>
              </a:r>
              <a:endParaRPr lang="ja-JP" sz="4000" b="0" dirty="0">
                <a:solidFill>
                  <a:schemeClr val="tx1"/>
                </a:solidFill>
                <a:latin typeface="+mn-lt"/>
                <a:cs typeface="Latin Modern Math" panose="020B0604020202020204" pitchFamily="34" charset="0"/>
              </a:endParaRPr>
            </a:p>
          </dgm:t>
        </dgm:pt>
      </mc:Fallback>
    </mc:AlternateContent>
    <dgm:pt modelId="{F15902F2-A7BF-4E5E-8E01-6D620A0D65B2}" type="parTrans" cxnId="{4E8A5A8D-5313-4DD4-8783-8586B095EDED}">
      <dgm:prSet/>
      <dgm:spPr/>
      <dgm:t>
        <a:bodyPr/>
        <a:lstStyle/>
        <a:p>
          <a:endParaRPr kumimoji="1" lang="ja-JP" altLang="en-US"/>
        </a:p>
      </dgm:t>
    </dgm:pt>
    <dgm:pt modelId="{576D5AC2-9521-42BC-9AEE-B6C224F1313A}" type="sibTrans" cxnId="{4E8A5A8D-5313-4DD4-8783-8586B095EDED}">
      <dgm:prSet/>
      <dgm:spPr/>
      <dgm:t>
        <a:bodyPr/>
        <a:lstStyle/>
        <a:p>
          <a:endParaRPr kumimoji="1" lang="ja-JP" altLang="en-US"/>
        </a:p>
      </dgm:t>
    </dgm:pt>
    <dgm:pt modelId="{DEBE273F-C37E-468C-9EBB-1A6F194DC218}">
      <dgm:prSet custT="1"/>
      <dgm:spPr/>
      <dgm:t>
        <a:bodyPr tIns="0" bIns="0"/>
        <a:lstStyle/>
        <a:p>
          <a:r>
            <a:rPr lang="en-US" altLang="ja-JP" sz="6000" b="1" dirty="0">
              <a:latin typeface="+mn-lt"/>
              <a:cs typeface="Latin Modern Math" panose="020B0604020202020204" pitchFamily="34" charset="0"/>
            </a:rPr>
            <a:t>Simulation Design</a:t>
          </a:r>
          <a:endParaRPr lang="ja-JP" sz="6000" b="0" dirty="0">
            <a:solidFill>
              <a:schemeClr val="tx1"/>
            </a:solidFill>
            <a:latin typeface="+mn-lt"/>
            <a:cs typeface="Latin Modern Math" panose="020B0604020202020204" pitchFamily="34" charset="0"/>
          </a:endParaRPr>
        </a:p>
      </dgm:t>
    </dgm:pt>
    <dgm:pt modelId="{B5C8CD8B-7BEC-4D31-B79F-42CA61BDDB93}" type="parTrans" cxnId="{AC052FFD-1320-48EA-ADF9-F59AD630C868}">
      <dgm:prSet/>
      <dgm:spPr/>
      <dgm:t>
        <a:bodyPr/>
        <a:lstStyle/>
        <a:p>
          <a:endParaRPr kumimoji="1" lang="ja-JP" altLang="en-US"/>
        </a:p>
      </dgm:t>
    </dgm:pt>
    <dgm:pt modelId="{3942E21C-E301-4E12-8ECC-3211F406799C}" type="sibTrans" cxnId="{AC052FFD-1320-48EA-ADF9-F59AD630C868}">
      <dgm:prSet/>
      <dgm:spPr/>
      <dgm:t>
        <a:bodyPr/>
        <a:lstStyle/>
        <a:p>
          <a:endParaRPr kumimoji="1" lang="ja-JP" altLang="en-US"/>
        </a:p>
      </dgm:t>
    </dgm:pt>
    <dgm:pt modelId="{F4C663AE-2BE8-45B5-9C24-C3DC69005500}">
      <dgm:prSet custT="1"/>
      <dgm:spPr/>
      <dgm:t>
        <a:bodyPr/>
        <a:lstStyle/>
        <a:p>
          <a:pPr>
            <a:buClr>
              <a:schemeClr val="accent1"/>
            </a:buClr>
            <a:buFont typeface="ADLaM Display" panose="02010000000000000000" pitchFamily="2" charset="0"/>
            <a:buChar char="▶"/>
          </a:pPr>
          <a:r>
            <a:rPr lang="en-US" altLang="ja-JP" sz="4000" b="0" dirty="0">
              <a:solidFill>
                <a:schemeClr val="tx1"/>
              </a:solidFill>
              <a:latin typeface="+mn-lt"/>
              <a:cs typeface="Latin Modern Math" panose="020B0604020202020204" pitchFamily="34" charset="0"/>
            </a:rPr>
            <a:t>Distribution pairs for scenarios (S1–S7) covering null, location-shift, scale-shift, skewness, and combined </a:t>
          </a:r>
          <a:r>
            <a:rPr lang="en-US" altLang="ja-JP" sz="4000" b="0" dirty="0" err="1">
              <a:solidFill>
                <a:schemeClr val="tx1"/>
              </a:solidFill>
              <a:latin typeface="+mn-lt"/>
              <a:cs typeface="Latin Modern Math" panose="020B0604020202020204" pitchFamily="34" charset="0"/>
            </a:rPr>
            <a:t>location+scale</a:t>
          </a:r>
          <a:r>
            <a:rPr lang="en-US" altLang="ja-JP" sz="4000" b="0" dirty="0">
              <a:solidFill>
                <a:schemeClr val="tx1"/>
              </a:solidFill>
              <a:latin typeface="+mn-lt"/>
              <a:cs typeface="Latin Modern Math" panose="020B0604020202020204" pitchFamily="34" charset="0"/>
            </a:rPr>
            <a:t> differences</a:t>
          </a:r>
          <a:endParaRPr lang="ja-JP" sz="4000" b="0" dirty="0">
            <a:solidFill>
              <a:schemeClr val="tx1"/>
            </a:solidFill>
            <a:latin typeface="+mn-lt"/>
            <a:cs typeface="Latin Modern Math" panose="020B0604020202020204" pitchFamily="34" charset="0"/>
          </a:endParaRPr>
        </a:p>
      </dgm:t>
    </dgm:pt>
    <dgm:pt modelId="{244E1C5E-5D8F-45CF-8A10-1E4AF547807D}" type="parTrans" cxnId="{961FA5A3-2113-4CB8-91DD-7BF31228FBD8}">
      <dgm:prSet/>
      <dgm:spPr/>
      <dgm:t>
        <a:bodyPr/>
        <a:lstStyle/>
        <a:p>
          <a:endParaRPr kumimoji="1" lang="ja-JP" altLang="en-US"/>
        </a:p>
      </dgm:t>
    </dgm:pt>
    <dgm:pt modelId="{911EB010-C2F8-41A8-BCEB-02474AB23B64}" type="sibTrans" cxnId="{961FA5A3-2113-4CB8-91DD-7BF31228FBD8}">
      <dgm:prSet/>
      <dgm:spPr/>
      <dgm:t>
        <a:bodyPr/>
        <a:lstStyle/>
        <a:p>
          <a:endParaRPr kumimoji="1" lang="ja-JP" altLang="en-US"/>
        </a:p>
      </dgm:t>
    </dgm:pt>
    <dgm:pt modelId="{F49D4F5E-B3D1-4C43-916B-82E41B0A204F}">
      <dgm:prSet custT="1"/>
      <dgm:spPr/>
      <dgm:t>
        <a:bodyPr/>
        <a:lstStyle/>
        <a:p>
          <a:pPr>
            <a:buClr>
              <a:schemeClr val="accent1"/>
            </a:buClr>
            <a:buFont typeface="ADLaM Display" panose="02010000000000000000" pitchFamily="2" charset="0"/>
            <a:buChar char="▶"/>
          </a:pPr>
          <a:r>
            <a:rPr lang="en-US" altLang="ja-JP" sz="4000" b="0" dirty="0">
              <a:solidFill>
                <a:schemeClr val="tx1"/>
              </a:solidFill>
              <a:latin typeface="+mn-lt"/>
              <a:cs typeface="Latin Modern Math" panose="020B0604020202020204" pitchFamily="34" charset="0"/>
            </a:rPr>
            <a:t>10,000 replications, sample size (50, 100, 200), bootstrap B=2,000 </a:t>
          </a:r>
          <a:endParaRPr lang="ja-JP" sz="4000" b="0" dirty="0">
            <a:solidFill>
              <a:schemeClr val="tx1"/>
            </a:solidFill>
            <a:latin typeface="+mn-lt"/>
            <a:cs typeface="Latin Modern Math" panose="020B0604020202020204" pitchFamily="34" charset="0"/>
          </a:endParaRPr>
        </a:p>
      </dgm:t>
    </dgm:pt>
    <dgm:pt modelId="{FEB3D137-7DDD-418B-B4F9-96F9DF402D4E}" type="parTrans" cxnId="{DDE54356-64F1-4C1A-BCF1-8F0A4837760C}">
      <dgm:prSet/>
      <dgm:spPr/>
      <dgm:t>
        <a:bodyPr/>
        <a:lstStyle/>
        <a:p>
          <a:endParaRPr kumimoji="1" lang="ja-JP" altLang="en-US"/>
        </a:p>
      </dgm:t>
    </dgm:pt>
    <dgm:pt modelId="{46866865-A5C8-4FE2-A623-6B17B7ADAD1D}" type="sibTrans" cxnId="{DDE54356-64F1-4C1A-BCF1-8F0A4837760C}">
      <dgm:prSet/>
      <dgm:spPr/>
      <dgm:t>
        <a:bodyPr/>
        <a:lstStyle/>
        <a:p>
          <a:endParaRPr kumimoji="1" lang="ja-JP" alt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D028C347-C89D-4470-9839-F960451418D2}">
          <dgm:prSet custT="1"/>
          <dgm:spPr/>
          <dgm:t>
            <a:bodyPr/>
            <a:lstStyle/>
            <a:p>
              <a:pPr marL="540000" indent="-540000">
                <a:buNone/>
              </a:pPr>
              <a14:m>
                <m:oMath xmlns:m="http://schemas.openxmlformats.org/officeDocument/2006/math">
                  <m:r>
                    <a:rPr lang="en-US" altLang="ja-JP" sz="4000" b="0" i="1" smtClean="0">
                      <a:solidFill>
                        <a:schemeClr val="tx1"/>
                      </a:solidFill>
                      <a:latin typeface="Cambria Math" panose="02040503050406030204" pitchFamily="18" charset="0"/>
                      <a:cs typeface="Latin Modern Math" panose="020B0604020202020204" pitchFamily="34" charset="0"/>
                    </a:rPr>
                    <m:t>𝐿</m:t>
                  </m:r>
                </m:oMath>
              </a14:m>
              <a:r>
                <a:rPr lang="en-US" altLang="ja-JP" sz="4000" b="0" dirty="0">
                  <a:solidFill>
                    <a:schemeClr val="tx1"/>
                  </a:solidFill>
                  <a:latin typeface="+mn-lt"/>
                  <a:cs typeface="Latin Modern Math" panose="020B0604020202020204" pitchFamily="34" charset="0"/>
                </a:rPr>
                <a:t>: upper bound on treatment effect change per unit change in the EM</a:t>
              </a:r>
              <a:endParaRPr lang="ja-JP" sz="4000" b="0" dirty="0">
                <a:solidFill>
                  <a:schemeClr val="tx1"/>
                </a:solidFill>
                <a:latin typeface="+mn-lt"/>
                <a:cs typeface="Latin Modern Math" panose="020B0604020202020204" pitchFamily="34" charset="0"/>
              </a:endParaRPr>
            </a:p>
          </dgm:t>
        </dgm:pt>
      </mc:Choice>
      <mc:Fallback xmlns="">
        <dgm:pt modelId="{D028C347-C89D-4470-9839-F960451418D2}">
          <dgm:prSet custT="1"/>
          <dgm:spPr/>
          <dgm:t>
            <a:bodyPr/>
            <a:lstStyle/>
            <a:p>
              <a:pPr marL="540000" indent="-540000">
                <a:buNone/>
              </a:pPr>
              <a:r>
                <a:rPr lang="en-US" altLang="ja-JP" sz="4000" b="0" i="0">
                  <a:solidFill>
                    <a:schemeClr val="tx1"/>
                  </a:solidFill>
                  <a:latin typeface="Cambria Math" panose="02040503050406030204" pitchFamily="18" charset="0"/>
                  <a:cs typeface="Latin Modern Math" panose="020B0604020202020204" pitchFamily="34" charset="0"/>
                </a:rPr>
                <a:t>𝐿</a:t>
              </a:r>
              <a:r>
                <a:rPr lang="en-US" altLang="ja-JP" sz="4000" b="0" dirty="0">
                  <a:solidFill>
                    <a:schemeClr val="tx1"/>
                  </a:solidFill>
                  <a:latin typeface="+mn-lt"/>
                  <a:cs typeface="Latin Modern Math" panose="020B0604020202020204" pitchFamily="34" charset="0"/>
                </a:rPr>
                <a:t>: upper bound on treatment effect change per unit change in the EM</a:t>
              </a:r>
              <a:endParaRPr lang="ja-JP" sz="4000" b="0" dirty="0">
                <a:solidFill>
                  <a:schemeClr val="tx1"/>
                </a:solidFill>
                <a:latin typeface="+mn-lt"/>
                <a:cs typeface="Latin Modern Math" panose="020B0604020202020204" pitchFamily="34" charset="0"/>
              </a:endParaRPr>
            </a:p>
          </dgm:t>
        </dgm:pt>
      </mc:Fallback>
    </mc:AlternateContent>
    <dgm:pt modelId="{057741E6-E2FB-48FD-8854-6AEA88633BAF}" type="parTrans" cxnId="{AF40348D-4F50-4A7B-96CF-F342657C737A}">
      <dgm:prSet/>
      <dgm:spPr/>
      <dgm:t>
        <a:bodyPr/>
        <a:lstStyle/>
        <a:p>
          <a:endParaRPr kumimoji="1" lang="ja-JP" altLang="en-US"/>
        </a:p>
      </dgm:t>
    </dgm:pt>
    <dgm:pt modelId="{8616C4F5-7DA2-4EAB-B9F6-4C80B3C23B6E}" type="sibTrans" cxnId="{AF40348D-4F50-4A7B-96CF-F342657C737A}">
      <dgm:prSet/>
      <dgm:spPr/>
      <dgm:t>
        <a:bodyPr/>
        <a:lstStyle/>
        <a:p>
          <a:endParaRPr kumimoji="1" lang="ja-JP" altLang="en-US"/>
        </a:p>
      </dgm:t>
    </dgm:pt>
    <dgm:pt modelId="{C17105FE-3AA9-471B-B02E-3DEA0B569C8B}">
      <dgm:prSet custT="1"/>
      <dgm:spPr/>
      <dgm:t>
        <a:bodyPr/>
        <a:lstStyle/>
        <a:p>
          <a:pPr marL="540000" indent="-540000">
            <a:buNone/>
          </a:pPr>
          <a:r>
            <a:rPr lang="en-US" altLang="ja-JP" sz="6000" b="1" kern="1200" dirty="0">
              <a:solidFill>
                <a:srgbClr val="FFFFFF"/>
              </a:solidFill>
              <a:latin typeface="Arial"/>
              <a:ea typeface="游ゴシック"/>
              <a:cs typeface="Latin Modern Math" panose="020B0604020202020204" pitchFamily="34" charset="0"/>
            </a:rPr>
            <a:t>Clinical calibration</a:t>
          </a:r>
          <a:endParaRPr lang="ja-JP" sz="6000" b="1" kern="1200" dirty="0">
            <a:solidFill>
              <a:srgbClr val="FFFFFF"/>
            </a:solidFill>
            <a:latin typeface="Arial"/>
            <a:ea typeface="游ゴシック"/>
            <a:cs typeface="Latin Modern Math" panose="020B0604020202020204" pitchFamily="34" charset="0"/>
          </a:endParaRPr>
        </a:p>
      </dgm:t>
    </dgm:pt>
    <dgm:pt modelId="{9B7551DD-6358-4DCE-9BB4-DA4891BBF66E}" type="parTrans" cxnId="{48D4E117-4D2C-4B59-8153-41DC85E4104E}">
      <dgm:prSet/>
      <dgm:spPr/>
      <dgm:t>
        <a:bodyPr/>
        <a:lstStyle/>
        <a:p>
          <a:endParaRPr kumimoji="1" lang="ja-JP" altLang="en-US"/>
        </a:p>
      </dgm:t>
    </dgm:pt>
    <dgm:pt modelId="{9C65008D-B910-462B-8243-0ADA5764E6A6}" type="sibTrans" cxnId="{48D4E117-4D2C-4B59-8153-41DC85E4104E}">
      <dgm:prSet/>
      <dgm:spPr/>
      <dgm:t>
        <a:bodyPr/>
        <a:lstStyle/>
        <a:p>
          <a:endParaRPr kumimoji="1" lang="ja-JP" alt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BA3EA654-56A9-489E-84D1-3C55E044E2BE}">
          <dgm:prSet custT="1"/>
          <dgm:spPr/>
          <dgm:t>
            <a:bodyPr/>
            <a:lstStyle/>
            <a:p>
              <a:pPr marL="540000" indent="-540000">
                <a:buNone/>
              </a:pPr>
              <a:r>
                <a:rPr lang="en-US" altLang="ja-JP" sz="4000" b="1" kern="1200" dirty="0">
                  <a:solidFill>
                    <a:schemeClr val="tx1"/>
                  </a:solidFill>
                  <a:cs typeface="Latin Modern Math" panose="020B0604020202020204" pitchFamily="34" charset="0"/>
                </a:rPr>
                <a:t>Pathway 1: </a:t>
              </a:r>
              <a:r>
                <a:rPr lang="en-US" altLang="ja-JP" sz="4000" b="0" kern="1200" dirty="0">
                  <a:solidFill>
                    <a:schemeClr val="tx1"/>
                  </a:solidFill>
                  <a:cs typeface="Latin Modern Math" panose="020B0604020202020204" pitchFamily="34" charset="0"/>
                </a:rPr>
                <a:t>When L is available </a:t>
              </a:r>
              <a14:m>
                <m:oMath xmlns:m="http://schemas.openxmlformats.org/officeDocument/2006/math">
                  <m:sSub>
                    <m:sSubPr>
                      <m:ctrlPr>
                        <a:rPr lang="en-US" altLang="ja-JP" sz="4000" b="0" i="1" kern="12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Latin Modern Math" panose="020B0604020202020204" pitchFamily="34" charset="0"/>
                        </a:rPr>
                      </m:ctrlPr>
                    </m:sSubPr>
                    <m:e>
                      <m:r>
                        <m:rPr>
                          <m:sty m:val="p"/>
                        </m:rPr>
                        <a:rPr lang="en-US" altLang="ja-JP" sz="4000" b="0" i="0" kern="12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Latin Modern Math" panose="020B0604020202020204" pitchFamily="34" charset="0"/>
                        </a:rPr>
                        <m:t>Δ</m:t>
                      </m:r>
                    </m:e>
                    <m:sub>
                      <m:r>
                        <m:rPr>
                          <m:sty m:val="p"/>
                        </m:rPr>
                        <a:rPr lang="en-US" altLang="ja-JP" sz="4000" b="0" i="0" kern="12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Latin Modern Math" panose="020B0604020202020204" pitchFamily="34" charset="0"/>
                        </a:rPr>
                        <m:t>max</m:t>
                      </m:r>
                    </m:sub>
                  </m:sSub>
                  <m:r>
                    <a:rPr lang="en-US" altLang="ja-JP" sz="4000" b="0" i="1" kern="1200" smtClean="0">
                      <a:solidFill>
                        <a:schemeClr val="tx1"/>
                      </a:solidFill>
                      <a:latin typeface="Cambria Math" panose="02040503050406030204" pitchFamily="18" charset="0"/>
                      <a:cs typeface="Latin Modern Math" panose="020B0604020202020204" pitchFamily="34" charset="0"/>
                    </a:rPr>
                    <m:t>=</m:t>
                  </m:r>
                  <m:r>
                    <a:rPr lang="en-US" altLang="ja-JP" sz="4000" b="0" i="1" kern="1200" smtClean="0">
                      <a:solidFill>
                        <a:schemeClr val="tx1"/>
                      </a:solidFill>
                      <a:latin typeface="Cambria Math" panose="02040503050406030204" pitchFamily="18" charset="0"/>
                      <a:cs typeface="Latin Modern Math" panose="020B0604020202020204" pitchFamily="34" charset="0"/>
                    </a:rPr>
                    <m:t>𝐿</m:t>
                  </m:r>
                  <m:r>
                    <a:rPr lang="en-US" altLang="ja-JP" sz="4000" b="0" i="1" kern="1200" smtClean="0">
                      <a:solidFill>
                        <a:schemeClr val="tx1"/>
                      </a:solidFill>
                      <a:latin typeface="Cambria Math" panose="02040503050406030204" pitchFamily="18" charset="0"/>
                      <a:cs typeface="Latin Modern Math" panose="020B0604020202020204" pitchFamily="34" charset="0"/>
                    </a:rPr>
                    <m:t>⋅</m:t>
                  </m:r>
                  <m:r>
                    <m:rPr>
                      <m:sty m:val="p"/>
                    </m:rPr>
                    <a:rPr lang="en-US" altLang="ja-JP" sz="4000" b="0" i="0" kern="1200" smtClean="0">
                      <a:solidFill>
                        <a:schemeClr val="tx1"/>
                      </a:solidFill>
                      <a:latin typeface="Cambria Math" panose="02040503050406030204" pitchFamily="18" charset="0"/>
                      <a:cs typeface="Latin Modern Math" panose="020B0604020202020204" pitchFamily="34" charset="0"/>
                    </a:rPr>
                    <m:t>IQ</m:t>
                  </m:r>
                  <m:sSub>
                    <m:sSubPr>
                      <m:ctrlPr>
                        <a:rPr lang="en-US" altLang="ja-JP" sz="4000" b="0" i="1" kern="12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Latin Modern Math" panose="020B0604020202020204" pitchFamily="34" charset="0"/>
                        </a:rPr>
                      </m:ctrlPr>
                    </m:sSubPr>
                    <m:e>
                      <m:r>
                        <m:rPr>
                          <m:sty m:val="p"/>
                        </m:rPr>
                        <a:rPr lang="en-US" altLang="ja-JP" sz="4000" b="0" i="0" kern="12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Latin Modern Math" panose="020B0604020202020204" pitchFamily="34" charset="0"/>
                        </a:rPr>
                        <m:t>R</m:t>
                      </m:r>
                    </m:e>
                    <m:sub>
                      <m:r>
                        <m:rPr>
                          <m:sty m:val="p"/>
                        </m:rPr>
                        <a:rPr lang="en-US" altLang="ja-JP" sz="4000" b="0" i="0" kern="12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Latin Modern Math" panose="020B0604020202020204" pitchFamily="34" charset="0"/>
                        </a:rPr>
                        <m:t>pooled</m:t>
                      </m:r>
                    </m:sub>
                  </m:sSub>
                  <m:r>
                    <a:rPr lang="en-US" altLang="ja-JP" sz="4000" b="0" i="0" kern="1200" smtClean="0">
                      <a:solidFill>
                        <a:schemeClr val="tx1"/>
                      </a:solidFill>
                      <a:latin typeface="Cambria Math" panose="02040503050406030204" pitchFamily="18" charset="0"/>
                      <a:cs typeface="Latin Modern Math" panose="020B0604020202020204" pitchFamily="34" charset="0"/>
                    </a:rPr>
                    <m:t>⋅</m:t>
                  </m:r>
                  <m:r>
                    <m:rPr>
                      <m:sty m:val="p"/>
                    </m:rPr>
                    <a:rPr lang="en-US" altLang="ja-JP" sz="4000" b="0" i="0" kern="1200" smtClean="0">
                      <a:solidFill>
                        <a:schemeClr val="tx1"/>
                      </a:solidFill>
                      <a:latin typeface="Cambria Math" panose="02040503050406030204" pitchFamily="18" charset="0"/>
                      <a:cs typeface="Latin Modern Math" panose="020B0604020202020204" pitchFamily="34" charset="0"/>
                    </a:rPr>
                    <m:t>nABCD</m:t>
                  </m:r>
                </m:oMath>
              </a14:m>
              <a:r>
                <a:rPr lang="en-US" altLang="ja-JP" sz="4000" b="0" kern="1200" dirty="0">
                  <a:solidFill>
                    <a:schemeClr val="tx1"/>
                  </a:solidFill>
                  <a:latin typeface="+mn-lt"/>
                  <a:ea typeface="游ゴシック"/>
                  <a:cs typeface="Latin Modern Math" panose="020B0604020202020204" pitchFamily="34" charset="0"/>
                </a:rPr>
                <a:t>. </a:t>
              </a:r>
              <a:br>
                <a:rPr lang="en-US" altLang="ja-JP" sz="4000" b="0" kern="1200" dirty="0">
                  <a:solidFill>
                    <a:schemeClr val="tx1"/>
                  </a:solidFill>
                  <a:latin typeface="+mn-lt"/>
                  <a:ea typeface="游ゴシック"/>
                  <a:cs typeface="Latin Modern Math" panose="020B0604020202020204" pitchFamily="34" charset="0"/>
                </a:rPr>
              </a:br>
              <a:r>
                <a:rPr lang="en-US" altLang="ja-JP" sz="4000" b="0" kern="1200" dirty="0">
                  <a:solidFill>
                    <a:schemeClr val="tx1"/>
                  </a:solidFill>
                  <a:latin typeface="+mn-lt"/>
                  <a:ea typeface="游ゴシック"/>
                  <a:cs typeface="Latin Modern Math" panose="020B0604020202020204" pitchFamily="34" charset="0"/>
                </a:rPr>
                <a:t>Worst-case regional treatment effect difference on the clinical scale</a:t>
              </a:r>
              <a:endParaRPr lang="ja-JP" sz="4000" b="0" kern="1200" dirty="0">
                <a:solidFill>
                  <a:schemeClr val="tx1"/>
                </a:solidFill>
                <a:latin typeface="+mn-lt"/>
                <a:ea typeface="游ゴシック"/>
                <a:cs typeface="Latin Modern Math" panose="020B0604020202020204" pitchFamily="34" charset="0"/>
              </a:endParaRPr>
            </a:p>
          </dgm:t>
        </dgm:pt>
      </mc:Choice>
      <mc:Fallback xmlns="">
        <dgm:pt modelId="{BA3EA654-56A9-489E-84D1-3C55E044E2BE}">
          <dgm:prSet custT="1"/>
          <dgm:spPr/>
          <dgm:t>
            <a:bodyPr/>
            <a:lstStyle/>
            <a:p>
              <a:pPr marL="540000" indent="-540000">
                <a:buNone/>
              </a:pPr>
              <a:r>
                <a:rPr lang="en-US" altLang="ja-JP" sz="4000" b="1" kern="1200" dirty="0">
                  <a:solidFill>
                    <a:schemeClr val="tx1"/>
                  </a:solidFill>
                  <a:cs typeface="Latin Modern Math" panose="020B0604020202020204" pitchFamily="34" charset="0"/>
                </a:rPr>
                <a:t>Pathway 1: </a:t>
              </a:r>
              <a:r>
                <a:rPr lang="en-US" altLang="ja-JP" sz="4000" b="0" kern="1200" dirty="0">
                  <a:solidFill>
                    <a:schemeClr val="tx1"/>
                  </a:solidFill>
                  <a:cs typeface="Latin Modern Math" panose="020B0604020202020204" pitchFamily="34" charset="0"/>
                </a:rPr>
                <a:t>When L is available </a:t>
              </a:r>
              <a:r>
                <a:rPr lang="en-US" altLang="ja-JP" sz="4000" b="0" i="0" kern="1200">
                  <a:solidFill>
                    <a:schemeClr val="tx1"/>
                  </a:solidFill>
                  <a:latin typeface="Cambria Math" panose="02040503050406030204" pitchFamily="18" charset="0"/>
                  <a:cs typeface="Latin Modern Math" panose="020B0604020202020204" pitchFamily="34" charset="0"/>
                </a:rPr>
                <a:t>Δ_max=𝐿⋅IQR_pooled⋅nABCD</a:t>
              </a:r>
              <a:r>
                <a:rPr lang="en-US" altLang="ja-JP" sz="4000" b="0" kern="1200" dirty="0">
                  <a:solidFill>
                    <a:schemeClr val="tx1"/>
                  </a:solidFill>
                  <a:latin typeface="+mn-lt"/>
                  <a:ea typeface="游ゴシック"/>
                  <a:cs typeface="Latin Modern Math" panose="020B0604020202020204" pitchFamily="34" charset="0"/>
                </a:rPr>
                <a:t>. </a:t>
              </a:r>
              <a:br>
                <a:rPr lang="en-US" altLang="ja-JP" sz="4000" b="0" kern="1200" dirty="0">
                  <a:solidFill>
                    <a:schemeClr val="tx1"/>
                  </a:solidFill>
                  <a:latin typeface="+mn-lt"/>
                  <a:ea typeface="游ゴシック"/>
                  <a:cs typeface="Latin Modern Math" panose="020B0604020202020204" pitchFamily="34" charset="0"/>
                </a:rPr>
              </a:br>
              <a:r>
                <a:rPr lang="en-US" altLang="ja-JP" sz="4000" b="0" kern="1200" dirty="0">
                  <a:solidFill>
                    <a:schemeClr val="tx1"/>
                  </a:solidFill>
                  <a:latin typeface="+mn-lt"/>
                  <a:ea typeface="游ゴシック"/>
                  <a:cs typeface="Latin Modern Math" panose="020B0604020202020204" pitchFamily="34" charset="0"/>
                </a:rPr>
                <a:t>Worst-case regional treatment effect difference on the clinical scale</a:t>
              </a:r>
              <a:endParaRPr lang="ja-JP" sz="4000" b="0" kern="1200" dirty="0">
                <a:solidFill>
                  <a:schemeClr val="tx1"/>
                </a:solidFill>
                <a:latin typeface="+mn-lt"/>
                <a:ea typeface="游ゴシック"/>
                <a:cs typeface="Latin Modern Math" panose="020B0604020202020204" pitchFamily="34" charset="0"/>
              </a:endParaRPr>
            </a:p>
          </dgm:t>
        </dgm:pt>
      </mc:Fallback>
    </mc:AlternateContent>
    <dgm:pt modelId="{8869C6F7-0816-47A4-A0FF-6E6278B064CB}" type="parTrans" cxnId="{BA242310-6E51-4F87-8FC0-8878CC2FD1DD}">
      <dgm:prSet/>
      <dgm:spPr/>
      <dgm:t>
        <a:bodyPr/>
        <a:lstStyle/>
        <a:p>
          <a:endParaRPr kumimoji="1" lang="ja-JP" altLang="en-US"/>
        </a:p>
      </dgm:t>
    </dgm:pt>
    <dgm:pt modelId="{D5B1C80A-C29D-4665-B590-215285CB090D}" type="sibTrans" cxnId="{BA242310-6E51-4F87-8FC0-8878CC2FD1DD}">
      <dgm:prSet/>
      <dgm:spPr/>
      <dgm:t>
        <a:bodyPr/>
        <a:lstStyle/>
        <a:p>
          <a:endParaRPr kumimoji="1" lang="ja-JP" alt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6EB72FF8-7921-411F-87CC-DFFA0A2447FF}">
          <dgm:prSet custT="1"/>
          <dgm:spPr/>
          <dgm:t>
            <a:bodyPr/>
            <a:lstStyle/>
            <a:p>
              <a:pPr marL="540000" indent="-540000">
                <a:buNone/>
              </a:pPr>
              <a:r>
                <a:rPr lang="en-US" altLang="ja-JP" sz="4000" b="1" kern="1200" dirty="0">
                  <a:solidFill>
                    <a:schemeClr val="tx1"/>
                  </a:solidFill>
                  <a:latin typeface="+mn-lt"/>
                  <a:ea typeface="游ゴシック"/>
                  <a:cs typeface="Latin Modern Math" panose="020B0604020202020204" pitchFamily="34" charset="0"/>
                </a:rPr>
                <a:t>Pathway 2:</a:t>
              </a:r>
              <a:r>
                <a:rPr lang="en-US" altLang="ja-JP" sz="4000" b="0" kern="1200" dirty="0">
                  <a:solidFill>
                    <a:schemeClr val="tx1"/>
                  </a:solidFill>
                  <a:latin typeface="+mn-lt"/>
                  <a:ea typeface="游ゴシック"/>
                  <a:cs typeface="Latin Modern Math" panose="020B0604020202020204" pitchFamily="34" charset="0"/>
                </a:rPr>
                <a:t> When L is unknown </a:t>
              </a:r>
              <a14:m>
                <m:oMath xmlns:m="http://schemas.openxmlformats.org/officeDocument/2006/math">
                  <m:sSup>
                    <m:sSupPr>
                      <m:ctrlPr>
                        <a:rPr lang="en-US" altLang="ja-JP" sz="4000" b="0" i="1" kern="12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游ゴシック"/>
                          <a:cs typeface="Latin Modern Math" panose="020B0604020202020204" pitchFamily="34" charset="0"/>
                        </a:rPr>
                      </m:ctrlPr>
                    </m:sSupPr>
                    <m:e>
                      <m:r>
                        <a:rPr lang="en-US" altLang="ja-JP" sz="4000" b="0" i="1" kern="12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游ゴシック"/>
                          <a:cs typeface="Latin Modern Math" panose="020B0604020202020204" pitchFamily="34" charset="0"/>
                        </a:rPr>
                        <m:t>𝐿</m:t>
                      </m:r>
                    </m:e>
                    <m:sup>
                      <m:r>
                        <a:rPr lang="en-US" altLang="ja-JP" sz="4000" b="0" i="1" kern="12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游ゴシック"/>
                          <a:cs typeface="Latin Modern Math" panose="020B0604020202020204" pitchFamily="34" charset="0"/>
                        </a:rPr>
                        <m:t>∗</m:t>
                      </m:r>
                    </m:sup>
                  </m:sSup>
                  <m:r>
                    <a:rPr lang="en-US" altLang="ja-JP" sz="4000" b="0" i="1" kern="1200" smtClean="0">
                      <a:solidFill>
                        <a:schemeClr val="tx1"/>
                      </a:solidFill>
                      <a:latin typeface="Cambria Math" panose="02040503050406030204" pitchFamily="18" charset="0"/>
                      <a:ea typeface="游ゴシック"/>
                      <a:cs typeface="Latin Modern Math" panose="020B0604020202020204" pitchFamily="34" charset="0"/>
                    </a:rPr>
                    <m:t>=</m:t>
                  </m:r>
                  <m:f>
                    <m:fPr>
                      <m:type m:val="lin"/>
                      <m:ctrlPr>
                        <a:rPr lang="en-US" altLang="ja-JP" sz="4000" b="0" i="1" kern="12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游ゴシック"/>
                        </a:rPr>
                      </m:ctrlPr>
                    </m:fPr>
                    <m:num>
                      <m:sSub>
                        <m:sSubPr>
                          <m:ctrlPr>
                            <a:rPr lang="en-US" altLang="ja-JP" sz="4000" b="0" i="1" kern="12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游ゴシック"/>
                              <a:cs typeface="Latin Modern Math" panose="020B0604020202020204" pitchFamily="34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ja-JP" sz="4000" b="0" i="0" kern="12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游ゴシック"/>
                              <a:cs typeface="Latin Modern Math" panose="020B0604020202020204" pitchFamily="34" charset="0"/>
                            </a:rPr>
                            <m:t>Δ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ja-JP" sz="4000" b="0" i="0" kern="12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游ゴシック"/>
                              <a:cs typeface="Latin Modern Math" panose="020B0604020202020204" pitchFamily="34" charset="0"/>
                            </a:rPr>
                            <m:t>clin</m:t>
                          </m:r>
                        </m:sub>
                      </m:sSub>
                    </m:num>
                    <m:den>
                      <m:d>
                        <m:dPr>
                          <m:ctrlPr>
                            <a:rPr lang="en-US" altLang="ja-JP" sz="4000" b="0" i="1" kern="12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游ゴシック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ja-JP" sz="4000" b="0" i="1" kern="12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游ゴシック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ja-JP" sz="4000" b="0" i="0" kern="12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游ゴシック"/>
                                </a:rPr>
                                <m:t>IQR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ja-JP" sz="4000" b="0" i="0" kern="12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游ゴシック"/>
                                </a:rPr>
                                <m:t>pooled</m:t>
                              </m:r>
                            </m:sub>
                          </m:sSub>
                          <m:r>
                            <a:rPr lang="en-US" altLang="ja-JP" sz="4000" b="0" i="1" kern="12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游ゴシック"/>
                            </a:rPr>
                            <m:t>⋅</m:t>
                          </m:r>
                          <m:r>
                            <m:rPr>
                              <m:sty m:val="p"/>
                            </m:rPr>
                            <a:rPr lang="en-US" altLang="ja-JP" sz="4000" b="0" i="0" kern="12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游ゴシック"/>
                            </a:rPr>
                            <m:t>nABCD</m:t>
                          </m:r>
                        </m:e>
                      </m:d>
                    </m:den>
                  </m:f>
                </m:oMath>
              </a14:m>
              <a:r>
                <a:rPr lang="en-US" altLang="ja-JP" sz="4000" b="0" kern="1200" dirty="0">
                  <a:solidFill>
                    <a:schemeClr val="tx1"/>
                  </a:solidFill>
                  <a:latin typeface="+mn-lt"/>
                  <a:ea typeface="游ゴシック"/>
                  <a:cs typeface="Latin Modern Math" panose="020B0604020202020204" pitchFamily="34" charset="0"/>
                </a:rPr>
                <a:t>. </a:t>
              </a:r>
              <a:br>
                <a:rPr lang="en-US" altLang="ja-JP" sz="4000" b="0" kern="1200" dirty="0">
                  <a:solidFill>
                    <a:schemeClr val="tx1"/>
                  </a:solidFill>
                  <a:latin typeface="+mn-lt"/>
                  <a:ea typeface="游ゴシック"/>
                  <a:cs typeface="Latin Modern Math" panose="020B0604020202020204" pitchFamily="34" charset="0"/>
                </a:rPr>
              </a:br>
              <a14:m>
                <m:oMath xmlns:m="http://schemas.openxmlformats.org/officeDocument/2006/math">
                  <m:sSub>
                    <m:sSubPr>
                      <m:ctrlPr>
                        <a:rPr lang="en-US" altLang="ja-JP" sz="4000" b="0" i="1" kern="12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游ゴシック"/>
                          <a:cs typeface="Latin Modern Math" panose="020B0604020202020204" pitchFamily="34" charset="0"/>
                        </a:rPr>
                      </m:ctrlPr>
                    </m:sSubPr>
                    <m:e>
                      <m:r>
                        <m:rPr>
                          <m:sty m:val="p"/>
                        </m:rPr>
                        <a:rPr lang="en-US" altLang="ja-JP" sz="4000" b="0" i="0" kern="12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游ゴシック"/>
                          <a:cs typeface="Latin Modern Math" panose="020B0604020202020204" pitchFamily="34" charset="0"/>
                        </a:rPr>
                        <m:t>Δ</m:t>
                      </m:r>
                    </m:e>
                    <m:sub>
                      <m:r>
                        <m:rPr>
                          <m:sty m:val="p"/>
                        </m:rPr>
                        <a:rPr lang="en-US" altLang="ja-JP" sz="4000" b="0" i="0" kern="12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游ゴシック"/>
                          <a:cs typeface="Latin Modern Math" panose="020B0604020202020204" pitchFamily="34" charset="0"/>
                        </a:rPr>
                        <m:t>clin</m:t>
                      </m:r>
                    </m:sub>
                  </m:sSub>
                </m:oMath>
              </a14:m>
              <a:r>
                <a:rPr lang="en-US" altLang="ja-JP" sz="4000" b="0" kern="1200" dirty="0">
                  <a:solidFill>
                    <a:schemeClr val="tx1"/>
                  </a:solidFill>
                  <a:latin typeface="+mn-lt"/>
                  <a:ea typeface="游ゴシック"/>
                  <a:cs typeface="Latin Modern Math" panose="020B0604020202020204" pitchFamily="34" charset="0"/>
                </a:rPr>
                <a:t>: clinically important difference. </a:t>
              </a:r>
              <a14:m>
                <m:oMath xmlns:m="http://schemas.openxmlformats.org/officeDocument/2006/math">
                  <m:sSup>
                    <m:sSupPr>
                      <m:ctrlPr>
                        <a:rPr lang="en-US" altLang="ja-JP" sz="4000" b="0" i="1" kern="12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游ゴシック"/>
                          <a:cs typeface="Latin Modern Math" panose="020B0604020202020204" pitchFamily="34" charset="0"/>
                        </a:rPr>
                      </m:ctrlPr>
                    </m:sSupPr>
                    <m:e>
                      <m:r>
                        <a:rPr lang="en-US" altLang="ja-JP" sz="4000" b="0" i="1" kern="12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游ゴシック"/>
                          <a:cs typeface="Latin Modern Math" panose="020B0604020202020204" pitchFamily="34" charset="0"/>
                        </a:rPr>
                        <m:t>𝐿</m:t>
                      </m:r>
                    </m:e>
                    <m:sup>
                      <m:r>
                        <a:rPr lang="en-US" altLang="ja-JP" sz="4000" b="0" i="1" kern="12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游ゴシック"/>
                          <a:cs typeface="Latin Modern Math" panose="020B0604020202020204" pitchFamily="34" charset="0"/>
                        </a:rPr>
                        <m:t>∗</m:t>
                      </m:r>
                    </m:sup>
                  </m:sSup>
                </m:oMath>
              </a14:m>
              <a:r>
                <a:rPr lang="en-US" altLang="ja-JP" sz="4000" b="0" kern="1200" dirty="0">
                  <a:solidFill>
                    <a:schemeClr val="tx1"/>
                  </a:solidFill>
                  <a:latin typeface="+mn-lt"/>
                  <a:ea typeface="游ゴシック"/>
                  <a:cs typeface="Latin Modern Math" panose="020B0604020202020204" pitchFamily="34" charset="0"/>
                </a:rPr>
                <a:t> above plausible range means that distributional difference unlikely to be clinically concerning.</a:t>
              </a:r>
              <a:endParaRPr lang="ja-JP" sz="4000" b="0" kern="1200" dirty="0">
                <a:solidFill>
                  <a:schemeClr val="tx1"/>
                </a:solidFill>
                <a:latin typeface="+mn-lt"/>
                <a:ea typeface="游ゴシック"/>
                <a:cs typeface="Latin Modern Math" panose="020B0604020202020204" pitchFamily="34" charset="0"/>
              </a:endParaRPr>
            </a:p>
          </dgm:t>
        </dgm:pt>
      </mc:Choice>
      <mc:Fallback xmlns="">
        <dgm:pt modelId="{6EB72FF8-7921-411F-87CC-DFFA0A2447FF}">
          <dgm:prSet custT="1"/>
          <dgm:spPr/>
          <dgm:t>
            <a:bodyPr/>
            <a:lstStyle/>
            <a:p>
              <a:pPr marL="540000" indent="-540000">
                <a:buNone/>
              </a:pPr>
              <a:r>
                <a:rPr lang="en-US" altLang="ja-JP" sz="4000" b="1" kern="1200" dirty="0">
                  <a:solidFill>
                    <a:schemeClr val="tx1"/>
                  </a:solidFill>
                  <a:latin typeface="+mn-lt"/>
                  <a:ea typeface="游ゴシック"/>
                  <a:cs typeface="Latin Modern Math" panose="020B0604020202020204" pitchFamily="34" charset="0"/>
                </a:rPr>
                <a:t>Pathway 2:</a:t>
              </a:r>
              <a:r>
                <a:rPr lang="en-US" altLang="ja-JP" sz="4000" b="0" kern="1200" dirty="0">
                  <a:solidFill>
                    <a:schemeClr val="tx1"/>
                  </a:solidFill>
                  <a:latin typeface="+mn-lt"/>
                  <a:ea typeface="游ゴシック"/>
                  <a:cs typeface="Latin Modern Math" panose="020B0604020202020204" pitchFamily="34" charset="0"/>
                </a:rPr>
                <a:t> When L is unknown </a:t>
              </a:r>
              <a:r>
                <a:rPr lang="en-US" altLang="ja-JP" sz="4000" b="0" i="0" kern="1200">
                  <a:solidFill>
                    <a:schemeClr val="tx1"/>
                  </a:solidFill>
                  <a:latin typeface="Cambria Math" panose="02040503050406030204" pitchFamily="18" charset="0"/>
                  <a:ea typeface="游ゴシック"/>
                  <a:cs typeface="Latin Modern Math" panose="020B0604020202020204" pitchFamily="34" charset="0"/>
                </a:rPr>
                <a:t>𝐿^∗=Δ_clin∕(</a:t>
              </a:r>
              <a:r>
                <a:rPr lang="en-US" altLang="ja-JP" sz="4000" b="0" i="0" kern="1200">
                  <a:solidFill>
                    <a:schemeClr val="tx1"/>
                  </a:solidFill>
                  <a:latin typeface="Cambria Math" panose="02040503050406030204" pitchFamily="18" charset="0"/>
                  <a:ea typeface="游ゴシック"/>
                </a:rPr>
                <a:t>IQR_pooled⋅nABCD) </a:t>
              </a:r>
              <a:r>
                <a:rPr lang="en-US" altLang="ja-JP" sz="4000" b="0" kern="1200" dirty="0">
                  <a:solidFill>
                    <a:schemeClr val="tx1"/>
                  </a:solidFill>
                  <a:latin typeface="+mn-lt"/>
                  <a:ea typeface="游ゴシック"/>
                  <a:cs typeface="Latin Modern Math" panose="020B0604020202020204" pitchFamily="34" charset="0"/>
                </a:rPr>
                <a:t>. </a:t>
              </a:r>
              <a:br>
                <a:rPr lang="en-US" altLang="ja-JP" sz="4000" b="0" kern="1200" dirty="0">
                  <a:solidFill>
                    <a:schemeClr val="tx1"/>
                  </a:solidFill>
                  <a:latin typeface="+mn-lt"/>
                  <a:ea typeface="游ゴシック"/>
                  <a:cs typeface="Latin Modern Math" panose="020B0604020202020204" pitchFamily="34" charset="0"/>
                </a:rPr>
              </a:br>
              <a:r>
                <a:rPr lang="en-US" altLang="ja-JP" sz="4000" b="0" i="0" kern="1200">
                  <a:solidFill>
                    <a:schemeClr val="tx1"/>
                  </a:solidFill>
                  <a:latin typeface="Cambria Math" panose="02040503050406030204" pitchFamily="18" charset="0"/>
                  <a:ea typeface="游ゴシック"/>
                  <a:cs typeface="Latin Modern Math" panose="020B0604020202020204" pitchFamily="34" charset="0"/>
                </a:rPr>
                <a:t>Δ_clin</a:t>
              </a:r>
              <a:r>
                <a:rPr lang="en-US" altLang="ja-JP" sz="4000" b="0" kern="1200" dirty="0">
                  <a:solidFill>
                    <a:schemeClr val="tx1"/>
                  </a:solidFill>
                  <a:latin typeface="+mn-lt"/>
                  <a:ea typeface="游ゴシック"/>
                  <a:cs typeface="Latin Modern Math" panose="020B0604020202020204" pitchFamily="34" charset="0"/>
                </a:rPr>
                <a:t>: clinically important difference. </a:t>
              </a:r>
              <a:r>
                <a:rPr lang="en-US" altLang="ja-JP" sz="4000" b="0" i="0" kern="1200">
                  <a:solidFill>
                    <a:schemeClr val="tx1"/>
                  </a:solidFill>
                  <a:latin typeface="Cambria Math" panose="02040503050406030204" pitchFamily="18" charset="0"/>
                  <a:ea typeface="游ゴシック"/>
                  <a:cs typeface="Latin Modern Math" panose="020B0604020202020204" pitchFamily="34" charset="0"/>
                </a:rPr>
                <a:t>𝐿^∗</a:t>
              </a:r>
              <a:r>
                <a:rPr lang="en-US" altLang="ja-JP" sz="4000" b="0" kern="1200" dirty="0">
                  <a:solidFill>
                    <a:schemeClr val="tx1"/>
                  </a:solidFill>
                  <a:latin typeface="+mn-lt"/>
                  <a:ea typeface="游ゴシック"/>
                  <a:cs typeface="Latin Modern Math" panose="020B0604020202020204" pitchFamily="34" charset="0"/>
                </a:rPr>
                <a:t> above plausible range means that distributional difference unlikely to be clinically concerning.</a:t>
              </a:r>
              <a:endParaRPr lang="ja-JP" sz="4000" b="0" kern="1200" dirty="0">
                <a:solidFill>
                  <a:schemeClr val="tx1"/>
                </a:solidFill>
                <a:latin typeface="+mn-lt"/>
                <a:ea typeface="游ゴシック"/>
                <a:cs typeface="Latin Modern Math" panose="020B0604020202020204" pitchFamily="34" charset="0"/>
              </a:endParaRPr>
            </a:p>
          </dgm:t>
        </dgm:pt>
      </mc:Fallback>
    </mc:AlternateContent>
    <dgm:pt modelId="{2DFB658C-C250-45CD-80A4-861D86329F90}" type="parTrans" cxnId="{331B92A0-69F5-406D-B660-1A76D4BE278A}">
      <dgm:prSet/>
      <dgm:spPr/>
      <dgm:t>
        <a:bodyPr/>
        <a:lstStyle/>
        <a:p>
          <a:endParaRPr kumimoji="1" lang="ja-JP" altLang="en-US"/>
        </a:p>
      </dgm:t>
    </dgm:pt>
    <dgm:pt modelId="{516D8BDF-7CA1-4A14-A431-E4BA5AF22BC9}" type="sibTrans" cxnId="{331B92A0-69F5-406D-B660-1A76D4BE278A}">
      <dgm:prSet/>
      <dgm:spPr/>
      <dgm:t>
        <a:bodyPr/>
        <a:lstStyle/>
        <a:p>
          <a:endParaRPr kumimoji="1" lang="ja-JP" altLang="en-US"/>
        </a:p>
      </dgm:t>
    </dgm:pt>
    <dgm:pt modelId="{2F2C5C28-7B58-4C1A-B3BF-FFFEC257B53D}">
      <dgm:prSet custT="1"/>
      <dgm:spPr/>
      <dgm:t>
        <a:bodyPr/>
        <a:lstStyle/>
        <a:p>
          <a:pPr marL="540000" indent="-540000">
            <a:buClr>
              <a:schemeClr val="accent1"/>
            </a:buClr>
            <a:buFont typeface="ADLaM Display" panose="02010000000000000000" pitchFamily="2" charset="0"/>
            <a:buNone/>
          </a:pPr>
          <a:endParaRPr lang="ja-JP" altLang="en-US" sz="4000" b="0" dirty="0">
            <a:solidFill>
              <a:schemeClr val="tx1"/>
            </a:solidFill>
            <a:latin typeface="+mn-lt"/>
            <a:cs typeface="Latin Modern Math" panose="020B0604020202020204" pitchFamily="34" charset="0"/>
          </a:endParaRPr>
        </a:p>
      </dgm:t>
    </dgm:pt>
    <dgm:pt modelId="{EFF71B2F-5052-4EA9-8647-3315DBC2BB62}" type="parTrans" cxnId="{04EB568E-01A4-4524-8C4B-7DECEE98198A}">
      <dgm:prSet/>
      <dgm:spPr/>
      <dgm:t>
        <a:bodyPr/>
        <a:lstStyle/>
        <a:p>
          <a:endParaRPr kumimoji="1" lang="ja-JP" altLang="en-US"/>
        </a:p>
      </dgm:t>
    </dgm:pt>
    <dgm:pt modelId="{F6CA1A69-ECC1-46F3-9BE0-44DEC0B8A138}" type="sibTrans" cxnId="{04EB568E-01A4-4524-8C4B-7DECEE98198A}">
      <dgm:prSet/>
      <dgm:spPr/>
      <dgm:t>
        <a:bodyPr/>
        <a:lstStyle/>
        <a:p>
          <a:endParaRPr kumimoji="1" lang="ja-JP" altLang="en-US"/>
        </a:p>
      </dgm:t>
    </dgm:pt>
    <dgm:pt modelId="{19A9B898-01F3-43BF-97BB-AEE8B1992346}">
      <dgm:prSet custT="1"/>
      <dgm:spPr/>
      <dgm:t>
        <a:bodyPr/>
        <a:lstStyle/>
        <a:p>
          <a:pPr>
            <a:buClr>
              <a:schemeClr val="accent1"/>
            </a:buClr>
            <a:buFont typeface="ADLaM Display" panose="02010000000000000000" pitchFamily="2" charset="0"/>
            <a:buChar char="▶"/>
          </a:pPr>
          <a:endParaRPr lang="ja-JP" sz="4000" b="0" dirty="0">
            <a:solidFill>
              <a:schemeClr val="tx1"/>
            </a:solidFill>
            <a:latin typeface="+mn-lt"/>
            <a:cs typeface="Latin Modern Math" panose="020B0604020202020204" pitchFamily="34" charset="0"/>
          </a:endParaRPr>
        </a:p>
      </dgm:t>
    </dgm:pt>
    <dgm:pt modelId="{8FBAB47C-5D60-4DDD-B6FE-0D653F6CAC64}" type="parTrans" cxnId="{48EE6DFA-ADF4-4019-911F-225C28FE39FF}">
      <dgm:prSet/>
      <dgm:spPr/>
      <dgm:t>
        <a:bodyPr/>
        <a:lstStyle/>
        <a:p>
          <a:endParaRPr kumimoji="1" lang="ja-JP" altLang="en-US"/>
        </a:p>
      </dgm:t>
    </dgm:pt>
    <dgm:pt modelId="{7134CE87-0761-4659-8EFE-F39189C0DDA3}" type="sibTrans" cxnId="{48EE6DFA-ADF4-4019-911F-225C28FE39FF}">
      <dgm:prSet/>
      <dgm:spPr/>
      <dgm:t>
        <a:bodyPr/>
        <a:lstStyle/>
        <a:p>
          <a:endParaRPr kumimoji="1" lang="ja-JP" altLang="en-US"/>
        </a:p>
      </dgm:t>
    </dgm:pt>
    <dgm:pt modelId="{29413405-AE2B-49F2-9574-BBAA531AAB67}">
      <dgm:prSet custT="1"/>
      <dgm:spPr/>
      <dgm:t>
        <a:bodyPr/>
        <a:lstStyle/>
        <a:p>
          <a:pPr>
            <a:buClr>
              <a:schemeClr val="accent1"/>
            </a:buClr>
            <a:buFont typeface="ADLaM Display" panose="02010000000000000000" pitchFamily="2" charset="0"/>
            <a:buChar char="▶"/>
          </a:pPr>
          <a:endParaRPr lang="ja-JP" sz="4000" b="0" dirty="0">
            <a:solidFill>
              <a:schemeClr val="tx1"/>
            </a:solidFill>
            <a:latin typeface="+mn-lt"/>
            <a:cs typeface="Latin Modern Math" panose="020B0604020202020204" pitchFamily="34" charset="0"/>
          </a:endParaRPr>
        </a:p>
      </dgm:t>
    </dgm:pt>
    <dgm:pt modelId="{E3481AAC-1D52-4B95-A693-453BBEA72204}" type="parTrans" cxnId="{785BBFF2-48AA-4ACF-82C5-C8AA47473BE1}">
      <dgm:prSet/>
      <dgm:spPr/>
      <dgm:t>
        <a:bodyPr/>
        <a:lstStyle/>
        <a:p>
          <a:endParaRPr kumimoji="1" lang="ja-JP" altLang="en-US"/>
        </a:p>
      </dgm:t>
    </dgm:pt>
    <dgm:pt modelId="{101F4804-5EC0-4E19-943C-239FB5481A57}" type="sibTrans" cxnId="{785BBFF2-48AA-4ACF-82C5-C8AA47473BE1}">
      <dgm:prSet/>
      <dgm:spPr/>
      <dgm:t>
        <a:bodyPr/>
        <a:lstStyle/>
        <a:p>
          <a:endParaRPr kumimoji="1" lang="ja-JP" altLang="en-US"/>
        </a:p>
      </dgm:t>
    </dgm:pt>
    <dgm:pt modelId="{A80F4FA0-6D10-4023-AA97-E6FB2F7C3B2E}">
      <dgm:prSet custT="1"/>
      <dgm:spPr/>
      <dgm:t>
        <a:bodyPr/>
        <a:lstStyle/>
        <a:p>
          <a:pPr>
            <a:buClr>
              <a:schemeClr val="accent1"/>
            </a:buClr>
            <a:buFont typeface="ADLaM Display" panose="02010000000000000000" pitchFamily="2" charset="0"/>
            <a:buChar char="▶"/>
          </a:pPr>
          <a:endParaRPr lang="ja-JP" sz="4000" b="0" dirty="0">
            <a:solidFill>
              <a:schemeClr val="tx1"/>
            </a:solidFill>
            <a:latin typeface="+mn-lt"/>
            <a:cs typeface="Latin Modern Math" panose="020B0604020202020204" pitchFamily="34" charset="0"/>
          </a:endParaRPr>
        </a:p>
      </dgm:t>
    </dgm:pt>
    <dgm:pt modelId="{685CAD06-B0AB-41AC-B478-155150E0DA5B}" type="parTrans" cxnId="{B2BB290C-1302-4C67-B5DF-F610B5D666BF}">
      <dgm:prSet/>
      <dgm:spPr/>
      <dgm:t>
        <a:bodyPr/>
        <a:lstStyle/>
        <a:p>
          <a:endParaRPr kumimoji="1" lang="ja-JP" altLang="en-US"/>
        </a:p>
      </dgm:t>
    </dgm:pt>
    <dgm:pt modelId="{622A05E9-7F48-4F00-A6FC-0384D8120325}" type="sibTrans" cxnId="{B2BB290C-1302-4C67-B5DF-F610B5D666BF}">
      <dgm:prSet/>
      <dgm:spPr/>
      <dgm:t>
        <a:bodyPr/>
        <a:lstStyle/>
        <a:p>
          <a:endParaRPr kumimoji="1" lang="ja-JP" altLang="en-US"/>
        </a:p>
      </dgm:t>
    </dgm:pt>
    <dgm:pt modelId="{EB151608-7D24-4381-97E6-47483C0C975F}">
      <dgm:prSet custT="1"/>
      <dgm:spPr/>
      <dgm:t>
        <a:bodyPr/>
        <a:lstStyle/>
        <a:p>
          <a:pPr>
            <a:buClr>
              <a:schemeClr val="accent1"/>
            </a:buClr>
            <a:buFont typeface="ADLaM Display" panose="02010000000000000000" pitchFamily="2" charset="0"/>
            <a:buChar char="▶"/>
          </a:pPr>
          <a:endParaRPr lang="ja-JP" sz="4000" b="0" dirty="0">
            <a:solidFill>
              <a:schemeClr val="tx1"/>
            </a:solidFill>
            <a:latin typeface="+mn-lt"/>
            <a:cs typeface="Latin Modern Math" panose="020B0604020202020204" pitchFamily="34" charset="0"/>
          </a:endParaRPr>
        </a:p>
      </dgm:t>
    </dgm:pt>
    <dgm:pt modelId="{E70EAF62-54F3-481E-A064-5AC072535C70}" type="parTrans" cxnId="{75ED05F7-7012-4D31-A366-BA464813E107}">
      <dgm:prSet/>
      <dgm:spPr/>
      <dgm:t>
        <a:bodyPr/>
        <a:lstStyle/>
        <a:p>
          <a:endParaRPr kumimoji="1" lang="ja-JP" altLang="en-US"/>
        </a:p>
      </dgm:t>
    </dgm:pt>
    <dgm:pt modelId="{02E3F00E-C539-4B17-892D-54723BD7EAFF}" type="sibTrans" cxnId="{75ED05F7-7012-4D31-A366-BA464813E107}">
      <dgm:prSet/>
      <dgm:spPr/>
      <dgm:t>
        <a:bodyPr/>
        <a:lstStyle/>
        <a:p>
          <a:endParaRPr kumimoji="1" lang="ja-JP" altLang="en-US"/>
        </a:p>
      </dgm:t>
    </dgm:pt>
    <dgm:pt modelId="{629C6CA4-80F9-4A19-8825-C3E4749EA56E}">
      <dgm:prSet custT="1"/>
      <dgm:spPr/>
      <dgm:t>
        <a:bodyPr/>
        <a:lstStyle/>
        <a:p>
          <a:pPr>
            <a:buClr>
              <a:schemeClr val="accent1"/>
            </a:buClr>
            <a:buFont typeface="ADLaM Display" panose="02010000000000000000" pitchFamily="2" charset="0"/>
            <a:buChar char="▶"/>
          </a:pPr>
          <a:endParaRPr lang="ja-JP" sz="4000" b="0" dirty="0">
            <a:solidFill>
              <a:schemeClr val="tx1"/>
            </a:solidFill>
            <a:latin typeface="+mn-lt"/>
            <a:cs typeface="Latin Modern Math" panose="020B0604020202020204" pitchFamily="34" charset="0"/>
          </a:endParaRPr>
        </a:p>
      </dgm:t>
    </dgm:pt>
    <dgm:pt modelId="{4A6AC595-C62C-47CE-96A5-B9E5C99DB70E}" type="parTrans" cxnId="{86084044-1F5D-4637-9917-BCE9D40AAA2C}">
      <dgm:prSet/>
      <dgm:spPr/>
      <dgm:t>
        <a:bodyPr/>
        <a:lstStyle/>
        <a:p>
          <a:endParaRPr kumimoji="1" lang="ja-JP" altLang="en-US"/>
        </a:p>
      </dgm:t>
    </dgm:pt>
    <dgm:pt modelId="{CA353439-DD11-4E06-967E-BFB61778F88B}" type="sibTrans" cxnId="{86084044-1F5D-4637-9917-BCE9D40AAA2C}">
      <dgm:prSet/>
      <dgm:spPr/>
      <dgm:t>
        <a:bodyPr/>
        <a:lstStyle/>
        <a:p>
          <a:endParaRPr kumimoji="1" lang="ja-JP" altLang="en-US"/>
        </a:p>
      </dgm:t>
    </dgm:pt>
    <dgm:pt modelId="{30002F60-A61E-4B8A-BF28-AA1CAFB0904E}">
      <dgm:prSet custT="1"/>
      <dgm:spPr/>
      <dgm:t>
        <a:bodyPr/>
        <a:lstStyle/>
        <a:p>
          <a:pPr>
            <a:buClr>
              <a:schemeClr val="accent1"/>
            </a:buClr>
            <a:buFont typeface="ADLaM Display" panose="02010000000000000000" pitchFamily="2" charset="0"/>
            <a:buChar char="▶"/>
          </a:pPr>
          <a:endParaRPr lang="ja-JP" sz="4000" b="0" dirty="0">
            <a:solidFill>
              <a:schemeClr val="tx1"/>
            </a:solidFill>
            <a:latin typeface="+mn-lt"/>
            <a:cs typeface="Latin Modern Math" panose="020B0604020202020204" pitchFamily="34" charset="0"/>
          </a:endParaRPr>
        </a:p>
      </dgm:t>
    </dgm:pt>
    <dgm:pt modelId="{AB0A49F3-3569-4643-BA8E-219AF2F3F695}" type="parTrans" cxnId="{46E460B8-6C87-4369-903C-3075B216E2DA}">
      <dgm:prSet/>
      <dgm:spPr/>
      <dgm:t>
        <a:bodyPr/>
        <a:lstStyle/>
        <a:p>
          <a:endParaRPr kumimoji="1" lang="ja-JP" altLang="en-US"/>
        </a:p>
      </dgm:t>
    </dgm:pt>
    <dgm:pt modelId="{1D19A8BD-0F1C-4819-ADC0-884910C1B2DE}" type="sibTrans" cxnId="{46E460B8-6C87-4369-903C-3075B216E2DA}">
      <dgm:prSet/>
      <dgm:spPr/>
      <dgm:t>
        <a:bodyPr/>
        <a:lstStyle/>
        <a:p>
          <a:endParaRPr kumimoji="1" lang="ja-JP" altLang="en-US"/>
        </a:p>
      </dgm:t>
    </dgm:pt>
    <dgm:pt modelId="{1ECE835F-59A6-4AB5-B458-AE32AD214EDA}">
      <dgm:prSet custT="1"/>
      <dgm:spPr/>
      <dgm:t>
        <a:bodyPr/>
        <a:lstStyle/>
        <a:p>
          <a:pPr>
            <a:buClr>
              <a:schemeClr val="accent1"/>
            </a:buClr>
            <a:buFont typeface="ADLaM Display" panose="02010000000000000000" pitchFamily="2" charset="0"/>
            <a:buChar char="▶"/>
          </a:pPr>
          <a:endParaRPr lang="ja-JP" sz="4000" b="0" dirty="0">
            <a:solidFill>
              <a:schemeClr val="tx1"/>
            </a:solidFill>
            <a:latin typeface="+mn-lt"/>
            <a:cs typeface="Latin Modern Math" panose="020B0604020202020204" pitchFamily="34" charset="0"/>
          </a:endParaRPr>
        </a:p>
      </dgm:t>
    </dgm:pt>
    <dgm:pt modelId="{1B61E9B4-CC6F-4253-A98B-B6775C5FFA80}" type="parTrans" cxnId="{4E30577B-0901-497B-BA44-1039711380E1}">
      <dgm:prSet/>
      <dgm:spPr/>
      <dgm:t>
        <a:bodyPr/>
        <a:lstStyle/>
        <a:p>
          <a:endParaRPr kumimoji="1" lang="ja-JP" altLang="en-US"/>
        </a:p>
      </dgm:t>
    </dgm:pt>
    <dgm:pt modelId="{16A9698A-BEC0-4652-8A9B-D98464D76036}" type="sibTrans" cxnId="{4E30577B-0901-497B-BA44-1039711380E1}">
      <dgm:prSet/>
      <dgm:spPr/>
      <dgm:t>
        <a:bodyPr/>
        <a:lstStyle/>
        <a:p>
          <a:endParaRPr kumimoji="1" lang="ja-JP" altLang="en-US"/>
        </a:p>
      </dgm:t>
    </dgm:pt>
    <dgm:pt modelId="{5FF91AA0-7F0D-41E2-98C4-60EE1C946728}">
      <dgm:prSet custT="1"/>
      <dgm:spPr/>
      <dgm:t>
        <a:bodyPr/>
        <a:lstStyle/>
        <a:p>
          <a:pPr>
            <a:buClr>
              <a:schemeClr val="accent1"/>
            </a:buClr>
            <a:buFont typeface="ADLaM Display" panose="02010000000000000000" pitchFamily="2" charset="0"/>
            <a:buChar char="▶"/>
          </a:pPr>
          <a:endParaRPr lang="ja-JP" sz="4000" b="0" dirty="0">
            <a:solidFill>
              <a:schemeClr val="tx1"/>
            </a:solidFill>
            <a:latin typeface="+mn-lt"/>
            <a:cs typeface="Latin Modern Math" panose="020B0604020202020204" pitchFamily="34" charset="0"/>
          </a:endParaRPr>
        </a:p>
      </dgm:t>
    </dgm:pt>
    <dgm:pt modelId="{7A8DD86C-7200-4359-9C62-8304049B67F4}" type="parTrans" cxnId="{596B2CA6-B23D-404F-A8F7-953DD4B0AC0C}">
      <dgm:prSet/>
      <dgm:spPr/>
      <dgm:t>
        <a:bodyPr/>
        <a:lstStyle/>
        <a:p>
          <a:endParaRPr kumimoji="1" lang="ja-JP" altLang="en-US"/>
        </a:p>
      </dgm:t>
    </dgm:pt>
    <dgm:pt modelId="{9BBA8340-36B7-4E78-87AA-F34CAA7122D3}" type="sibTrans" cxnId="{596B2CA6-B23D-404F-A8F7-953DD4B0AC0C}">
      <dgm:prSet/>
      <dgm:spPr/>
      <dgm:t>
        <a:bodyPr/>
        <a:lstStyle/>
        <a:p>
          <a:endParaRPr kumimoji="1" lang="ja-JP" altLang="en-US"/>
        </a:p>
      </dgm:t>
    </dgm:pt>
    <dgm:pt modelId="{583E14B8-4894-4997-B082-B8823356617B}">
      <dgm:prSet custT="1"/>
      <dgm:spPr/>
      <dgm:t>
        <a:bodyPr/>
        <a:lstStyle/>
        <a:p>
          <a:pPr>
            <a:buClr>
              <a:schemeClr val="accent1"/>
            </a:buClr>
            <a:buFont typeface="ADLaM Display" panose="02010000000000000000" pitchFamily="2" charset="0"/>
            <a:buChar char="▶"/>
          </a:pPr>
          <a:endParaRPr lang="ja-JP" sz="4000" b="0" dirty="0">
            <a:solidFill>
              <a:schemeClr val="tx1"/>
            </a:solidFill>
            <a:latin typeface="+mn-lt"/>
            <a:cs typeface="Latin Modern Math" panose="020B0604020202020204" pitchFamily="34" charset="0"/>
          </a:endParaRPr>
        </a:p>
      </dgm:t>
    </dgm:pt>
    <dgm:pt modelId="{AF7F1F94-ADEB-4BA5-BC7A-1D1402BAFB32}" type="parTrans" cxnId="{965BD362-BC4D-4CB1-BBFB-7199250FF67D}">
      <dgm:prSet/>
      <dgm:spPr/>
      <dgm:t>
        <a:bodyPr/>
        <a:lstStyle/>
        <a:p>
          <a:endParaRPr kumimoji="1" lang="ja-JP" altLang="en-US"/>
        </a:p>
      </dgm:t>
    </dgm:pt>
    <dgm:pt modelId="{4120F532-E85B-480D-91F3-B1363E482628}" type="sibTrans" cxnId="{965BD362-BC4D-4CB1-BBFB-7199250FF67D}">
      <dgm:prSet/>
      <dgm:spPr/>
      <dgm:t>
        <a:bodyPr/>
        <a:lstStyle/>
        <a:p>
          <a:endParaRPr kumimoji="1" lang="ja-JP" altLang="en-US"/>
        </a:p>
      </dgm:t>
    </dgm:pt>
    <dgm:pt modelId="{7C863E87-CF9C-49FC-B728-8133BD9D867F}">
      <dgm:prSet custT="1"/>
      <dgm:spPr/>
      <dgm:t>
        <a:bodyPr/>
        <a:lstStyle/>
        <a:p>
          <a:pPr>
            <a:buClr>
              <a:schemeClr val="accent1"/>
            </a:buClr>
            <a:buFont typeface="ADLaM Display" panose="02010000000000000000" pitchFamily="2" charset="0"/>
            <a:buChar char="▶"/>
          </a:pPr>
          <a:endParaRPr lang="ja-JP" sz="4000" b="0" dirty="0">
            <a:solidFill>
              <a:schemeClr val="tx1"/>
            </a:solidFill>
            <a:latin typeface="+mn-lt"/>
            <a:cs typeface="Latin Modern Math" panose="020B0604020202020204" pitchFamily="34" charset="0"/>
          </a:endParaRPr>
        </a:p>
      </dgm:t>
    </dgm:pt>
    <dgm:pt modelId="{E23765E7-9236-48E6-8872-16767C9DCD98}" type="parTrans" cxnId="{633660AD-DF76-4926-BA9D-41C33DBA75FF}">
      <dgm:prSet/>
      <dgm:spPr/>
      <dgm:t>
        <a:bodyPr/>
        <a:lstStyle/>
        <a:p>
          <a:endParaRPr kumimoji="1" lang="ja-JP" altLang="en-US"/>
        </a:p>
      </dgm:t>
    </dgm:pt>
    <dgm:pt modelId="{D6AB4839-49B3-477C-B857-4EFCDD92C869}" type="sibTrans" cxnId="{633660AD-DF76-4926-BA9D-41C33DBA75FF}">
      <dgm:prSet/>
      <dgm:spPr/>
      <dgm:t>
        <a:bodyPr/>
        <a:lstStyle/>
        <a:p>
          <a:endParaRPr kumimoji="1" lang="ja-JP" altLang="en-US"/>
        </a:p>
      </dgm:t>
    </dgm:pt>
    <dgm:pt modelId="{EA76EEC4-7FE3-4DE1-BE76-1C14719B2AD3}">
      <dgm:prSet custT="1"/>
      <dgm:spPr/>
      <dgm:t>
        <a:bodyPr/>
        <a:lstStyle/>
        <a:p>
          <a:pPr>
            <a:buClr>
              <a:schemeClr val="accent1"/>
            </a:buClr>
            <a:buFont typeface="ADLaM Display" panose="02010000000000000000" pitchFamily="2" charset="0"/>
            <a:buChar char="▶"/>
          </a:pPr>
          <a:endParaRPr lang="ja-JP" sz="4000" b="0" dirty="0">
            <a:solidFill>
              <a:schemeClr val="tx1"/>
            </a:solidFill>
            <a:latin typeface="+mn-lt"/>
            <a:cs typeface="Latin Modern Math" panose="020B0604020202020204" pitchFamily="34" charset="0"/>
          </a:endParaRPr>
        </a:p>
      </dgm:t>
    </dgm:pt>
    <dgm:pt modelId="{19B26599-483E-41E5-A39E-90129C40BFC2}" type="parTrans" cxnId="{7A184AD4-BF4A-4064-B507-9ABF3B7D98DD}">
      <dgm:prSet/>
      <dgm:spPr/>
      <dgm:t>
        <a:bodyPr/>
        <a:lstStyle/>
        <a:p>
          <a:endParaRPr kumimoji="1" lang="ja-JP" altLang="en-US"/>
        </a:p>
      </dgm:t>
    </dgm:pt>
    <dgm:pt modelId="{C94AD866-6270-4E9A-A93F-B04A60117A3C}" type="sibTrans" cxnId="{7A184AD4-BF4A-4064-B507-9ABF3B7D98DD}">
      <dgm:prSet/>
      <dgm:spPr/>
      <dgm:t>
        <a:bodyPr/>
        <a:lstStyle/>
        <a:p>
          <a:endParaRPr kumimoji="1" lang="ja-JP" altLang="en-US"/>
        </a:p>
      </dgm:t>
    </dgm:pt>
    <dgm:pt modelId="{29B23E6D-31FF-41C7-B719-4D70D78034FF}">
      <dgm:prSet custT="1"/>
      <dgm:spPr/>
      <dgm:t>
        <a:bodyPr/>
        <a:lstStyle/>
        <a:p>
          <a:pPr>
            <a:buClr>
              <a:schemeClr val="accent1"/>
            </a:buClr>
            <a:buFont typeface="ADLaM Display" panose="02010000000000000000" pitchFamily="2" charset="0"/>
            <a:buChar char="▶"/>
          </a:pPr>
          <a:endParaRPr lang="ja-JP" sz="4000" b="0" dirty="0">
            <a:solidFill>
              <a:schemeClr val="tx1"/>
            </a:solidFill>
            <a:latin typeface="+mn-lt"/>
            <a:cs typeface="Latin Modern Math" panose="020B0604020202020204" pitchFamily="34" charset="0"/>
          </a:endParaRPr>
        </a:p>
      </dgm:t>
    </dgm:pt>
    <dgm:pt modelId="{2A02AC0F-8318-4945-8068-6AC66F6C5968}" type="parTrans" cxnId="{167226A1-53E0-48F8-9C01-C36D55F5B1C7}">
      <dgm:prSet/>
      <dgm:spPr/>
      <dgm:t>
        <a:bodyPr/>
        <a:lstStyle/>
        <a:p>
          <a:endParaRPr kumimoji="1" lang="ja-JP" altLang="en-US"/>
        </a:p>
      </dgm:t>
    </dgm:pt>
    <dgm:pt modelId="{83AB020D-4D87-47E5-B45E-AEE0CF7E76CF}" type="sibTrans" cxnId="{167226A1-53E0-48F8-9C01-C36D55F5B1C7}">
      <dgm:prSet/>
      <dgm:spPr/>
      <dgm:t>
        <a:bodyPr/>
        <a:lstStyle/>
        <a:p>
          <a:endParaRPr kumimoji="1" lang="ja-JP" altLang="en-US"/>
        </a:p>
      </dgm:t>
    </dgm:pt>
    <dgm:pt modelId="{A7489E47-15AF-4746-91F1-256A2C12F105}">
      <dgm:prSet custT="1"/>
      <dgm:spPr/>
      <dgm:t>
        <a:bodyPr/>
        <a:lstStyle/>
        <a:p>
          <a:pPr>
            <a:buClr>
              <a:schemeClr val="accent1"/>
            </a:buClr>
            <a:buFont typeface="ADLaM Display" panose="02010000000000000000" pitchFamily="2" charset="0"/>
            <a:buChar char="▶"/>
          </a:pPr>
          <a:endParaRPr lang="ja-JP" sz="4000" b="0" dirty="0">
            <a:solidFill>
              <a:schemeClr val="tx1"/>
            </a:solidFill>
            <a:latin typeface="+mn-lt"/>
            <a:cs typeface="Latin Modern Math" panose="020B0604020202020204" pitchFamily="34" charset="0"/>
          </a:endParaRPr>
        </a:p>
      </dgm:t>
    </dgm:pt>
    <dgm:pt modelId="{AE510FA9-579E-48D1-9D51-880F05A3AA89}" type="parTrans" cxnId="{C792D008-C5A6-430C-9E61-3557B4476ADF}">
      <dgm:prSet/>
      <dgm:spPr/>
      <dgm:t>
        <a:bodyPr/>
        <a:lstStyle/>
        <a:p>
          <a:endParaRPr kumimoji="1" lang="ja-JP" altLang="en-US"/>
        </a:p>
      </dgm:t>
    </dgm:pt>
    <dgm:pt modelId="{484D5166-335D-4F31-9C5D-2D2338C3EFDC}" type="sibTrans" cxnId="{C792D008-C5A6-430C-9E61-3557B4476ADF}">
      <dgm:prSet/>
      <dgm:spPr/>
      <dgm:t>
        <a:bodyPr/>
        <a:lstStyle/>
        <a:p>
          <a:endParaRPr kumimoji="1" lang="ja-JP" alt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EEBE3717-EEAA-48BE-9FCB-FB99FB6A494A}">
          <dgm:prSet custT="1"/>
          <dgm:spPr/>
          <dgm:t>
            <a:bodyPr/>
            <a:lstStyle/>
            <a:p>
              <a:pPr marL="285750" indent="0">
                <a:buClr>
                  <a:schemeClr val="accent1"/>
                </a:buClr>
                <a:buFont typeface="ADLaM Display" panose="02010000000000000000" pitchFamily="2" charset="0"/>
                <a:buNone/>
              </a:pPr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sSub>
                      <m:sSubPr>
                        <m:ctrlPr>
                          <a:rPr lang="en-US" altLang="ja-JP" sz="4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4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ja-JP" sz="4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ja-JP" sz="4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ja-JP" sz="4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4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altLang="ja-JP" sz="4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ja-JP" sz="4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ja-JP" sz="4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4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altLang="ja-JP" sz="4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ja-JP" sz="4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Latin Modern Math" panose="020B0604020202020204" pitchFamily="34" charset="0"/>
                      </a:rPr>
                      <m:t>=</m:t>
                    </m:r>
                    <m:nary>
                      <m:naryPr>
                        <m:subHide m:val="on"/>
                        <m:supHide m:val="on"/>
                        <m:ctrlPr>
                          <a:rPr lang="en-US" altLang="ja-JP" sz="4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ja-JP" sz="4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ja-JP" sz="4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sz="4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  <m:sub>
                                <m:r>
                                  <a:rPr lang="en-US" altLang="ja-JP" sz="4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ja-JP" sz="4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4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lang="en-US" altLang="ja-JP" sz="4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ja-JP" sz="4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sz="4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  <m:sub>
                                <m:r>
                                  <a:rPr lang="en-US" altLang="ja-JP" sz="4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ja-JP" sz="4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4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d>
                        <m:r>
                          <a:rPr lang="en-US" altLang="ja-JP" sz="4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Latin Modern Math" panose="020B0604020202020204" pitchFamily="34" charset="0"/>
                          </a:rPr>
                          <m:t>𝑑𝑥</m:t>
                        </m:r>
                      </m:e>
                    </m:nary>
                  </m:oMath>
                </m:oMathPara>
              </a14:m>
              <a:endParaRPr lang="ja-JP" sz="4000" b="1" dirty="0">
                <a:solidFill>
                  <a:srgbClr val="FF0000"/>
                </a:solidFill>
                <a:latin typeface="+mn-lt"/>
                <a:cs typeface="Latin Modern Math" panose="020B0604020202020204" pitchFamily="34" charset="0"/>
              </a:endParaRPr>
            </a:p>
          </dgm:t>
        </dgm:pt>
      </mc:Choice>
      <mc:Fallback xmlns="">
        <dgm:pt modelId="{EEBE3717-EEAA-48BE-9FCB-FB99FB6A494A}">
          <dgm:prSet custT="1"/>
          <dgm:spPr/>
          <dgm:t>
            <a:bodyPr/>
            <a:lstStyle/>
            <a:p>
              <a:pPr marL="285750" indent="0">
                <a:buClr>
                  <a:schemeClr val="accent1"/>
                </a:buClr>
                <a:buFont typeface="ADLaM Display" panose="02010000000000000000" pitchFamily="2" charset="0"/>
                <a:buNone/>
              </a:pPr>
              <a:r>
                <a:rPr lang="en-US" altLang="ja-JP" sz="4000" b="0" i="0">
                  <a:solidFill>
                    <a:schemeClr val="tx1"/>
                  </a:solidFill>
                  <a:latin typeface="Cambria Math" panose="02040503050406030204" pitchFamily="18" charset="0"/>
                </a:rPr>
                <a:t>𝑊_1 (𝐹_1,𝐹_2 )</a:t>
              </a:r>
              <a:r>
                <a:rPr lang="en-US" altLang="ja-JP" sz="4000" b="0" i="0">
                  <a:solidFill>
                    <a:schemeClr val="tx1"/>
                  </a:solidFill>
                  <a:latin typeface="Cambria Math" panose="02040503050406030204" pitchFamily="18" charset="0"/>
                  <a:cs typeface="Latin Modern Math" panose="020B0604020202020204" pitchFamily="34" charset="0"/>
                </a:rPr>
                <a:t>=</a:t>
              </a:r>
              <a:r>
                <a:rPr lang="en-US" altLang="ja-JP" sz="4000" b="0" i="0">
                  <a:solidFill>
                    <a:schemeClr val="tx1"/>
                  </a:solidFill>
                  <a:latin typeface="Cambria Math" panose="02040503050406030204" pitchFamily="18" charset="0"/>
                </a:rPr>
                <a:t>∫▒|𝐹_1 (𝑥)−𝐹_2 (𝑥)|</a:t>
              </a:r>
              <a:r>
                <a:rPr lang="en-US" altLang="ja-JP" sz="4000" b="0" i="0">
                  <a:solidFill>
                    <a:schemeClr val="tx1"/>
                  </a:solidFill>
                  <a:latin typeface="Cambria Math" panose="02040503050406030204" pitchFamily="18" charset="0"/>
                  <a:cs typeface="Latin Modern Math" panose="020B0604020202020204" pitchFamily="34" charset="0"/>
                </a:rPr>
                <a:t>𝑑𝑥</a:t>
              </a:r>
              <a:endParaRPr lang="ja-JP" sz="4000" b="1" dirty="0">
                <a:solidFill>
                  <a:srgbClr val="FF0000"/>
                </a:solidFill>
                <a:latin typeface="+mn-lt"/>
                <a:cs typeface="Latin Modern Math" panose="020B0604020202020204" pitchFamily="34" charset="0"/>
              </a:endParaRPr>
            </a:p>
          </dgm:t>
        </dgm:pt>
      </mc:Fallback>
    </mc:AlternateContent>
    <dgm:pt modelId="{B19FB3FC-0810-433E-B6EA-7EF64BB2649E}" type="parTrans" cxnId="{95A1E0A3-26D1-4D0C-AA43-41E91D5A076A}">
      <dgm:prSet/>
      <dgm:spPr/>
      <dgm:t>
        <a:bodyPr/>
        <a:lstStyle/>
        <a:p>
          <a:endParaRPr kumimoji="1" lang="ja-JP" altLang="en-US"/>
        </a:p>
      </dgm:t>
    </dgm:pt>
    <dgm:pt modelId="{25F58734-B972-48E7-A27E-E63B0718ECC6}" type="sibTrans" cxnId="{95A1E0A3-26D1-4D0C-AA43-41E91D5A076A}">
      <dgm:prSet/>
      <dgm:spPr/>
      <dgm:t>
        <a:bodyPr/>
        <a:lstStyle/>
        <a:p>
          <a:endParaRPr kumimoji="1" lang="ja-JP" altLang="en-US"/>
        </a:p>
      </dgm:t>
    </dgm:pt>
    <dgm:pt modelId="{0E58D3F1-750B-44F0-9E16-F5DD2147D0D2}" type="pres">
      <dgm:prSet presAssocID="{C646E206-482D-4FDF-B076-EB151CD26D34}" presName="linear" presStyleCnt="0">
        <dgm:presLayoutVars>
          <dgm:animLvl val="lvl"/>
          <dgm:resizeHandles val="exact"/>
        </dgm:presLayoutVars>
      </dgm:prSet>
      <dgm:spPr/>
    </dgm:pt>
    <dgm:pt modelId="{4083A4A3-492F-4790-9516-2AD3660D86A2}" type="pres">
      <dgm:prSet presAssocID="{7D4D7C58-D04A-431B-953A-47DF1AAE419F}" presName="parentText" presStyleLbl="node1" presStyleIdx="0" presStyleCnt="5" custScaleY="90144" custLinFactNeighborY="-607">
        <dgm:presLayoutVars>
          <dgm:chMax val="0"/>
          <dgm:bulletEnabled val="1"/>
        </dgm:presLayoutVars>
      </dgm:prSet>
      <dgm:spPr/>
    </dgm:pt>
    <dgm:pt modelId="{276A5535-ED2B-43E9-B124-4C52B36A3903}" type="pres">
      <dgm:prSet presAssocID="{7D4D7C58-D04A-431B-953A-47DF1AAE419F}" presName="childText" presStyleLbl="revTx" presStyleIdx="0" presStyleCnt="5">
        <dgm:presLayoutVars>
          <dgm:bulletEnabled val="1"/>
        </dgm:presLayoutVars>
      </dgm:prSet>
      <dgm:spPr/>
    </dgm:pt>
    <dgm:pt modelId="{3B0D0EDC-F6C1-4DCA-84CE-B5D4CFFE176D}" type="pres">
      <dgm:prSet presAssocID="{C32EF90E-F5BF-42F6-8C03-3B4F59CC57FB}" presName="parentText" presStyleLbl="node1" presStyleIdx="1" presStyleCnt="5" custScaleY="90144">
        <dgm:presLayoutVars>
          <dgm:chMax val="0"/>
          <dgm:bulletEnabled val="1"/>
        </dgm:presLayoutVars>
      </dgm:prSet>
      <dgm:spPr/>
    </dgm:pt>
    <dgm:pt modelId="{7052072D-A2C0-4ED2-A262-652ED27ED22F}" type="pres">
      <dgm:prSet presAssocID="{C32EF90E-F5BF-42F6-8C03-3B4F59CC57FB}" presName="childText" presStyleLbl="revTx" presStyleIdx="1" presStyleCnt="5">
        <dgm:presLayoutVars>
          <dgm:bulletEnabled val="1"/>
        </dgm:presLayoutVars>
      </dgm:prSet>
      <dgm:spPr/>
    </dgm:pt>
    <dgm:pt modelId="{89B49C3A-737C-4229-BB47-13A3E3D59AEA}" type="pres">
      <dgm:prSet presAssocID="{B54F624D-1641-4D52-BFC5-75A541730081}" presName="parentText" presStyleLbl="node1" presStyleIdx="2" presStyleCnt="5" custScaleY="90144">
        <dgm:presLayoutVars>
          <dgm:chMax val="0"/>
          <dgm:bulletEnabled val="1"/>
        </dgm:presLayoutVars>
      </dgm:prSet>
      <dgm:spPr/>
    </dgm:pt>
    <dgm:pt modelId="{370A5098-C465-43E9-B3DA-349BC57176A6}" type="pres">
      <dgm:prSet presAssocID="{B54F624D-1641-4D52-BFC5-75A541730081}" presName="childText" presStyleLbl="revTx" presStyleIdx="2" presStyleCnt="5">
        <dgm:presLayoutVars>
          <dgm:bulletEnabled val="1"/>
        </dgm:presLayoutVars>
      </dgm:prSet>
      <dgm:spPr/>
    </dgm:pt>
    <dgm:pt modelId="{50826671-5D21-4BBF-8BAC-4541C1AD4F86}" type="pres">
      <dgm:prSet presAssocID="{C17105FE-3AA9-471B-B02E-3DEA0B569C8B}" presName="parentText" presStyleLbl="node1" presStyleIdx="3" presStyleCnt="5" custScaleY="90144">
        <dgm:presLayoutVars>
          <dgm:chMax val="0"/>
          <dgm:bulletEnabled val="1"/>
        </dgm:presLayoutVars>
      </dgm:prSet>
      <dgm:spPr/>
    </dgm:pt>
    <dgm:pt modelId="{8049BB8D-F52F-499C-8D5D-AD6EA217646F}" type="pres">
      <dgm:prSet presAssocID="{C17105FE-3AA9-471B-B02E-3DEA0B569C8B}" presName="childText" presStyleLbl="revTx" presStyleIdx="3" presStyleCnt="5">
        <dgm:presLayoutVars>
          <dgm:bulletEnabled val="1"/>
        </dgm:presLayoutVars>
      </dgm:prSet>
      <dgm:spPr/>
    </dgm:pt>
    <dgm:pt modelId="{0BF06565-CA24-4BAD-8F39-AC0DB201749B}" type="pres">
      <dgm:prSet presAssocID="{DEBE273F-C37E-468C-9EBB-1A6F194DC218}" presName="parentText" presStyleLbl="node1" presStyleIdx="4" presStyleCnt="5" custScaleY="90144">
        <dgm:presLayoutVars>
          <dgm:chMax val="0"/>
          <dgm:bulletEnabled val="1"/>
        </dgm:presLayoutVars>
      </dgm:prSet>
      <dgm:spPr/>
    </dgm:pt>
    <dgm:pt modelId="{E4EDB3AE-060F-42E5-AC2F-B2180353957D}" type="pres">
      <dgm:prSet presAssocID="{DEBE273F-C37E-468C-9EBB-1A6F194DC218}" presName="childText" presStyleLbl="revTx" presStyleIdx="4" presStyleCnt="5">
        <dgm:presLayoutVars>
          <dgm:bulletEnabled val="1"/>
        </dgm:presLayoutVars>
      </dgm:prSet>
      <dgm:spPr/>
    </dgm:pt>
  </dgm:ptLst>
  <dgm:cxnLst>
    <dgm:cxn modelId="{CE3FEC01-78C2-469E-B4F5-CA14B2AD2D66}" type="presOf" srcId="{D028C347-C89D-4470-9839-F960451418D2}" destId="{370A5098-C465-43E9-B3DA-349BC57176A6}" srcOrd="0" destOrd="16" presId="urn:microsoft.com/office/officeart/2005/8/layout/vList2"/>
    <dgm:cxn modelId="{928DCE04-E8AF-420C-ACE2-B27C6F15333A}" type="presOf" srcId="{C17105FE-3AA9-471B-B02E-3DEA0B569C8B}" destId="{50826671-5D21-4BBF-8BAC-4541C1AD4F86}" srcOrd="0" destOrd="0" presId="urn:microsoft.com/office/officeart/2005/8/layout/vList2"/>
    <dgm:cxn modelId="{DDC7E704-7E35-4703-95B6-1D688149F8AA}" type="presOf" srcId="{00A64729-706B-43D9-836E-70FE3C0BCA26}" destId="{7052072D-A2C0-4ED2-A262-652ED27ED22F}" srcOrd="0" destOrd="0" presId="urn:microsoft.com/office/officeart/2005/8/layout/vList2"/>
    <dgm:cxn modelId="{9E7FD205-FAA3-4A35-B4C5-F4BE09E1E057}" srcId="{A0F7BE4C-F3B0-4233-82F7-675D922AFB51}" destId="{D9AB6ED3-46BB-40C3-B1FE-E1CD9D4F83DA}" srcOrd="0" destOrd="0" parTransId="{D00956BC-75C1-4380-86EF-F76F0EAEA183}" sibTransId="{577A7E5C-63B0-4340-B5AC-C0561AD52458}"/>
    <dgm:cxn modelId="{76FEB606-2C36-4EAC-85DF-942680874AF1}" type="presOf" srcId="{D9AB6ED3-46BB-40C3-B1FE-E1CD9D4F83DA}" destId="{370A5098-C465-43E9-B3DA-349BC57176A6}" srcOrd="0" destOrd="3" presId="urn:microsoft.com/office/officeart/2005/8/layout/vList2"/>
    <dgm:cxn modelId="{C792D008-C5A6-430C-9E61-3557B4476ADF}" srcId="{DEBE273F-C37E-468C-9EBB-1A6F194DC218}" destId="{A7489E47-15AF-4746-91F1-256A2C12F105}" srcOrd="12" destOrd="0" parTransId="{AE510FA9-579E-48D1-9D51-880F05A3AA89}" sibTransId="{484D5166-335D-4F31-9C5D-2D2338C3EFDC}"/>
    <dgm:cxn modelId="{8DB9DA09-1F80-495C-BF75-AB2A9CBA01E9}" type="presOf" srcId="{6EB72FF8-7921-411F-87CC-DFFA0A2447FF}" destId="{8049BB8D-F52F-499C-8D5D-AD6EA217646F}" srcOrd="0" destOrd="1" presId="urn:microsoft.com/office/officeart/2005/8/layout/vList2"/>
    <dgm:cxn modelId="{10E25A0A-FAAD-410B-9693-22581F115B2C}" type="presOf" srcId="{A0F7BE4C-F3B0-4233-82F7-675D922AFB51}" destId="{370A5098-C465-43E9-B3DA-349BC57176A6}" srcOrd="0" destOrd="2" presId="urn:microsoft.com/office/officeart/2005/8/layout/vList2"/>
    <dgm:cxn modelId="{C56EC80B-C6D4-4FCD-BCE4-21E4C5FE968F}" type="presOf" srcId="{A80F4FA0-6D10-4023-AA97-E6FB2F7C3B2E}" destId="{E4EDB3AE-060F-42E5-AC2F-B2180353957D}" srcOrd="0" destOrd="2" presId="urn:microsoft.com/office/officeart/2005/8/layout/vList2"/>
    <dgm:cxn modelId="{B2BB290C-1302-4C67-B5DF-F610B5D666BF}" srcId="{DEBE273F-C37E-468C-9EBB-1A6F194DC218}" destId="{A80F4FA0-6D10-4023-AA97-E6FB2F7C3B2E}" srcOrd="2" destOrd="0" parTransId="{685CAD06-B0AB-41AC-B478-155150E0DA5B}" sibTransId="{622A05E9-7F48-4F00-A6FC-0384D8120325}"/>
    <dgm:cxn modelId="{F37C200D-B2FA-4F40-8F47-88C3A7B6BF00}" type="presOf" srcId="{629C6CA4-80F9-4A19-8825-C3E4749EA56E}" destId="{E4EDB3AE-060F-42E5-AC2F-B2180353957D}" srcOrd="0" destOrd="4" presId="urn:microsoft.com/office/officeart/2005/8/layout/vList2"/>
    <dgm:cxn modelId="{1F628D0E-AB3E-4D03-897C-AFD3685F947E}" type="presOf" srcId="{A0C9012E-FA30-4638-99E5-4990A6C78CFB}" destId="{370A5098-C465-43E9-B3DA-349BC57176A6}" srcOrd="0" destOrd="6" presId="urn:microsoft.com/office/officeart/2005/8/layout/vList2"/>
    <dgm:cxn modelId="{BA242310-6E51-4F87-8FC0-8878CC2FD1DD}" srcId="{C17105FE-3AA9-471B-B02E-3DEA0B569C8B}" destId="{BA3EA654-56A9-489E-84D1-3C55E044E2BE}" srcOrd="0" destOrd="0" parTransId="{8869C6F7-0816-47A4-A0FF-6E6278B064CB}" sibTransId="{D5B1C80A-C29D-4665-B590-215285CB090D}"/>
    <dgm:cxn modelId="{42A3D110-D4BE-4291-A1E2-AE463DCAB2C8}" type="presOf" srcId="{EA76EEC4-7FE3-4DE1-BE76-1C14719B2AD3}" destId="{E4EDB3AE-060F-42E5-AC2F-B2180353957D}" srcOrd="0" destOrd="10" presId="urn:microsoft.com/office/officeart/2005/8/layout/vList2"/>
    <dgm:cxn modelId="{8C561613-34B9-42CA-A07B-545651D2913D}" type="presOf" srcId="{DEBE273F-C37E-468C-9EBB-1A6F194DC218}" destId="{0BF06565-CA24-4BAD-8F39-AC0DB201749B}" srcOrd="0" destOrd="0" presId="urn:microsoft.com/office/officeart/2005/8/layout/vList2"/>
    <dgm:cxn modelId="{A97D6A13-388C-43B0-BCA6-4B99BB399097}" srcId="{B54F624D-1641-4D52-BFC5-75A541730081}" destId="{B66241AE-EC65-4459-B6B2-6F53C6648100}" srcOrd="0" destOrd="0" parTransId="{FFC2EA5C-E3C0-4200-B9C5-D7534FA935E7}" sibTransId="{6A957FC7-637F-4B18-9607-3F7A37C52E4D}"/>
    <dgm:cxn modelId="{F4914F16-467A-4550-B31A-D9CC68EFEE15}" srcId="{A0F7BE4C-F3B0-4233-82F7-675D922AFB51}" destId="{7D16D7F8-DF8B-4EC2-B6E1-A7BA7033C537}" srcOrd="5" destOrd="0" parTransId="{82C17719-F640-4EFD-8770-1AA6F10A9988}" sibTransId="{FAD25895-15E3-4822-AA3D-F61B20679459}"/>
    <dgm:cxn modelId="{A2479A16-2CCD-4309-AF61-B44372B1ABE5}" srcId="{B54F624D-1641-4D52-BFC5-75A541730081}" destId="{751A06D5-12AC-4CB3-898B-7D79D4478504}" srcOrd="5" destOrd="0" parTransId="{6FD1D198-AED6-4795-9D37-E2AA875895F6}" sibTransId="{EFC8A7CF-5987-4386-87C9-0944AE62FAD0}"/>
    <dgm:cxn modelId="{48D4E117-4D2C-4B59-8153-41DC85E4104E}" srcId="{C646E206-482D-4FDF-B076-EB151CD26D34}" destId="{C17105FE-3AA9-471B-B02E-3DEA0B569C8B}" srcOrd="3" destOrd="0" parTransId="{9B7551DD-6358-4DCE-9BB4-DA4891BBF66E}" sibTransId="{9C65008D-B910-462B-8243-0ADA5764E6A6}"/>
    <dgm:cxn modelId="{19CE6B1A-6090-48CF-9C5D-FD3C5C1C5CAD}" srcId="{C32EF90E-F5BF-42F6-8C03-3B4F59CC57FB}" destId="{00A64729-706B-43D9-836E-70FE3C0BCA26}" srcOrd="0" destOrd="0" parTransId="{E4B7CBAB-C7EE-4E8E-90CE-B90631A8D6F5}" sibTransId="{523F8DEA-363A-4AF1-999C-DC00C464AC62}"/>
    <dgm:cxn modelId="{9F812E1C-D6D1-40CF-9FAF-6298781309CE}" type="presOf" srcId="{DAB603F6-0C8D-4D59-AEA0-94288986A2CB}" destId="{370A5098-C465-43E9-B3DA-349BC57176A6}" srcOrd="0" destOrd="7" presId="urn:microsoft.com/office/officeart/2005/8/layout/vList2"/>
    <dgm:cxn modelId="{64B35D20-6083-4460-85CC-C2F1F0ABDBA4}" type="presOf" srcId="{BA3EA654-56A9-489E-84D1-3C55E044E2BE}" destId="{8049BB8D-F52F-499C-8D5D-AD6EA217646F}" srcOrd="0" destOrd="0" presId="urn:microsoft.com/office/officeart/2005/8/layout/vList2"/>
    <dgm:cxn modelId="{AAE86A25-D720-4D76-81F1-4A774E40BB76}" type="presOf" srcId="{29413405-AE2B-49F2-9574-BBAA531AAB67}" destId="{E4EDB3AE-060F-42E5-AC2F-B2180353957D}" srcOrd="0" destOrd="14" presId="urn:microsoft.com/office/officeart/2005/8/layout/vList2"/>
    <dgm:cxn modelId="{8FB42026-47F2-48BD-9CC7-471E81E4AC55}" type="presOf" srcId="{67500223-53CD-49F4-A87A-F5D10BE3DE2F}" destId="{276A5535-ED2B-43E9-B124-4C52B36A3903}" srcOrd="0" destOrd="1" presId="urn:microsoft.com/office/officeart/2005/8/layout/vList2"/>
    <dgm:cxn modelId="{C11CC533-20F2-4506-9906-9B693FE88B61}" type="presOf" srcId="{10123635-3290-4D3A-965E-0072B054CFF9}" destId="{370A5098-C465-43E9-B3DA-349BC57176A6}" srcOrd="0" destOrd="13" presId="urn:microsoft.com/office/officeart/2005/8/layout/vList2"/>
    <dgm:cxn modelId="{DCC67137-8A58-4E55-8718-BA0745C4CAA4}" type="presOf" srcId="{A7489E47-15AF-4746-91F1-256A2C12F105}" destId="{E4EDB3AE-060F-42E5-AC2F-B2180353957D}" srcOrd="0" destOrd="12" presId="urn:microsoft.com/office/officeart/2005/8/layout/vList2"/>
    <dgm:cxn modelId="{C035E63B-C59D-421A-8190-27AFD34C588D}" type="presOf" srcId="{B54F624D-1641-4D52-BFC5-75A541730081}" destId="{89B49C3A-737C-4229-BB47-13A3E3D59AEA}" srcOrd="0" destOrd="0" presId="urn:microsoft.com/office/officeart/2005/8/layout/vList2"/>
    <dgm:cxn modelId="{9583C25F-C6A0-43F2-9D2B-C80A6C92F60C}" type="presOf" srcId="{EB151608-7D24-4381-97E6-47483C0C975F}" destId="{E4EDB3AE-060F-42E5-AC2F-B2180353957D}" srcOrd="0" destOrd="3" presId="urn:microsoft.com/office/officeart/2005/8/layout/vList2"/>
    <dgm:cxn modelId="{965BD362-BC4D-4CB1-BBFB-7199250FF67D}" srcId="{DEBE273F-C37E-468C-9EBB-1A6F194DC218}" destId="{583E14B8-4894-4997-B082-B8823356617B}" srcOrd="8" destOrd="0" parTransId="{AF7F1F94-ADEB-4BA5-BC7A-1D1402BAFB32}" sibTransId="{4120F532-E85B-480D-91F3-B1363E482628}"/>
    <dgm:cxn modelId="{F3EC4E63-6A6D-461B-988F-4296D8CF373A}" srcId="{C646E206-482D-4FDF-B076-EB151CD26D34}" destId="{7D4D7C58-D04A-431B-953A-47DF1AAE419F}" srcOrd="0" destOrd="0" parTransId="{3529C4F4-FF7E-4798-96E7-5CED623976DE}" sibTransId="{063E530B-C3B8-404F-8386-6BBEACBF93F0}"/>
    <dgm:cxn modelId="{86084044-1F5D-4637-9917-BCE9D40AAA2C}" srcId="{DEBE273F-C37E-468C-9EBB-1A6F194DC218}" destId="{629C6CA4-80F9-4A19-8825-C3E4749EA56E}" srcOrd="4" destOrd="0" parTransId="{4A6AC595-C62C-47CE-96A5-B9E5C99DB70E}" sibTransId="{CA353439-DD11-4E06-967E-BFB61778F88B}"/>
    <dgm:cxn modelId="{1A9D3D67-59F0-4B2B-BA6F-0D37428C7B40}" srcId="{A0F7BE4C-F3B0-4233-82F7-675D922AFB51}" destId="{B02D7EC8-1973-4361-ACE7-0EDE99BA15E1}" srcOrd="2" destOrd="0" parTransId="{96B6D163-88F3-473B-A788-60698B00B61F}" sibTransId="{BC523010-D851-43A8-BF22-7655100F82E2}"/>
    <dgm:cxn modelId="{78299567-9F69-47AE-BE5A-A0FA6F06E20F}" type="presOf" srcId="{C32EF90E-F5BF-42F6-8C03-3B4F59CC57FB}" destId="{3B0D0EDC-F6C1-4DCA-84CE-B5D4CFFE176D}" srcOrd="0" destOrd="0" presId="urn:microsoft.com/office/officeart/2005/8/layout/vList2"/>
    <dgm:cxn modelId="{D631CC4A-7769-4FEC-A29F-AEB50FAF8A14}" type="presOf" srcId="{BBEADD83-2D5C-4D9A-B6A0-7BED341DB80A}" destId="{370A5098-C465-43E9-B3DA-349BC57176A6}" srcOrd="0" destOrd="10" presId="urn:microsoft.com/office/officeart/2005/8/layout/vList2"/>
    <dgm:cxn modelId="{68F17A6B-F01F-4263-AC40-76EB36A76CA7}" type="presOf" srcId="{4660ABC2-9A22-4C6F-A8BB-6EDA02DAE6F5}" destId="{370A5098-C465-43E9-B3DA-349BC57176A6}" srcOrd="0" destOrd="11" presId="urn:microsoft.com/office/officeart/2005/8/layout/vList2"/>
    <dgm:cxn modelId="{7A40AC70-D9A7-414F-A207-4AB647182355}" type="presOf" srcId="{EEBE3717-EEAA-48BE-9FCB-FB99FB6A494A}" destId="{370A5098-C465-43E9-B3DA-349BC57176A6}" srcOrd="0" destOrd="1" presId="urn:microsoft.com/office/officeart/2005/8/layout/vList2"/>
    <dgm:cxn modelId="{CB1F8E71-444F-45B2-B13E-2DD76928A333}" type="presOf" srcId="{9A92B360-9FE8-4C29-AF0E-346831BD60FE}" destId="{370A5098-C465-43E9-B3DA-349BC57176A6}" srcOrd="0" destOrd="4" presId="urn:microsoft.com/office/officeart/2005/8/layout/vList2"/>
    <dgm:cxn modelId="{87300472-6A94-4573-BF5E-E59CBAAB33A4}" srcId="{7D4D7C58-D04A-431B-953A-47DF1AAE419F}" destId="{67500223-53CD-49F4-A87A-F5D10BE3DE2F}" srcOrd="1" destOrd="0" parTransId="{C749F4BA-7563-4C3C-AC71-275FF05D81AF}" sibTransId="{3ABF76E1-D5D6-4498-B9AC-7A635A53C48C}"/>
    <dgm:cxn modelId="{92AC2A74-39A7-4172-BC18-1D030CB598C7}" type="presOf" srcId="{751A06D5-12AC-4CB3-898B-7D79D4478504}" destId="{370A5098-C465-43E9-B3DA-349BC57176A6}" srcOrd="0" destOrd="14" presId="urn:microsoft.com/office/officeart/2005/8/layout/vList2"/>
    <dgm:cxn modelId="{DDE54356-64F1-4C1A-BCF1-8F0A4837760C}" srcId="{DEBE273F-C37E-468C-9EBB-1A6F194DC218}" destId="{F49D4F5E-B3D1-4C43-916B-82E41B0A204F}" srcOrd="1" destOrd="0" parTransId="{FEB3D137-7DDD-418B-B4F9-96F9DF402D4E}" sibTransId="{46866865-A5C8-4FE2-A623-6B17B7ADAD1D}"/>
    <dgm:cxn modelId="{81937377-C9A2-45C3-BCA9-EF8BFD24516A}" type="presOf" srcId="{30002F60-A61E-4B8A-BF28-AA1CAFB0904E}" destId="{E4EDB3AE-060F-42E5-AC2F-B2180353957D}" srcOrd="0" destOrd="5" presId="urn:microsoft.com/office/officeart/2005/8/layout/vList2"/>
    <dgm:cxn modelId="{1C2AB757-C982-4149-8D78-4BBF80A6547F}" type="presOf" srcId="{5FF91AA0-7F0D-41E2-98C4-60EE1C946728}" destId="{E4EDB3AE-060F-42E5-AC2F-B2180353957D}" srcOrd="0" destOrd="7" presId="urn:microsoft.com/office/officeart/2005/8/layout/vList2"/>
    <dgm:cxn modelId="{D29E0A59-D6F1-47CE-8815-60DC9EF9FA54}" type="presOf" srcId="{83677F05-3F84-4454-BD83-EDA2F533D108}" destId="{276A5535-ED2B-43E9-B124-4C52B36A3903}" srcOrd="0" destOrd="0" presId="urn:microsoft.com/office/officeart/2005/8/layout/vList2"/>
    <dgm:cxn modelId="{4E30577B-0901-497B-BA44-1039711380E1}" srcId="{DEBE273F-C37E-468C-9EBB-1A6F194DC218}" destId="{1ECE835F-59A6-4AB5-B458-AE32AD214EDA}" srcOrd="6" destOrd="0" parTransId="{1B61E9B4-CC6F-4253-A98B-B6775C5FFA80}" sibTransId="{16A9698A-BEC0-4652-8A9B-D98464D76036}"/>
    <dgm:cxn modelId="{8369DC7B-8212-415F-B0BC-E2E83A9A7AB2}" type="presOf" srcId="{F49D4F5E-B3D1-4C43-916B-82E41B0A204F}" destId="{E4EDB3AE-060F-42E5-AC2F-B2180353957D}" srcOrd="0" destOrd="1" presId="urn:microsoft.com/office/officeart/2005/8/layout/vList2"/>
    <dgm:cxn modelId="{922A617C-5792-4B07-A1BD-B0BCFCBA376F}" type="presOf" srcId="{29B23E6D-31FF-41C7-B719-4D70D78034FF}" destId="{E4EDB3AE-060F-42E5-AC2F-B2180353957D}" srcOrd="0" destOrd="11" presId="urn:microsoft.com/office/officeart/2005/8/layout/vList2"/>
    <dgm:cxn modelId="{0F3A787C-745E-4F9D-9419-0A551AB4C267}" type="presOf" srcId="{B69BCCBF-3A92-4201-993F-3DF90A3B6B5A}" destId="{370A5098-C465-43E9-B3DA-349BC57176A6}" srcOrd="0" destOrd="15" presId="urn:microsoft.com/office/officeart/2005/8/layout/vList2"/>
    <dgm:cxn modelId="{78830D7E-E0B6-4A2F-8616-1CC8728EC737}" type="presOf" srcId="{583E14B8-4894-4997-B082-B8823356617B}" destId="{E4EDB3AE-060F-42E5-AC2F-B2180353957D}" srcOrd="0" destOrd="8" presId="urn:microsoft.com/office/officeart/2005/8/layout/vList2"/>
    <dgm:cxn modelId="{05873E7E-7FF3-4870-A1ED-DB59C29C7814}" type="presOf" srcId="{7D16D7F8-DF8B-4EC2-B6E1-A7BA7033C537}" destId="{370A5098-C465-43E9-B3DA-349BC57176A6}" srcOrd="0" destOrd="8" presId="urn:microsoft.com/office/officeart/2005/8/layout/vList2"/>
    <dgm:cxn modelId="{C986207F-C0F4-4B15-A889-E70EBFA838DD}" srcId="{B54F624D-1641-4D52-BFC5-75A541730081}" destId="{A0F7BE4C-F3B0-4233-82F7-675D922AFB51}" srcOrd="2" destOrd="0" parTransId="{068B6F94-569F-40AF-9F07-582F8233F66E}" sibTransId="{DB223F96-9D5F-434C-A69C-FDB98F358B4E}"/>
    <dgm:cxn modelId="{F6A33082-6914-4338-A5EA-C398C4B5EEBB}" srcId="{A0F7BE4C-F3B0-4233-82F7-675D922AFB51}" destId="{DAB603F6-0C8D-4D59-AEA0-94288986A2CB}" srcOrd="4" destOrd="0" parTransId="{E140B078-8D33-4DD7-B6A1-0FBCB3A5327E}" sibTransId="{87F1D51A-272C-43E6-AB74-55946FC31F44}"/>
    <dgm:cxn modelId="{29EE3682-E3DE-410E-A99D-357F34881E46}" type="presOf" srcId="{1ECE835F-59A6-4AB5-B458-AE32AD214EDA}" destId="{E4EDB3AE-060F-42E5-AC2F-B2180353957D}" srcOrd="0" destOrd="6" presId="urn:microsoft.com/office/officeart/2005/8/layout/vList2"/>
    <dgm:cxn modelId="{0E197B89-E96D-4765-8377-82394C4B7740}" type="presOf" srcId="{2F2C5C28-7B58-4C1A-B3BF-FFFEC257B53D}" destId="{370A5098-C465-43E9-B3DA-349BC57176A6}" srcOrd="0" destOrd="12" presId="urn:microsoft.com/office/officeart/2005/8/layout/vList2"/>
    <dgm:cxn modelId="{AF40348D-4F50-4A7B-96CF-F342657C737A}" srcId="{751A06D5-12AC-4CB3-898B-7D79D4478504}" destId="{D028C347-C89D-4470-9839-F960451418D2}" srcOrd="1" destOrd="0" parTransId="{057741E6-E2FB-48FD-8854-6AEA88633BAF}" sibTransId="{8616C4F5-7DA2-4EAB-B9F6-4C80B3C23B6E}"/>
    <dgm:cxn modelId="{4E8A5A8D-5313-4DD4-8783-8586B095EDED}" srcId="{751A06D5-12AC-4CB3-898B-7D79D4478504}" destId="{B69BCCBF-3A92-4201-993F-3DF90A3B6B5A}" srcOrd="0" destOrd="0" parTransId="{F15902F2-A7BF-4E5E-8E01-6D620A0D65B2}" sibTransId="{576D5AC2-9521-42BC-9AEE-B6C224F1313A}"/>
    <dgm:cxn modelId="{04EB568E-01A4-4524-8C4B-7DECEE98198A}" srcId="{B54F624D-1641-4D52-BFC5-75A541730081}" destId="{2F2C5C28-7B58-4C1A-B3BF-FFFEC257B53D}" srcOrd="3" destOrd="0" parTransId="{EFF71B2F-5052-4EA9-8647-3315DBC2BB62}" sibTransId="{F6CA1A69-ECC1-46F3-9BE0-44DEC0B8A138}"/>
    <dgm:cxn modelId="{8DD4C098-440D-4442-869F-871279692A49}" type="presOf" srcId="{D7F9D7A4-CDC2-412F-9C58-236B5C4DFA48}" destId="{276A5535-ED2B-43E9-B124-4C52B36A3903}" srcOrd="0" destOrd="2" presId="urn:microsoft.com/office/officeart/2005/8/layout/vList2"/>
    <dgm:cxn modelId="{04C62C9E-82EF-4FE6-BFE3-155840102C74}" type="presOf" srcId="{19A9B898-01F3-43BF-97BB-AEE8B1992346}" destId="{E4EDB3AE-060F-42E5-AC2F-B2180353957D}" srcOrd="0" destOrd="13" presId="urn:microsoft.com/office/officeart/2005/8/layout/vList2"/>
    <dgm:cxn modelId="{5327629E-C251-48DA-95C2-B40A259EC29F}" srcId="{A0F7BE4C-F3B0-4233-82F7-675D922AFB51}" destId="{BBEADD83-2D5C-4D9A-B6A0-7BED341DB80A}" srcOrd="7" destOrd="0" parTransId="{CAE54960-AFC0-4C2C-B42E-6898EF7D1D6D}" sibTransId="{43F5C220-8DCE-4755-AA1D-410D68429C2B}"/>
    <dgm:cxn modelId="{331B92A0-69F5-406D-B660-1A76D4BE278A}" srcId="{C17105FE-3AA9-471B-B02E-3DEA0B569C8B}" destId="{6EB72FF8-7921-411F-87CC-DFFA0A2447FF}" srcOrd="1" destOrd="0" parTransId="{2DFB658C-C250-45CD-80A4-861D86329F90}" sibTransId="{516D8BDF-7CA1-4A14-A431-E4BA5AF22BC9}"/>
    <dgm:cxn modelId="{167226A1-53E0-48F8-9C01-C36D55F5B1C7}" srcId="{DEBE273F-C37E-468C-9EBB-1A6F194DC218}" destId="{29B23E6D-31FF-41C7-B719-4D70D78034FF}" srcOrd="11" destOrd="0" parTransId="{2A02AC0F-8318-4945-8068-6AC66F6C5968}" sibTransId="{83AB020D-4D87-47E5-B45E-AEE0CF7E76CF}"/>
    <dgm:cxn modelId="{961FA5A3-2113-4CB8-91DD-7BF31228FBD8}" srcId="{DEBE273F-C37E-468C-9EBB-1A6F194DC218}" destId="{F4C663AE-2BE8-45B5-9C24-C3DC69005500}" srcOrd="0" destOrd="0" parTransId="{244E1C5E-5D8F-45CF-8A10-1E4AF547807D}" sibTransId="{911EB010-C2F8-41A8-BCEB-02474AB23B64}"/>
    <dgm:cxn modelId="{95A1E0A3-26D1-4D0C-AA43-41E91D5A076A}" srcId="{B54F624D-1641-4D52-BFC5-75A541730081}" destId="{EEBE3717-EEAA-48BE-9FCB-FB99FB6A494A}" srcOrd="1" destOrd="0" parTransId="{B19FB3FC-0810-433E-B6EA-7EF64BB2649E}" sibTransId="{25F58734-B972-48E7-A27E-E63B0718ECC6}"/>
    <dgm:cxn modelId="{596B2CA6-B23D-404F-A8F7-953DD4B0AC0C}" srcId="{DEBE273F-C37E-468C-9EBB-1A6F194DC218}" destId="{5FF91AA0-7F0D-41E2-98C4-60EE1C946728}" srcOrd="7" destOrd="0" parTransId="{7A8DD86C-7200-4359-9C62-8304049B67F4}" sibTransId="{9BBA8340-36B7-4E78-87AA-F34CAA7122D3}"/>
    <dgm:cxn modelId="{4EF23DAB-3A8D-4CFD-AE40-AED0AF4DEDA3}" type="presOf" srcId="{F4C663AE-2BE8-45B5-9C24-C3DC69005500}" destId="{E4EDB3AE-060F-42E5-AC2F-B2180353957D}" srcOrd="0" destOrd="0" presId="urn:microsoft.com/office/officeart/2005/8/layout/vList2"/>
    <dgm:cxn modelId="{633660AD-DF76-4926-BA9D-41C33DBA75FF}" srcId="{DEBE273F-C37E-468C-9EBB-1A6F194DC218}" destId="{7C863E87-CF9C-49FC-B728-8133BD9D867F}" srcOrd="9" destOrd="0" parTransId="{E23765E7-9236-48E6-8872-16767C9DCD98}" sibTransId="{D6AB4839-49B3-477C-B857-4EFCDD92C869}"/>
    <dgm:cxn modelId="{143F6BB3-C04D-4374-BA3D-3D0709BD89EB}" srcId="{A0F7BE4C-F3B0-4233-82F7-675D922AFB51}" destId="{9A92B360-9FE8-4C29-AF0E-346831BD60FE}" srcOrd="1" destOrd="0" parTransId="{514B2610-E9AB-4A92-B40A-42A9B778C2CF}" sibTransId="{293BE8F0-9B79-4A7D-80DF-1D1DAB84845F}"/>
    <dgm:cxn modelId="{96C021B6-2BA1-4EC7-920D-9E64785B5865}" type="presOf" srcId="{7D4D7C58-D04A-431B-953A-47DF1AAE419F}" destId="{4083A4A3-492F-4790-9516-2AD3660D86A2}" srcOrd="0" destOrd="0" presId="urn:microsoft.com/office/officeart/2005/8/layout/vList2"/>
    <dgm:cxn modelId="{46E460B8-6C87-4369-903C-3075B216E2DA}" srcId="{DEBE273F-C37E-468C-9EBB-1A6F194DC218}" destId="{30002F60-A61E-4B8A-BF28-AA1CAFB0904E}" srcOrd="5" destOrd="0" parTransId="{AB0A49F3-3569-4643-BA8E-219AF2F3F695}" sibTransId="{1D19A8BD-0F1C-4819-ADC0-884910C1B2DE}"/>
    <dgm:cxn modelId="{7CC507C0-FAF3-41D3-AFA6-AAE0D8D4DDCE}" type="presOf" srcId="{E7A3371D-267C-45A6-8991-B2BD8A93DA0D}" destId="{370A5098-C465-43E9-B3DA-349BC57176A6}" srcOrd="0" destOrd="9" presId="urn:microsoft.com/office/officeart/2005/8/layout/vList2"/>
    <dgm:cxn modelId="{7EE933C0-0854-445B-A107-BC8E92980B67}" type="presOf" srcId="{B66241AE-EC65-4459-B6B2-6F53C6648100}" destId="{370A5098-C465-43E9-B3DA-349BC57176A6}" srcOrd="0" destOrd="0" presId="urn:microsoft.com/office/officeart/2005/8/layout/vList2"/>
    <dgm:cxn modelId="{1833B6C0-ACC6-469F-AAC0-7B04581B99E1}" type="presOf" srcId="{4A4E1EE9-087B-41CE-83AD-3A14ADFCCF36}" destId="{276A5535-ED2B-43E9-B124-4C52B36A3903}" srcOrd="0" destOrd="3" presId="urn:microsoft.com/office/officeart/2005/8/layout/vList2"/>
    <dgm:cxn modelId="{B32197C5-854C-49D2-93CB-E2D35DCC6291}" type="presOf" srcId="{7C863E87-CF9C-49FC-B728-8133BD9D867F}" destId="{E4EDB3AE-060F-42E5-AC2F-B2180353957D}" srcOrd="0" destOrd="9" presId="urn:microsoft.com/office/officeart/2005/8/layout/vList2"/>
    <dgm:cxn modelId="{BC389BC7-D87A-4196-816D-A86962EADB85}" type="presOf" srcId="{C646E206-482D-4FDF-B076-EB151CD26D34}" destId="{0E58D3F1-750B-44F0-9E16-F5DD2147D0D2}" srcOrd="0" destOrd="0" presId="urn:microsoft.com/office/officeart/2005/8/layout/vList2"/>
    <dgm:cxn modelId="{F84FC6D0-9E00-41AF-AC2A-E065D101B6E3}" srcId="{C646E206-482D-4FDF-B076-EB151CD26D34}" destId="{C32EF90E-F5BF-42F6-8C03-3B4F59CC57FB}" srcOrd="1" destOrd="0" parTransId="{8D18D8F5-D997-4BC7-BEB9-97547C95A725}" sibTransId="{D58F0590-0E98-43AE-B059-754BBB3A1109}"/>
    <dgm:cxn modelId="{FD432DD1-4ADF-446F-8303-BCB072BE3940}" srcId="{A0F7BE4C-F3B0-4233-82F7-675D922AFB51}" destId="{E7A3371D-267C-45A6-8991-B2BD8A93DA0D}" srcOrd="6" destOrd="0" parTransId="{0C13215A-EAFB-46D3-BA52-9EBE76367773}" sibTransId="{8161368E-0060-4709-9EDA-8DE2FD844696}"/>
    <dgm:cxn modelId="{DD1198D3-CA5D-41B6-A7D5-594404CA54D2}" srcId="{C32EF90E-F5BF-42F6-8C03-3B4F59CC57FB}" destId="{B7FC9474-6AD6-4605-A702-78881D99E23F}" srcOrd="1" destOrd="0" parTransId="{866D7448-CEE8-47DE-B275-66F6FB14ECEB}" sibTransId="{CC6693D7-3DA4-4464-A2B6-75097A14914B}"/>
    <dgm:cxn modelId="{7A184AD4-BF4A-4064-B507-9ABF3B7D98DD}" srcId="{DEBE273F-C37E-468C-9EBB-1A6F194DC218}" destId="{EA76EEC4-7FE3-4DE1-BE76-1C14719B2AD3}" srcOrd="10" destOrd="0" parTransId="{19B26599-483E-41E5-A39E-90129C40BFC2}" sibTransId="{C94AD866-6270-4E9A-A93F-B04A60117A3C}"/>
    <dgm:cxn modelId="{F23698E2-22E0-4E71-992E-781B12E8FFA0}" srcId="{7D4D7C58-D04A-431B-953A-47DF1AAE419F}" destId="{D7F9D7A4-CDC2-412F-9C58-236B5C4DFA48}" srcOrd="2" destOrd="0" parTransId="{33849F5C-7EA8-40B1-9606-E4D8F0784F9A}" sibTransId="{04ED2D90-E5F2-4ED6-9032-A5C302C71F48}"/>
    <dgm:cxn modelId="{824EEBE2-FCB8-410F-8C27-1C10990A44D7}" srcId="{C646E206-482D-4FDF-B076-EB151CD26D34}" destId="{B54F624D-1641-4D52-BFC5-75A541730081}" srcOrd="2" destOrd="0" parTransId="{4CF1D0CB-5563-45BB-BC16-AAE0FE93F6F7}" sibTransId="{DE4563DD-DDFC-496D-B911-8915BC735FE1}"/>
    <dgm:cxn modelId="{7F3C9CE4-8080-4D5B-9CA7-3F4A12A21E36}" srcId="{B54F624D-1641-4D52-BFC5-75A541730081}" destId="{10123635-3290-4D3A-965E-0072B054CFF9}" srcOrd="4" destOrd="0" parTransId="{2FFF68FE-0242-4E89-9A4B-FC691B40AAA2}" sibTransId="{D2B290A2-0C4D-444D-ADE7-F7BA11B8877B}"/>
    <dgm:cxn modelId="{CAC06CE5-C6EC-42EB-B6DE-C070F0EDF6B2}" srcId="{A0F7BE4C-F3B0-4233-82F7-675D922AFB51}" destId="{4660ABC2-9A22-4C6F-A8BB-6EDA02DAE6F5}" srcOrd="8" destOrd="0" parTransId="{BA1E7575-6A38-467D-9F6C-92804B0D3754}" sibTransId="{CC8352A4-F628-4CB6-A64E-7FEE87125A04}"/>
    <dgm:cxn modelId="{28D2F6E8-1311-4A9C-A118-FFD7394248FD}" type="presOf" srcId="{B02D7EC8-1973-4361-ACE7-0EDE99BA15E1}" destId="{370A5098-C465-43E9-B3DA-349BC57176A6}" srcOrd="0" destOrd="5" presId="urn:microsoft.com/office/officeart/2005/8/layout/vList2"/>
    <dgm:cxn modelId="{7F7130EA-C87D-4629-8549-0A87D858068F}" srcId="{7D4D7C58-D04A-431B-953A-47DF1AAE419F}" destId="{83677F05-3F84-4454-BD83-EDA2F533D108}" srcOrd="0" destOrd="0" parTransId="{091E7D91-9D20-414C-A540-B5BF38F1AED0}" sibTransId="{0AEBF184-289C-4FFA-A537-7D883BA923A1}"/>
    <dgm:cxn modelId="{7C6696EB-10F8-4C20-AFD0-1202DDE135DB}" type="presOf" srcId="{B7FC9474-6AD6-4605-A702-78881D99E23F}" destId="{7052072D-A2C0-4ED2-A262-652ED27ED22F}" srcOrd="0" destOrd="1" presId="urn:microsoft.com/office/officeart/2005/8/layout/vList2"/>
    <dgm:cxn modelId="{64641BEC-173F-41BE-9B52-B0CC6C0FA5CC}" srcId="{A0F7BE4C-F3B0-4233-82F7-675D922AFB51}" destId="{A0C9012E-FA30-4638-99E5-4990A6C78CFB}" srcOrd="3" destOrd="0" parTransId="{138DFD30-FCE7-4AC8-871F-5A9E09FE3F36}" sibTransId="{EAD38F18-C855-4F7C-B671-EE4222A3F574}"/>
    <dgm:cxn modelId="{785BBFF2-48AA-4ACF-82C5-C8AA47473BE1}" srcId="{DEBE273F-C37E-468C-9EBB-1A6F194DC218}" destId="{29413405-AE2B-49F2-9574-BBAA531AAB67}" srcOrd="14" destOrd="0" parTransId="{E3481AAC-1D52-4B95-A693-453BBEA72204}" sibTransId="{101F4804-5EC0-4E19-943C-239FB5481A57}"/>
    <dgm:cxn modelId="{75ED05F7-7012-4D31-A366-BA464813E107}" srcId="{DEBE273F-C37E-468C-9EBB-1A6F194DC218}" destId="{EB151608-7D24-4381-97E6-47483C0C975F}" srcOrd="3" destOrd="0" parTransId="{E70EAF62-54F3-481E-A064-5AC072535C70}" sibTransId="{02E3F00E-C539-4B17-892D-54723BD7EAFF}"/>
    <dgm:cxn modelId="{07E73AF9-8708-408A-B42F-082620D4266C}" srcId="{7D4D7C58-D04A-431B-953A-47DF1AAE419F}" destId="{4A4E1EE9-087B-41CE-83AD-3A14ADFCCF36}" srcOrd="3" destOrd="0" parTransId="{0D196E11-5C5A-40BF-9791-A773DF2F42B6}" sibTransId="{C07A36DA-5F4C-4AB4-842A-A05DD70D536A}"/>
    <dgm:cxn modelId="{48EE6DFA-ADF4-4019-911F-225C28FE39FF}" srcId="{DEBE273F-C37E-468C-9EBB-1A6F194DC218}" destId="{19A9B898-01F3-43BF-97BB-AEE8B1992346}" srcOrd="13" destOrd="0" parTransId="{8FBAB47C-5D60-4DDD-B6FE-0D653F6CAC64}" sibTransId="{7134CE87-0761-4659-8EFE-F39189C0DDA3}"/>
    <dgm:cxn modelId="{AC052FFD-1320-48EA-ADF9-F59AD630C868}" srcId="{C646E206-482D-4FDF-B076-EB151CD26D34}" destId="{DEBE273F-C37E-468C-9EBB-1A6F194DC218}" srcOrd="4" destOrd="0" parTransId="{B5C8CD8B-7BEC-4D31-B79F-42CA61BDDB93}" sibTransId="{3942E21C-E301-4E12-8ECC-3211F406799C}"/>
    <dgm:cxn modelId="{61074586-69AB-4E1B-9903-62B14EE6705B}" type="presParOf" srcId="{0E58D3F1-750B-44F0-9E16-F5DD2147D0D2}" destId="{4083A4A3-492F-4790-9516-2AD3660D86A2}" srcOrd="0" destOrd="0" presId="urn:microsoft.com/office/officeart/2005/8/layout/vList2"/>
    <dgm:cxn modelId="{8C1E49E4-7D0D-4259-86E7-493D68D06021}" type="presParOf" srcId="{0E58D3F1-750B-44F0-9E16-F5DD2147D0D2}" destId="{276A5535-ED2B-43E9-B124-4C52B36A3903}" srcOrd="1" destOrd="0" presId="urn:microsoft.com/office/officeart/2005/8/layout/vList2"/>
    <dgm:cxn modelId="{2D534EFE-7928-42C4-B568-4060930A36C4}" type="presParOf" srcId="{0E58D3F1-750B-44F0-9E16-F5DD2147D0D2}" destId="{3B0D0EDC-F6C1-4DCA-84CE-B5D4CFFE176D}" srcOrd="2" destOrd="0" presId="urn:microsoft.com/office/officeart/2005/8/layout/vList2"/>
    <dgm:cxn modelId="{3B75AFB5-3722-40B6-91FD-98601EC5E293}" type="presParOf" srcId="{0E58D3F1-750B-44F0-9E16-F5DD2147D0D2}" destId="{7052072D-A2C0-4ED2-A262-652ED27ED22F}" srcOrd="3" destOrd="0" presId="urn:microsoft.com/office/officeart/2005/8/layout/vList2"/>
    <dgm:cxn modelId="{570282C8-7FE0-40EC-B414-CE04A4963DD8}" type="presParOf" srcId="{0E58D3F1-750B-44F0-9E16-F5DD2147D0D2}" destId="{89B49C3A-737C-4229-BB47-13A3E3D59AEA}" srcOrd="4" destOrd="0" presId="urn:microsoft.com/office/officeart/2005/8/layout/vList2"/>
    <dgm:cxn modelId="{8446258F-4655-4D12-BD9F-42176764AE80}" type="presParOf" srcId="{0E58D3F1-750B-44F0-9E16-F5DD2147D0D2}" destId="{370A5098-C465-43E9-B3DA-349BC57176A6}" srcOrd="5" destOrd="0" presId="urn:microsoft.com/office/officeart/2005/8/layout/vList2"/>
    <dgm:cxn modelId="{22EBCD09-F138-421D-B73C-CF6F8EF193E1}" type="presParOf" srcId="{0E58D3F1-750B-44F0-9E16-F5DD2147D0D2}" destId="{50826671-5D21-4BBF-8BAC-4541C1AD4F86}" srcOrd="6" destOrd="0" presId="urn:microsoft.com/office/officeart/2005/8/layout/vList2"/>
    <dgm:cxn modelId="{C9610665-02A6-4A74-B855-3F3D3A9D1E34}" type="presParOf" srcId="{0E58D3F1-750B-44F0-9E16-F5DD2147D0D2}" destId="{8049BB8D-F52F-499C-8D5D-AD6EA217646F}" srcOrd="7" destOrd="0" presId="urn:microsoft.com/office/officeart/2005/8/layout/vList2"/>
    <dgm:cxn modelId="{5CB1D30A-8E3D-4BB6-B4D0-F5D062EE1ACF}" type="presParOf" srcId="{0E58D3F1-750B-44F0-9E16-F5DD2147D0D2}" destId="{0BF06565-CA24-4BAD-8F39-AC0DB201749B}" srcOrd="8" destOrd="0" presId="urn:microsoft.com/office/officeart/2005/8/layout/vList2"/>
    <dgm:cxn modelId="{377ED88B-4267-40DC-8111-B45E3D836174}" type="presParOf" srcId="{0E58D3F1-750B-44F0-9E16-F5DD2147D0D2}" destId="{E4EDB3AE-060F-42E5-AC2F-B2180353957D}" srcOrd="9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646E206-482D-4FDF-B076-EB151CD26D3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kumimoji="1" lang="ja-JP" altLang="en-US">
            <a:latin typeface="Latin Modern Math"/>
          </a:endParaRPr>
        </a:p>
      </dgm:t>
    </dgm:pt>
    <dgm:pt modelId="{7D4D7C58-D04A-431B-953A-47DF1AAE419F}">
      <dgm:prSet custT="1"/>
      <dgm:spPr/>
      <dgm:t>
        <a:bodyPr tIns="0" bIns="0" anchor="ctr" anchorCtr="0"/>
        <a:lstStyle/>
        <a:p>
          <a:r>
            <a:rPr lang="en-US" sz="6000" b="1" dirty="0">
              <a:latin typeface="+mn-lt"/>
              <a:cs typeface="Latin Modern Math" panose="020B0604020202020204" pitchFamily="34" charset="0"/>
            </a:rPr>
            <a:t>Background</a:t>
          </a:r>
          <a:endParaRPr lang="ja-JP" sz="6000" dirty="0">
            <a:latin typeface="+mn-lt"/>
            <a:cs typeface="Latin Modern Math" panose="020B0604020202020204" pitchFamily="34" charset="0"/>
          </a:endParaRPr>
        </a:p>
      </dgm:t>
    </dgm:pt>
    <dgm:pt modelId="{3529C4F4-FF7E-4798-96E7-5CED623976DE}" type="parTrans" cxnId="{F3EC4E63-6A6D-461B-988F-4296D8CF373A}">
      <dgm:prSet/>
      <dgm:spPr/>
      <dgm:t>
        <a:bodyPr/>
        <a:lstStyle/>
        <a:p>
          <a:endParaRPr kumimoji="1" lang="ja-JP" altLang="en-US">
            <a:latin typeface="Latin Modern Math"/>
          </a:endParaRPr>
        </a:p>
      </dgm:t>
    </dgm:pt>
    <dgm:pt modelId="{063E530B-C3B8-404F-8386-6BBEACBF93F0}" type="sibTrans" cxnId="{F3EC4E63-6A6D-461B-988F-4296D8CF373A}">
      <dgm:prSet/>
      <dgm:spPr/>
      <dgm:t>
        <a:bodyPr/>
        <a:lstStyle/>
        <a:p>
          <a:endParaRPr kumimoji="1" lang="ja-JP" altLang="en-US">
            <a:latin typeface="Latin Modern Math"/>
          </a:endParaRPr>
        </a:p>
      </dgm:t>
    </dgm:pt>
    <dgm:pt modelId="{83677F05-3F84-4454-BD83-EDA2F533D108}">
      <dgm:prSet custT="1"/>
      <dgm:spPr/>
      <dgm:t>
        <a:bodyPr/>
        <a:lstStyle/>
        <a:p>
          <a:pPr marL="542925" indent="-542925">
            <a:buClr>
              <a:schemeClr val="accent1"/>
            </a:buClr>
            <a:buFont typeface="ADLaM Display" panose="02010000000000000000" pitchFamily="2" charset="0"/>
            <a:buChar char="▶"/>
          </a:pPr>
          <a:r>
            <a:rPr lang="en-US" altLang="ja-JP" sz="4000" dirty="0">
              <a:latin typeface="+mn-lt"/>
              <a:cs typeface="Latin Modern Math" panose="020B0604020202020204" pitchFamily="34" charset="0"/>
            </a:rPr>
            <a:t>Treatment effect consistency across regions is assessed in MRCTs</a:t>
          </a:r>
          <a:endParaRPr lang="ja-JP" sz="4000" dirty="0">
            <a:latin typeface="+mn-lt"/>
            <a:cs typeface="Latin Modern Math" panose="020B0604020202020204" pitchFamily="34" charset="0"/>
          </a:endParaRPr>
        </a:p>
      </dgm:t>
    </dgm:pt>
    <dgm:pt modelId="{091E7D91-9D20-414C-A540-B5BF38F1AED0}" type="parTrans" cxnId="{7F7130EA-C87D-4629-8549-0A87D858068F}">
      <dgm:prSet/>
      <dgm:spPr/>
      <dgm:t>
        <a:bodyPr/>
        <a:lstStyle/>
        <a:p>
          <a:endParaRPr kumimoji="1" lang="ja-JP" altLang="en-US">
            <a:latin typeface="Latin Modern Math"/>
          </a:endParaRPr>
        </a:p>
      </dgm:t>
    </dgm:pt>
    <dgm:pt modelId="{0AEBF184-289C-4FFA-A537-7D883BA923A1}" type="sibTrans" cxnId="{7F7130EA-C87D-4629-8549-0A87D858068F}">
      <dgm:prSet/>
      <dgm:spPr/>
      <dgm:t>
        <a:bodyPr/>
        <a:lstStyle/>
        <a:p>
          <a:endParaRPr kumimoji="1" lang="ja-JP" altLang="en-US">
            <a:latin typeface="Latin Modern Math"/>
          </a:endParaRPr>
        </a:p>
      </dgm:t>
    </dgm:pt>
    <dgm:pt modelId="{67500223-53CD-49F4-A87A-F5D10BE3DE2F}">
      <dgm:prSet custT="1"/>
      <dgm:spPr/>
      <dgm:t>
        <a:bodyPr/>
        <a:lstStyle/>
        <a:p>
          <a:pPr marL="542925" indent="-542925">
            <a:buClr>
              <a:schemeClr val="accent1"/>
            </a:buClr>
            <a:buFont typeface="ADLaM Display" panose="02010000000000000000" pitchFamily="2" charset="0"/>
            <a:buChar char="▶"/>
          </a:pPr>
          <a:r>
            <a:rPr lang="en-US" altLang="ja-JP" sz="4000" dirty="0">
              <a:latin typeface="+mn-lt"/>
              <a:cs typeface="Latin Modern Math" panose="020B0604020202020204" pitchFamily="34" charset="0"/>
            </a:rPr>
            <a:t>Individual regional sample size are often too small alone for consistency assessment</a:t>
          </a:r>
          <a:endParaRPr lang="ja-JP" sz="4000" dirty="0">
            <a:latin typeface="+mn-lt"/>
            <a:cs typeface="Latin Modern Math" panose="020B0604020202020204" pitchFamily="34" charset="0"/>
          </a:endParaRPr>
        </a:p>
      </dgm:t>
    </dgm:pt>
    <dgm:pt modelId="{C749F4BA-7563-4C3C-AC71-275FF05D81AF}" type="parTrans" cxnId="{87300472-6A94-4573-BF5E-E59CBAAB33A4}">
      <dgm:prSet/>
      <dgm:spPr/>
      <dgm:t>
        <a:bodyPr/>
        <a:lstStyle/>
        <a:p>
          <a:endParaRPr kumimoji="1" lang="ja-JP" altLang="en-US">
            <a:latin typeface="Latin Modern Math"/>
          </a:endParaRPr>
        </a:p>
      </dgm:t>
    </dgm:pt>
    <dgm:pt modelId="{3ABF76E1-D5D6-4498-B9AC-7A635A53C48C}" type="sibTrans" cxnId="{87300472-6A94-4573-BF5E-E59CBAAB33A4}">
      <dgm:prSet/>
      <dgm:spPr/>
      <dgm:t>
        <a:bodyPr/>
        <a:lstStyle/>
        <a:p>
          <a:endParaRPr kumimoji="1" lang="ja-JP" altLang="en-US">
            <a:latin typeface="Latin Modern Math"/>
          </a:endParaRPr>
        </a:p>
      </dgm:t>
    </dgm:pt>
    <dgm:pt modelId="{D7F9D7A4-CDC2-412F-9C58-236B5C4DFA48}">
      <dgm:prSet custT="1"/>
      <dgm:spPr/>
      <dgm:t>
        <a:bodyPr/>
        <a:lstStyle/>
        <a:p>
          <a:pPr marL="542925" indent="-542925">
            <a:buClr>
              <a:schemeClr val="accent1"/>
            </a:buClr>
            <a:buFont typeface="ADLaM Display" panose="02010000000000000000" pitchFamily="2" charset="0"/>
            <a:buChar char="▶"/>
          </a:pPr>
          <a:r>
            <a:rPr lang="en-US" altLang="ja-JP" sz="4000" dirty="0">
              <a:latin typeface="+mn-lt"/>
              <a:cs typeface="Latin Modern Math" panose="020B0604020202020204" pitchFamily="34" charset="0"/>
            </a:rPr>
            <a:t>ICH E17 strategy: pool region with similar effect modifier (EM) distributions</a:t>
          </a:r>
          <a:endParaRPr lang="ja-JP" sz="4000" dirty="0">
            <a:latin typeface="+mn-lt"/>
            <a:cs typeface="Latin Modern Math" panose="020B0604020202020204" pitchFamily="34" charset="0"/>
          </a:endParaRPr>
        </a:p>
      </dgm:t>
    </dgm:pt>
    <dgm:pt modelId="{33849F5C-7EA8-40B1-9606-E4D8F0784F9A}" type="parTrans" cxnId="{F23698E2-22E0-4E71-992E-781B12E8FFA0}">
      <dgm:prSet/>
      <dgm:spPr/>
      <dgm:t>
        <a:bodyPr/>
        <a:lstStyle/>
        <a:p>
          <a:endParaRPr kumimoji="1" lang="ja-JP" altLang="en-US">
            <a:latin typeface="Latin Modern Math"/>
          </a:endParaRPr>
        </a:p>
      </dgm:t>
    </dgm:pt>
    <dgm:pt modelId="{04ED2D90-E5F2-4ED6-9032-A5C302C71F48}" type="sibTrans" cxnId="{F23698E2-22E0-4E71-992E-781B12E8FFA0}">
      <dgm:prSet/>
      <dgm:spPr/>
      <dgm:t>
        <a:bodyPr/>
        <a:lstStyle/>
        <a:p>
          <a:endParaRPr kumimoji="1" lang="ja-JP" altLang="en-US">
            <a:latin typeface="Latin Modern Math"/>
          </a:endParaRPr>
        </a:p>
      </dgm:t>
    </dgm:pt>
    <dgm:pt modelId="{4A4E1EE9-087B-41CE-83AD-3A14ADFCCF36}">
      <dgm:prSet custT="1"/>
      <dgm:spPr/>
      <dgm:t>
        <a:bodyPr/>
        <a:lstStyle/>
        <a:p>
          <a:pPr marL="542925" indent="-542925">
            <a:buClr>
              <a:schemeClr val="accent1"/>
            </a:buClr>
            <a:buFont typeface="ADLaM Display" panose="02010000000000000000" pitchFamily="2" charset="0"/>
            <a:buChar char="▶"/>
          </a:pPr>
          <a:r>
            <a:rPr lang="en-US" altLang="ja-JP" sz="4000" dirty="0">
              <a:latin typeface="+mn-lt"/>
              <a:cs typeface="Latin Modern Math" panose="020B0604020202020204" pitchFamily="34" charset="0"/>
            </a:rPr>
            <a:t>At the planning stage, sponsors must select pooling partners with evidence that regions are “similar enough”</a:t>
          </a:r>
          <a:endParaRPr lang="ja-JP" sz="4000" dirty="0">
            <a:latin typeface="+mn-lt"/>
            <a:cs typeface="Latin Modern Math" panose="020B0604020202020204" pitchFamily="34" charset="0"/>
          </a:endParaRPr>
        </a:p>
      </dgm:t>
    </dgm:pt>
    <dgm:pt modelId="{0D196E11-5C5A-40BF-9791-A773DF2F42B6}" type="parTrans" cxnId="{07E73AF9-8708-408A-B42F-082620D4266C}">
      <dgm:prSet/>
      <dgm:spPr/>
      <dgm:t>
        <a:bodyPr/>
        <a:lstStyle/>
        <a:p>
          <a:endParaRPr kumimoji="1" lang="ja-JP" altLang="en-US">
            <a:latin typeface="Latin Modern Math"/>
          </a:endParaRPr>
        </a:p>
      </dgm:t>
    </dgm:pt>
    <dgm:pt modelId="{C07A36DA-5F4C-4AB4-842A-A05DD70D536A}" type="sibTrans" cxnId="{07E73AF9-8708-408A-B42F-082620D4266C}">
      <dgm:prSet/>
      <dgm:spPr/>
      <dgm:t>
        <a:bodyPr/>
        <a:lstStyle/>
        <a:p>
          <a:endParaRPr kumimoji="1" lang="ja-JP" altLang="en-US">
            <a:latin typeface="Latin Modern Math"/>
          </a:endParaRPr>
        </a:p>
      </dgm:t>
    </dgm:pt>
    <dgm:pt modelId="{C32EF90E-F5BF-42F6-8C03-3B4F59CC57FB}">
      <dgm:prSet custT="1"/>
      <dgm:spPr/>
      <dgm:t>
        <a:bodyPr tIns="0" bIns="0"/>
        <a:lstStyle/>
        <a:p>
          <a:pPr>
            <a:buClr>
              <a:schemeClr val="accent1"/>
            </a:buClr>
            <a:buFont typeface="ADLaM Display" panose="02010000000000000000" pitchFamily="2" charset="0"/>
            <a:buChar char="▶"/>
          </a:pPr>
          <a:r>
            <a:rPr lang="en-US" sz="6000" b="1" dirty="0">
              <a:latin typeface="+mj-lt"/>
              <a:cs typeface="Latin Modern Math" panose="020B0604020202020204" pitchFamily="34" charset="0"/>
            </a:rPr>
            <a:t>Objectives</a:t>
          </a:r>
          <a:endParaRPr lang="ja-JP" sz="60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D18D8F5-D997-4BC7-BEB9-97547C95A725}" type="parTrans" cxnId="{F84FC6D0-9E00-41AF-AC2A-E065D101B6E3}">
      <dgm:prSet/>
      <dgm:spPr/>
      <dgm:t>
        <a:bodyPr/>
        <a:lstStyle/>
        <a:p>
          <a:endParaRPr kumimoji="1" lang="ja-JP" altLang="en-US"/>
        </a:p>
      </dgm:t>
    </dgm:pt>
    <dgm:pt modelId="{D58F0590-0E98-43AE-B059-754BBB3A1109}" type="sibTrans" cxnId="{F84FC6D0-9E00-41AF-AC2A-E065D101B6E3}">
      <dgm:prSet/>
      <dgm:spPr/>
      <dgm:t>
        <a:bodyPr/>
        <a:lstStyle/>
        <a:p>
          <a:endParaRPr kumimoji="1" lang="ja-JP" altLang="en-US"/>
        </a:p>
      </dgm:t>
    </dgm:pt>
    <dgm:pt modelId="{00A64729-706B-43D9-836E-70FE3C0BCA26}">
      <dgm:prSet custT="1"/>
      <dgm:spPr/>
      <dgm:t>
        <a:bodyPr/>
        <a:lstStyle/>
        <a:p>
          <a:pPr>
            <a:buClr>
              <a:schemeClr val="accent1"/>
            </a:buClr>
            <a:buFont typeface="ADLaM Display" panose="02010000000000000000" pitchFamily="2" charset="0"/>
            <a:buChar char="▶"/>
          </a:pPr>
          <a:r>
            <a:rPr lang="en-US" altLang="ja-JP" sz="4000" dirty="0">
              <a:latin typeface="Arial" panose="020B0604020202020204" pitchFamily="34" charset="0"/>
              <a:cs typeface="Arial" panose="020B0604020202020204" pitchFamily="34" charset="0"/>
            </a:rPr>
            <a:t>Develop a quantitative index that captures distributional similarity</a:t>
          </a:r>
          <a:endParaRPr lang="ja-JP" sz="40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4B7CBAB-C7EE-4E8E-90CE-B90631A8D6F5}" type="parTrans" cxnId="{19CE6B1A-6090-48CF-9C5D-FD3C5C1C5CAD}">
      <dgm:prSet/>
      <dgm:spPr/>
      <dgm:t>
        <a:bodyPr/>
        <a:lstStyle/>
        <a:p>
          <a:endParaRPr kumimoji="1" lang="ja-JP" altLang="en-US"/>
        </a:p>
      </dgm:t>
    </dgm:pt>
    <dgm:pt modelId="{523F8DEA-363A-4AF1-999C-DC00C464AC62}" type="sibTrans" cxnId="{19CE6B1A-6090-48CF-9C5D-FD3C5C1C5CAD}">
      <dgm:prSet/>
      <dgm:spPr/>
      <dgm:t>
        <a:bodyPr/>
        <a:lstStyle/>
        <a:p>
          <a:endParaRPr kumimoji="1" lang="ja-JP" altLang="en-US"/>
        </a:p>
      </dgm:t>
    </dgm:pt>
    <dgm:pt modelId="{B7FC9474-6AD6-4605-A702-78881D99E23F}">
      <dgm:prSet custT="1"/>
      <dgm:spPr/>
      <dgm:t>
        <a:bodyPr/>
        <a:lstStyle/>
        <a:p>
          <a:pPr>
            <a:buClr>
              <a:schemeClr val="accent1"/>
            </a:buClr>
            <a:buFont typeface="ADLaM Display" panose="02010000000000000000" pitchFamily="2" charset="0"/>
            <a:buChar char="▶"/>
          </a:pPr>
          <a:r>
            <a:rPr lang="en-US" altLang="ja-JP" sz="4000" dirty="0">
              <a:latin typeface="Arial" panose="020B0604020202020204" pitchFamily="34" charset="0"/>
              <a:cs typeface="Arial" panose="020B0604020202020204" pitchFamily="34" charset="0"/>
            </a:rPr>
            <a:t>Deliver a practitioner-facing tool for the planning stage of an MRCT</a:t>
          </a:r>
          <a:endParaRPr kumimoji="1" lang="ja-JP" altLang="en-US" sz="4000" dirty="0"/>
        </a:p>
      </dgm:t>
    </dgm:pt>
    <dgm:pt modelId="{866D7448-CEE8-47DE-B275-66F6FB14ECEB}" type="parTrans" cxnId="{DD1198D3-CA5D-41B6-A7D5-594404CA54D2}">
      <dgm:prSet/>
      <dgm:spPr/>
      <dgm:t>
        <a:bodyPr/>
        <a:lstStyle/>
        <a:p>
          <a:endParaRPr kumimoji="1" lang="ja-JP" altLang="en-US"/>
        </a:p>
      </dgm:t>
    </dgm:pt>
    <dgm:pt modelId="{CC6693D7-3DA4-4464-A2B6-75097A14914B}" type="sibTrans" cxnId="{DD1198D3-CA5D-41B6-A7D5-594404CA54D2}">
      <dgm:prSet/>
      <dgm:spPr/>
      <dgm:t>
        <a:bodyPr/>
        <a:lstStyle/>
        <a:p>
          <a:endParaRPr kumimoji="1" lang="ja-JP" altLang="en-US"/>
        </a:p>
      </dgm:t>
    </dgm:pt>
    <dgm:pt modelId="{B54F624D-1641-4D52-BFC5-75A541730081}">
      <dgm:prSet custT="1"/>
      <dgm:spPr/>
      <dgm:t>
        <a:bodyPr tIns="0" bIns="0"/>
        <a:lstStyle/>
        <a:p>
          <a:r>
            <a:rPr kumimoji="1" lang="en-US" altLang="ja-JP" sz="6000" b="1" dirty="0"/>
            <a:t>Dissimilarity Index</a:t>
          </a:r>
          <a:endParaRPr kumimoji="1" lang="ja-JP" altLang="en-US" sz="6000" b="1" dirty="0"/>
        </a:p>
      </dgm:t>
    </dgm:pt>
    <dgm:pt modelId="{4CF1D0CB-5563-45BB-BC16-AAE0FE93F6F7}" type="parTrans" cxnId="{824EEBE2-FCB8-410F-8C27-1C10990A44D7}">
      <dgm:prSet/>
      <dgm:spPr/>
      <dgm:t>
        <a:bodyPr/>
        <a:lstStyle/>
        <a:p>
          <a:endParaRPr kumimoji="1" lang="ja-JP" altLang="en-US"/>
        </a:p>
      </dgm:t>
    </dgm:pt>
    <dgm:pt modelId="{DE4563DD-DDFC-496D-B911-8915BC735FE1}" type="sibTrans" cxnId="{824EEBE2-FCB8-410F-8C27-1C10990A44D7}">
      <dgm:prSet/>
      <dgm:spPr/>
      <dgm:t>
        <a:bodyPr/>
        <a:lstStyle/>
        <a:p>
          <a:endParaRPr kumimoji="1" lang="ja-JP" altLang="en-US"/>
        </a:p>
      </dgm:t>
    </dgm:pt>
    <dgm:pt modelId="{B66241AE-EC65-4459-B6B2-6F53C6648100}">
      <dgm:prSet custT="1"/>
      <dgm:spPr>
        <a:blipFill>
          <a:blip xmlns:r="http://schemas.openxmlformats.org/officeDocument/2006/relationships" r:embed="rId1"/>
          <a:stretch>
            <a:fillRect t="-1106" b="-88"/>
          </a:stretch>
        </a:blipFill>
      </dgm:spPr>
      <dgm:t>
        <a:bodyPr/>
        <a:lstStyle/>
        <a:p>
          <a:r>
            <a:rPr lang="ja-JP" altLang="en-US">
              <a:noFill/>
            </a:rPr>
            <a:t> </a:t>
          </a:r>
        </a:p>
      </dgm:t>
    </dgm:pt>
    <dgm:pt modelId="{FFC2EA5C-E3C0-4200-B9C5-D7534FA935E7}" type="parTrans" cxnId="{A97D6A13-388C-43B0-BCA6-4B99BB399097}">
      <dgm:prSet/>
      <dgm:spPr/>
      <dgm:t>
        <a:bodyPr/>
        <a:lstStyle/>
        <a:p>
          <a:endParaRPr kumimoji="1" lang="ja-JP" altLang="en-US"/>
        </a:p>
      </dgm:t>
    </dgm:pt>
    <dgm:pt modelId="{6A957FC7-637F-4B18-9607-3F7A37C52E4D}" type="sibTrans" cxnId="{A97D6A13-388C-43B0-BCA6-4B99BB399097}">
      <dgm:prSet/>
      <dgm:spPr/>
      <dgm:t>
        <a:bodyPr/>
        <a:lstStyle/>
        <a:p>
          <a:endParaRPr kumimoji="1" lang="ja-JP" altLang="en-US"/>
        </a:p>
      </dgm:t>
    </dgm:pt>
    <dgm:pt modelId="{A0F7BE4C-F3B0-4233-82F7-675D922AFB51}">
      <dgm:prSet custT="1"/>
      <dgm:spPr/>
      <dgm:t>
        <a:bodyPr/>
        <a:lstStyle/>
        <a:p>
          <a:r>
            <a:rPr lang="ja-JP" altLang="en-US">
              <a:noFill/>
            </a:rPr>
            <a:t> </a:t>
          </a:r>
        </a:p>
      </dgm:t>
    </dgm:pt>
    <dgm:pt modelId="{068B6F94-569F-40AF-9F07-582F8233F66E}" type="parTrans" cxnId="{C986207F-C0F4-4B15-A889-E70EBFA838DD}">
      <dgm:prSet/>
      <dgm:spPr/>
      <dgm:t>
        <a:bodyPr/>
        <a:lstStyle/>
        <a:p>
          <a:endParaRPr kumimoji="1" lang="ja-JP" altLang="en-US"/>
        </a:p>
      </dgm:t>
    </dgm:pt>
    <dgm:pt modelId="{DB223F96-9D5F-434C-A69C-FDB98F358B4E}" type="sibTrans" cxnId="{C986207F-C0F4-4B15-A889-E70EBFA838DD}">
      <dgm:prSet/>
      <dgm:spPr/>
      <dgm:t>
        <a:bodyPr/>
        <a:lstStyle/>
        <a:p>
          <a:endParaRPr kumimoji="1" lang="ja-JP" altLang="en-US"/>
        </a:p>
      </dgm:t>
    </dgm:pt>
    <dgm:pt modelId="{D9AB6ED3-46BB-40C3-B1FE-E1CD9D4F83DA}">
      <dgm:prSet custT="1"/>
      <dgm:spPr/>
      <dgm:t>
        <a:bodyPr/>
        <a:lstStyle/>
        <a:p>
          <a:r>
            <a:rPr lang="ja-JP" altLang="en-US">
              <a:noFill/>
            </a:rPr>
            <a:t> </a:t>
          </a:r>
        </a:p>
      </dgm:t>
    </dgm:pt>
    <dgm:pt modelId="{D00956BC-75C1-4380-86EF-F76F0EAEA183}" type="parTrans" cxnId="{9E7FD205-FAA3-4A35-B4C5-F4BE09E1E057}">
      <dgm:prSet/>
      <dgm:spPr/>
      <dgm:t>
        <a:bodyPr/>
        <a:lstStyle/>
        <a:p>
          <a:endParaRPr kumimoji="1" lang="ja-JP" altLang="en-US"/>
        </a:p>
      </dgm:t>
    </dgm:pt>
    <dgm:pt modelId="{577A7E5C-63B0-4340-B5AC-C0561AD52458}" type="sibTrans" cxnId="{9E7FD205-FAA3-4A35-B4C5-F4BE09E1E057}">
      <dgm:prSet/>
      <dgm:spPr/>
      <dgm:t>
        <a:bodyPr/>
        <a:lstStyle/>
        <a:p>
          <a:endParaRPr kumimoji="1" lang="ja-JP" altLang="en-US"/>
        </a:p>
      </dgm:t>
    </dgm:pt>
    <dgm:pt modelId="{9A92B360-9FE8-4C29-AF0E-346831BD60FE}">
      <dgm:prSet custT="1"/>
      <dgm:spPr/>
      <dgm:t>
        <a:bodyPr/>
        <a:lstStyle/>
        <a:p>
          <a:r>
            <a:rPr lang="ja-JP" altLang="en-US">
              <a:noFill/>
            </a:rPr>
            <a:t> </a:t>
          </a:r>
        </a:p>
      </dgm:t>
    </dgm:pt>
    <dgm:pt modelId="{514B2610-E9AB-4A92-B40A-42A9B778C2CF}" type="parTrans" cxnId="{143F6BB3-C04D-4374-BA3D-3D0709BD89EB}">
      <dgm:prSet/>
      <dgm:spPr/>
      <dgm:t>
        <a:bodyPr/>
        <a:lstStyle/>
        <a:p>
          <a:endParaRPr kumimoji="1" lang="ja-JP" altLang="en-US"/>
        </a:p>
      </dgm:t>
    </dgm:pt>
    <dgm:pt modelId="{293BE8F0-9B79-4A7D-80DF-1D1DAB84845F}" type="sibTrans" cxnId="{143F6BB3-C04D-4374-BA3D-3D0709BD89EB}">
      <dgm:prSet/>
      <dgm:spPr/>
      <dgm:t>
        <a:bodyPr/>
        <a:lstStyle/>
        <a:p>
          <a:endParaRPr kumimoji="1" lang="ja-JP" altLang="en-US"/>
        </a:p>
      </dgm:t>
    </dgm:pt>
    <dgm:pt modelId="{B02D7EC8-1973-4361-ACE7-0EDE99BA15E1}">
      <dgm:prSet custT="1"/>
      <dgm:spPr/>
      <dgm:t>
        <a:bodyPr/>
        <a:lstStyle/>
        <a:p>
          <a:r>
            <a:rPr lang="ja-JP" altLang="en-US">
              <a:noFill/>
            </a:rPr>
            <a:t> </a:t>
          </a:r>
        </a:p>
      </dgm:t>
    </dgm:pt>
    <dgm:pt modelId="{96B6D163-88F3-473B-A788-60698B00B61F}" type="parTrans" cxnId="{1A9D3D67-59F0-4B2B-BA6F-0D37428C7B40}">
      <dgm:prSet/>
      <dgm:spPr/>
      <dgm:t>
        <a:bodyPr/>
        <a:lstStyle/>
        <a:p>
          <a:endParaRPr kumimoji="1" lang="ja-JP" altLang="en-US"/>
        </a:p>
      </dgm:t>
    </dgm:pt>
    <dgm:pt modelId="{BC523010-D851-43A8-BF22-7655100F82E2}" type="sibTrans" cxnId="{1A9D3D67-59F0-4B2B-BA6F-0D37428C7B40}">
      <dgm:prSet/>
      <dgm:spPr/>
      <dgm:t>
        <a:bodyPr/>
        <a:lstStyle/>
        <a:p>
          <a:endParaRPr kumimoji="1" lang="ja-JP" altLang="en-US"/>
        </a:p>
      </dgm:t>
    </dgm:pt>
    <dgm:pt modelId="{A0C9012E-FA30-4638-99E5-4990A6C78CFB}">
      <dgm:prSet custT="1"/>
      <dgm:spPr/>
      <dgm:t>
        <a:bodyPr/>
        <a:lstStyle/>
        <a:p>
          <a:r>
            <a:rPr lang="ja-JP" altLang="en-US">
              <a:noFill/>
            </a:rPr>
            <a:t> </a:t>
          </a:r>
        </a:p>
      </dgm:t>
    </dgm:pt>
    <dgm:pt modelId="{138DFD30-FCE7-4AC8-871F-5A9E09FE3F36}" type="parTrans" cxnId="{64641BEC-173F-41BE-9B52-B0CC6C0FA5CC}">
      <dgm:prSet/>
      <dgm:spPr/>
      <dgm:t>
        <a:bodyPr/>
        <a:lstStyle/>
        <a:p>
          <a:endParaRPr kumimoji="1" lang="ja-JP" altLang="en-US"/>
        </a:p>
      </dgm:t>
    </dgm:pt>
    <dgm:pt modelId="{EAD38F18-C855-4F7C-B671-EE4222A3F574}" type="sibTrans" cxnId="{64641BEC-173F-41BE-9B52-B0CC6C0FA5CC}">
      <dgm:prSet/>
      <dgm:spPr/>
      <dgm:t>
        <a:bodyPr/>
        <a:lstStyle/>
        <a:p>
          <a:endParaRPr kumimoji="1" lang="ja-JP" altLang="en-US"/>
        </a:p>
      </dgm:t>
    </dgm:pt>
    <dgm:pt modelId="{DAB603F6-0C8D-4D59-AEA0-94288986A2CB}">
      <dgm:prSet custT="1"/>
      <dgm:spPr/>
      <dgm:t>
        <a:bodyPr/>
        <a:lstStyle/>
        <a:p>
          <a:r>
            <a:rPr lang="ja-JP" altLang="en-US">
              <a:noFill/>
            </a:rPr>
            <a:t> </a:t>
          </a:r>
        </a:p>
      </dgm:t>
    </dgm:pt>
    <dgm:pt modelId="{E140B078-8D33-4DD7-B6A1-0FBCB3A5327E}" type="parTrans" cxnId="{F6A33082-6914-4338-A5EA-C398C4B5EEBB}">
      <dgm:prSet/>
      <dgm:spPr/>
      <dgm:t>
        <a:bodyPr/>
        <a:lstStyle/>
        <a:p>
          <a:endParaRPr kumimoji="1" lang="ja-JP" altLang="en-US"/>
        </a:p>
      </dgm:t>
    </dgm:pt>
    <dgm:pt modelId="{87F1D51A-272C-43E6-AB74-55946FC31F44}" type="sibTrans" cxnId="{F6A33082-6914-4338-A5EA-C398C4B5EEBB}">
      <dgm:prSet/>
      <dgm:spPr/>
      <dgm:t>
        <a:bodyPr/>
        <a:lstStyle/>
        <a:p>
          <a:endParaRPr kumimoji="1" lang="ja-JP" altLang="en-US"/>
        </a:p>
      </dgm:t>
    </dgm:pt>
    <dgm:pt modelId="{7D16D7F8-DF8B-4EC2-B6E1-A7BA7033C537}">
      <dgm:prSet custT="1"/>
      <dgm:spPr/>
      <dgm:t>
        <a:bodyPr/>
        <a:lstStyle/>
        <a:p>
          <a:r>
            <a:rPr lang="ja-JP" altLang="en-US">
              <a:noFill/>
            </a:rPr>
            <a:t> </a:t>
          </a:r>
        </a:p>
      </dgm:t>
    </dgm:pt>
    <dgm:pt modelId="{82C17719-F640-4EFD-8770-1AA6F10A9988}" type="parTrans" cxnId="{F4914F16-467A-4550-B31A-D9CC68EFEE15}">
      <dgm:prSet/>
      <dgm:spPr/>
      <dgm:t>
        <a:bodyPr/>
        <a:lstStyle/>
        <a:p>
          <a:endParaRPr kumimoji="1" lang="ja-JP" altLang="en-US"/>
        </a:p>
      </dgm:t>
    </dgm:pt>
    <dgm:pt modelId="{FAD25895-15E3-4822-AA3D-F61B20679459}" type="sibTrans" cxnId="{F4914F16-467A-4550-B31A-D9CC68EFEE15}">
      <dgm:prSet/>
      <dgm:spPr/>
      <dgm:t>
        <a:bodyPr/>
        <a:lstStyle/>
        <a:p>
          <a:endParaRPr kumimoji="1" lang="ja-JP" altLang="en-US"/>
        </a:p>
      </dgm:t>
    </dgm:pt>
    <dgm:pt modelId="{E7A3371D-267C-45A6-8991-B2BD8A93DA0D}">
      <dgm:prSet custT="1"/>
      <dgm:spPr/>
      <dgm:t>
        <a:bodyPr/>
        <a:lstStyle/>
        <a:p>
          <a:r>
            <a:rPr lang="ja-JP" altLang="en-US">
              <a:noFill/>
            </a:rPr>
            <a:t> </a:t>
          </a:r>
        </a:p>
      </dgm:t>
    </dgm:pt>
    <dgm:pt modelId="{0C13215A-EAFB-46D3-BA52-9EBE76367773}" type="parTrans" cxnId="{FD432DD1-4ADF-446F-8303-BCB072BE3940}">
      <dgm:prSet/>
      <dgm:spPr/>
      <dgm:t>
        <a:bodyPr/>
        <a:lstStyle/>
        <a:p>
          <a:endParaRPr kumimoji="1" lang="ja-JP" altLang="en-US"/>
        </a:p>
      </dgm:t>
    </dgm:pt>
    <dgm:pt modelId="{8161368E-0060-4709-9EDA-8DE2FD844696}" type="sibTrans" cxnId="{FD432DD1-4ADF-446F-8303-BCB072BE3940}">
      <dgm:prSet/>
      <dgm:spPr/>
      <dgm:t>
        <a:bodyPr/>
        <a:lstStyle/>
        <a:p>
          <a:endParaRPr kumimoji="1" lang="ja-JP" altLang="en-US"/>
        </a:p>
      </dgm:t>
    </dgm:pt>
    <dgm:pt modelId="{BBEADD83-2D5C-4D9A-B6A0-7BED341DB80A}">
      <dgm:prSet custT="1"/>
      <dgm:spPr/>
      <dgm:t>
        <a:bodyPr/>
        <a:lstStyle/>
        <a:p>
          <a:r>
            <a:rPr lang="ja-JP" altLang="en-US">
              <a:noFill/>
            </a:rPr>
            <a:t> </a:t>
          </a:r>
        </a:p>
      </dgm:t>
    </dgm:pt>
    <dgm:pt modelId="{CAE54960-AFC0-4C2C-B42E-6898EF7D1D6D}" type="parTrans" cxnId="{5327629E-C251-48DA-95C2-B40A259EC29F}">
      <dgm:prSet/>
      <dgm:spPr/>
      <dgm:t>
        <a:bodyPr/>
        <a:lstStyle/>
        <a:p>
          <a:endParaRPr kumimoji="1" lang="ja-JP" altLang="en-US"/>
        </a:p>
      </dgm:t>
    </dgm:pt>
    <dgm:pt modelId="{43F5C220-8DCE-4755-AA1D-410D68429C2B}" type="sibTrans" cxnId="{5327629E-C251-48DA-95C2-B40A259EC29F}">
      <dgm:prSet/>
      <dgm:spPr/>
      <dgm:t>
        <a:bodyPr/>
        <a:lstStyle/>
        <a:p>
          <a:endParaRPr kumimoji="1" lang="ja-JP" altLang="en-US"/>
        </a:p>
      </dgm:t>
    </dgm:pt>
    <dgm:pt modelId="{4660ABC2-9A22-4C6F-A8BB-6EDA02DAE6F5}">
      <dgm:prSet custT="1"/>
      <dgm:spPr/>
      <dgm:t>
        <a:bodyPr/>
        <a:lstStyle/>
        <a:p>
          <a:r>
            <a:rPr lang="ja-JP" altLang="en-US">
              <a:noFill/>
            </a:rPr>
            <a:t> </a:t>
          </a:r>
        </a:p>
      </dgm:t>
    </dgm:pt>
    <dgm:pt modelId="{BA1E7575-6A38-467D-9F6C-92804B0D3754}" type="parTrans" cxnId="{CAC06CE5-C6EC-42EB-B6DE-C070F0EDF6B2}">
      <dgm:prSet/>
      <dgm:spPr/>
      <dgm:t>
        <a:bodyPr/>
        <a:lstStyle/>
        <a:p>
          <a:endParaRPr kumimoji="1" lang="ja-JP" altLang="en-US"/>
        </a:p>
      </dgm:t>
    </dgm:pt>
    <dgm:pt modelId="{CC8352A4-F628-4CB6-A64E-7FEE87125A04}" type="sibTrans" cxnId="{CAC06CE5-C6EC-42EB-B6DE-C070F0EDF6B2}">
      <dgm:prSet/>
      <dgm:spPr/>
      <dgm:t>
        <a:bodyPr/>
        <a:lstStyle/>
        <a:p>
          <a:endParaRPr kumimoji="1" lang="ja-JP" altLang="en-US"/>
        </a:p>
      </dgm:t>
    </dgm:pt>
    <dgm:pt modelId="{10123635-3290-4D3A-965E-0072B054CFF9}">
      <dgm:prSet custT="1"/>
      <dgm:spPr/>
      <dgm:t>
        <a:bodyPr/>
        <a:lstStyle/>
        <a:p>
          <a:r>
            <a:rPr lang="ja-JP" altLang="en-US">
              <a:noFill/>
            </a:rPr>
            <a:t> </a:t>
          </a:r>
        </a:p>
      </dgm:t>
    </dgm:pt>
    <dgm:pt modelId="{2FFF68FE-0242-4E89-9A4B-FC691B40AAA2}" type="parTrans" cxnId="{7F3C9CE4-8080-4D5B-9CA7-3F4A12A21E36}">
      <dgm:prSet/>
      <dgm:spPr/>
      <dgm:t>
        <a:bodyPr/>
        <a:lstStyle/>
        <a:p>
          <a:endParaRPr kumimoji="1" lang="ja-JP" altLang="en-US"/>
        </a:p>
      </dgm:t>
    </dgm:pt>
    <dgm:pt modelId="{D2B290A2-0C4D-444D-ADE7-F7BA11B8877B}" type="sibTrans" cxnId="{7F3C9CE4-8080-4D5B-9CA7-3F4A12A21E36}">
      <dgm:prSet/>
      <dgm:spPr/>
      <dgm:t>
        <a:bodyPr/>
        <a:lstStyle/>
        <a:p>
          <a:endParaRPr kumimoji="1" lang="ja-JP" altLang="en-US"/>
        </a:p>
      </dgm:t>
    </dgm:pt>
    <dgm:pt modelId="{751A06D5-12AC-4CB3-898B-7D79D4478504}">
      <dgm:prSet custT="1"/>
      <dgm:spPr/>
      <dgm:t>
        <a:bodyPr/>
        <a:lstStyle/>
        <a:p>
          <a:r>
            <a:rPr lang="ja-JP" altLang="en-US">
              <a:noFill/>
            </a:rPr>
            <a:t> </a:t>
          </a:r>
        </a:p>
      </dgm:t>
    </dgm:pt>
    <dgm:pt modelId="{6FD1D198-AED6-4795-9D37-E2AA875895F6}" type="parTrans" cxnId="{A2479A16-2CCD-4309-AF61-B44372B1ABE5}">
      <dgm:prSet/>
      <dgm:spPr/>
      <dgm:t>
        <a:bodyPr/>
        <a:lstStyle/>
        <a:p>
          <a:endParaRPr kumimoji="1" lang="ja-JP" altLang="en-US"/>
        </a:p>
      </dgm:t>
    </dgm:pt>
    <dgm:pt modelId="{EFC8A7CF-5987-4386-87C9-0944AE62FAD0}" type="sibTrans" cxnId="{A2479A16-2CCD-4309-AF61-B44372B1ABE5}">
      <dgm:prSet/>
      <dgm:spPr/>
      <dgm:t>
        <a:bodyPr/>
        <a:lstStyle/>
        <a:p>
          <a:endParaRPr kumimoji="1" lang="ja-JP" altLang="en-US"/>
        </a:p>
      </dgm:t>
    </dgm:pt>
    <dgm:pt modelId="{B69BCCBF-3A92-4201-993F-3DF90A3B6B5A}">
      <dgm:prSet custT="1"/>
      <dgm:spPr/>
      <dgm:t>
        <a:bodyPr/>
        <a:lstStyle/>
        <a:p>
          <a:r>
            <a:rPr lang="ja-JP" altLang="en-US">
              <a:noFill/>
            </a:rPr>
            <a:t> </a:t>
          </a:r>
        </a:p>
      </dgm:t>
    </dgm:pt>
    <dgm:pt modelId="{F15902F2-A7BF-4E5E-8E01-6D620A0D65B2}" type="parTrans" cxnId="{4E8A5A8D-5313-4DD4-8783-8586B095EDED}">
      <dgm:prSet/>
      <dgm:spPr/>
      <dgm:t>
        <a:bodyPr/>
        <a:lstStyle/>
        <a:p>
          <a:endParaRPr kumimoji="1" lang="ja-JP" altLang="en-US"/>
        </a:p>
      </dgm:t>
    </dgm:pt>
    <dgm:pt modelId="{576D5AC2-9521-42BC-9AEE-B6C224F1313A}" type="sibTrans" cxnId="{4E8A5A8D-5313-4DD4-8783-8586B095EDED}">
      <dgm:prSet/>
      <dgm:spPr/>
      <dgm:t>
        <a:bodyPr/>
        <a:lstStyle/>
        <a:p>
          <a:endParaRPr kumimoji="1" lang="ja-JP" altLang="en-US"/>
        </a:p>
      </dgm:t>
    </dgm:pt>
    <dgm:pt modelId="{DEBE273F-C37E-468C-9EBB-1A6F194DC218}">
      <dgm:prSet custT="1"/>
      <dgm:spPr/>
      <dgm:t>
        <a:bodyPr tIns="0" bIns="0"/>
        <a:lstStyle/>
        <a:p>
          <a:r>
            <a:rPr lang="en-US" altLang="ja-JP" sz="6000" b="1" dirty="0">
              <a:latin typeface="+mn-lt"/>
              <a:cs typeface="Latin Modern Math" panose="020B0604020202020204" pitchFamily="34" charset="0"/>
            </a:rPr>
            <a:t>Simulation Design</a:t>
          </a:r>
          <a:endParaRPr lang="ja-JP" sz="6000" b="0" dirty="0">
            <a:solidFill>
              <a:schemeClr val="tx1"/>
            </a:solidFill>
            <a:latin typeface="+mn-lt"/>
            <a:cs typeface="Latin Modern Math" panose="020B0604020202020204" pitchFamily="34" charset="0"/>
          </a:endParaRPr>
        </a:p>
      </dgm:t>
    </dgm:pt>
    <dgm:pt modelId="{B5C8CD8B-7BEC-4D31-B79F-42CA61BDDB93}" type="parTrans" cxnId="{AC052FFD-1320-48EA-ADF9-F59AD630C868}">
      <dgm:prSet/>
      <dgm:spPr/>
      <dgm:t>
        <a:bodyPr/>
        <a:lstStyle/>
        <a:p>
          <a:endParaRPr kumimoji="1" lang="ja-JP" altLang="en-US"/>
        </a:p>
      </dgm:t>
    </dgm:pt>
    <dgm:pt modelId="{3942E21C-E301-4E12-8ECC-3211F406799C}" type="sibTrans" cxnId="{AC052FFD-1320-48EA-ADF9-F59AD630C868}">
      <dgm:prSet/>
      <dgm:spPr/>
      <dgm:t>
        <a:bodyPr/>
        <a:lstStyle/>
        <a:p>
          <a:endParaRPr kumimoji="1" lang="ja-JP" altLang="en-US"/>
        </a:p>
      </dgm:t>
    </dgm:pt>
    <dgm:pt modelId="{F4C663AE-2BE8-45B5-9C24-C3DC69005500}">
      <dgm:prSet custT="1"/>
      <dgm:spPr/>
      <dgm:t>
        <a:bodyPr/>
        <a:lstStyle/>
        <a:p>
          <a:pPr>
            <a:buClr>
              <a:schemeClr val="accent1"/>
            </a:buClr>
            <a:buFont typeface="ADLaM Display" panose="02010000000000000000" pitchFamily="2" charset="0"/>
            <a:buChar char="▶"/>
          </a:pPr>
          <a:r>
            <a:rPr lang="en-US" altLang="ja-JP" sz="4000" b="0" dirty="0">
              <a:solidFill>
                <a:schemeClr val="tx1"/>
              </a:solidFill>
              <a:latin typeface="+mn-lt"/>
              <a:cs typeface="Latin Modern Math" panose="020B0604020202020204" pitchFamily="34" charset="0"/>
            </a:rPr>
            <a:t>Distribution pairs for scenarios (S1–S7) covering null, location-shift, scale-shift, skewness, and combined </a:t>
          </a:r>
          <a:r>
            <a:rPr lang="en-US" altLang="ja-JP" sz="4000" b="0" dirty="0" err="1">
              <a:solidFill>
                <a:schemeClr val="tx1"/>
              </a:solidFill>
              <a:latin typeface="+mn-lt"/>
              <a:cs typeface="Latin Modern Math" panose="020B0604020202020204" pitchFamily="34" charset="0"/>
            </a:rPr>
            <a:t>location+scale</a:t>
          </a:r>
          <a:r>
            <a:rPr lang="en-US" altLang="ja-JP" sz="4000" b="0" dirty="0">
              <a:solidFill>
                <a:schemeClr val="tx1"/>
              </a:solidFill>
              <a:latin typeface="+mn-lt"/>
              <a:cs typeface="Latin Modern Math" panose="020B0604020202020204" pitchFamily="34" charset="0"/>
            </a:rPr>
            <a:t> differences</a:t>
          </a:r>
          <a:endParaRPr lang="ja-JP" sz="4000" b="0" dirty="0">
            <a:solidFill>
              <a:schemeClr val="tx1"/>
            </a:solidFill>
            <a:latin typeface="+mn-lt"/>
            <a:cs typeface="Latin Modern Math" panose="020B0604020202020204" pitchFamily="34" charset="0"/>
          </a:endParaRPr>
        </a:p>
      </dgm:t>
    </dgm:pt>
    <dgm:pt modelId="{244E1C5E-5D8F-45CF-8A10-1E4AF547807D}" type="parTrans" cxnId="{961FA5A3-2113-4CB8-91DD-7BF31228FBD8}">
      <dgm:prSet/>
      <dgm:spPr/>
      <dgm:t>
        <a:bodyPr/>
        <a:lstStyle/>
        <a:p>
          <a:endParaRPr kumimoji="1" lang="ja-JP" altLang="en-US"/>
        </a:p>
      </dgm:t>
    </dgm:pt>
    <dgm:pt modelId="{911EB010-C2F8-41A8-BCEB-02474AB23B64}" type="sibTrans" cxnId="{961FA5A3-2113-4CB8-91DD-7BF31228FBD8}">
      <dgm:prSet/>
      <dgm:spPr/>
      <dgm:t>
        <a:bodyPr/>
        <a:lstStyle/>
        <a:p>
          <a:endParaRPr kumimoji="1" lang="ja-JP" altLang="en-US"/>
        </a:p>
      </dgm:t>
    </dgm:pt>
    <dgm:pt modelId="{F49D4F5E-B3D1-4C43-916B-82E41B0A204F}">
      <dgm:prSet custT="1"/>
      <dgm:spPr/>
      <dgm:t>
        <a:bodyPr/>
        <a:lstStyle/>
        <a:p>
          <a:pPr>
            <a:buClr>
              <a:schemeClr val="accent1"/>
            </a:buClr>
            <a:buFont typeface="ADLaM Display" panose="02010000000000000000" pitchFamily="2" charset="0"/>
            <a:buChar char="▶"/>
          </a:pPr>
          <a:r>
            <a:rPr lang="en-US" altLang="ja-JP" sz="4000" b="0" dirty="0">
              <a:solidFill>
                <a:schemeClr val="tx1"/>
              </a:solidFill>
              <a:latin typeface="+mn-lt"/>
              <a:cs typeface="Latin Modern Math" panose="020B0604020202020204" pitchFamily="34" charset="0"/>
            </a:rPr>
            <a:t>10,000 replications, sample size (50, 100, 200), bootstrap B=2,000 </a:t>
          </a:r>
          <a:endParaRPr lang="ja-JP" sz="4000" b="0" dirty="0">
            <a:solidFill>
              <a:schemeClr val="tx1"/>
            </a:solidFill>
            <a:latin typeface="+mn-lt"/>
            <a:cs typeface="Latin Modern Math" panose="020B0604020202020204" pitchFamily="34" charset="0"/>
          </a:endParaRPr>
        </a:p>
      </dgm:t>
    </dgm:pt>
    <dgm:pt modelId="{FEB3D137-7DDD-418B-B4F9-96F9DF402D4E}" type="parTrans" cxnId="{DDE54356-64F1-4C1A-BCF1-8F0A4837760C}">
      <dgm:prSet/>
      <dgm:spPr/>
      <dgm:t>
        <a:bodyPr/>
        <a:lstStyle/>
        <a:p>
          <a:endParaRPr kumimoji="1" lang="ja-JP" altLang="en-US"/>
        </a:p>
      </dgm:t>
    </dgm:pt>
    <dgm:pt modelId="{46866865-A5C8-4FE2-A623-6B17B7ADAD1D}" type="sibTrans" cxnId="{DDE54356-64F1-4C1A-BCF1-8F0A4837760C}">
      <dgm:prSet/>
      <dgm:spPr/>
      <dgm:t>
        <a:bodyPr/>
        <a:lstStyle/>
        <a:p>
          <a:endParaRPr kumimoji="1" lang="ja-JP" altLang="en-US"/>
        </a:p>
      </dgm:t>
    </dgm:pt>
    <dgm:pt modelId="{D028C347-C89D-4470-9839-F960451418D2}">
      <dgm:prSet custT="1"/>
      <dgm:spPr/>
      <dgm:t>
        <a:bodyPr/>
        <a:lstStyle/>
        <a:p>
          <a:r>
            <a:rPr lang="ja-JP" altLang="en-US">
              <a:noFill/>
            </a:rPr>
            <a:t> </a:t>
          </a:r>
        </a:p>
      </dgm:t>
    </dgm:pt>
    <dgm:pt modelId="{057741E6-E2FB-48FD-8854-6AEA88633BAF}" type="parTrans" cxnId="{AF40348D-4F50-4A7B-96CF-F342657C737A}">
      <dgm:prSet/>
      <dgm:spPr/>
      <dgm:t>
        <a:bodyPr/>
        <a:lstStyle/>
        <a:p>
          <a:endParaRPr kumimoji="1" lang="ja-JP" altLang="en-US"/>
        </a:p>
      </dgm:t>
    </dgm:pt>
    <dgm:pt modelId="{8616C4F5-7DA2-4EAB-B9F6-4C80B3C23B6E}" type="sibTrans" cxnId="{AF40348D-4F50-4A7B-96CF-F342657C737A}">
      <dgm:prSet/>
      <dgm:spPr/>
      <dgm:t>
        <a:bodyPr/>
        <a:lstStyle/>
        <a:p>
          <a:endParaRPr kumimoji="1" lang="ja-JP" altLang="en-US"/>
        </a:p>
      </dgm:t>
    </dgm:pt>
    <dgm:pt modelId="{C17105FE-3AA9-471B-B02E-3DEA0B569C8B}">
      <dgm:prSet custT="1"/>
      <dgm:spPr/>
      <dgm:t>
        <a:bodyPr/>
        <a:lstStyle/>
        <a:p>
          <a:pPr marL="540000" indent="-540000">
            <a:buNone/>
          </a:pPr>
          <a:r>
            <a:rPr lang="en-US" altLang="ja-JP" sz="6000" b="1" kern="1200" dirty="0">
              <a:solidFill>
                <a:srgbClr val="FFFFFF"/>
              </a:solidFill>
              <a:latin typeface="Arial"/>
              <a:ea typeface="游ゴシック"/>
              <a:cs typeface="Latin Modern Math" panose="020B0604020202020204" pitchFamily="34" charset="0"/>
            </a:rPr>
            <a:t>Clinical calibration</a:t>
          </a:r>
          <a:endParaRPr lang="ja-JP" sz="6000" b="1" kern="1200" dirty="0">
            <a:solidFill>
              <a:srgbClr val="FFFFFF"/>
            </a:solidFill>
            <a:latin typeface="Arial"/>
            <a:ea typeface="游ゴシック"/>
            <a:cs typeface="Latin Modern Math" panose="020B0604020202020204" pitchFamily="34" charset="0"/>
          </a:endParaRPr>
        </a:p>
      </dgm:t>
    </dgm:pt>
    <dgm:pt modelId="{9B7551DD-6358-4DCE-9BB4-DA4891BBF66E}" type="parTrans" cxnId="{48D4E117-4D2C-4B59-8153-41DC85E4104E}">
      <dgm:prSet/>
      <dgm:spPr/>
      <dgm:t>
        <a:bodyPr/>
        <a:lstStyle/>
        <a:p>
          <a:endParaRPr kumimoji="1" lang="ja-JP" altLang="en-US"/>
        </a:p>
      </dgm:t>
    </dgm:pt>
    <dgm:pt modelId="{9C65008D-B910-462B-8243-0ADA5764E6A6}" type="sibTrans" cxnId="{48D4E117-4D2C-4B59-8153-41DC85E4104E}">
      <dgm:prSet/>
      <dgm:spPr/>
      <dgm:t>
        <a:bodyPr/>
        <a:lstStyle/>
        <a:p>
          <a:endParaRPr kumimoji="1" lang="ja-JP" altLang="en-US"/>
        </a:p>
      </dgm:t>
    </dgm:pt>
    <dgm:pt modelId="{BA3EA654-56A9-489E-84D1-3C55E044E2BE}">
      <dgm:prSet custT="1"/>
      <dgm:spPr>
        <a:blipFill>
          <a:blip xmlns:r="http://schemas.openxmlformats.org/officeDocument/2006/relationships" r:embed="rId2"/>
          <a:stretch>
            <a:fillRect t="-4600" b="-7800"/>
          </a:stretch>
        </a:blipFill>
      </dgm:spPr>
      <dgm:t>
        <a:bodyPr/>
        <a:lstStyle/>
        <a:p>
          <a:r>
            <a:rPr lang="ja-JP" altLang="en-US">
              <a:noFill/>
            </a:rPr>
            <a:t> </a:t>
          </a:r>
        </a:p>
      </dgm:t>
    </dgm:pt>
    <dgm:pt modelId="{8869C6F7-0816-47A4-A0FF-6E6278B064CB}" type="parTrans" cxnId="{BA242310-6E51-4F87-8FC0-8878CC2FD1DD}">
      <dgm:prSet/>
      <dgm:spPr/>
      <dgm:t>
        <a:bodyPr/>
        <a:lstStyle/>
        <a:p>
          <a:endParaRPr kumimoji="1" lang="ja-JP" altLang="en-US"/>
        </a:p>
      </dgm:t>
    </dgm:pt>
    <dgm:pt modelId="{D5B1C80A-C29D-4665-B590-215285CB090D}" type="sibTrans" cxnId="{BA242310-6E51-4F87-8FC0-8878CC2FD1DD}">
      <dgm:prSet/>
      <dgm:spPr/>
      <dgm:t>
        <a:bodyPr/>
        <a:lstStyle/>
        <a:p>
          <a:endParaRPr kumimoji="1" lang="ja-JP" altLang="en-US"/>
        </a:p>
      </dgm:t>
    </dgm:pt>
    <dgm:pt modelId="{6EB72FF8-7921-411F-87CC-DFFA0A2447FF}">
      <dgm:prSet custT="1"/>
      <dgm:spPr/>
      <dgm:t>
        <a:bodyPr/>
        <a:lstStyle/>
        <a:p>
          <a:r>
            <a:rPr lang="ja-JP" altLang="en-US">
              <a:noFill/>
            </a:rPr>
            <a:t> </a:t>
          </a:r>
        </a:p>
      </dgm:t>
    </dgm:pt>
    <dgm:pt modelId="{2DFB658C-C250-45CD-80A4-861D86329F90}" type="parTrans" cxnId="{331B92A0-69F5-406D-B660-1A76D4BE278A}">
      <dgm:prSet/>
      <dgm:spPr/>
      <dgm:t>
        <a:bodyPr/>
        <a:lstStyle/>
        <a:p>
          <a:endParaRPr kumimoji="1" lang="ja-JP" altLang="en-US"/>
        </a:p>
      </dgm:t>
    </dgm:pt>
    <dgm:pt modelId="{516D8BDF-7CA1-4A14-A431-E4BA5AF22BC9}" type="sibTrans" cxnId="{331B92A0-69F5-406D-B660-1A76D4BE278A}">
      <dgm:prSet/>
      <dgm:spPr/>
      <dgm:t>
        <a:bodyPr/>
        <a:lstStyle/>
        <a:p>
          <a:endParaRPr kumimoji="1" lang="ja-JP" altLang="en-US"/>
        </a:p>
      </dgm:t>
    </dgm:pt>
    <dgm:pt modelId="{2F2C5C28-7B58-4C1A-B3BF-FFFEC257B53D}">
      <dgm:prSet custT="1"/>
      <dgm:spPr/>
      <dgm:t>
        <a:bodyPr/>
        <a:lstStyle/>
        <a:p>
          <a:r>
            <a:rPr lang="ja-JP" altLang="en-US">
              <a:noFill/>
            </a:rPr>
            <a:t> </a:t>
          </a:r>
        </a:p>
      </dgm:t>
    </dgm:pt>
    <dgm:pt modelId="{EFF71B2F-5052-4EA9-8647-3315DBC2BB62}" type="parTrans" cxnId="{04EB568E-01A4-4524-8C4B-7DECEE98198A}">
      <dgm:prSet/>
      <dgm:spPr/>
      <dgm:t>
        <a:bodyPr/>
        <a:lstStyle/>
        <a:p>
          <a:endParaRPr kumimoji="1" lang="ja-JP" altLang="en-US"/>
        </a:p>
      </dgm:t>
    </dgm:pt>
    <dgm:pt modelId="{F6CA1A69-ECC1-46F3-9BE0-44DEC0B8A138}" type="sibTrans" cxnId="{04EB568E-01A4-4524-8C4B-7DECEE98198A}">
      <dgm:prSet/>
      <dgm:spPr/>
      <dgm:t>
        <a:bodyPr/>
        <a:lstStyle/>
        <a:p>
          <a:endParaRPr kumimoji="1" lang="ja-JP" altLang="en-US"/>
        </a:p>
      </dgm:t>
    </dgm:pt>
    <dgm:pt modelId="{19A9B898-01F3-43BF-97BB-AEE8B1992346}">
      <dgm:prSet custT="1"/>
      <dgm:spPr/>
      <dgm:t>
        <a:bodyPr/>
        <a:lstStyle/>
        <a:p>
          <a:pPr>
            <a:buClr>
              <a:schemeClr val="accent1"/>
            </a:buClr>
            <a:buFont typeface="ADLaM Display" panose="02010000000000000000" pitchFamily="2" charset="0"/>
            <a:buChar char="▶"/>
          </a:pPr>
          <a:endParaRPr lang="ja-JP" sz="4000" b="0" dirty="0">
            <a:solidFill>
              <a:schemeClr val="tx1"/>
            </a:solidFill>
            <a:latin typeface="+mn-lt"/>
            <a:cs typeface="Latin Modern Math" panose="020B0604020202020204" pitchFamily="34" charset="0"/>
          </a:endParaRPr>
        </a:p>
      </dgm:t>
    </dgm:pt>
    <dgm:pt modelId="{8FBAB47C-5D60-4DDD-B6FE-0D653F6CAC64}" type="parTrans" cxnId="{48EE6DFA-ADF4-4019-911F-225C28FE39FF}">
      <dgm:prSet/>
      <dgm:spPr/>
      <dgm:t>
        <a:bodyPr/>
        <a:lstStyle/>
        <a:p>
          <a:endParaRPr kumimoji="1" lang="ja-JP" altLang="en-US"/>
        </a:p>
      </dgm:t>
    </dgm:pt>
    <dgm:pt modelId="{7134CE87-0761-4659-8EFE-F39189C0DDA3}" type="sibTrans" cxnId="{48EE6DFA-ADF4-4019-911F-225C28FE39FF}">
      <dgm:prSet/>
      <dgm:spPr/>
      <dgm:t>
        <a:bodyPr/>
        <a:lstStyle/>
        <a:p>
          <a:endParaRPr kumimoji="1" lang="ja-JP" altLang="en-US"/>
        </a:p>
      </dgm:t>
    </dgm:pt>
    <dgm:pt modelId="{29413405-AE2B-49F2-9574-BBAA531AAB67}">
      <dgm:prSet custT="1"/>
      <dgm:spPr/>
      <dgm:t>
        <a:bodyPr/>
        <a:lstStyle/>
        <a:p>
          <a:pPr>
            <a:buClr>
              <a:schemeClr val="accent1"/>
            </a:buClr>
            <a:buFont typeface="ADLaM Display" panose="02010000000000000000" pitchFamily="2" charset="0"/>
            <a:buChar char="▶"/>
          </a:pPr>
          <a:endParaRPr lang="ja-JP" sz="4000" b="0" dirty="0">
            <a:solidFill>
              <a:schemeClr val="tx1"/>
            </a:solidFill>
            <a:latin typeface="+mn-lt"/>
            <a:cs typeface="Latin Modern Math" panose="020B0604020202020204" pitchFamily="34" charset="0"/>
          </a:endParaRPr>
        </a:p>
      </dgm:t>
    </dgm:pt>
    <dgm:pt modelId="{E3481AAC-1D52-4B95-A693-453BBEA72204}" type="parTrans" cxnId="{785BBFF2-48AA-4ACF-82C5-C8AA47473BE1}">
      <dgm:prSet/>
      <dgm:spPr/>
      <dgm:t>
        <a:bodyPr/>
        <a:lstStyle/>
        <a:p>
          <a:endParaRPr kumimoji="1" lang="ja-JP" altLang="en-US"/>
        </a:p>
      </dgm:t>
    </dgm:pt>
    <dgm:pt modelId="{101F4804-5EC0-4E19-943C-239FB5481A57}" type="sibTrans" cxnId="{785BBFF2-48AA-4ACF-82C5-C8AA47473BE1}">
      <dgm:prSet/>
      <dgm:spPr/>
      <dgm:t>
        <a:bodyPr/>
        <a:lstStyle/>
        <a:p>
          <a:endParaRPr kumimoji="1" lang="ja-JP" altLang="en-US"/>
        </a:p>
      </dgm:t>
    </dgm:pt>
    <dgm:pt modelId="{A80F4FA0-6D10-4023-AA97-E6FB2F7C3B2E}">
      <dgm:prSet custT="1"/>
      <dgm:spPr/>
      <dgm:t>
        <a:bodyPr/>
        <a:lstStyle/>
        <a:p>
          <a:pPr>
            <a:buClr>
              <a:schemeClr val="accent1"/>
            </a:buClr>
            <a:buFont typeface="ADLaM Display" panose="02010000000000000000" pitchFamily="2" charset="0"/>
            <a:buChar char="▶"/>
          </a:pPr>
          <a:endParaRPr lang="ja-JP" sz="4000" b="0" dirty="0">
            <a:solidFill>
              <a:schemeClr val="tx1"/>
            </a:solidFill>
            <a:latin typeface="+mn-lt"/>
            <a:cs typeface="Latin Modern Math" panose="020B0604020202020204" pitchFamily="34" charset="0"/>
          </a:endParaRPr>
        </a:p>
      </dgm:t>
    </dgm:pt>
    <dgm:pt modelId="{685CAD06-B0AB-41AC-B478-155150E0DA5B}" type="parTrans" cxnId="{B2BB290C-1302-4C67-B5DF-F610B5D666BF}">
      <dgm:prSet/>
      <dgm:spPr/>
      <dgm:t>
        <a:bodyPr/>
        <a:lstStyle/>
        <a:p>
          <a:endParaRPr kumimoji="1" lang="ja-JP" altLang="en-US"/>
        </a:p>
      </dgm:t>
    </dgm:pt>
    <dgm:pt modelId="{622A05E9-7F48-4F00-A6FC-0384D8120325}" type="sibTrans" cxnId="{B2BB290C-1302-4C67-B5DF-F610B5D666BF}">
      <dgm:prSet/>
      <dgm:spPr/>
      <dgm:t>
        <a:bodyPr/>
        <a:lstStyle/>
        <a:p>
          <a:endParaRPr kumimoji="1" lang="ja-JP" altLang="en-US"/>
        </a:p>
      </dgm:t>
    </dgm:pt>
    <dgm:pt modelId="{EB151608-7D24-4381-97E6-47483C0C975F}">
      <dgm:prSet custT="1"/>
      <dgm:spPr/>
      <dgm:t>
        <a:bodyPr/>
        <a:lstStyle/>
        <a:p>
          <a:pPr>
            <a:buClr>
              <a:schemeClr val="accent1"/>
            </a:buClr>
            <a:buFont typeface="ADLaM Display" panose="02010000000000000000" pitchFamily="2" charset="0"/>
            <a:buChar char="▶"/>
          </a:pPr>
          <a:endParaRPr lang="ja-JP" sz="4000" b="0" dirty="0">
            <a:solidFill>
              <a:schemeClr val="tx1"/>
            </a:solidFill>
            <a:latin typeface="+mn-lt"/>
            <a:cs typeface="Latin Modern Math" panose="020B0604020202020204" pitchFamily="34" charset="0"/>
          </a:endParaRPr>
        </a:p>
      </dgm:t>
    </dgm:pt>
    <dgm:pt modelId="{E70EAF62-54F3-481E-A064-5AC072535C70}" type="parTrans" cxnId="{75ED05F7-7012-4D31-A366-BA464813E107}">
      <dgm:prSet/>
      <dgm:spPr/>
      <dgm:t>
        <a:bodyPr/>
        <a:lstStyle/>
        <a:p>
          <a:endParaRPr kumimoji="1" lang="ja-JP" altLang="en-US"/>
        </a:p>
      </dgm:t>
    </dgm:pt>
    <dgm:pt modelId="{02E3F00E-C539-4B17-892D-54723BD7EAFF}" type="sibTrans" cxnId="{75ED05F7-7012-4D31-A366-BA464813E107}">
      <dgm:prSet/>
      <dgm:spPr/>
      <dgm:t>
        <a:bodyPr/>
        <a:lstStyle/>
        <a:p>
          <a:endParaRPr kumimoji="1" lang="ja-JP" altLang="en-US"/>
        </a:p>
      </dgm:t>
    </dgm:pt>
    <dgm:pt modelId="{629C6CA4-80F9-4A19-8825-C3E4749EA56E}">
      <dgm:prSet custT="1"/>
      <dgm:spPr/>
      <dgm:t>
        <a:bodyPr/>
        <a:lstStyle/>
        <a:p>
          <a:pPr>
            <a:buClr>
              <a:schemeClr val="accent1"/>
            </a:buClr>
            <a:buFont typeface="ADLaM Display" panose="02010000000000000000" pitchFamily="2" charset="0"/>
            <a:buChar char="▶"/>
          </a:pPr>
          <a:endParaRPr lang="ja-JP" sz="4000" b="0" dirty="0">
            <a:solidFill>
              <a:schemeClr val="tx1"/>
            </a:solidFill>
            <a:latin typeface="+mn-lt"/>
            <a:cs typeface="Latin Modern Math" panose="020B0604020202020204" pitchFamily="34" charset="0"/>
          </a:endParaRPr>
        </a:p>
      </dgm:t>
    </dgm:pt>
    <dgm:pt modelId="{4A6AC595-C62C-47CE-96A5-B9E5C99DB70E}" type="parTrans" cxnId="{86084044-1F5D-4637-9917-BCE9D40AAA2C}">
      <dgm:prSet/>
      <dgm:spPr/>
      <dgm:t>
        <a:bodyPr/>
        <a:lstStyle/>
        <a:p>
          <a:endParaRPr kumimoji="1" lang="ja-JP" altLang="en-US"/>
        </a:p>
      </dgm:t>
    </dgm:pt>
    <dgm:pt modelId="{CA353439-DD11-4E06-967E-BFB61778F88B}" type="sibTrans" cxnId="{86084044-1F5D-4637-9917-BCE9D40AAA2C}">
      <dgm:prSet/>
      <dgm:spPr/>
      <dgm:t>
        <a:bodyPr/>
        <a:lstStyle/>
        <a:p>
          <a:endParaRPr kumimoji="1" lang="ja-JP" altLang="en-US"/>
        </a:p>
      </dgm:t>
    </dgm:pt>
    <dgm:pt modelId="{30002F60-A61E-4B8A-BF28-AA1CAFB0904E}">
      <dgm:prSet custT="1"/>
      <dgm:spPr/>
      <dgm:t>
        <a:bodyPr/>
        <a:lstStyle/>
        <a:p>
          <a:pPr>
            <a:buClr>
              <a:schemeClr val="accent1"/>
            </a:buClr>
            <a:buFont typeface="ADLaM Display" panose="02010000000000000000" pitchFamily="2" charset="0"/>
            <a:buChar char="▶"/>
          </a:pPr>
          <a:endParaRPr lang="ja-JP" sz="4000" b="0" dirty="0">
            <a:solidFill>
              <a:schemeClr val="tx1"/>
            </a:solidFill>
            <a:latin typeface="+mn-lt"/>
            <a:cs typeface="Latin Modern Math" panose="020B0604020202020204" pitchFamily="34" charset="0"/>
          </a:endParaRPr>
        </a:p>
      </dgm:t>
    </dgm:pt>
    <dgm:pt modelId="{AB0A49F3-3569-4643-BA8E-219AF2F3F695}" type="parTrans" cxnId="{46E460B8-6C87-4369-903C-3075B216E2DA}">
      <dgm:prSet/>
      <dgm:spPr/>
      <dgm:t>
        <a:bodyPr/>
        <a:lstStyle/>
        <a:p>
          <a:endParaRPr kumimoji="1" lang="ja-JP" altLang="en-US"/>
        </a:p>
      </dgm:t>
    </dgm:pt>
    <dgm:pt modelId="{1D19A8BD-0F1C-4819-ADC0-884910C1B2DE}" type="sibTrans" cxnId="{46E460B8-6C87-4369-903C-3075B216E2DA}">
      <dgm:prSet/>
      <dgm:spPr/>
      <dgm:t>
        <a:bodyPr/>
        <a:lstStyle/>
        <a:p>
          <a:endParaRPr kumimoji="1" lang="ja-JP" altLang="en-US"/>
        </a:p>
      </dgm:t>
    </dgm:pt>
    <dgm:pt modelId="{1ECE835F-59A6-4AB5-B458-AE32AD214EDA}">
      <dgm:prSet custT="1"/>
      <dgm:spPr/>
      <dgm:t>
        <a:bodyPr/>
        <a:lstStyle/>
        <a:p>
          <a:pPr>
            <a:buClr>
              <a:schemeClr val="accent1"/>
            </a:buClr>
            <a:buFont typeface="ADLaM Display" panose="02010000000000000000" pitchFamily="2" charset="0"/>
            <a:buChar char="▶"/>
          </a:pPr>
          <a:endParaRPr lang="ja-JP" sz="4000" b="0" dirty="0">
            <a:solidFill>
              <a:schemeClr val="tx1"/>
            </a:solidFill>
            <a:latin typeface="+mn-lt"/>
            <a:cs typeface="Latin Modern Math" panose="020B0604020202020204" pitchFamily="34" charset="0"/>
          </a:endParaRPr>
        </a:p>
      </dgm:t>
    </dgm:pt>
    <dgm:pt modelId="{1B61E9B4-CC6F-4253-A98B-B6775C5FFA80}" type="parTrans" cxnId="{4E30577B-0901-497B-BA44-1039711380E1}">
      <dgm:prSet/>
      <dgm:spPr/>
      <dgm:t>
        <a:bodyPr/>
        <a:lstStyle/>
        <a:p>
          <a:endParaRPr kumimoji="1" lang="ja-JP" altLang="en-US"/>
        </a:p>
      </dgm:t>
    </dgm:pt>
    <dgm:pt modelId="{16A9698A-BEC0-4652-8A9B-D98464D76036}" type="sibTrans" cxnId="{4E30577B-0901-497B-BA44-1039711380E1}">
      <dgm:prSet/>
      <dgm:spPr/>
      <dgm:t>
        <a:bodyPr/>
        <a:lstStyle/>
        <a:p>
          <a:endParaRPr kumimoji="1" lang="ja-JP" altLang="en-US"/>
        </a:p>
      </dgm:t>
    </dgm:pt>
    <dgm:pt modelId="{5FF91AA0-7F0D-41E2-98C4-60EE1C946728}">
      <dgm:prSet custT="1"/>
      <dgm:spPr/>
      <dgm:t>
        <a:bodyPr/>
        <a:lstStyle/>
        <a:p>
          <a:pPr>
            <a:buClr>
              <a:schemeClr val="accent1"/>
            </a:buClr>
            <a:buFont typeface="ADLaM Display" panose="02010000000000000000" pitchFamily="2" charset="0"/>
            <a:buChar char="▶"/>
          </a:pPr>
          <a:endParaRPr lang="ja-JP" sz="4000" b="0" dirty="0">
            <a:solidFill>
              <a:schemeClr val="tx1"/>
            </a:solidFill>
            <a:latin typeface="+mn-lt"/>
            <a:cs typeface="Latin Modern Math" panose="020B0604020202020204" pitchFamily="34" charset="0"/>
          </a:endParaRPr>
        </a:p>
      </dgm:t>
    </dgm:pt>
    <dgm:pt modelId="{7A8DD86C-7200-4359-9C62-8304049B67F4}" type="parTrans" cxnId="{596B2CA6-B23D-404F-A8F7-953DD4B0AC0C}">
      <dgm:prSet/>
      <dgm:spPr/>
      <dgm:t>
        <a:bodyPr/>
        <a:lstStyle/>
        <a:p>
          <a:endParaRPr kumimoji="1" lang="ja-JP" altLang="en-US"/>
        </a:p>
      </dgm:t>
    </dgm:pt>
    <dgm:pt modelId="{9BBA8340-36B7-4E78-87AA-F34CAA7122D3}" type="sibTrans" cxnId="{596B2CA6-B23D-404F-A8F7-953DD4B0AC0C}">
      <dgm:prSet/>
      <dgm:spPr/>
      <dgm:t>
        <a:bodyPr/>
        <a:lstStyle/>
        <a:p>
          <a:endParaRPr kumimoji="1" lang="ja-JP" altLang="en-US"/>
        </a:p>
      </dgm:t>
    </dgm:pt>
    <dgm:pt modelId="{583E14B8-4894-4997-B082-B8823356617B}">
      <dgm:prSet custT="1"/>
      <dgm:spPr/>
      <dgm:t>
        <a:bodyPr/>
        <a:lstStyle/>
        <a:p>
          <a:pPr>
            <a:buClr>
              <a:schemeClr val="accent1"/>
            </a:buClr>
            <a:buFont typeface="ADLaM Display" panose="02010000000000000000" pitchFamily="2" charset="0"/>
            <a:buChar char="▶"/>
          </a:pPr>
          <a:endParaRPr lang="ja-JP" sz="4000" b="0" dirty="0">
            <a:solidFill>
              <a:schemeClr val="tx1"/>
            </a:solidFill>
            <a:latin typeface="+mn-lt"/>
            <a:cs typeface="Latin Modern Math" panose="020B0604020202020204" pitchFamily="34" charset="0"/>
          </a:endParaRPr>
        </a:p>
      </dgm:t>
    </dgm:pt>
    <dgm:pt modelId="{AF7F1F94-ADEB-4BA5-BC7A-1D1402BAFB32}" type="parTrans" cxnId="{965BD362-BC4D-4CB1-BBFB-7199250FF67D}">
      <dgm:prSet/>
      <dgm:spPr/>
      <dgm:t>
        <a:bodyPr/>
        <a:lstStyle/>
        <a:p>
          <a:endParaRPr kumimoji="1" lang="ja-JP" altLang="en-US"/>
        </a:p>
      </dgm:t>
    </dgm:pt>
    <dgm:pt modelId="{4120F532-E85B-480D-91F3-B1363E482628}" type="sibTrans" cxnId="{965BD362-BC4D-4CB1-BBFB-7199250FF67D}">
      <dgm:prSet/>
      <dgm:spPr/>
      <dgm:t>
        <a:bodyPr/>
        <a:lstStyle/>
        <a:p>
          <a:endParaRPr kumimoji="1" lang="ja-JP" altLang="en-US"/>
        </a:p>
      </dgm:t>
    </dgm:pt>
    <dgm:pt modelId="{7C863E87-CF9C-49FC-B728-8133BD9D867F}">
      <dgm:prSet custT="1"/>
      <dgm:spPr/>
      <dgm:t>
        <a:bodyPr/>
        <a:lstStyle/>
        <a:p>
          <a:pPr>
            <a:buClr>
              <a:schemeClr val="accent1"/>
            </a:buClr>
            <a:buFont typeface="ADLaM Display" panose="02010000000000000000" pitchFamily="2" charset="0"/>
            <a:buChar char="▶"/>
          </a:pPr>
          <a:endParaRPr lang="ja-JP" sz="4000" b="0" dirty="0">
            <a:solidFill>
              <a:schemeClr val="tx1"/>
            </a:solidFill>
            <a:latin typeface="+mn-lt"/>
            <a:cs typeface="Latin Modern Math" panose="020B0604020202020204" pitchFamily="34" charset="0"/>
          </a:endParaRPr>
        </a:p>
      </dgm:t>
    </dgm:pt>
    <dgm:pt modelId="{E23765E7-9236-48E6-8872-16767C9DCD98}" type="parTrans" cxnId="{633660AD-DF76-4926-BA9D-41C33DBA75FF}">
      <dgm:prSet/>
      <dgm:spPr/>
      <dgm:t>
        <a:bodyPr/>
        <a:lstStyle/>
        <a:p>
          <a:endParaRPr kumimoji="1" lang="ja-JP" altLang="en-US"/>
        </a:p>
      </dgm:t>
    </dgm:pt>
    <dgm:pt modelId="{D6AB4839-49B3-477C-B857-4EFCDD92C869}" type="sibTrans" cxnId="{633660AD-DF76-4926-BA9D-41C33DBA75FF}">
      <dgm:prSet/>
      <dgm:spPr/>
      <dgm:t>
        <a:bodyPr/>
        <a:lstStyle/>
        <a:p>
          <a:endParaRPr kumimoji="1" lang="ja-JP" altLang="en-US"/>
        </a:p>
      </dgm:t>
    </dgm:pt>
    <dgm:pt modelId="{EA76EEC4-7FE3-4DE1-BE76-1C14719B2AD3}">
      <dgm:prSet custT="1"/>
      <dgm:spPr/>
      <dgm:t>
        <a:bodyPr/>
        <a:lstStyle/>
        <a:p>
          <a:pPr>
            <a:buClr>
              <a:schemeClr val="accent1"/>
            </a:buClr>
            <a:buFont typeface="ADLaM Display" panose="02010000000000000000" pitchFamily="2" charset="0"/>
            <a:buChar char="▶"/>
          </a:pPr>
          <a:endParaRPr lang="ja-JP" sz="4000" b="0" dirty="0">
            <a:solidFill>
              <a:schemeClr val="tx1"/>
            </a:solidFill>
            <a:latin typeface="+mn-lt"/>
            <a:cs typeface="Latin Modern Math" panose="020B0604020202020204" pitchFamily="34" charset="0"/>
          </a:endParaRPr>
        </a:p>
      </dgm:t>
    </dgm:pt>
    <dgm:pt modelId="{19B26599-483E-41E5-A39E-90129C40BFC2}" type="parTrans" cxnId="{7A184AD4-BF4A-4064-B507-9ABF3B7D98DD}">
      <dgm:prSet/>
      <dgm:spPr/>
      <dgm:t>
        <a:bodyPr/>
        <a:lstStyle/>
        <a:p>
          <a:endParaRPr kumimoji="1" lang="ja-JP" altLang="en-US"/>
        </a:p>
      </dgm:t>
    </dgm:pt>
    <dgm:pt modelId="{C94AD866-6270-4E9A-A93F-B04A60117A3C}" type="sibTrans" cxnId="{7A184AD4-BF4A-4064-B507-9ABF3B7D98DD}">
      <dgm:prSet/>
      <dgm:spPr/>
      <dgm:t>
        <a:bodyPr/>
        <a:lstStyle/>
        <a:p>
          <a:endParaRPr kumimoji="1" lang="ja-JP" altLang="en-US"/>
        </a:p>
      </dgm:t>
    </dgm:pt>
    <dgm:pt modelId="{29B23E6D-31FF-41C7-B719-4D70D78034FF}">
      <dgm:prSet custT="1"/>
      <dgm:spPr/>
      <dgm:t>
        <a:bodyPr/>
        <a:lstStyle/>
        <a:p>
          <a:pPr>
            <a:buClr>
              <a:schemeClr val="accent1"/>
            </a:buClr>
            <a:buFont typeface="ADLaM Display" panose="02010000000000000000" pitchFamily="2" charset="0"/>
            <a:buChar char="▶"/>
          </a:pPr>
          <a:endParaRPr lang="ja-JP" sz="4000" b="0" dirty="0">
            <a:solidFill>
              <a:schemeClr val="tx1"/>
            </a:solidFill>
            <a:latin typeface="+mn-lt"/>
            <a:cs typeface="Latin Modern Math" panose="020B0604020202020204" pitchFamily="34" charset="0"/>
          </a:endParaRPr>
        </a:p>
      </dgm:t>
    </dgm:pt>
    <dgm:pt modelId="{2A02AC0F-8318-4945-8068-6AC66F6C5968}" type="parTrans" cxnId="{167226A1-53E0-48F8-9C01-C36D55F5B1C7}">
      <dgm:prSet/>
      <dgm:spPr/>
      <dgm:t>
        <a:bodyPr/>
        <a:lstStyle/>
        <a:p>
          <a:endParaRPr kumimoji="1" lang="ja-JP" altLang="en-US"/>
        </a:p>
      </dgm:t>
    </dgm:pt>
    <dgm:pt modelId="{83AB020D-4D87-47E5-B45E-AEE0CF7E76CF}" type="sibTrans" cxnId="{167226A1-53E0-48F8-9C01-C36D55F5B1C7}">
      <dgm:prSet/>
      <dgm:spPr/>
      <dgm:t>
        <a:bodyPr/>
        <a:lstStyle/>
        <a:p>
          <a:endParaRPr kumimoji="1" lang="ja-JP" altLang="en-US"/>
        </a:p>
      </dgm:t>
    </dgm:pt>
    <dgm:pt modelId="{A7489E47-15AF-4746-91F1-256A2C12F105}">
      <dgm:prSet custT="1"/>
      <dgm:spPr/>
      <dgm:t>
        <a:bodyPr/>
        <a:lstStyle/>
        <a:p>
          <a:pPr>
            <a:buClr>
              <a:schemeClr val="accent1"/>
            </a:buClr>
            <a:buFont typeface="ADLaM Display" panose="02010000000000000000" pitchFamily="2" charset="0"/>
            <a:buChar char="▶"/>
          </a:pPr>
          <a:endParaRPr lang="ja-JP" sz="4000" b="0" dirty="0">
            <a:solidFill>
              <a:schemeClr val="tx1"/>
            </a:solidFill>
            <a:latin typeface="+mn-lt"/>
            <a:cs typeface="Latin Modern Math" panose="020B0604020202020204" pitchFamily="34" charset="0"/>
          </a:endParaRPr>
        </a:p>
      </dgm:t>
    </dgm:pt>
    <dgm:pt modelId="{AE510FA9-579E-48D1-9D51-880F05A3AA89}" type="parTrans" cxnId="{C792D008-C5A6-430C-9E61-3557B4476ADF}">
      <dgm:prSet/>
      <dgm:spPr/>
      <dgm:t>
        <a:bodyPr/>
        <a:lstStyle/>
        <a:p>
          <a:endParaRPr kumimoji="1" lang="ja-JP" altLang="en-US"/>
        </a:p>
      </dgm:t>
    </dgm:pt>
    <dgm:pt modelId="{484D5166-335D-4F31-9C5D-2D2338C3EFDC}" type="sibTrans" cxnId="{C792D008-C5A6-430C-9E61-3557B4476ADF}">
      <dgm:prSet/>
      <dgm:spPr/>
      <dgm:t>
        <a:bodyPr/>
        <a:lstStyle/>
        <a:p>
          <a:endParaRPr kumimoji="1" lang="ja-JP" altLang="en-US"/>
        </a:p>
      </dgm:t>
    </dgm:pt>
    <dgm:pt modelId="{EEBE3717-EEAA-48BE-9FCB-FB99FB6A494A}">
      <dgm:prSet custT="1"/>
      <dgm:spPr/>
      <dgm:t>
        <a:bodyPr/>
        <a:lstStyle/>
        <a:p>
          <a:r>
            <a:rPr lang="ja-JP" altLang="en-US">
              <a:noFill/>
            </a:rPr>
            <a:t> </a:t>
          </a:r>
        </a:p>
      </dgm:t>
    </dgm:pt>
    <dgm:pt modelId="{B19FB3FC-0810-433E-B6EA-7EF64BB2649E}" type="parTrans" cxnId="{95A1E0A3-26D1-4D0C-AA43-41E91D5A076A}">
      <dgm:prSet/>
      <dgm:spPr/>
      <dgm:t>
        <a:bodyPr/>
        <a:lstStyle/>
        <a:p>
          <a:endParaRPr kumimoji="1" lang="ja-JP" altLang="en-US"/>
        </a:p>
      </dgm:t>
    </dgm:pt>
    <dgm:pt modelId="{25F58734-B972-48E7-A27E-E63B0718ECC6}" type="sibTrans" cxnId="{95A1E0A3-26D1-4D0C-AA43-41E91D5A076A}">
      <dgm:prSet/>
      <dgm:spPr/>
      <dgm:t>
        <a:bodyPr/>
        <a:lstStyle/>
        <a:p>
          <a:endParaRPr kumimoji="1" lang="ja-JP" altLang="en-US"/>
        </a:p>
      </dgm:t>
    </dgm:pt>
    <dgm:pt modelId="{0E58D3F1-750B-44F0-9E16-F5DD2147D0D2}" type="pres">
      <dgm:prSet presAssocID="{C646E206-482D-4FDF-B076-EB151CD26D34}" presName="linear" presStyleCnt="0">
        <dgm:presLayoutVars>
          <dgm:animLvl val="lvl"/>
          <dgm:resizeHandles val="exact"/>
        </dgm:presLayoutVars>
      </dgm:prSet>
      <dgm:spPr/>
    </dgm:pt>
    <dgm:pt modelId="{4083A4A3-492F-4790-9516-2AD3660D86A2}" type="pres">
      <dgm:prSet presAssocID="{7D4D7C58-D04A-431B-953A-47DF1AAE419F}" presName="parentText" presStyleLbl="node1" presStyleIdx="0" presStyleCnt="5" custScaleY="90144" custLinFactNeighborY="-607">
        <dgm:presLayoutVars>
          <dgm:chMax val="0"/>
          <dgm:bulletEnabled val="1"/>
        </dgm:presLayoutVars>
      </dgm:prSet>
      <dgm:spPr/>
    </dgm:pt>
    <dgm:pt modelId="{276A5535-ED2B-43E9-B124-4C52B36A3903}" type="pres">
      <dgm:prSet presAssocID="{7D4D7C58-D04A-431B-953A-47DF1AAE419F}" presName="childText" presStyleLbl="revTx" presStyleIdx="0" presStyleCnt="5">
        <dgm:presLayoutVars>
          <dgm:bulletEnabled val="1"/>
        </dgm:presLayoutVars>
      </dgm:prSet>
      <dgm:spPr/>
    </dgm:pt>
    <dgm:pt modelId="{3B0D0EDC-F6C1-4DCA-84CE-B5D4CFFE176D}" type="pres">
      <dgm:prSet presAssocID="{C32EF90E-F5BF-42F6-8C03-3B4F59CC57FB}" presName="parentText" presStyleLbl="node1" presStyleIdx="1" presStyleCnt="5" custScaleY="90144">
        <dgm:presLayoutVars>
          <dgm:chMax val="0"/>
          <dgm:bulletEnabled val="1"/>
        </dgm:presLayoutVars>
      </dgm:prSet>
      <dgm:spPr/>
    </dgm:pt>
    <dgm:pt modelId="{7052072D-A2C0-4ED2-A262-652ED27ED22F}" type="pres">
      <dgm:prSet presAssocID="{C32EF90E-F5BF-42F6-8C03-3B4F59CC57FB}" presName="childText" presStyleLbl="revTx" presStyleIdx="1" presStyleCnt="5">
        <dgm:presLayoutVars>
          <dgm:bulletEnabled val="1"/>
        </dgm:presLayoutVars>
      </dgm:prSet>
      <dgm:spPr/>
    </dgm:pt>
    <dgm:pt modelId="{89B49C3A-737C-4229-BB47-13A3E3D59AEA}" type="pres">
      <dgm:prSet presAssocID="{B54F624D-1641-4D52-BFC5-75A541730081}" presName="parentText" presStyleLbl="node1" presStyleIdx="2" presStyleCnt="5" custScaleY="90144">
        <dgm:presLayoutVars>
          <dgm:chMax val="0"/>
          <dgm:bulletEnabled val="1"/>
        </dgm:presLayoutVars>
      </dgm:prSet>
      <dgm:spPr/>
    </dgm:pt>
    <dgm:pt modelId="{370A5098-C465-43E9-B3DA-349BC57176A6}" type="pres">
      <dgm:prSet presAssocID="{B54F624D-1641-4D52-BFC5-75A541730081}" presName="childText" presStyleLbl="revTx" presStyleIdx="2" presStyleCnt="5">
        <dgm:presLayoutVars>
          <dgm:bulletEnabled val="1"/>
        </dgm:presLayoutVars>
      </dgm:prSet>
      <dgm:spPr/>
    </dgm:pt>
    <dgm:pt modelId="{50826671-5D21-4BBF-8BAC-4541C1AD4F86}" type="pres">
      <dgm:prSet presAssocID="{C17105FE-3AA9-471B-B02E-3DEA0B569C8B}" presName="parentText" presStyleLbl="node1" presStyleIdx="3" presStyleCnt="5" custScaleY="90144">
        <dgm:presLayoutVars>
          <dgm:chMax val="0"/>
          <dgm:bulletEnabled val="1"/>
        </dgm:presLayoutVars>
      </dgm:prSet>
      <dgm:spPr/>
    </dgm:pt>
    <dgm:pt modelId="{8049BB8D-F52F-499C-8D5D-AD6EA217646F}" type="pres">
      <dgm:prSet presAssocID="{C17105FE-3AA9-471B-B02E-3DEA0B569C8B}" presName="childText" presStyleLbl="revTx" presStyleIdx="3" presStyleCnt="5">
        <dgm:presLayoutVars>
          <dgm:bulletEnabled val="1"/>
        </dgm:presLayoutVars>
      </dgm:prSet>
      <dgm:spPr/>
    </dgm:pt>
    <dgm:pt modelId="{0BF06565-CA24-4BAD-8F39-AC0DB201749B}" type="pres">
      <dgm:prSet presAssocID="{DEBE273F-C37E-468C-9EBB-1A6F194DC218}" presName="parentText" presStyleLbl="node1" presStyleIdx="4" presStyleCnt="5" custScaleY="90144">
        <dgm:presLayoutVars>
          <dgm:chMax val="0"/>
          <dgm:bulletEnabled val="1"/>
        </dgm:presLayoutVars>
      </dgm:prSet>
      <dgm:spPr/>
    </dgm:pt>
    <dgm:pt modelId="{E4EDB3AE-060F-42E5-AC2F-B2180353957D}" type="pres">
      <dgm:prSet presAssocID="{DEBE273F-C37E-468C-9EBB-1A6F194DC218}" presName="childText" presStyleLbl="revTx" presStyleIdx="4" presStyleCnt="5">
        <dgm:presLayoutVars>
          <dgm:bulletEnabled val="1"/>
        </dgm:presLayoutVars>
      </dgm:prSet>
      <dgm:spPr/>
    </dgm:pt>
  </dgm:ptLst>
  <dgm:cxnLst>
    <dgm:cxn modelId="{CE3FEC01-78C2-469E-B4F5-CA14B2AD2D66}" type="presOf" srcId="{D028C347-C89D-4470-9839-F960451418D2}" destId="{370A5098-C465-43E9-B3DA-349BC57176A6}" srcOrd="0" destOrd="16" presId="urn:microsoft.com/office/officeart/2005/8/layout/vList2"/>
    <dgm:cxn modelId="{928DCE04-E8AF-420C-ACE2-B27C6F15333A}" type="presOf" srcId="{C17105FE-3AA9-471B-B02E-3DEA0B569C8B}" destId="{50826671-5D21-4BBF-8BAC-4541C1AD4F86}" srcOrd="0" destOrd="0" presId="urn:microsoft.com/office/officeart/2005/8/layout/vList2"/>
    <dgm:cxn modelId="{DDC7E704-7E35-4703-95B6-1D688149F8AA}" type="presOf" srcId="{00A64729-706B-43D9-836E-70FE3C0BCA26}" destId="{7052072D-A2C0-4ED2-A262-652ED27ED22F}" srcOrd="0" destOrd="0" presId="urn:microsoft.com/office/officeart/2005/8/layout/vList2"/>
    <dgm:cxn modelId="{9E7FD205-FAA3-4A35-B4C5-F4BE09E1E057}" srcId="{A0F7BE4C-F3B0-4233-82F7-675D922AFB51}" destId="{D9AB6ED3-46BB-40C3-B1FE-E1CD9D4F83DA}" srcOrd="0" destOrd="0" parTransId="{D00956BC-75C1-4380-86EF-F76F0EAEA183}" sibTransId="{577A7E5C-63B0-4340-B5AC-C0561AD52458}"/>
    <dgm:cxn modelId="{76FEB606-2C36-4EAC-85DF-942680874AF1}" type="presOf" srcId="{D9AB6ED3-46BB-40C3-B1FE-E1CD9D4F83DA}" destId="{370A5098-C465-43E9-B3DA-349BC57176A6}" srcOrd="0" destOrd="3" presId="urn:microsoft.com/office/officeart/2005/8/layout/vList2"/>
    <dgm:cxn modelId="{C792D008-C5A6-430C-9E61-3557B4476ADF}" srcId="{DEBE273F-C37E-468C-9EBB-1A6F194DC218}" destId="{A7489E47-15AF-4746-91F1-256A2C12F105}" srcOrd="12" destOrd="0" parTransId="{AE510FA9-579E-48D1-9D51-880F05A3AA89}" sibTransId="{484D5166-335D-4F31-9C5D-2D2338C3EFDC}"/>
    <dgm:cxn modelId="{8DB9DA09-1F80-495C-BF75-AB2A9CBA01E9}" type="presOf" srcId="{6EB72FF8-7921-411F-87CC-DFFA0A2447FF}" destId="{8049BB8D-F52F-499C-8D5D-AD6EA217646F}" srcOrd="0" destOrd="1" presId="urn:microsoft.com/office/officeart/2005/8/layout/vList2"/>
    <dgm:cxn modelId="{10E25A0A-FAAD-410B-9693-22581F115B2C}" type="presOf" srcId="{A0F7BE4C-F3B0-4233-82F7-675D922AFB51}" destId="{370A5098-C465-43E9-B3DA-349BC57176A6}" srcOrd="0" destOrd="2" presId="urn:microsoft.com/office/officeart/2005/8/layout/vList2"/>
    <dgm:cxn modelId="{C56EC80B-C6D4-4FCD-BCE4-21E4C5FE968F}" type="presOf" srcId="{A80F4FA0-6D10-4023-AA97-E6FB2F7C3B2E}" destId="{E4EDB3AE-060F-42E5-AC2F-B2180353957D}" srcOrd="0" destOrd="2" presId="urn:microsoft.com/office/officeart/2005/8/layout/vList2"/>
    <dgm:cxn modelId="{B2BB290C-1302-4C67-B5DF-F610B5D666BF}" srcId="{DEBE273F-C37E-468C-9EBB-1A6F194DC218}" destId="{A80F4FA0-6D10-4023-AA97-E6FB2F7C3B2E}" srcOrd="2" destOrd="0" parTransId="{685CAD06-B0AB-41AC-B478-155150E0DA5B}" sibTransId="{622A05E9-7F48-4F00-A6FC-0384D8120325}"/>
    <dgm:cxn modelId="{F37C200D-B2FA-4F40-8F47-88C3A7B6BF00}" type="presOf" srcId="{629C6CA4-80F9-4A19-8825-C3E4749EA56E}" destId="{E4EDB3AE-060F-42E5-AC2F-B2180353957D}" srcOrd="0" destOrd="4" presId="urn:microsoft.com/office/officeart/2005/8/layout/vList2"/>
    <dgm:cxn modelId="{1F628D0E-AB3E-4D03-897C-AFD3685F947E}" type="presOf" srcId="{A0C9012E-FA30-4638-99E5-4990A6C78CFB}" destId="{370A5098-C465-43E9-B3DA-349BC57176A6}" srcOrd="0" destOrd="6" presId="urn:microsoft.com/office/officeart/2005/8/layout/vList2"/>
    <dgm:cxn modelId="{BA242310-6E51-4F87-8FC0-8878CC2FD1DD}" srcId="{C17105FE-3AA9-471B-B02E-3DEA0B569C8B}" destId="{BA3EA654-56A9-489E-84D1-3C55E044E2BE}" srcOrd="0" destOrd="0" parTransId="{8869C6F7-0816-47A4-A0FF-6E6278B064CB}" sibTransId="{D5B1C80A-C29D-4665-B590-215285CB090D}"/>
    <dgm:cxn modelId="{42A3D110-D4BE-4291-A1E2-AE463DCAB2C8}" type="presOf" srcId="{EA76EEC4-7FE3-4DE1-BE76-1C14719B2AD3}" destId="{E4EDB3AE-060F-42E5-AC2F-B2180353957D}" srcOrd="0" destOrd="10" presId="urn:microsoft.com/office/officeart/2005/8/layout/vList2"/>
    <dgm:cxn modelId="{8C561613-34B9-42CA-A07B-545651D2913D}" type="presOf" srcId="{DEBE273F-C37E-468C-9EBB-1A6F194DC218}" destId="{0BF06565-CA24-4BAD-8F39-AC0DB201749B}" srcOrd="0" destOrd="0" presId="urn:microsoft.com/office/officeart/2005/8/layout/vList2"/>
    <dgm:cxn modelId="{A97D6A13-388C-43B0-BCA6-4B99BB399097}" srcId="{B54F624D-1641-4D52-BFC5-75A541730081}" destId="{B66241AE-EC65-4459-B6B2-6F53C6648100}" srcOrd="0" destOrd="0" parTransId="{FFC2EA5C-E3C0-4200-B9C5-D7534FA935E7}" sibTransId="{6A957FC7-637F-4B18-9607-3F7A37C52E4D}"/>
    <dgm:cxn modelId="{F4914F16-467A-4550-B31A-D9CC68EFEE15}" srcId="{A0F7BE4C-F3B0-4233-82F7-675D922AFB51}" destId="{7D16D7F8-DF8B-4EC2-B6E1-A7BA7033C537}" srcOrd="5" destOrd="0" parTransId="{82C17719-F640-4EFD-8770-1AA6F10A9988}" sibTransId="{FAD25895-15E3-4822-AA3D-F61B20679459}"/>
    <dgm:cxn modelId="{A2479A16-2CCD-4309-AF61-B44372B1ABE5}" srcId="{B54F624D-1641-4D52-BFC5-75A541730081}" destId="{751A06D5-12AC-4CB3-898B-7D79D4478504}" srcOrd="5" destOrd="0" parTransId="{6FD1D198-AED6-4795-9D37-E2AA875895F6}" sibTransId="{EFC8A7CF-5987-4386-87C9-0944AE62FAD0}"/>
    <dgm:cxn modelId="{48D4E117-4D2C-4B59-8153-41DC85E4104E}" srcId="{C646E206-482D-4FDF-B076-EB151CD26D34}" destId="{C17105FE-3AA9-471B-B02E-3DEA0B569C8B}" srcOrd="3" destOrd="0" parTransId="{9B7551DD-6358-4DCE-9BB4-DA4891BBF66E}" sibTransId="{9C65008D-B910-462B-8243-0ADA5764E6A6}"/>
    <dgm:cxn modelId="{19CE6B1A-6090-48CF-9C5D-FD3C5C1C5CAD}" srcId="{C32EF90E-F5BF-42F6-8C03-3B4F59CC57FB}" destId="{00A64729-706B-43D9-836E-70FE3C0BCA26}" srcOrd="0" destOrd="0" parTransId="{E4B7CBAB-C7EE-4E8E-90CE-B90631A8D6F5}" sibTransId="{523F8DEA-363A-4AF1-999C-DC00C464AC62}"/>
    <dgm:cxn modelId="{9F812E1C-D6D1-40CF-9FAF-6298781309CE}" type="presOf" srcId="{DAB603F6-0C8D-4D59-AEA0-94288986A2CB}" destId="{370A5098-C465-43E9-B3DA-349BC57176A6}" srcOrd="0" destOrd="7" presId="urn:microsoft.com/office/officeart/2005/8/layout/vList2"/>
    <dgm:cxn modelId="{64B35D20-6083-4460-85CC-C2F1F0ABDBA4}" type="presOf" srcId="{BA3EA654-56A9-489E-84D1-3C55E044E2BE}" destId="{8049BB8D-F52F-499C-8D5D-AD6EA217646F}" srcOrd="0" destOrd="0" presId="urn:microsoft.com/office/officeart/2005/8/layout/vList2"/>
    <dgm:cxn modelId="{AAE86A25-D720-4D76-81F1-4A774E40BB76}" type="presOf" srcId="{29413405-AE2B-49F2-9574-BBAA531AAB67}" destId="{E4EDB3AE-060F-42E5-AC2F-B2180353957D}" srcOrd="0" destOrd="14" presId="urn:microsoft.com/office/officeart/2005/8/layout/vList2"/>
    <dgm:cxn modelId="{8FB42026-47F2-48BD-9CC7-471E81E4AC55}" type="presOf" srcId="{67500223-53CD-49F4-A87A-F5D10BE3DE2F}" destId="{276A5535-ED2B-43E9-B124-4C52B36A3903}" srcOrd="0" destOrd="1" presId="urn:microsoft.com/office/officeart/2005/8/layout/vList2"/>
    <dgm:cxn modelId="{C11CC533-20F2-4506-9906-9B693FE88B61}" type="presOf" srcId="{10123635-3290-4D3A-965E-0072B054CFF9}" destId="{370A5098-C465-43E9-B3DA-349BC57176A6}" srcOrd="0" destOrd="13" presId="urn:microsoft.com/office/officeart/2005/8/layout/vList2"/>
    <dgm:cxn modelId="{DCC67137-8A58-4E55-8718-BA0745C4CAA4}" type="presOf" srcId="{A7489E47-15AF-4746-91F1-256A2C12F105}" destId="{E4EDB3AE-060F-42E5-AC2F-B2180353957D}" srcOrd="0" destOrd="12" presId="urn:microsoft.com/office/officeart/2005/8/layout/vList2"/>
    <dgm:cxn modelId="{C035E63B-C59D-421A-8190-27AFD34C588D}" type="presOf" srcId="{B54F624D-1641-4D52-BFC5-75A541730081}" destId="{89B49C3A-737C-4229-BB47-13A3E3D59AEA}" srcOrd="0" destOrd="0" presId="urn:microsoft.com/office/officeart/2005/8/layout/vList2"/>
    <dgm:cxn modelId="{9583C25F-C6A0-43F2-9D2B-C80A6C92F60C}" type="presOf" srcId="{EB151608-7D24-4381-97E6-47483C0C975F}" destId="{E4EDB3AE-060F-42E5-AC2F-B2180353957D}" srcOrd="0" destOrd="3" presId="urn:microsoft.com/office/officeart/2005/8/layout/vList2"/>
    <dgm:cxn modelId="{965BD362-BC4D-4CB1-BBFB-7199250FF67D}" srcId="{DEBE273F-C37E-468C-9EBB-1A6F194DC218}" destId="{583E14B8-4894-4997-B082-B8823356617B}" srcOrd="8" destOrd="0" parTransId="{AF7F1F94-ADEB-4BA5-BC7A-1D1402BAFB32}" sibTransId="{4120F532-E85B-480D-91F3-B1363E482628}"/>
    <dgm:cxn modelId="{F3EC4E63-6A6D-461B-988F-4296D8CF373A}" srcId="{C646E206-482D-4FDF-B076-EB151CD26D34}" destId="{7D4D7C58-D04A-431B-953A-47DF1AAE419F}" srcOrd="0" destOrd="0" parTransId="{3529C4F4-FF7E-4798-96E7-5CED623976DE}" sibTransId="{063E530B-C3B8-404F-8386-6BBEACBF93F0}"/>
    <dgm:cxn modelId="{86084044-1F5D-4637-9917-BCE9D40AAA2C}" srcId="{DEBE273F-C37E-468C-9EBB-1A6F194DC218}" destId="{629C6CA4-80F9-4A19-8825-C3E4749EA56E}" srcOrd="4" destOrd="0" parTransId="{4A6AC595-C62C-47CE-96A5-B9E5C99DB70E}" sibTransId="{CA353439-DD11-4E06-967E-BFB61778F88B}"/>
    <dgm:cxn modelId="{1A9D3D67-59F0-4B2B-BA6F-0D37428C7B40}" srcId="{A0F7BE4C-F3B0-4233-82F7-675D922AFB51}" destId="{B02D7EC8-1973-4361-ACE7-0EDE99BA15E1}" srcOrd="2" destOrd="0" parTransId="{96B6D163-88F3-473B-A788-60698B00B61F}" sibTransId="{BC523010-D851-43A8-BF22-7655100F82E2}"/>
    <dgm:cxn modelId="{78299567-9F69-47AE-BE5A-A0FA6F06E20F}" type="presOf" srcId="{C32EF90E-F5BF-42F6-8C03-3B4F59CC57FB}" destId="{3B0D0EDC-F6C1-4DCA-84CE-B5D4CFFE176D}" srcOrd="0" destOrd="0" presId="urn:microsoft.com/office/officeart/2005/8/layout/vList2"/>
    <dgm:cxn modelId="{D631CC4A-7769-4FEC-A29F-AEB50FAF8A14}" type="presOf" srcId="{BBEADD83-2D5C-4D9A-B6A0-7BED341DB80A}" destId="{370A5098-C465-43E9-B3DA-349BC57176A6}" srcOrd="0" destOrd="10" presId="urn:microsoft.com/office/officeart/2005/8/layout/vList2"/>
    <dgm:cxn modelId="{68F17A6B-F01F-4263-AC40-76EB36A76CA7}" type="presOf" srcId="{4660ABC2-9A22-4C6F-A8BB-6EDA02DAE6F5}" destId="{370A5098-C465-43E9-B3DA-349BC57176A6}" srcOrd="0" destOrd="11" presId="urn:microsoft.com/office/officeart/2005/8/layout/vList2"/>
    <dgm:cxn modelId="{7A40AC70-D9A7-414F-A207-4AB647182355}" type="presOf" srcId="{EEBE3717-EEAA-48BE-9FCB-FB99FB6A494A}" destId="{370A5098-C465-43E9-B3DA-349BC57176A6}" srcOrd="0" destOrd="1" presId="urn:microsoft.com/office/officeart/2005/8/layout/vList2"/>
    <dgm:cxn modelId="{CB1F8E71-444F-45B2-B13E-2DD76928A333}" type="presOf" srcId="{9A92B360-9FE8-4C29-AF0E-346831BD60FE}" destId="{370A5098-C465-43E9-B3DA-349BC57176A6}" srcOrd="0" destOrd="4" presId="urn:microsoft.com/office/officeart/2005/8/layout/vList2"/>
    <dgm:cxn modelId="{87300472-6A94-4573-BF5E-E59CBAAB33A4}" srcId="{7D4D7C58-D04A-431B-953A-47DF1AAE419F}" destId="{67500223-53CD-49F4-A87A-F5D10BE3DE2F}" srcOrd="1" destOrd="0" parTransId="{C749F4BA-7563-4C3C-AC71-275FF05D81AF}" sibTransId="{3ABF76E1-D5D6-4498-B9AC-7A635A53C48C}"/>
    <dgm:cxn modelId="{92AC2A74-39A7-4172-BC18-1D030CB598C7}" type="presOf" srcId="{751A06D5-12AC-4CB3-898B-7D79D4478504}" destId="{370A5098-C465-43E9-B3DA-349BC57176A6}" srcOrd="0" destOrd="14" presId="urn:microsoft.com/office/officeart/2005/8/layout/vList2"/>
    <dgm:cxn modelId="{DDE54356-64F1-4C1A-BCF1-8F0A4837760C}" srcId="{DEBE273F-C37E-468C-9EBB-1A6F194DC218}" destId="{F49D4F5E-B3D1-4C43-916B-82E41B0A204F}" srcOrd="1" destOrd="0" parTransId="{FEB3D137-7DDD-418B-B4F9-96F9DF402D4E}" sibTransId="{46866865-A5C8-4FE2-A623-6B17B7ADAD1D}"/>
    <dgm:cxn modelId="{81937377-C9A2-45C3-BCA9-EF8BFD24516A}" type="presOf" srcId="{30002F60-A61E-4B8A-BF28-AA1CAFB0904E}" destId="{E4EDB3AE-060F-42E5-AC2F-B2180353957D}" srcOrd="0" destOrd="5" presId="urn:microsoft.com/office/officeart/2005/8/layout/vList2"/>
    <dgm:cxn modelId="{1C2AB757-C982-4149-8D78-4BBF80A6547F}" type="presOf" srcId="{5FF91AA0-7F0D-41E2-98C4-60EE1C946728}" destId="{E4EDB3AE-060F-42E5-AC2F-B2180353957D}" srcOrd="0" destOrd="7" presId="urn:microsoft.com/office/officeart/2005/8/layout/vList2"/>
    <dgm:cxn modelId="{D29E0A59-D6F1-47CE-8815-60DC9EF9FA54}" type="presOf" srcId="{83677F05-3F84-4454-BD83-EDA2F533D108}" destId="{276A5535-ED2B-43E9-B124-4C52B36A3903}" srcOrd="0" destOrd="0" presId="urn:microsoft.com/office/officeart/2005/8/layout/vList2"/>
    <dgm:cxn modelId="{4E30577B-0901-497B-BA44-1039711380E1}" srcId="{DEBE273F-C37E-468C-9EBB-1A6F194DC218}" destId="{1ECE835F-59A6-4AB5-B458-AE32AD214EDA}" srcOrd="6" destOrd="0" parTransId="{1B61E9B4-CC6F-4253-A98B-B6775C5FFA80}" sibTransId="{16A9698A-BEC0-4652-8A9B-D98464D76036}"/>
    <dgm:cxn modelId="{8369DC7B-8212-415F-B0BC-E2E83A9A7AB2}" type="presOf" srcId="{F49D4F5E-B3D1-4C43-916B-82E41B0A204F}" destId="{E4EDB3AE-060F-42E5-AC2F-B2180353957D}" srcOrd="0" destOrd="1" presId="urn:microsoft.com/office/officeart/2005/8/layout/vList2"/>
    <dgm:cxn modelId="{922A617C-5792-4B07-A1BD-B0BCFCBA376F}" type="presOf" srcId="{29B23E6D-31FF-41C7-B719-4D70D78034FF}" destId="{E4EDB3AE-060F-42E5-AC2F-B2180353957D}" srcOrd="0" destOrd="11" presId="urn:microsoft.com/office/officeart/2005/8/layout/vList2"/>
    <dgm:cxn modelId="{0F3A787C-745E-4F9D-9419-0A551AB4C267}" type="presOf" srcId="{B69BCCBF-3A92-4201-993F-3DF90A3B6B5A}" destId="{370A5098-C465-43E9-B3DA-349BC57176A6}" srcOrd="0" destOrd="15" presId="urn:microsoft.com/office/officeart/2005/8/layout/vList2"/>
    <dgm:cxn modelId="{78830D7E-E0B6-4A2F-8616-1CC8728EC737}" type="presOf" srcId="{583E14B8-4894-4997-B082-B8823356617B}" destId="{E4EDB3AE-060F-42E5-AC2F-B2180353957D}" srcOrd="0" destOrd="8" presId="urn:microsoft.com/office/officeart/2005/8/layout/vList2"/>
    <dgm:cxn modelId="{05873E7E-7FF3-4870-A1ED-DB59C29C7814}" type="presOf" srcId="{7D16D7F8-DF8B-4EC2-B6E1-A7BA7033C537}" destId="{370A5098-C465-43E9-B3DA-349BC57176A6}" srcOrd="0" destOrd="8" presId="urn:microsoft.com/office/officeart/2005/8/layout/vList2"/>
    <dgm:cxn modelId="{C986207F-C0F4-4B15-A889-E70EBFA838DD}" srcId="{B54F624D-1641-4D52-BFC5-75A541730081}" destId="{A0F7BE4C-F3B0-4233-82F7-675D922AFB51}" srcOrd="2" destOrd="0" parTransId="{068B6F94-569F-40AF-9F07-582F8233F66E}" sibTransId="{DB223F96-9D5F-434C-A69C-FDB98F358B4E}"/>
    <dgm:cxn modelId="{F6A33082-6914-4338-A5EA-C398C4B5EEBB}" srcId="{A0F7BE4C-F3B0-4233-82F7-675D922AFB51}" destId="{DAB603F6-0C8D-4D59-AEA0-94288986A2CB}" srcOrd="4" destOrd="0" parTransId="{E140B078-8D33-4DD7-B6A1-0FBCB3A5327E}" sibTransId="{87F1D51A-272C-43E6-AB74-55946FC31F44}"/>
    <dgm:cxn modelId="{29EE3682-E3DE-410E-A99D-357F34881E46}" type="presOf" srcId="{1ECE835F-59A6-4AB5-B458-AE32AD214EDA}" destId="{E4EDB3AE-060F-42E5-AC2F-B2180353957D}" srcOrd="0" destOrd="6" presId="urn:microsoft.com/office/officeart/2005/8/layout/vList2"/>
    <dgm:cxn modelId="{0E197B89-E96D-4765-8377-82394C4B7740}" type="presOf" srcId="{2F2C5C28-7B58-4C1A-B3BF-FFFEC257B53D}" destId="{370A5098-C465-43E9-B3DA-349BC57176A6}" srcOrd="0" destOrd="12" presId="urn:microsoft.com/office/officeart/2005/8/layout/vList2"/>
    <dgm:cxn modelId="{AF40348D-4F50-4A7B-96CF-F342657C737A}" srcId="{751A06D5-12AC-4CB3-898B-7D79D4478504}" destId="{D028C347-C89D-4470-9839-F960451418D2}" srcOrd="1" destOrd="0" parTransId="{057741E6-E2FB-48FD-8854-6AEA88633BAF}" sibTransId="{8616C4F5-7DA2-4EAB-B9F6-4C80B3C23B6E}"/>
    <dgm:cxn modelId="{4E8A5A8D-5313-4DD4-8783-8586B095EDED}" srcId="{751A06D5-12AC-4CB3-898B-7D79D4478504}" destId="{B69BCCBF-3A92-4201-993F-3DF90A3B6B5A}" srcOrd="0" destOrd="0" parTransId="{F15902F2-A7BF-4E5E-8E01-6D620A0D65B2}" sibTransId="{576D5AC2-9521-42BC-9AEE-B6C224F1313A}"/>
    <dgm:cxn modelId="{04EB568E-01A4-4524-8C4B-7DECEE98198A}" srcId="{B54F624D-1641-4D52-BFC5-75A541730081}" destId="{2F2C5C28-7B58-4C1A-B3BF-FFFEC257B53D}" srcOrd="3" destOrd="0" parTransId="{EFF71B2F-5052-4EA9-8647-3315DBC2BB62}" sibTransId="{F6CA1A69-ECC1-46F3-9BE0-44DEC0B8A138}"/>
    <dgm:cxn modelId="{8DD4C098-440D-4442-869F-871279692A49}" type="presOf" srcId="{D7F9D7A4-CDC2-412F-9C58-236B5C4DFA48}" destId="{276A5535-ED2B-43E9-B124-4C52B36A3903}" srcOrd="0" destOrd="2" presId="urn:microsoft.com/office/officeart/2005/8/layout/vList2"/>
    <dgm:cxn modelId="{04C62C9E-82EF-4FE6-BFE3-155840102C74}" type="presOf" srcId="{19A9B898-01F3-43BF-97BB-AEE8B1992346}" destId="{E4EDB3AE-060F-42E5-AC2F-B2180353957D}" srcOrd="0" destOrd="13" presId="urn:microsoft.com/office/officeart/2005/8/layout/vList2"/>
    <dgm:cxn modelId="{5327629E-C251-48DA-95C2-B40A259EC29F}" srcId="{A0F7BE4C-F3B0-4233-82F7-675D922AFB51}" destId="{BBEADD83-2D5C-4D9A-B6A0-7BED341DB80A}" srcOrd="7" destOrd="0" parTransId="{CAE54960-AFC0-4C2C-B42E-6898EF7D1D6D}" sibTransId="{43F5C220-8DCE-4755-AA1D-410D68429C2B}"/>
    <dgm:cxn modelId="{331B92A0-69F5-406D-B660-1A76D4BE278A}" srcId="{C17105FE-3AA9-471B-B02E-3DEA0B569C8B}" destId="{6EB72FF8-7921-411F-87CC-DFFA0A2447FF}" srcOrd="1" destOrd="0" parTransId="{2DFB658C-C250-45CD-80A4-861D86329F90}" sibTransId="{516D8BDF-7CA1-4A14-A431-E4BA5AF22BC9}"/>
    <dgm:cxn modelId="{167226A1-53E0-48F8-9C01-C36D55F5B1C7}" srcId="{DEBE273F-C37E-468C-9EBB-1A6F194DC218}" destId="{29B23E6D-31FF-41C7-B719-4D70D78034FF}" srcOrd="11" destOrd="0" parTransId="{2A02AC0F-8318-4945-8068-6AC66F6C5968}" sibTransId="{83AB020D-4D87-47E5-B45E-AEE0CF7E76CF}"/>
    <dgm:cxn modelId="{961FA5A3-2113-4CB8-91DD-7BF31228FBD8}" srcId="{DEBE273F-C37E-468C-9EBB-1A6F194DC218}" destId="{F4C663AE-2BE8-45B5-9C24-C3DC69005500}" srcOrd="0" destOrd="0" parTransId="{244E1C5E-5D8F-45CF-8A10-1E4AF547807D}" sibTransId="{911EB010-C2F8-41A8-BCEB-02474AB23B64}"/>
    <dgm:cxn modelId="{95A1E0A3-26D1-4D0C-AA43-41E91D5A076A}" srcId="{B54F624D-1641-4D52-BFC5-75A541730081}" destId="{EEBE3717-EEAA-48BE-9FCB-FB99FB6A494A}" srcOrd="1" destOrd="0" parTransId="{B19FB3FC-0810-433E-B6EA-7EF64BB2649E}" sibTransId="{25F58734-B972-48E7-A27E-E63B0718ECC6}"/>
    <dgm:cxn modelId="{596B2CA6-B23D-404F-A8F7-953DD4B0AC0C}" srcId="{DEBE273F-C37E-468C-9EBB-1A6F194DC218}" destId="{5FF91AA0-7F0D-41E2-98C4-60EE1C946728}" srcOrd="7" destOrd="0" parTransId="{7A8DD86C-7200-4359-9C62-8304049B67F4}" sibTransId="{9BBA8340-36B7-4E78-87AA-F34CAA7122D3}"/>
    <dgm:cxn modelId="{4EF23DAB-3A8D-4CFD-AE40-AED0AF4DEDA3}" type="presOf" srcId="{F4C663AE-2BE8-45B5-9C24-C3DC69005500}" destId="{E4EDB3AE-060F-42E5-AC2F-B2180353957D}" srcOrd="0" destOrd="0" presId="urn:microsoft.com/office/officeart/2005/8/layout/vList2"/>
    <dgm:cxn modelId="{633660AD-DF76-4926-BA9D-41C33DBA75FF}" srcId="{DEBE273F-C37E-468C-9EBB-1A6F194DC218}" destId="{7C863E87-CF9C-49FC-B728-8133BD9D867F}" srcOrd="9" destOrd="0" parTransId="{E23765E7-9236-48E6-8872-16767C9DCD98}" sibTransId="{D6AB4839-49B3-477C-B857-4EFCDD92C869}"/>
    <dgm:cxn modelId="{143F6BB3-C04D-4374-BA3D-3D0709BD89EB}" srcId="{A0F7BE4C-F3B0-4233-82F7-675D922AFB51}" destId="{9A92B360-9FE8-4C29-AF0E-346831BD60FE}" srcOrd="1" destOrd="0" parTransId="{514B2610-E9AB-4A92-B40A-42A9B778C2CF}" sibTransId="{293BE8F0-9B79-4A7D-80DF-1D1DAB84845F}"/>
    <dgm:cxn modelId="{96C021B6-2BA1-4EC7-920D-9E64785B5865}" type="presOf" srcId="{7D4D7C58-D04A-431B-953A-47DF1AAE419F}" destId="{4083A4A3-492F-4790-9516-2AD3660D86A2}" srcOrd="0" destOrd="0" presId="urn:microsoft.com/office/officeart/2005/8/layout/vList2"/>
    <dgm:cxn modelId="{46E460B8-6C87-4369-903C-3075B216E2DA}" srcId="{DEBE273F-C37E-468C-9EBB-1A6F194DC218}" destId="{30002F60-A61E-4B8A-BF28-AA1CAFB0904E}" srcOrd="5" destOrd="0" parTransId="{AB0A49F3-3569-4643-BA8E-219AF2F3F695}" sibTransId="{1D19A8BD-0F1C-4819-ADC0-884910C1B2DE}"/>
    <dgm:cxn modelId="{7CC507C0-FAF3-41D3-AFA6-AAE0D8D4DDCE}" type="presOf" srcId="{E7A3371D-267C-45A6-8991-B2BD8A93DA0D}" destId="{370A5098-C465-43E9-B3DA-349BC57176A6}" srcOrd="0" destOrd="9" presId="urn:microsoft.com/office/officeart/2005/8/layout/vList2"/>
    <dgm:cxn modelId="{7EE933C0-0854-445B-A107-BC8E92980B67}" type="presOf" srcId="{B66241AE-EC65-4459-B6B2-6F53C6648100}" destId="{370A5098-C465-43E9-B3DA-349BC57176A6}" srcOrd="0" destOrd="0" presId="urn:microsoft.com/office/officeart/2005/8/layout/vList2"/>
    <dgm:cxn modelId="{1833B6C0-ACC6-469F-AAC0-7B04581B99E1}" type="presOf" srcId="{4A4E1EE9-087B-41CE-83AD-3A14ADFCCF36}" destId="{276A5535-ED2B-43E9-B124-4C52B36A3903}" srcOrd="0" destOrd="3" presId="urn:microsoft.com/office/officeart/2005/8/layout/vList2"/>
    <dgm:cxn modelId="{B32197C5-854C-49D2-93CB-E2D35DCC6291}" type="presOf" srcId="{7C863E87-CF9C-49FC-B728-8133BD9D867F}" destId="{E4EDB3AE-060F-42E5-AC2F-B2180353957D}" srcOrd="0" destOrd="9" presId="urn:microsoft.com/office/officeart/2005/8/layout/vList2"/>
    <dgm:cxn modelId="{BC389BC7-D87A-4196-816D-A86962EADB85}" type="presOf" srcId="{C646E206-482D-4FDF-B076-EB151CD26D34}" destId="{0E58D3F1-750B-44F0-9E16-F5DD2147D0D2}" srcOrd="0" destOrd="0" presId="urn:microsoft.com/office/officeart/2005/8/layout/vList2"/>
    <dgm:cxn modelId="{F84FC6D0-9E00-41AF-AC2A-E065D101B6E3}" srcId="{C646E206-482D-4FDF-B076-EB151CD26D34}" destId="{C32EF90E-F5BF-42F6-8C03-3B4F59CC57FB}" srcOrd="1" destOrd="0" parTransId="{8D18D8F5-D997-4BC7-BEB9-97547C95A725}" sibTransId="{D58F0590-0E98-43AE-B059-754BBB3A1109}"/>
    <dgm:cxn modelId="{FD432DD1-4ADF-446F-8303-BCB072BE3940}" srcId="{A0F7BE4C-F3B0-4233-82F7-675D922AFB51}" destId="{E7A3371D-267C-45A6-8991-B2BD8A93DA0D}" srcOrd="6" destOrd="0" parTransId="{0C13215A-EAFB-46D3-BA52-9EBE76367773}" sibTransId="{8161368E-0060-4709-9EDA-8DE2FD844696}"/>
    <dgm:cxn modelId="{DD1198D3-CA5D-41B6-A7D5-594404CA54D2}" srcId="{C32EF90E-F5BF-42F6-8C03-3B4F59CC57FB}" destId="{B7FC9474-6AD6-4605-A702-78881D99E23F}" srcOrd="1" destOrd="0" parTransId="{866D7448-CEE8-47DE-B275-66F6FB14ECEB}" sibTransId="{CC6693D7-3DA4-4464-A2B6-75097A14914B}"/>
    <dgm:cxn modelId="{7A184AD4-BF4A-4064-B507-9ABF3B7D98DD}" srcId="{DEBE273F-C37E-468C-9EBB-1A6F194DC218}" destId="{EA76EEC4-7FE3-4DE1-BE76-1C14719B2AD3}" srcOrd="10" destOrd="0" parTransId="{19B26599-483E-41E5-A39E-90129C40BFC2}" sibTransId="{C94AD866-6270-4E9A-A93F-B04A60117A3C}"/>
    <dgm:cxn modelId="{F23698E2-22E0-4E71-992E-781B12E8FFA0}" srcId="{7D4D7C58-D04A-431B-953A-47DF1AAE419F}" destId="{D7F9D7A4-CDC2-412F-9C58-236B5C4DFA48}" srcOrd="2" destOrd="0" parTransId="{33849F5C-7EA8-40B1-9606-E4D8F0784F9A}" sibTransId="{04ED2D90-E5F2-4ED6-9032-A5C302C71F48}"/>
    <dgm:cxn modelId="{824EEBE2-FCB8-410F-8C27-1C10990A44D7}" srcId="{C646E206-482D-4FDF-B076-EB151CD26D34}" destId="{B54F624D-1641-4D52-BFC5-75A541730081}" srcOrd="2" destOrd="0" parTransId="{4CF1D0CB-5563-45BB-BC16-AAE0FE93F6F7}" sibTransId="{DE4563DD-DDFC-496D-B911-8915BC735FE1}"/>
    <dgm:cxn modelId="{7F3C9CE4-8080-4D5B-9CA7-3F4A12A21E36}" srcId="{B54F624D-1641-4D52-BFC5-75A541730081}" destId="{10123635-3290-4D3A-965E-0072B054CFF9}" srcOrd="4" destOrd="0" parTransId="{2FFF68FE-0242-4E89-9A4B-FC691B40AAA2}" sibTransId="{D2B290A2-0C4D-444D-ADE7-F7BA11B8877B}"/>
    <dgm:cxn modelId="{CAC06CE5-C6EC-42EB-B6DE-C070F0EDF6B2}" srcId="{A0F7BE4C-F3B0-4233-82F7-675D922AFB51}" destId="{4660ABC2-9A22-4C6F-A8BB-6EDA02DAE6F5}" srcOrd="8" destOrd="0" parTransId="{BA1E7575-6A38-467D-9F6C-92804B0D3754}" sibTransId="{CC8352A4-F628-4CB6-A64E-7FEE87125A04}"/>
    <dgm:cxn modelId="{28D2F6E8-1311-4A9C-A118-FFD7394248FD}" type="presOf" srcId="{B02D7EC8-1973-4361-ACE7-0EDE99BA15E1}" destId="{370A5098-C465-43E9-B3DA-349BC57176A6}" srcOrd="0" destOrd="5" presId="urn:microsoft.com/office/officeart/2005/8/layout/vList2"/>
    <dgm:cxn modelId="{7F7130EA-C87D-4629-8549-0A87D858068F}" srcId="{7D4D7C58-D04A-431B-953A-47DF1AAE419F}" destId="{83677F05-3F84-4454-BD83-EDA2F533D108}" srcOrd="0" destOrd="0" parTransId="{091E7D91-9D20-414C-A540-B5BF38F1AED0}" sibTransId="{0AEBF184-289C-4FFA-A537-7D883BA923A1}"/>
    <dgm:cxn modelId="{7C6696EB-10F8-4C20-AFD0-1202DDE135DB}" type="presOf" srcId="{B7FC9474-6AD6-4605-A702-78881D99E23F}" destId="{7052072D-A2C0-4ED2-A262-652ED27ED22F}" srcOrd="0" destOrd="1" presId="urn:microsoft.com/office/officeart/2005/8/layout/vList2"/>
    <dgm:cxn modelId="{64641BEC-173F-41BE-9B52-B0CC6C0FA5CC}" srcId="{A0F7BE4C-F3B0-4233-82F7-675D922AFB51}" destId="{A0C9012E-FA30-4638-99E5-4990A6C78CFB}" srcOrd="3" destOrd="0" parTransId="{138DFD30-FCE7-4AC8-871F-5A9E09FE3F36}" sibTransId="{EAD38F18-C855-4F7C-B671-EE4222A3F574}"/>
    <dgm:cxn modelId="{785BBFF2-48AA-4ACF-82C5-C8AA47473BE1}" srcId="{DEBE273F-C37E-468C-9EBB-1A6F194DC218}" destId="{29413405-AE2B-49F2-9574-BBAA531AAB67}" srcOrd="14" destOrd="0" parTransId="{E3481AAC-1D52-4B95-A693-453BBEA72204}" sibTransId="{101F4804-5EC0-4E19-943C-239FB5481A57}"/>
    <dgm:cxn modelId="{75ED05F7-7012-4D31-A366-BA464813E107}" srcId="{DEBE273F-C37E-468C-9EBB-1A6F194DC218}" destId="{EB151608-7D24-4381-97E6-47483C0C975F}" srcOrd="3" destOrd="0" parTransId="{E70EAF62-54F3-481E-A064-5AC072535C70}" sibTransId="{02E3F00E-C539-4B17-892D-54723BD7EAFF}"/>
    <dgm:cxn modelId="{07E73AF9-8708-408A-B42F-082620D4266C}" srcId="{7D4D7C58-D04A-431B-953A-47DF1AAE419F}" destId="{4A4E1EE9-087B-41CE-83AD-3A14ADFCCF36}" srcOrd="3" destOrd="0" parTransId="{0D196E11-5C5A-40BF-9791-A773DF2F42B6}" sibTransId="{C07A36DA-5F4C-4AB4-842A-A05DD70D536A}"/>
    <dgm:cxn modelId="{48EE6DFA-ADF4-4019-911F-225C28FE39FF}" srcId="{DEBE273F-C37E-468C-9EBB-1A6F194DC218}" destId="{19A9B898-01F3-43BF-97BB-AEE8B1992346}" srcOrd="13" destOrd="0" parTransId="{8FBAB47C-5D60-4DDD-B6FE-0D653F6CAC64}" sibTransId="{7134CE87-0761-4659-8EFE-F39189C0DDA3}"/>
    <dgm:cxn modelId="{AC052FFD-1320-48EA-ADF9-F59AD630C868}" srcId="{C646E206-482D-4FDF-B076-EB151CD26D34}" destId="{DEBE273F-C37E-468C-9EBB-1A6F194DC218}" srcOrd="4" destOrd="0" parTransId="{B5C8CD8B-7BEC-4D31-B79F-42CA61BDDB93}" sibTransId="{3942E21C-E301-4E12-8ECC-3211F406799C}"/>
    <dgm:cxn modelId="{61074586-69AB-4E1B-9903-62B14EE6705B}" type="presParOf" srcId="{0E58D3F1-750B-44F0-9E16-F5DD2147D0D2}" destId="{4083A4A3-492F-4790-9516-2AD3660D86A2}" srcOrd="0" destOrd="0" presId="urn:microsoft.com/office/officeart/2005/8/layout/vList2"/>
    <dgm:cxn modelId="{8C1E49E4-7D0D-4259-86E7-493D68D06021}" type="presParOf" srcId="{0E58D3F1-750B-44F0-9E16-F5DD2147D0D2}" destId="{276A5535-ED2B-43E9-B124-4C52B36A3903}" srcOrd="1" destOrd="0" presId="urn:microsoft.com/office/officeart/2005/8/layout/vList2"/>
    <dgm:cxn modelId="{2D534EFE-7928-42C4-B568-4060930A36C4}" type="presParOf" srcId="{0E58D3F1-750B-44F0-9E16-F5DD2147D0D2}" destId="{3B0D0EDC-F6C1-4DCA-84CE-B5D4CFFE176D}" srcOrd="2" destOrd="0" presId="urn:microsoft.com/office/officeart/2005/8/layout/vList2"/>
    <dgm:cxn modelId="{3B75AFB5-3722-40B6-91FD-98601EC5E293}" type="presParOf" srcId="{0E58D3F1-750B-44F0-9E16-F5DD2147D0D2}" destId="{7052072D-A2C0-4ED2-A262-652ED27ED22F}" srcOrd="3" destOrd="0" presId="urn:microsoft.com/office/officeart/2005/8/layout/vList2"/>
    <dgm:cxn modelId="{570282C8-7FE0-40EC-B414-CE04A4963DD8}" type="presParOf" srcId="{0E58D3F1-750B-44F0-9E16-F5DD2147D0D2}" destId="{89B49C3A-737C-4229-BB47-13A3E3D59AEA}" srcOrd="4" destOrd="0" presId="urn:microsoft.com/office/officeart/2005/8/layout/vList2"/>
    <dgm:cxn modelId="{8446258F-4655-4D12-BD9F-42176764AE80}" type="presParOf" srcId="{0E58D3F1-750B-44F0-9E16-F5DD2147D0D2}" destId="{370A5098-C465-43E9-B3DA-349BC57176A6}" srcOrd="5" destOrd="0" presId="urn:microsoft.com/office/officeart/2005/8/layout/vList2"/>
    <dgm:cxn modelId="{22EBCD09-F138-421D-B73C-CF6F8EF193E1}" type="presParOf" srcId="{0E58D3F1-750B-44F0-9E16-F5DD2147D0D2}" destId="{50826671-5D21-4BBF-8BAC-4541C1AD4F86}" srcOrd="6" destOrd="0" presId="urn:microsoft.com/office/officeart/2005/8/layout/vList2"/>
    <dgm:cxn modelId="{C9610665-02A6-4A74-B855-3F3D3A9D1E34}" type="presParOf" srcId="{0E58D3F1-750B-44F0-9E16-F5DD2147D0D2}" destId="{8049BB8D-F52F-499C-8D5D-AD6EA217646F}" srcOrd="7" destOrd="0" presId="urn:microsoft.com/office/officeart/2005/8/layout/vList2"/>
    <dgm:cxn modelId="{5CB1D30A-8E3D-4BB6-B4D0-F5D062EE1ACF}" type="presParOf" srcId="{0E58D3F1-750B-44F0-9E16-F5DD2147D0D2}" destId="{0BF06565-CA24-4BAD-8F39-AC0DB201749B}" srcOrd="8" destOrd="0" presId="urn:microsoft.com/office/officeart/2005/8/layout/vList2"/>
    <dgm:cxn modelId="{377ED88B-4267-40DC-8111-B45E3D836174}" type="presParOf" srcId="{0E58D3F1-750B-44F0-9E16-F5DD2147D0D2}" destId="{E4EDB3AE-060F-42E5-AC2F-B2180353957D}" srcOrd="9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646E206-482D-4FDF-B076-EB151CD26D3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kumimoji="1" lang="ja-JP" altLang="en-US">
            <a:latin typeface="Latin Modern Math"/>
          </a:endParaRPr>
        </a:p>
      </dgm:t>
    </dgm:pt>
    <dgm:pt modelId="{7D4D7C58-D04A-431B-953A-47DF1AAE419F}">
      <dgm:prSet custT="1"/>
      <dgm:spPr/>
      <dgm:t>
        <a:bodyPr tIns="0" bIns="0"/>
        <a:lstStyle/>
        <a:p>
          <a:r>
            <a:rPr lang="en-US" altLang="ja-JP" sz="6000" b="1" dirty="0">
              <a:latin typeface="+mn-lt"/>
              <a:cs typeface="Latin Modern Math" panose="020B0604020202020204" pitchFamily="34" charset="0"/>
            </a:rPr>
            <a:t>Simulation Results</a:t>
          </a:r>
          <a:endParaRPr lang="ja-JP" sz="6000" b="1" dirty="0">
            <a:latin typeface="+mn-lt"/>
            <a:cs typeface="Latin Modern Math" panose="020B0604020202020204" pitchFamily="34" charset="0"/>
          </a:endParaRPr>
        </a:p>
      </dgm:t>
    </dgm:pt>
    <dgm:pt modelId="{3529C4F4-FF7E-4798-96E7-5CED623976DE}" type="parTrans" cxnId="{F3EC4E63-6A6D-461B-988F-4296D8CF373A}">
      <dgm:prSet/>
      <dgm:spPr/>
      <dgm:t>
        <a:bodyPr/>
        <a:lstStyle/>
        <a:p>
          <a:endParaRPr kumimoji="1" lang="ja-JP" altLang="en-US">
            <a:latin typeface="+mn-lt"/>
          </a:endParaRPr>
        </a:p>
      </dgm:t>
    </dgm:pt>
    <dgm:pt modelId="{063E530B-C3B8-404F-8386-6BBEACBF93F0}" type="sibTrans" cxnId="{F3EC4E63-6A6D-461B-988F-4296D8CF373A}">
      <dgm:prSet/>
      <dgm:spPr/>
      <dgm:t>
        <a:bodyPr/>
        <a:lstStyle/>
        <a:p>
          <a:endParaRPr kumimoji="1" lang="ja-JP" altLang="en-US">
            <a:latin typeface="+mn-lt"/>
          </a:endParaRPr>
        </a:p>
      </dgm:t>
    </dgm:pt>
    <dgm:pt modelId="{83677F05-3F84-4454-BD83-EDA2F533D108}">
      <dgm:prSet custT="1"/>
      <dgm:spPr/>
      <dgm:t>
        <a:bodyPr/>
        <a:lstStyle/>
        <a:p>
          <a:pPr marL="542925" lvl="1" indent="-542925" algn="l" defTabSz="1778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Font typeface="ADLaM Display" panose="02010000000000000000" pitchFamily="2" charset="0"/>
            <a:buNone/>
          </a:pPr>
          <a:r>
            <a:rPr lang="en-US" altLang="ja-JP" sz="4000" b="1" kern="1200" dirty="0">
              <a:solidFill>
                <a:schemeClr val="tx1"/>
              </a:solidFill>
              <a:latin typeface="+mn-lt"/>
              <a:cs typeface="Latin Modern Math" panose="020B0604020202020204" pitchFamily="34" charset="0"/>
            </a:rPr>
            <a:t>Bias: </a:t>
          </a:r>
          <a:r>
            <a:rPr lang="en-US" altLang="ja-JP" sz="4000" b="0" kern="1200" dirty="0">
              <a:solidFill>
                <a:schemeClr val="tx1"/>
              </a:solidFill>
              <a:latin typeface="+mn-lt"/>
              <a:cs typeface="Latin Modern Math" panose="020B0604020202020204" pitchFamily="34" charset="0"/>
            </a:rPr>
            <a:t>Bias is negligible for non-null scenarios (S3</a:t>
          </a:r>
          <a:r>
            <a:rPr lang="en-US" sz="4000" b="0" kern="1200" dirty="0"/>
            <a:t>–S7)</a:t>
          </a:r>
          <a:r>
            <a:rPr lang="en-US" altLang="ja-JP" sz="4000" b="0" kern="1200" dirty="0">
              <a:solidFill>
                <a:schemeClr val="tx1"/>
              </a:solidFill>
              <a:latin typeface="+mn-lt"/>
              <a:cs typeface="Latin Modern Math" panose="020B0604020202020204" pitchFamily="34" charset="0"/>
            </a:rPr>
            <a:t> at n ≥ 100. At the null (S1), a positive bias persists because Wasserstein distance is non-negative</a:t>
          </a:r>
          <a:endParaRPr lang="ja-JP" sz="4800" b="1" kern="1200" dirty="0">
            <a:solidFill>
              <a:schemeClr val="tx1"/>
            </a:solidFill>
            <a:latin typeface="+mn-lt"/>
            <a:cs typeface="Latin Modern Math" panose="020B0604020202020204" pitchFamily="34" charset="0"/>
          </a:endParaRPr>
        </a:p>
      </dgm:t>
    </dgm:pt>
    <dgm:pt modelId="{091E7D91-9D20-414C-A540-B5BF38F1AED0}" type="parTrans" cxnId="{7F7130EA-C87D-4629-8549-0A87D858068F}">
      <dgm:prSet/>
      <dgm:spPr/>
      <dgm:t>
        <a:bodyPr/>
        <a:lstStyle/>
        <a:p>
          <a:endParaRPr kumimoji="1" lang="ja-JP" altLang="en-US">
            <a:latin typeface="+mn-lt"/>
          </a:endParaRPr>
        </a:p>
      </dgm:t>
    </dgm:pt>
    <dgm:pt modelId="{0AEBF184-289C-4FFA-A537-7D883BA923A1}" type="sibTrans" cxnId="{7F7130EA-C87D-4629-8549-0A87D858068F}">
      <dgm:prSet/>
      <dgm:spPr/>
      <dgm:t>
        <a:bodyPr/>
        <a:lstStyle/>
        <a:p>
          <a:endParaRPr kumimoji="1" lang="ja-JP" altLang="en-US">
            <a:latin typeface="+mn-lt"/>
          </a:endParaRPr>
        </a:p>
      </dgm:t>
    </dgm:pt>
    <dgm:pt modelId="{467C84D8-03F7-49E6-8657-23CC28004855}">
      <dgm:prSet custT="1"/>
      <dgm:spPr/>
      <dgm:t>
        <a:bodyPr/>
        <a:lstStyle/>
        <a:p>
          <a:pPr marL="542925" lvl="1" indent="-542925" algn="l" defTabSz="1778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Font typeface="ADLaM Display" panose="02010000000000000000" pitchFamily="2" charset="0"/>
            <a:buNone/>
          </a:pPr>
          <a:r>
            <a:rPr lang="en-US" altLang="ja-JP" sz="4000" b="1" kern="1200" dirty="0">
              <a:solidFill>
                <a:schemeClr val="tx1"/>
              </a:solidFill>
              <a:latin typeface="+mn-lt"/>
              <a:cs typeface="Latin Modern Math" panose="020B0604020202020204" pitchFamily="34" charset="0"/>
            </a:rPr>
            <a:t>Coverage: </a:t>
          </a:r>
          <a:r>
            <a:rPr lang="en-US" altLang="ja-JP" sz="3600" b="0" kern="1200" dirty="0">
              <a:solidFill>
                <a:schemeClr val="tx1"/>
              </a:solidFill>
              <a:latin typeface="+mn-lt"/>
              <a:cs typeface="Latin Modern Math" panose="020B0604020202020204" pitchFamily="34" charset="0"/>
            </a:rPr>
            <a:t>95% bootstrap CI coverage is 0.88–0.96 for non-null scenarios (S3</a:t>
          </a:r>
          <a:r>
            <a:rPr lang="en-US" sz="3600" b="0" kern="1200" dirty="0"/>
            <a:t>–S7)</a:t>
          </a:r>
          <a:r>
            <a:rPr lang="en-US" altLang="ja-JP" sz="3600" b="0" kern="1200" dirty="0">
              <a:solidFill>
                <a:schemeClr val="tx1"/>
              </a:solidFill>
              <a:latin typeface="+mn-lt"/>
              <a:cs typeface="Latin Modern Math" panose="020B0604020202020204" pitchFamily="34" charset="0"/>
            </a:rPr>
            <a:t> at n ≥ 100</a:t>
          </a:r>
          <a:r>
            <a:rPr lang="en-US" altLang="ja-JP" sz="4000" b="0" kern="1200" dirty="0">
              <a:solidFill>
                <a:schemeClr val="tx1"/>
              </a:solidFill>
              <a:latin typeface="+mn-lt"/>
              <a:cs typeface="Latin Modern Math" panose="020B0604020202020204" pitchFamily="34" charset="0"/>
            </a:rPr>
            <a:t>. At the null (S1), the non-negative bootstrap CI cannot contain zero.</a:t>
          </a:r>
          <a:endParaRPr lang="ja-JP" sz="4000" b="0" kern="1200" dirty="0">
            <a:solidFill>
              <a:schemeClr val="tx1"/>
            </a:solidFill>
            <a:latin typeface="+mn-lt"/>
            <a:cs typeface="Latin Modern Math" panose="020B0604020202020204" pitchFamily="34" charset="0"/>
          </a:endParaRPr>
        </a:p>
      </dgm:t>
    </dgm:pt>
    <dgm:pt modelId="{0ACEB7A7-FACB-4755-A075-B266E7F966E6}" type="parTrans" cxnId="{7901590E-79C8-4727-9C67-8DDB9A06496D}">
      <dgm:prSet/>
      <dgm:spPr/>
      <dgm:t>
        <a:bodyPr/>
        <a:lstStyle/>
        <a:p>
          <a:endParaRPr kumimoji="1" lang="ja-JP" altLang="en-US"/>
        </a:p>
      </dgm:t>
    </dgm:pt>
    <dgm:pt modelId="{2C6B3DA8-0F31-45C4-9648-E37357846D3F}" type="sibTrans" cxnId="{7901590E-79C8-4727-9C67-8DDB9A06496D}">
      <dgm:prSet/>
      <dgm:spPr/>
      <dgm:t>
        <a:bodyPr/>
        <a:lstStyle/>
        <a:p>
          <a:endParaRPr kumimoji="1" lang="ja-JP" altLang="en-US"/>
        </a:p>
      </dgm:t>
    </dgm:pt>
    <dgm:pt modelId="{7DA411CC-3332-4D4D-8F2D-6B0537659717}">
      <dgm:prSet custT="1"/>
      <dgm:spPr/>
      <dgm:t>
        <a:bodyPr/>
        <a:lstStyle/>
        <a:p>
          <a:pPr marL="542925" lvl="1" indent="-542925" algn="l" defTabSz="1778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rgbClr val="E1241B"/>
            </a:buClr>
            <a:buFont typeface="ADLaM Display" panose="02010000000000000000" pitchFamily="2" charset="0"/>
            <a:buNone/>
          </a:pPr>
          <a:r>
            <a:rPr lang="en-US" altLang="ja-JP" sz="4000" b="1" kern="1200" dirty="0">
              <a:solidFill>
                <a:srgbClr val="212121"/>
              </a:solidFill>
              <a:latin typeface="Arial"/>
              <a:ea typeface="游ゴシック"/>
              <a:cs typeface="Latin Modern Math" panose="020B0604020202020204" pitchFamily="34" charset="0"/>
            </a:rPr>
            <a:t>I Width: </a:t>
          </a:r>
          <a:r>
            <a:rPr lang="en-US" altLang="ja-JP" sz="4000" b="0" kern="1200" dirty="0">
              <a:solidFill>
                <a:srgbClr val="212121"/>
              </a:solidFill>
              <a:latin typeface="Arial"/>
              <a:ea typeface="游ゴシック"/>
              <a:cs typeface="Latin Modern Math" panose="020B0604020202020204" pitchFamily="34" charset="0"/>
            </a:rPr>
            <a:t>CI width shrinks with sample size as expected</a:t>
          </a:r>
          <a:endParaRPr lang="ja-JP" sz="4000" b="1" kern="1200" dirty="0">
            <a:solidFill>
              <a:srgbClr val="212121"/>
            </a:solidFill>
            <a:latin typeface="Arial"/>
            <a:ea typeface="游ゴシック"/>
            <a:cs typeface="Latin Modern Math" panose="020B0604020202020204" pitchFamily="34" charset="0"/>
          </a:endParaRPr>
        </a:p>
      </dgm:t>
    </dgm:pt>
    <dgm:pt modelId="{8F489AE2-0904-454F-B74B-7325DAE8B9F4}" type="parTrans" cxnId="{1C7FDF94-BEC5-4697-899C-00BAB5C21EB7}">
      <dgm:prSet/>
      <dgm:spPr/>
      <dgm:t>
        <a:bodyPr/>
        <a:lstStyle/>
        <a:p>
          <a:endParaRPr kumimoji="1" lang="ja-JP" altLang="en-US"/>
        </a:p>
      </dgm:t>
    </dgm:pt>
    <dgm:pt modelId="{81424C3A-1F80-4D70-AA12-46EF02B727A3}" type="sibTrans" cxnId="{1C7FDF94-BEC5-4697-899C-00BAB5C21EB7}">
      <dgm:prSet/>
      <dgm:spPr/>
      <dgm:t>
        <a:bodyPr/>
        <a:lstStyle/>
        <a:p>
          <a:endParaRPr kumimoji="1" lang="ja-JP" altLang="en-US"/>
        </a:p>
      </dgm:t>
    </dgm:pt>
    <dgm:pt modelId="{0D8A022B-0CA4-4C9B-AC57-1DC940FA28AD}">
      <dgm:prSet custT="1"/>
      <dgm:spPr/>
      <dgm:t>
        <a:bodyPr tIns="0" bIns="0"/>
        <a:lstStyle/>
        <a:p>
          <a:pPr marL="542925" lvl="1" indent="-542925" algn="l" defTabSz="1778000">
            <a:lnSpc>
              <a:spcPct val="90000"/>
            </a:lnSpc>
            <a:spcBef>
              <a:spcPct val="0"/>
            </a:spcBef>
            <a:spcAft>
              <a:spcPct val="20000"/>
            </a:spcAft>
          </a:pPr>
          <a:r>
            <a:rPr lang="en-US" altLang="ja-JP" sz="6000" b="1" kern="1200" dirty="0">
              <a:latin typeface="+mn-lt"/>
              <a:cs typeface="Latin Modern Math" panose="020B0604020202020204" pitchFamily="34" charset="0"/>
            </a:rPr>
            <a:t>Application</a:t>
          </a:r>
          <a:endParaRPr lang="ja-JP" sz="6000" b="1" kern="1200" dirty="0">
            <a:solidFill>
              <a:srgbClr val="212121"/>
            </a:solidFill>
            <a:latin typeface="Arial"/>
            <a:ea typeface="游ゴシック"/>
            <a:cs typeface="Latin Modern Math" panose="020B0604020202020204" pitchFamily="34" charset="0"/>
          </a:endParaRPr>
        </a:p>
      </dgm:t>
    </dgm:pt>
    <dgm:pt modelId="{115B9DC6-6E2B-41B8-843F-760E1D0FCE2F}" type="parTrans" cxnId="{BD008F93-F731-4DBF-83BA-7BFADE2452B2}">
      <dgm:prSet/>
      <dgm:spPr/>
      <dgm:t>
        <a:bodyPr/>
        <a:lstStyle/>
        <a:p>
          <a:endParaRPr kumimoji="1" lang="ja-JP" altLang="en-US"/>
        </a:p>
      </dgm:t>
    </dgm:pt>
    <dgm:pt modelId="{217B9306-5C08-4CA3-A4C0-221C1E0EFE32}" type="sibTrans" cxnId="{BD008F93-F731-4DBF-83BA-7BFADE2452B2}">
      <dgm:prSet/>
      <dgm:spPr/>
      <dgm:t>
        <a:bodyPr/>
        <a:lstStyle/>
        <a:p>
          <a:endParaRPr kumimoji="1" lang="ja-JP" altLang="en-US"/>
        </a:p>
      </dgm:t>
    </dgm:pt>
    <dgm:pt modelId="{F3B24B17-8F3F-45C7-8AF3-8FB432F486EF}">
      <dgm:prSet custT="1"/>
      <dgm:spPr/>
      <dgm:t>
        <a:bodyPr/>
        <a:lstStyle/>
        <a:p>
          <a:pPr>
            <a:buClr>
              <a:schemeClr val="accent1"/>
            </a:buClr>
            <a:buFont typeface="ADLaM Display" panose="02010000000000000000" pitchFamily="2" charset="0"/>
            <a:buNone/>
          </a:pPr>
          <a:r>
            <a:rPr lang="en-US" altLang="ja-JP" sz="4000" b="1" dirty="0">
              <a:solidFill>
                <a:schemeClr val="tx1"/>
              </a:solidFill>
              <a:latin typeface="+mn-lt"/>
              <a:cs typeface="Latin Modern Math" panose="020B0604020202020204" pitchFamily="34" charset="0"/>
            </a:rPr>
            <a:t>Goal: </a:t>
          </a:r>
          <a:r>
            <a:rPr lang="en-US" altLang="ja-JP" sz="4000" b="0" dirty="0">
              <a:solidFill>
                <a:schemeClr val="tx1"/>
              </a:solidFill>
              <a:latin typeface="+mn-lt"/>
              <a:cs typeface="Latin Modern Math" panose="020B0604020202020204" pitchFamily="34" charset="0"/>
            </a:rPr>
            <a:t>A sponsor planning a Phase 3 MRCT for a novel thrombolytic in acute myocardial infarction (AMI) must identify pooling partners for a region within a regulatory market. Age and systolic blood pressure (SBP) are candidate EMs. The goal is to identify regions with similar distributions of the EMs as the anchor region (region 8).</a:t>
          </a:r>
          <a:endParaRPr lang="ja-JP" sz="4000" b="1" dirty="0">
            <a:solidFill>
              <a:schemeClr val="tx1"/>
            </a:solidFill>
            <a:latin typeface="+mn-lt"/>
            <a:cs typeface="Latin Modern Math" panose="020B0604020202020204" pitchFamily="34" charset="0"/>
          </a:endParaRPr>
        </a:p>
      </dgm:t>
    </dgm:pt>
    <dgm:pt modelId="{B506DBFF-5105-4064-B9D3-48FC467C050A}" type="parTrans" cxnId="{3BCC172C-949E-4EB8-820E-1A98BB54E3E0}">
      <dgm:prSet/>
      <dgm:spPr/>
      <dgm:t>
        <a:bodyPr/>
        <a:lstStyle/>
        <a:p>
          <a:endParaRPr kumimoji="1" lang="ja-JP" altLang="en-US"/>
        </a:p>
      </dgm:t>
    </dgm:pt>
    <dgm:pt modelId="{86950AB6-3959-4086-BC1E-6009615A5215}" type="sibTrans" cxnId="{3BCC172C-949E-4EB8-820E-1A98BB54E3E0}">
      <dgm:prSet/>
      <dgm:spPr/>
      <dgm:t>
        <a:bodyPr/>
        <a:lstStyle/>
        <a:p>
          <a:endParaRPr kumimoji="1" lang="ja-JP" altLang="en-US"/>
        </a:p>
      </dgm:t>
    </dgm:pt>
    <dgm:pt modelId="{6E799C01-9856-4A87-8076-550A132B002F}">
      <dgm:prSet custT="1"/>
      <dgm:spPr/>
      <dgm:t>
        <a:bodyPr/>
        <a:lstStyle/>
        <a:p>
          <a:pPr>
            <a:buClr>
              <a:schemeClr val="accent1"/>
            </a:buClr>
            <a:buFont typeface="ADLaM Display" panose="02010000000000000000" pitchFamily="2" charset="0"/>
            <a:buNone/>
          </a:pPr>
          <a:r>
            <a:rPr lang="en-US" altLang="ja-JP" sz="4000" b="1" dirty="0">
              <a:solidFill>
                <a:schemeClr val="tx1"/>
              </a:solidFill>
              <a:latin typeface="+mn-lt"/>
              <a:cs typeface="Latin Modern Math" panose="020B0604020202020204" pitchFamily="34" charset="0"/>
            </a:rPr>
            <a:t>Data: </a:t>
          </a:r>
          <a:r>
            <a:rPr lang="en-US" altLang="ja-JP" sz="4000" b="0" dirty="0">
              <a:solidFill>
                <a:schemeClr val="tx1"/>
              </a:solidFill>
              <a:latin typeface="+mn-lt"/>
              <a:cs typeface="Latin Modern Math" panose="020B0604020202020204" pitchFamily="34" charset="0"/>
            </a:rPr>
            <a:t>GUSTO-I individual patient data (16 anonymized regions) serves as the distributional source</a:t>
          </a:r>
          <a:endParaRPr lang="ja-JP" sz="4000" b="1" dirty="0">
            <a:solidFill>
              <a:schemeClr val="tx1"/>
            </a:solidFill>
            <a:latin typeface="+mn-lt"/>
            <a:cs typeface="Latin Modern Math" panose="020B0604020202020204" pitchFamily="34" charset="0"/>
          </a:endParaRPr>
        </a:p>
      </dgm:t>
    </dgm:pt>
    <dgm:pt modelId="{2EB7FB42-F203-4C62-ACD9-14F64BE30420}" type="parTrans" cxnId="{F534427B-0B82-4764-85A0-5BF4D56504AA}">
      <dgm:prSet/>
      <dgm:spPr/>
      <dgm:t>
        <a:bodyPr/>
        <a:lstStyle/>
        <a:p>
          <a:endParaRPr kumimoji="1" lang="ja-JP" altLang="en-US"/>
        </a:p>
      </dgm:t>
    </dgm:pt>
    <dgm:pt modelId="{6E717851-CAA0-4514-95F7-AB78CE9EFCD6}" type="sibTrans" cxnId="{F534427B-0B82-4764-85A0-5BF4D56504AA}">
      <dgm:prSet/>
      <dgm:spPr/>
      <dgm:t>
        <a:bodyPr/>
        <a:lstStyle/>
        <a:p>
          <a:endParaRPr kumimoji="1" lang="ja-JP" altLang="en-US"/>
        </a:p>
      </dgm:t>
    </dgm:pt>
    <dgm:pt modelId="{667EF991-3B61-425F-A3A4-9CACF59CDD7B}">
      <dgm:prSet custT="1"/>
      <dgm:spPr/>
      <dgm:t>
        <a:bodyPr tIns="0" bIns="0"/>
        <a:lstStyle/>
        <a:p>
          <a:r>
            <a:rPr lang="en-US" altLang="ja-JP" sz="6000" b="1" dirty="0">
              <a:latin typeface="+mn-lt"/>
              <a:cs typeface="Latin Modern Math" panose="020B0604020202020204" pitchFamily="34" charset="0"/>
            </a:rPr>
            <a:t>Findings</a:t>
          </a:r>
          <a:endParaRPr lang="ja-JP" sz="6000" b="1" dirty="0">
            <a:solidFill>
              <a:schemeClr val="tx1"/>
            </a:solidFill>
            <a:latin typeface="+mn-lt"/>
            <a:cs typeface="Latin Modern Math" panose="020B0604020202020204" pitchFamily="34" charset="0"/>
          </a:endParaRPr>
        </a:p>
      </dgm:t>
    </dgm:pt>
    <dgm:pt modelId="{1A33ACA7-1186-49E8-835D-5AE08328B2B0}" type="parTrans" cxnId="{E07A08BC-FCAA-400E-A05C-0DDB648E88B0}">
      <dgm:prSet/>
      <dgm:spPr/>
      <dgm:t>
        <a:bodyPr/>
        <a:lstStyle/>
        <a:p>
          <a:endParaRPr kumimoji="1" lang="ja-JP" altLang="en-US"/>
        </a:p>
      </dgm:t>
    </dgm:pt>
    <dgm:pt modelId="{01AE55A2-1BC2-42E4-9ACD-4AD1230C836A}" type="sibTrans" cxnId="{E07A08BC-FCAA-400E-A05C-0DDB648E88B0}">
      <dgm:prSet/>
      <dgm:spPr/>
      <dgm:t>
        <a:bodyPr/>
        <a:lstStyle/>
        <a:p>
          <a:endParaRPr kumimoji="1" lang="ja-JP" altLang="en-US"/>
        </a:p>
      </dgm:t>
    </dgm:pt>
    <dgm:pt modelId="{15A347C5-F761-43CC-9E97-918069CC6E80}">
      <dgm:prSet custT="1"/>
      <dgm:spPr/>
      <dgm:t>
        <a:bodyPr/>
        <a:lstStyle/>
        <a:p>
          <a:pPr>
            <a:buClr>
              <a:schemeClr val="accent1"/>
            </a:buClr>
            <a:buFont typeface="ADLaM Display" panose="02010000000000000000" pitchFamily="2" charset="0"/>
            <a:buNone/>
          </a:pPr>
          <a:r>
            <a:rPr lang="en-US" altLang="ja-JP" sz="3600" b="1" dirty="0">
              <a:solidFill>
                <a:schemeClr val="tx1"/>
              </a:solidFill>
              <a:latin typeface="+mn-lt"/>
              <a:cs typeface="Latin Modern Math" panose="020B0604020202020204" pitchFamily="34" charset="0"/>
            </a:rPr>
            <a:t>Categorical EM extension: </a:t>
          </a:r>
          <a:r>
            <a:rPr lang="en-US" altLang="ja-JP" sz="3600" b="0" dirty="0">
              <a:solidFill>
                <a:schemeClr val="tx1"/>
              </a:solidFill>
              <a:latin typeface="+mn-lt"/>
              <a:cs typeface="Latin Modern Math" panose="020B0604020202020204" pitchFamily="34" charset="0"/>
            </a:rPr>
            <a:t>Current framework focuses on continuous EMs; extension to binary and multi-level categorical EMs requires distinct distance metrics designed for discrete distributions</a:t>
          </a:r>
          <a:endParaRPr lang="ja-JP" sz="3600" b="1" dirty="0">
            <a:solidFill>
              <a:schemeClr val="tx1"/>
            </a:solidFill>
            <a:latin typeface="+mn-lt"/>
            <a:cs typeface="Latin Modern Math" panose="020B0604020202020204" pitchFamily="34" charset="0"/>
          </a:endParaRPr>
        </a:p>
      </dgm:t>
    </dgm:pt>
    <dgm:pt modelId="{45406383-9421-4913-A054-F56DD8E85F40}" type="parTrans" cxnId="{2A63AC39-75B2-40B5-B99D-AD3052285EE0}">
      <dgm:prSet/>
      <dgm:spPr/>
      <dgm:t>
        <a:bodyPr/>
        <a:lstStyle/>
        <a:p>
          <a:endParaRPr kumimoji="1" lang="ja-JP" altLang="en-US"/>
        </a:p>
      </dgm:t>
    </dgm:pt>
    <dgm:pt modelId="{3B6DA163-A271-4416-B60F-2C87E7EFAD40}" type="sibTrans" cxnId="{2A63AC39-75B2-40B5-B99D-AD3052285EE0}">
      <dgm:prSet/>
      <dgm:spPr/>
      <dgm:t>
        <a:bodyPr/>
        <a:lstStyle/>
        <a:p>
          <a:endParaRPr kumimoji="1" lang="ja-JP" altLang="en-US"/>
        </a:p>
      </dgm:t>
    </dgm:pt>
    <dgm:pt modelId="{405B5DCD-0ECD-4B56-A049-A919CF2AFA36}">
      <dgm:prSet custT="1"/>
      <dgm:spPr/>
      <dgm:t>
        <a:bodyPr/>
        <a:lstStyle/>
        <a:p>
          <a:pPr>
            <a:buClr>
              <a:schemeClr val="accent1"/>
            </a:buClr>
            <a:buFont typeface="ADLaM Display" panose="02010000000000000000" pitchFamily="2" charset="0"/>
            <a:buNone/>
          </a:pPr>
          <a:r>
            <a:rPr lang="en-US" altLang="ja-JP" sz="3600" b="1" dirty="0">
              <a:solidFill>
                <a:schemeClr val="tx1"/>
              </a:solidFill>
              <a:latin typeface="+mn-lt"/>
              <a:cs typeface="Latin Modern Math" panose="020B0604020202020204" pitchFamily="34" charset="0"/>
            </a:rPr>
            <a:t>Multivariate extension: </a:t>
          </a:r>
          <a:r>
            <a:rPr lang="en-US" altLang="ja-JP" sz="3600" b="0" dirty="0">
              <a:solidFill>
                <a:schemeClr val="tx1"/>
              </a:solidFill>
              <a:latin typeface="+mn-lt"/>
              <a:cs typeface="Latin Modern Math" panose="020B0604020202020204" pitchFamily="34" charset="0"/>
            </a:rPr>
            <a:t>EM evaluation could be extended to joint multivariate distributional comparison via Wasserstein-2 or sliced Wasserstein distances, capturing correlation structure</a:t>
          </a:r>
          <a:endParaRPr lang="ja-JP" sz="3600" b="1" dirty="0">
            <a:solidFill>
              <a:schemeClr val="tx1"/>
            </a:solidFill>
            <a:latin typeface="+mn-lt"/>
            <a:cs typeface="Latin Modern Math" panose="020B0604020202020204" pitchFamily="34" charset="0"/>
          </a:endParaRPr>
        </a:p>
      </dgm:t>
    </dgm:pt>
    <dgm:pt modelId="{7819284F-59F1-4140-B806-1EC35D57F466}" type="parTrans" cxnId="{60233214-49DA-4560-B1EA-45E2344EACC8}">
      <dgm:prSet/>
      <dgm:spPr/>
      <dgm:t>
        <a:bodyPr/>
        <a:lstStyle/>
        <a:p>
          <a:endParaRPr kumimoji="1" lang="ja-JP" altLang="en-US"/>
        </a:p>
      </dgm:t>
    </dgm:pt>
    <dgm:pt modelId="{F0AE3216-F40F-4747-AE94-07508EF0B5B3}" type="sibTrans" cxnId="{60233214-49DA-4560-B1EA-45E2344EACC8}">
      <dgm:prSet/>
      <dgm:spPr/>
      <dgm:t>
        <a:bodyPr/>
        <a:lstStyle/>
        <a:p>
          <a:endParaRPr kumimoji="1" lang="ja-JP" altLang="en-US"/>
        </a:p>
      </dgm:t>
    </dgm:pt>
    <dgm:pt modelId="{EB4702E1-2B18-4B46-A297-04920213E22B}">
      <dgm:prSet custT="1"/>
      <dgm:spPr/>
      <dgm:t>
        <a:bodyPr/>
        <a:lstStyle/>
        <a:p>
          <a:pPr>
            <a:buClr>
              <a:schemeClr val="accent1"/>
            </a:buClr>
            <a:buFont typeface="ADLaM Display" panose="02010000000000000000" pitchFamily="2" charset="0"/>
            <a:buNone/>
          </a:pPr>
          <a:r>
            <a:rPr lang="en-US" altLang="ja-JP" sz="3600" b="1" dirty="0">
              <a:solidFill>
                <a:schemeClr val="tx1"/>
              </a:solidFill>
              <a:latin typeface="+mn-lt"/>
              <a:cs typeface="Latin Modern Math" panose="020B0604020202020204" pitchFamily="34" charset="0"/>
            </a:rPr>
            <a:t>Upstream EM identification: </a:t>
          </a:r>
          <a:r>
            <a:rPr lang="en-US" altLang="ja-JP" sz="3600" b="0" dirty="0">
              <a:solidFill>
                <a:schemeClr val="tx1"/>
              </a:solidFill>
              <a:latin typeface="+mn-lt"/>
              <a:cs typeface="Latin Modern Math" panose="020B0604020202020204" pitchFamily="34" charset="0"/>
            </a:rPr>
            <a:t>Which baseline characteristics constitute relevant EMs is a non-trivial assumed solved in this work; formal methodology deserves dedicated investigation</a:t>
          </a:r>
          <a:endParaRPr lang="ja-JP" sz="3600" b="1" dirty="0">
            <a:solidFill>
              <a:schemeClr val="tx1"/>
            </a:solidFill>
            <a:latin typeface="+mn-lt"/>
            <a:cs typeface="Latin Modern Math" panose="020B0604020202020204" pitchFamily="34" charset="0"/>
          </a:endParaRPr>
        </a:p>
      </dgm:t>
    </dgm:pt>
    <dgm:pt modelId="{766D840C-41D7-417E-A0F0-BA581A8E1915}" type="parTrans" cxnId="{67E7F4CC-53E4-42AB-B6CB-55056C5B535C}">
      <dgm:prSet/>
      <dgm:spPr/>
      <dgm:t>
        <a:bodyPr/>
        <a:lstStyle/>
        <a:p>
          <a:endParaRPr kumimoji="1" lang="ja-JP" altLang="en-US"/>
        </a:p>
      </dgm:t>
    </dgm:pt>
    <dgm:pt modelId="{1ED06EB4-ED23-4EA8-BD8F-8937E60D2DEA}" type="sibTrans" cxnId="{67E7F4CC-53E4-42AB-B6CB-55056C5B535C}">
      <dgm:prSet/>
      <dgm:spPr/>
      <dgm:t>
        <a:bodyPr/>
        <a:lstStyle/>
        <a:p>
          <a:endParaRPr kumimoji="1" lang="ja-JP" altLang="en-US"/>
        </a:p>
      </dgm:t>
    </dgm:pt>
    <dgm:pt modelId="{6DAD1183-57B4-481D-A9DA-EFEC6CBF51E6}">
      <dgm:prSet custT="1"/>
      <dgm:spPr/>
      <dgm:t>
        <a:bodyPr bIns="216000"/>
        <a:lstStyle/>
        <a:p>
          <a:pPr>
            <a:buClr>
              <a:schemeClr val="accent1"/>
            </a:buClr>
            <a:buFont typeface="ADLaM Display" panose="02010000000000000000" pitchFamily="2" charset="0"/>
            <a:buNone/>
          </a:pPr>
          <a:r>
            <a:rPr lang="en-US" altLang="ja-JP" sz="3600" b="1" dirty="0">
              <a:solidFill>
                <a:schemeClr val="tx1"/>
              </a:solidFill>
              <a:latin typeface="+mn-lt"/>
              <a:cs typeface="Latin Modern Math" panose="020B0604020202020204" pitchFamily="34" charset="0"/>
            </a:rPr>
            <a:t>Methodological gap filled: </a:t>
          </a:r>
          <a:r>
            <a:rPr lang="en-US" altLang="ja-JP" sz="3600" b="0" dirty="0" err="1">
              <a:solidFill>
                <a:schemeClr val="tx1"/>
              </a:solidFill>
              <a:latin typeface="+mn-lt"/>
              <a:cs typeface="Latin Modern Math" panose="020B0604020202020204" pitchFamily="34" charset="0"/>
            </a:rPr>
            <a:t>nABCD</a:t>
          </a:r>
          <a:r>
            <a:rPr lang="en-US" altLang="ja-JP" sz="3600" b="0" dirty="0">
              <a:solidFill>
                <a:schemeClr val="tx1"/>
              </a:solidFill>
              <a:latin typeface="+mn-lt"/>
              <a:cs typeface="Latin Modern Math" panose="020B0604020202020204" pitchFamily="34" charset="0"/>
            </a:rPr>
            <a:t> provides the </a:t>
          </a:r>
          <a:r>
            <a:rPr lang="en-US" altLang="ja-JP" sz="3600" b="0" dirty="0" err="1">
              <a:solidFill>
                <a:schemeClr val="tx1"/>
              </a:solidFill>
              <a:latin typeface="+mn-lt"/>
              <a:cs typeface="Latin Modern Math" panose="020B0604020202020204" pitchFamily="34" charset="0"/>
            </a:rPr>
            <a:t>quantative</a:t>
          </a:r>
          <a:r>
            <a:rPr lang="en-US" altLang="ja-JP" sz="3600" b="0" dirty="0">
              <a:solidFill>
                <a:schemeClr val="tx1"/>
              </a:solidFill>
              <a:latin typeface="+mn-lt"/>
              <a:cs typeface="Latin Modern Math" panose="020B0604020202020204" pitchFamily="34" charset="0"/>
            </a:rPr>
            <a:t> metric for EM distributional similarity — transforming “sufficient similar” from qualitative judgement into a reproducible quantitative basis</a:t>
          </a:r>
          <a:endParaRPr lang="ja-JP" sz="3600" b="1" dirty="0">
            <a:solidFill>
              <a:schemeClr val="tx1"/>
            </a:solidFill>
            <a:latin typeface="+mn-lt"/>
            <a:cs typeface="Latin Modern Math" panose="020B0604020202020204" pitchFamily="34" charset="0"/>
          </a:endParaRPr>
        </a:p>
      </dgm:t>
    </dgm:pt>
    <dgm:pt modelId="{5F634A5C-CD41-46EE-BE2D-047C81D48C2D}" type="parTrans" cxnId="{B0E81205-C838-4C95-8AF2-2C7260E21706}">
      <dgm:prSet/>
      <dgm:spPr/>
      <dgm:t>
        <a:bodyPr/>
        <a:lstStyle/>
        <a:p>
          <a:endParaRPr kumimoji="1" lang="ja-JP" altLang="en-US"/>
        </a:p>
      </dgm:t>
    </dgm:pt>
    <dgm:pt modelId="{94E40C2C-D26F-4C6F-8C0D-9DF43C4BF4B4}" type="sibTrans" cxnId="{B0E81205-C838-4C95-8AF2-2C7260E21706}">
      <dgm:prSet/>
      <dgm:spPr/>
      <dgm:t>
        <a:bodyPr/>
        <a:lstStyle/>
        <a:p>
          <a:endParaRPr kumimoji="1" lang="ja-JP" altLang="en-US"/>
        </a:p>
      </dgm:t>
    </dgm:pt>
    <dgm:pt modelId="{ED05C9C4-E401-44C2-BFF8-42531DA24731}">
      <dgm:prSet custT="1"/>
      <dgm:spPr/>
      <dgm:t>
        <a:bodyPr bIns="216000"/>
        <a:lstStyle/>
        <a:p>
          <a:pPr>
            <a:buClr>
              <a:schemeClr val="accent1"/>
            </a:buClr>
            <a:buFont typeface="ADLaM Display" panose="02010000000000000000" pitchFamily="2" charset="0"/>
            <a:buNone/>
          </a:pPr>
          <a:r>
            <a:rPr lang="en-US" altLang="ja-JP" sz="3600" b="1" dirty="0">
              <a:solidFill>
                <a:schemeClr val="tx1"/>
              </a:solidFill>
              <a:latin typeface="+mn-lt"/>
              <a:cs typeface="Latin Modern Math" panose="020B0604020202020204" pitchFamily="34" charset="0"/>
            </a:rPr>
            <a:t>Heterogeneity bound: </a:t>
          </a:r>
          <a:r>
            <a:rPr lang="en-US" altLang="ja-JP" sz="3600" b="0" dirty="0">
              <a:solidFill>
                <a:schemeClr val="tx1"/>
              </a:solidFill>
              <a:latin typeface="+mn-lt"/>
              <a:cs typeface="Latin Modern Math" panose="020B0604020202020204" pitchFamily="34" charset="0"/>
            </a:rPr>
            <a:t>Via </a:t>
          </a:r>
          <a:r>
            <a:rPr lang="en-US" altLang="ja-JP" sz="3600" b="0" dirty="0" err="1">
              <a:solidFill>
                <a:schemeClr val="tx1"/>
              </a:solidFill>
              <a:latin typeface="+mn-lt"/>
              <a:cs typeface="Latin Modern Math" panose="020B0604020202020204" pitchFamily="34" charset="0"/>
            </a:rPr>
            <a:t>Kantrovich</a:t>
          </a:r>
          <a:r>
            <a:rPr lang="en-US" altLang="ja-JP" sz="3600" b="0" dirty="0">
              <a:solidFill>
                <a:schemeClr val="tx1"/>
              </a:solidFill>
              <a:latin typeface="+mn-lt"/>
              <a:cs typeface="Latin Modern Math" panose="020B0604020202020204" pitchFamily="34" charset="0"/>
            </a:rPr>
            <a:t>-Rubinstein duality, maximum of CATE is established, providing the theoretical bridge from distributional distance to treatment effect differences</a:t>
          </a:r>
          <a:endParaRPr lang="ja-JP" sz="3600" b="1" dirty="0">
            <a:solidFill>
              <a:schemeClr val="tx1"/>
            </a:solidFill>
            <a:latin typeface="+mn-lt"/>
            <a:cs typeface="Latin Modern Math" panose="020B0604020202020204" pitchFamily="34" charset="0"/>
          </a:endParaRPr>
        </a:p>
      </dgm:t>
    </dgm:pt>
    <dgm:pt modelId="{F5997BDD-6435-4A42-8D93-E9E10996E0BF}" type="parTrans" cxnId="{99DAACBE-8F31-43B6-B79D-102F7EDEDA45}">
      <dgm:prSet/>
      <dgm:spPr/>
      <dgm:t>
        <a:bodyPr/>
        <a:lstStyle/>
        <a:p>
          <a:endParaRPr kumimoji="1" lang="ja-JP" altLang="en-US"/>
        </a:p>
      </dgm:t>
    </dgm:pt>
    <dgm:pt modelId="{81FA0740-080C-41A0-ACE2-9633BA7F6F4C}" type="sibTrans" cxnId="{99DAACBE-8F31-43B6-B79D-102F7EDEDA45}">
      <dgm:prSet/>
      <dgm:spPr/>
      <dgm:t>
        <a:bodyPr/>
        <a:lstStyle/>
        <a:p>
          <a:endParaRPr kumimoji="1" lang="ja-JP" altLang="en-US"/>
        </a:p>
      </dgm:t>
    </dgm:pt>
    <dgm:pt modelId="{BA3A0810-4444-4726-B3A6-34E6E0F7AD08}">
      <dgm:prSet custT="1"/>
      <dgm:spPr/>
      <dgm:t>
        <a:bodyPr bIns="216000"/>
        <a:lstStyle/>
        <a:p>
          <a:pPr>
            <a:buClr>
              <a:schemeClr val="accent1"/>
            </a:buClr>
            <a:buFont typeface="ADLaM Display" panose="02010000000000000000" pitchFamily="2" charset="0"/>
            <a:buNone/>
          </a:pPr>
          <a:r>
            <a:rPr lang="en-US" altLang="ja-JP" sz="3600" b="1" dirty="0">
              <a:solidFill>
                <a:schemeClr val="tx1"/>
              </a:solidFill>
              <a:latin typeface="+mn-lt"/>
              <a:cs typeface="Latin Modern Math" panose="020B0604020202020204" pitchFamily="34" charset="0"/>
            </a:rPr>
            <a:t>Reliable bootstrap inference at moderate n:</a:t>
          </a:r>
          <a:r>
            <a:rPr lang="en-US" altLang="ja-JP" sz="3600" b="0" dirty="0">
              <a:solidFill>
                <a:schemeClr val="tx1"/>
              </a:solidFill>
              <a:latin typeface="+mn-lt"/>
              <a:cs typeface="Latin Modern Math" panose="020B0604020202020204" pitchFamily="34" charset="0"/>
            </a:rPr>
            <a:t> Across 7 simulation scenarios, small bias and enough coverage for non-null distributional differences at n ≥ 100</a:t>
          </a:r>
          <a:endParaRPr lang="ja-JP" sz="3600" b="1" dirty="0">
            <a:solidFill>
              <a:schemeClr val="tx1"/>
            </a:solidFill>
            <a:latin typeface="+mn-lt"/>
            <a:cs typeface="Latin Modern Math" panose="020B0604020202020204" pitchFamily="34" charset="0"/>
          </a:endParaRPr>
        </a:p>
      </dgm:t>
    </dgm:pt>
    <dgm:pt modelId="{D738C18B-0F49-47F3-B892-363F74FFDCCC}" type="parTrans" cxnId="{960BC806-C291-40E6-9C1F-97945DEF3A5C}">
      <dgm:prSet/>
      <dgm:spPr/>
      <dgm:t>
        <a:bodyPr/>
        <a:lstStyle/>
        <a:p>
          <a:endParaRPr kumimoji="1" lang="ja-JP" altLang="en-US"/>
        </a:p>
      </dgm:t>
    </dgm:pt>
    <dgm:pt modelId="{A113C715-F2C0-4911-AE19-235FB89F9FEE}" type="sibTrans" cxnId="{960BC806-C291-40E6-9C1F-97945DEF3A5C}">
      <dgm:prSet/>
      <dgm:spPr/>
      <dgm:t>
        <a:bodyPr/>
        <a:lstStyle/>
        <a:p>
          <a:endParaRPr kumimoji="1" lang="ja-JP" alt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2DA98798-1DD2-4EC8-B48E-5C1C939B7E20}">
          <dgm:prSet custT="1"/>
          <dgm:spPr/>
          <dgm:t>
            <a:bodyPr bIns="216000"/>
            <a:lstStyle/>
            <a:p>
              <a:pPr>
                <a:buClr>
                  <a:schemeClr val="accent1"/>
                </a:buClr>
                <a:buFont typeface="ADLaM Display" panose="02010000000000000000" pitchFamily="2" charset="0"/>
                <a:buNone/>
              </a:pPr>
              <a:r>
                <a:rPr lang="en-US" altLang="ja-JP" sz="3600" b="1" dirty="0">
                  <a:solidFill>
                    <a:schemeClr val="tx1"/>
                  </a:solidFill>
                  <a:latin typeface="+mn-lt"/>
                  <a:cs typeface="Latin Modern Math" panose="020B0604020202020204" pitchFamily="34" charset="0"/>
                </a:rPr>
                <a:t>Dual-pathway clinical calibration: </a:t>
              </a:r>
              <a:r>
                <a:rPr lang="en-US" altLang="ja-JP" sz="3600" b="0" dirty="0">
                  <a:solidFill>
                    <a:schemeClr val="tx1"/>
                  </a:solidFill>
                  <a:latin typeface="+mn-lt"/>
                  <a:cs typeface="Latin Modern Math" panose="020B0604020202020204" pitchFamily="34" charset="0"/>
                </a:rPr>
                <a:t>When </a:t>
              </a:r>
              <a14:m>
                <m:oMath xmlns:m="http://schemas.openxmlformats.org/officeDocument/2006/math">
                  <m:r>
                    <a:rPr lang="en-US" altLang="ja-JP" sz="3600" b="0" i="1" smtClean="0">
                      <a:solidFill>
                        <a:schemeClr val="tx1"/>
                      </a:solidFill>
                      <a:latin typeface="Cambria Math" panose="02040503050406030204" pitchFamily="18" charset="0"/>
                      <a:cs typeface="Latin Modern Math" panose="020B0604020202020204" pitchFamily="34" charset="0"/>
                    </a:rPr>
                    <m:t>𝐿</m:t>
                  </m:r>
                </m:oMath>
              </a14:m>
              <a:r>
                <a:rPr lang="en-US" altLang="ja-JP" sz="3600" b="0" dirty="0">
                  <a:solidFill>
                    <a:schemeClr val="tx1"/>
                  </a:solidFill>
                  <a:latin typeface="+mn-lt"/>
                  <a:cs typeface="Latin Modern Math" panose="020B0604020202020204" pitchFamily="34" charset="0"/>
                </a:rPr>
                <a:t> is estimable </a:t>
              </a:r>
              <a14:m>
                <m:oMath xmlns:m="http://schemas.openxmlformats.org/officeDocument/2006/math">
                  <m:sSub>
                    <m:sSubPr>
                      <m:ctrlPr>
                        <a:rPr lang="en-US" altLang="ja-JP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Latin Modern Math" panose="020B0604020202020204" pitchFamily="34" charset="0"/>
                        </a:rPr>
                      </m:ctrlPr>
                    </m:sSubPr>
                    <m:e>
                      <m:r>
                        <m:rPr>
                          <m:sty m:val="p"/>
                        </m:rPr>
                        <a:rPr lang="en-US" altLang="ja-JP" sz="3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Latin Modern Math" panose="020B0604020202020204" pitchFamily="34" charset="0"/>
                        </a:rPr>
                        <m:t>Δ</m:t>
                      </m:r>
                    </m:e>
                    <m:sub>
                      <m:r>
                        <m:rPr>
                          <m:sty m:val="p"/>
                        </m:rPr>
                        <a:rPr lang="en-US" altLang="ja-JP" sz="3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Latin Modern Math" panose="020B0604020202020204" pitchFamily="34" charset="0"/>
                        </a:rPr>
                        <m:t>max</m:t>
                      </m:r>
                    </m:sub>
                  </m:sSub>
                </m:oMath>
              </a14:m>
              <a:r>
                <a:rPr lang="en-US" altLang="ja-JP" sz="3600" b="0" dirty="0">
                  <a:solidFill>
                    <a:schemeClr val="tx1"/>
                  </a:solidFill>
                  <a:latin typeface="+mn-lt"/>
                  <a:cs typeface="Latin Modern Math" panose="020B0604020202020204" pitchFamily="34" charset="0"/>
                </a:rPr>
                <a:t> gives clinical-scale interpretation and when </a:t>
              </a:r>
              <a14:m>
                <m:oMath xmlns:m="http://schemas.openxmlformats.org/officeDocument/2006/math">
                  <m:r>
                    <a:rPr lang="en-US" altLang="ja-JP" sz="3600" b="0" i="1" smtClean="0">
                      <a:solidFill>
                        <a:schemeClr val="tx1"/>
                      </a:solidFill>
                      <a:latin typeface="Cambria Math" panose="02040503050406030204" pitchFamily="18" charset="0"/>
                      <a:cs typeface="Latin Modern Math" panose="020B0604020202020204" pitchFamily="34" charset="0"/>
                    </a:rPr>
                    <m:t>𝐿</m:t>
                  </m:r>
                </m:oMath>
              </a14:m>
              <a:r>
                <a:rPr lang="en-US" altLang="ja-JP" sz="3600" b="0" dirty="0">
                  <a:solidFill>
                    <a:schemeClr val="tx1"/>
                  </a:solidFill>
                  <a:latin typeface="+mn-lt"/>
                  <a:cs typeface="Latin Modern Math" panose="020B0604020202020204" pitchFamily="34" charset="0"/>
                </a:rPr>
                <a:t> is unknown </a:t>
              </a:r>
              <a14:m>
                <m:oMath xmlns:m="http://schemas.openxmlformats.org/officeDocument/2006/math">
                  <m:sSup>
                    <m:sSupPr>
                      <m:ctrlPr>
                        <a:rPr lang="en-US" altLang="ja-JP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Latin Modern Math" panose="020B0604020202020204" pitchFamily="34" charset="0"/>
                        </a:rPr>
                      </m:ctrlPr>
                    </m:sSupPr>
                    <m:e>
                      <m:r>
                        <a:rPr lang="en-US" altLang="ja-JP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Latin Modern Math" panose="020B0604020202020204" pitchFamily="34" charset="0"/>
                        </a:rPr>
                        <m:t>𝐿</m:t>
                      </m:r>
                    </m:e>
                    <m:sup>
                      <m:r>
                        <a:rPr lang="en-US" altLang="ja-JP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Latin Modern Math" panose="020B0604020202020204" pitchFamily="34" charset="0"/>
                        </a:rPr>
                        <m:t>∗</m:t>
                      </m:r>
                    </m:sup>
                  </m:sSup>
                </m:oMath>
              </a14:m>
              <a:r>
                <a:rPr lang="en-US" altLang="ja-JP" sz="3600" b="0" dirty="0">
                  <a:solidFill>
                    <a:schemeClr val="tx1"/>
                  </a:solidFill>
                  <a:latin typeface="+mn-lt"/>
                  <a:cs typeface="Latin Modern Math" panose="020B0604020202020204" pitchFamily="34" charset="0"/>
                </a:rPr>
                <a:t> reverse-calculation supports judgement without imposing a fixed </a:t>
              </a:r>
              <a:r>
                <a:rPr lang="en-US" altLang="ja-JP" sz="3600" b="0" dirty="0" err="1">
                  <a:solidFill>
                    <a:schemeClr val="tx1"/>
                  </a:solidFill>
                  <a:latin typeface="+mn-lt"/>
                  <a:cs typeface="Latin Modern Math" panose="020B0604020202020204" pitchFamily="34" charset="0"/>
                </a:rPr>
                <a:t>nABCD</a:t>
              </a:r>
              <a:r>
                <a:rPr lang="en-US" altLang="ja-JP" sz="3600" b="0" dirty="0">
                  <a:solidFill>
                    <a:schemeClr val="tx1"/>
                  </a:solidFill>
                  <a:latin typeface="+mn-lt"/>
                  <a:cs typeface="Latin Modern Math" panose="020B0604020202020204" pitchFamily="34" charset="0"/>
                </a:rPr>
                <a:t> cutoff</a:t>
              </a:r>
              <a:endParaRPr lang="ja-JP" sz="3600" b="0" dirty="0">
                <a:solidFill>
                  <a:schemeClr val="tx1"/>
                </a:solidFill>
                <a:latin typeface="+mn-lt"/>
                <a:cs typeface="Latin Modern Math" panose="020B0604020202020204" pitchFamily="34" charset="0"/>
              </a:endParaRPr>
            </a:p>
          </dgm:t>
        </dgm:pt>
      </mc:Choice>
      <mc:Fallback xmlns="">
        <dgm:pt modelId="{2DA98798-1DD2-4EC8-B48E-5C1C939B7E20}">
          <dgm:prSet custT="1"/>
          <dgm:spPr/>
          <dgm:t>
            <a:bodyPr bIns="216000"/>
            <a:lstStyle/>
            <a:p>
              <a:pPr>
                <a:buClr>
                  <a:schemeClr val="accent1"/>
                </a:buClr>
                <a:buFont typeface="ADLaM Display" panose="02010000000000000000" pitchFamily="2" charset="0"/>
                <a:buNone/>
              </a:pPr>
              <a:r>
                <a:rPr lang="en-US" altLang="ja-JP" sz="3600" b="1" dirty="0">
                  <a:solidFill>
                    <a:schemeClr val="tx1"/>
                  </a:solidFill>
                  <a:latin typeface="+mn-lt"/>
                  <a:cs typeface="Latin Modern Math" panose="020B0604020202020204" pitchFamily="34" charset="0"/>
                </a:rPr>
                <a:t>Dual-pathway clinical calibration: </a:t>
              </a:r>
              <a:r>
                <a:rPr lang="en-US" altLang="ja-JP" sz="3600" b="0" dirty="0">
                  <a:solidFill>
                    <a:schemeClr val="tx1"/>
                  </a:solidFill>
                  <a:latin typeface="+mn-lt"/>
                  <a:cs typeface="Latin Modern Math" panose="020B0604020202020204" pitchFamily="34" charset="0"/>
                </a:rPr>
                <a:t>When </a:t>
              </a:r>
              <a:r>
                <a:rPr lang="en-US" altLang="ja-JP" sz="3600" b="0" i="0">
                  <a:solidFill>
                    <a:schemeClr val="tx1"/>
                  </a:solidFill>
                  <a:latin typeface="Cambria Math" panose="02040503050406030204" pitchFamily="18" charset="0"/>
                  <a:cs typeface="Latin Modern Math" panose="020B0604020202020204" pitchFamily="34" charset="0"/>
                </a:rPr>
                <a:t>𝐿</a:t>
              </a:r>
              <a:r>
                <a:rPr lang="en-US" altLang="ja-JP" sz="3600" b="0" dirty="0">
                  <a:solidFill>
                    <a:schemeClr val="tx1"/>
                  </a:solidFill>
                  <a:latin typeface="+mn-lt"/>
                  <a:cs typeface="Latin Modern Math" panose="020B0604020202020204" pitchFamily="34" charset="0"/>
                </a:rPr>
                <a:t> is estimable </a:t>
              </a:r>
              <a:r>
                <a:rPr lang="en-US" altLang="ja-JP" sz="3600" b="0" i="0">
                  <a:solidFill>
                    <a:schemeClr val="tx1"/>
                  </a:solidFill>
                  <a:latin typeface="Cambria Math" panose="02040503050406030204" pitchFamily="18" charset="0"/>
                  <a:cs typeface="Latin Modern Math" panose="020B0604020202020204" pitchFamily="34" charset="0"/>
                </a:rPr>
                <a:t>Δ_max</a:t>
              </a:r>
              <a:r>
                <a:rPr lang="en-US" altLang="ja-JP" sz="3600" b="0" dirty="0">
                  <a:solidFill>
                    <a:schemeClr val="tx1"/>
                  </a:solidFill>
                  <a:latin typeface="+mn-lt"/>
                  <a:cs typeface="Latin Modern Math" panose="020B0604020202020204" pitchFamily="34" charset="0"/>
                </a:rPr>
                <a:t> gives clinical-scale interpretation and when </a:t>
              </a:r>
              <a:r>
                <a:rPr lang="en-US" altLang="ja-JP" sz="3600" b="0" i="0">
                  <a:solidFill>
                    <a:schemeClr val="tx1"/>
                  </a:solidFill>
                  <a:latin typeface="Cambria Math" panose="02040503050406030204" pitchFamily="18" charset="0"/>
                  <a:cs typeface="Latin Modern Math" panose="020B0604020202020204" pitchFamily="34" charset="0"/>
                </a:rPr>
                <a:t>𝐿</a:t>
              </a:r>
              <a:r>
                <a:rPr lang="en-US" altLang="ja-JP" sz="3600" b="0" dirty="0">
                  <a:solidFill>
                    <a:schemeClr val="tx1"/>
                  </a:solidFill>
                  <a:latin typeface="+mn-lt"/>
                  <a:cs typeface="Latin Modern Math" panose="020B0604020202020204" pitchFamily="34" charset="0"/>
                </a:rPr>
                <a:t> is unknown </a:t>
              </a:r>
              <a:r>
                <a:rPr lang="en-US" altLang="ja-JP" sz="3600" b="0" i="0">
                  <a:solidFill>
                    <a:schemeClr val="tx1"/>
                  </a:solidFill>
                  <a:latin typeface="Cambria Math" panose="02040503050406030204" pitchFamily="18" charset="0"/>
                  <a:cs typeface="Latin Modern Math" panose="020B0604020202020204" pitchFamily="34" charset="0"/>
                </a:rPr>
                <a:t>𝐿^∗</a:t>
              </a:r>
              <a:r>
                <a:rPr lang="en-US" altLang="ja-JP" sz="3600" b="0" dirty="0">
                  <a:solidFill>
                    <a:schemeClr val="tx1"/>
                  </a:solidFill>
                  <a:latin typeface="+mn-lt"/>
                  <a:cs typeface="Latin Modern Math" panose="020B0604020202020204" pitchFamily="34" charset="0"/>
                </a:rPr>
                <a:t> reverse-calculation supports judgement without imposing a fixed </a:t>
              </a:r>
              <a:r>
                <a:rPr lang="en-US" altLang="ja-JP" sz="3600" b="0" dirty="0" err="1">
                  <a:solidFill>
                    <a:schemeClr val="tx1"/>
                  </a:solidFill>
                  <a:latin typeface="+mn-lt"/>
                  <a:cs typeface="Latin Modern Math" panose="020B0604020202020204" pitchFamily="34" charset="0"/>
                </a:rPr>
                <a:t>nABCD</a:t>
              </a:r>
              <a:r>
                <a:rPr lang="en-US" altLang="ja-JP" sz="3600" b="0" dirty="0">
                  <a:solidFill>
                    <a:schemeClr val="tx1"/>
                  </a:solidFill>
                  <a:latin typeface="+mn-lt"/>
                  <a:cs typeface="Latin Modern Math" panose="020B0604020202020204" pitchFamily="34" charset="0"/>
                </a:rPr>
                <a:t> cutoff</a:t>
              </a:r>
              <a:endParaRPr lang="ja-JP" sz="3600" b="0" dirty="0">
                <a:solidFill>
                  <a:schemeClr val="tx1"/>
                </a:solidFill>
                <a:latin typeface="+mn-lt"/>
                <a:cs typeface="Latin Modern Math" panose="020B0604020202020204" pitchFamily="34" charset="0"/>
              </a:endParaRPr>
            </a:p>
          </dgm:t>
        </dgm:pt>
      </mc:Fallback>
    </mc:AlternateContent>
    <dgm:pt modelId="{B378AA05-2FC1-49C3-8D02-658996D6632A}" type="parTrans" cxnId="{ECBEE64A-F3D5-45FB-AA82-1BAF7B5457C2}">
      <dgm:prSet/>
      <dgm:spPr/>
      <dgm:t>
        <a:bodyPr/>
        <a:lstStyle/>
        <a:p>
          <a:endParaRPr kumimoji="1" lang="ja-JP" altLang="en-US"/>
        </a:p>
      </dgm:t>
    </dgm:pt>
    <dgm:pt modelId="{2A15B064-5B83-4639-9BC0-04D8FC5ADEE6}" type="sibTrans" cxnId="{ECBEE64A-F3D5-45FB-AA82-1BAF7B5457C2}">
      <dgm:prSet/>
      <dgm:spPr/>
      <dgm:t>
        <a:bodyPr/>
        <a:lstStyle/>
        <a:p>
          <a:endParaRPr kumimoji="1" lang="ja-JP" altLang="en-US"/>
        </a:p>
      </dgm:t>
    </dgm:pt>
    <dgm:pt modelId="{FD431ED5-B99B-4C83-B489-619532CBD15A}">
      <dgm:prSet custT="1"/>
      <dgm:spPr/>
      <dgm:t>
        <a:bodyPr tIns="0" bIns="0"/>
        <a:lstStyle/>
        <a:p>
          <a:r>
            <a:rPr lang="en-US" altLang="ja-JP" sz="6000" b="1" dirty="0">
              <a:latin typeface="+mn-lt"/>
              <a:cs typeface="Latin Modern Math" panose="020B0604020202020204" pitchFamily="34" charset="0"/>
            </a:rPr>
            <a:t>Future Work</a:t>
          </a:r>
          <a:endParaRPr lang="ja-JP" sz="6000" b="1" dirty="0">
            <a:solidFill>
              <a:schemeClr val="tx1"/>
            </a:solidFill>
            <a:latin typeface="+mn-lt"/>
            <a:cs typeface="Latin Modern Math" panose="020B0604020202020204" pitchFamily="34" charset="0"/>
          </a:endParaRPr>
        </a:p>
      </dgm:t>
    </dgm:pt>
    <dgm:pt modelId="{BF5BD0CB-5A6A-4563-B0EA-D61353AD8EAF}" type="parTrans" cxnId="{9830DAAE-9CE9-4F3D-88E8-2B85C5CE8EC7}">
      <dgm:prSet/>
      <dgm:spPr/>
      <dgm:t>
        <a:bodyPr/>
        <a:lstStyle/>
        <a:p>
          <a:endParaRPr kumimoji="1" lang="ja-JP" altLang="en-US"/>
        </a:p>
      </dgm:t>
    </dgm:pt>
    <dgm:pt modelId="{FAE4D5D0-6D0D-4A58-812C-C340DD3C0983}" type="sibTrans" cxnId="{9830DAAE-9CE9-4F3D-88E8-2B85C5CE8EC7}">
      <dgm:prSet/>
      <dgm:spPr/>
      <dgm:t>
        <a:bodyPr/>
        <a:lstStyle/>
        <a:p>
          <a:endParaRPr kumimoji="1" lang="ja-JP" altLang="en-US"/>
        </a:p>
      </dgm:t>
    </dgm:pt>
    <dgm:pt modelId="{AC169924-AF68-4EB4-BCC0-5566AF184DAC}">
      <dgm:prSet custT="1"/>
      <dgm:spPr/>
      <dgm:t>
        <a:bodyPr/>
        <a:lstStyle/>
        <a:p>
          <a:pPr>
            <a:buClr>
              <a:schemeClr val="accent1"/>
            </a:buClr>
            <a:buFont typeface="ADLaM Display" panose="02010000000000000000" pitchFamily="2" charset="0"/>
            <a:buNone/>
          </a:pPr>
          <a:endParaRPr lang="ja-JP" sz="4000" b="1" dirty="0">
            <a:solidFill>
              <a:schemeClr val="tx1"/>
            </a:solidFill>
            <a:latin typeface="+mn-lt"/>
            <a:cs typeface="Latin Modern Math" panose="020B0604020202020204" pitchFamily="34" charset="0"/>
          </a:endParaRPr>
        </a:p>
      </dgm:t>
    </dgm:pt>
    <dgm:pt modelId="{6A915970-7971-4E3C-8B11-6EB69CF49D4A}" type="parTrans" cxnId="{FE7055BE-B04E-41B2-9660-F31624831FA2}">
      <dgm:prSet/>
      <dgm:spPr/>
      <dgm:t>
        <a:bodyPr/>
        <a:lstStyle/>
        <a:p>
          <a:endParaRPr kumimoji="1" lang="ja-JP" altLang="en-US"/>
        </a:p>
      </dgm:t>
    </dgm:pt>
    <dgm:pt modelId="{3C5EAE53-72B0-4910-8DD5-1030B96EED88}" type="sibTrans" cxnId="{FE7055BE-B04E-41B2-9660-F31624831FA2}">
      <dgm:prSet/>
      <dgm:spPr/>
      <dgm:t>
        <a:bodyPr/>
        <a:lstStyle/>
        <a:p>
          <a:endParaRPr kumimoji="1" lang="ja-JP" altLang="en-US"/>
        </a:p>
      </dgm:t>
    </dgm:pt>
    <dgm:pt modelId="{ED551282-8094-405E-9941-66BC7607CB89}">
      <dgm:prSet custT="1"/>
      <dgm:spPr/>
      <dgm:t>
        <a:bodyPr/>
        <a:lstStyle/>
        <a:p>
          <a:pPr>
            <a:buClr>
              <a:schemeClr val="accent1"/>
            </a:buClr>
            <a:buFont typeface="ADLaM Display" panose="02010000000000000000" pitchFamily="2" charset="0"/>
            <a:buNone/>
          </a:pPr>
          <a:endParaRPr lang="ja-JP" sz="4000" b="1" dirty="0">
            <a:solidFill>
              <a:schemeClr val="tx1"/>
            </a:solidFill>
            <a:latin typeface="+mn-lt"/>
            <a:cs typeface="Latin Modern Math" panose="020B0604020202020204" pitchFamily="34" charset="0"/>
          </a:endParaRPr>
        </a:p>
      </dgm:t>
    </dgm:pt>
    <dgm:pt modelId="{A11319C0-568B-4B17-AD70-6F0A5789F44F}" type="parTrans" cxnId="{20C737F8-4B50-48EB-A35D-FECE2D83A2C8}">
      <dgm:prSet/>
      <dgm:spPr/>
      <dgm:t>
        <a:bodyPr/>
        <a:lstStyle/>
        <a:p>
          <a:endParaRPr kumimoji="1" lang="ja-JP" altLang="en-US"/>
        </a:p>
      </dgm:t>
    </dgm:pt>
    <dgm:pt modelId="{0AB7F726-B135-49C4-B905-D415D27014AC}" type="sibTrans" cxnId="{20C737F8-4B50-48EB-A35D-FECE2D83A2C8}">
      <dgm:prSet/>
      <dgm:spPr/>
      <dgm:t>
        <a:bodyPr/>
        <a:lstStyle/>
        <a:p>
          <a:endParaRPr kumimoji="1" lang="ja-JP" altLang="en-US"/>
        </a:p>
      </dgm:t>
    </dgm:pt>
    <dgm:pt modelId="{2D2CDD4F-F83F-43EE-9694-8B6570A39FAE}">
      <dgm:prSet custT="1"/>
      <dgm:spPr/>
      <dgm:t>
        <a:bodyPr/>
        <a:lstStyle/>
        <a:p>
          <a:pPr>
            <a:buClr>
              <a:schemeClr val="accent1"/>
            </a:buClr>
            <a:buFont typeface="ADLaM Display" panose="02010000000000000000" pitchFamily="2" charset="0"/>
            <a:buNone/>
          </a:pPr>
          <a:endParaRPr lang="ja-JP" sz="4000" b="1" dirty="0">
            <a:solidFill>
              <a:schemeClr val="tx1"/>
            </a:solidFill>
            <a:latin typeface="+mn-lt"/>
            <a:cs typeface="Latin Modern Math" panose="020B0604020202020204" pitchFamily="34" charset="0"/>
          </a:endParaRPr>
        </a:p>
      </dgm:t>
    </dgm:pt>
    <dgm:pt modelId="{E67ADAF1-8C37-456E-BE6C-F8B46C936479}" type="parTrans" cxnId="{380683CA-6D6F-4D20-93FE-47616DCBB368}">
      <dgm:prSet/>
      <dgm:spPr/>
      <dgm:t>
        <a:bodyPr/>
        <a:lstStyle/>
        <a:p>
          <a:endParaRPr kumimoji="1" lang="ja-JP" altLang="en-US"/>
        </a:p>
      </dgm:t>
    </dgm:pt>
    <dgm:pt modelId="{C68B446C-E7E7-4D6A-90BE-68DEB91EBC0C}" type="sibTrans" cxnId="{380683CA-6D6F-4D20-93FE-47616DCBB368}">
      <dgm:prSet/>
      <dgm:spPr/>
      <dgm:t>
        <a:bodyPr/>
        <a:lstStyle/>
        <a:p>
          <a:endParaRPr kumimoji="1" lang="ja-JP" altLang="en-US"/>
        </a:p>
      </dgm:t>
    </dgm:pt>
    <dgm:pt modelId="{7B66F10F-E064-4FA5-8A99-8D3D7B207ECE}">
      <dgm:prSet custT="1"/>
      <dgm:spPr/>
      <dgm:t>
        <a:bodyPr/>
        <a:lstStyle/>
        <a:p>
          <a:pPr>
            <a:buClr>
              <a:schemeClr val="accent1"/>
            </a:buClr>
            <a:buFont typeface="ADLaM Display" panose="02010000000000000000" pitchFamily="2" charset="0"/>
            <a:buNone/>
          </a:pPr>
          <a:endParaRPr lang="ja-JP" sz="4000" b="1" dirty="0">
            <a:solidFill>
              <a:schemeClr val="tx1"/>
            </a:solidFill>
            <a:latin typeface="+mn-lt"/>
            <a:cs typeface="Latin Modern Math" panose="020B0604020202020204" pitchFamily="34" charset="0"/>
          </a:endParaRPr>
        </a:p>
      </dgm:t>
    </dgm:pt>
    <dgm:pt modelId="{4E4A965F-4B06-40B1-AB54-3DCF6F209E92}" type="parTrans" cxnId="{94F73AEC-FE31-412D-AC4C-F5B3E18E82E5}">
      <dgm:prSet/>
      <dgm:spPr/>
      <dgm:t>
        <a:bodyPr/>
        <a:lstStyle/>
        <a:p>
          <a:endParaRPr kumimoji="1" lang="ja-JP" altLang="en-US"/>
        </a:p>
      </dgm:t>
    </dgm:pt>
    <dgm:pt modelId="{3EC61EFF-B940-4942-B2EB-C5786D92D2EF}" type="sibTrans" cxnId="{94F73AEC-FE31-412D-AC4C-F5B3E18E82E5}">
      <dgm:prSet/>
      <dgm:spPr/>
      <dgm:t>
        <a:bodyPr/>
        <a:lstStyle/>
        <a:p>
          <a:endParaRPr kumimoji="1" lang="ja-JP" altLang="en-US"/>
        </a:p>
      </dgm:t>
    </dgm:pt>
    <dgm:pt modelId="{C0FB7492-F5D6-4644-AD22-34F72006580B}">
      <dgm:prSet custT="1"/>
      <dgm:spPr/>
      <dgm:t>
        <a:bodyPr/>
        <a:lstStyle/>
        <a:p>
          <a:pPr>
            <a:buClr>
              <a:schemeClr val="accent1"/>
            </a:buClr>
            <a:buFont typeface="ADLaM Display" panose="02010000000000000000" pitchFamily="2" charset="0"/>
            <a:buNone/>
          </a:pPr>
          <a:endParaRPr lang="ja-JP" sz="4000" b="1" dirty="0">
            <a:solidFill>
              <a:schemeClr val="tx1"/>
            </a:solidFill>
            <a:latin typeface="+mn-lt"/>
            <a:cs typeface="Latin Modern Math" panose="020B0604020202020204" pitchFamily="34" charset="0"/>
          </a:endParaRPr>
        </a:p>
      </dgm:t>
    </dgm:pt>
    <dgm:pt modelId="{A6E1B8E6-8C0C-44FD-8F87-B1076E0779C0}" type="parTrans" cxnId="{D1950057-AF9C-4E2C-AC5A-CD76A32775E8}">
      <dgm:prSet/>
      <dgm:spPr/>
      <dgm:t>
        <a:bodyPr/>
        <a:lstStyle/>
        <a:p>
          <a:endParaRPr kumimoji="1" lang="ja-JP" altLang="en-US"/>
        </a:p>
      </dgm:t>
    </dgm:pt>
    <dgm:pt modelId="{303DD02A-C722-46E6-A657-1D29536CE57D}" type="sibTrans" cxnId="{D1950057-AF9C-4E2C-AC5A-CD76A32775E8}">
      <dgm:prSet/>
      <dgm:spPr/>
      <dgm:t>
        <a:bodyPr/>
        <a:lstStyle/>
        <a:p>
          <a:endParaRPr kumimoji="1" lang="ja-JP" alt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DD38F857-2EC9-4B95-9B92-904BF18FB1AB}">
          <dgm:prSet custT="1"/>
          <dgm:spPr/>
          <dgm:t>
            <a:bodyPr/>
            <a:lstStyle/>
            <a:p>
              <a:pPr>
                <a:buClr>
                  <a:schemeClr val="accent1"/>
                </a:buClr>
                <a:buFont typeface="ADLaM Display" panose="02010000000000000000" pitchFamily="2" charset="0"/>
                <a:buNone/>
              </a:pPr>
              <a:r>
                <a:rPr lang="en-US" altLang="ja-JP" sz="4000" b="1" dirty="0">
                  <a:solidFill>
                    <a:schemeClr val="tx1"/>
                  </a:solidFill>
                  <a:latin typeface="+mn-lt"/>
                  <a:cs typeface="Latin Modern Math" panose="020B0604020202020204" pitchFamily="34" charset="0"/>
                </a:rPr>
                <a:t>Joint eligibility via </a:t>
              </a:r>
              <a14:m>
                <m:oMath xmlns:m="http://schemas.openxmlformats.org/officeDocument/2006/math">
                  <m:sSup>
                    <m:sSupPr>
                      <m:ctrlPr>
                        <a:rPr lang="en-US" altLang="ja-JP" sz="4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Latin Modern Math" panose="020B0604020202020204" pitchFamily="34" charset="0"/>
                        </a:rPr>
                      </m:ctrlPr>
                    </m:sSupPr>
                    <m:e>
                      <m:r>
                        <a:rPr lang="en-US" altLang="ja-JP" sz="4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Latin Modern Math" panose="020B0604020202020204" pitchFamily="34" charset="0"/>
                        </a:rPr>
                        <m:t>𝐿</m:t>
                      </m:r>
                    </m:e>
                    <m:sup>
                      <m:r>
                        <a:rPr lang="en-US" altLang="ja-JP" sz="4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Latin Modern Math" panose="020B0604020202020204" pitchFamily="34" charset="0"/>
                        </a:rPr>
                        <m:t>∗</m:t>
                      </m:r>
                    </m:sup>
                  </m:sSup>
                </m:oMath>
              </a14:m>
              <a:r>
                <a:rPr lang="en-US" altLang="ja-JP" sz="4000" b="1" dirty="0">
                  <a:solidFill>
                    <a:schemeClr val="tx1"/>
                  </a:solidFill>
                  <a:latin typeface="+mn-lt"/>
                  <a:cs typeface="Latin Modern Math" panose="020B0604020202020204" pitchFamily="34" charset="0"/>
                </a:rPr>
                <a:t>:</a:t>
              </a:r>
              <a:r>
                <a:rPr lang="en-US" altLang="ja-JP" sz="4000" b="0" dirty="0">
                  <a:solidFill>
                    <a:schemeClr val="tx1"/>
                  </a:solidFill>
                  <a:latin typeface="+mn-lt"/>
                  <a:cs typeface="Latin Modern Math" panose="020B0604020202020204" pitchFamily="34" charset="0"/>
                </a:rPr>
                <a:t> at </a:t>
              </a:r>
              <a14:m>
                <m:oMath xmlns:m="http://schemas.openxmlformats.org/officeDocument/2006/math">
                  <m:sSub>
                    <m:sSubPr>
                      <m:ctrlPr>
                        <a:rPr lang="en-US" altLang="ja-JP" sz="4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Latin Modern Math" panose="020B0604020202020204" pitchFamily="34" charset="0"/>
                        </a:rPr>
                      </m:ctrlPr>
                    </m:sSubPr>
                    <m:e>
                      <m:r>
                        <m:rPr>
                          <m:sty m:val="p"/>
                        </m:rPr>
                        <a:rPr lang="en-US" altLang="ja-JP" sz="4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Latin Modern Math" panose="020B0604020202020204" pitchFamily="34" charset="0"/>
                        </a:rPr>
                        <m:t>Δ</m:t>
                      </m:r>
                    </m:e>
                    <m:sub>
                      <m:r>
                        <m:rPr>
                          <m:sty m:val="p"/>
                        </m:rPr>
                        <a:rPr lang="en-US" altLang="ja-JP" sz="4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Latin Modern Math" panose="020B0604020202020204" pitchFamily="34" charset="0"/>
                        </a:rPr>
                        <m:t>clin</m:t>
                      </m:r>
                    </m:sub>
                  </m:sSub>
                  <m:r>
                    <a:rPr lang="en-US" altLang="ja-JP" sz="4000" b="0" i="1" smtClean="0">
                      <a:solidFill>
                        <a:schemeClr val="tx1"/>
                      </a:solidFill>
                      <a:latin typeface="Cambria Math" panose="02040503050406030204" pitchFamily="18" charset="0"/>
                      <a:cs typeface="Latin Modern Math" panose="020B0604020202020204" pitchFamily="34" charset="0"/>
                    </a:rPr>
                    <m:t>=1%</m:t>
                  </m:r>
                  <m:r>
                    <m:rPr>
                      <m:sty m:val="p"/>
                    </m:rPr>
                    <a:rPr lang="en-US" altLang="ja-JP" sz="4000" b="0" i="0" smtClean="0">
                      <a:solidFill>
                        <a:schemeClr val="tx1"/>
                      </a:solidFill>
                      <a:latin typeface="Cambria Math" panose="02040503050406030204" pitchFamily="18" charset="0"/>
                      <a:cs typeface="Latin Modern Math" panose="020B0604020202020204" pitchFamily="34" charset="0"/>
                    </a:rPr>
                    <m:t>pt</m:t>
                  </m:r>
                </m:oMath>
              </a14:m>
              <a:r>
                <a:rPr lang="en-US" altLang="ja-JP" sz="4000" b="0" i="0" dirty="0">
                  <a:solidFill>
                    <a:schemeClr val="tx1"/>
                  </a:solidFill>
                  <a:latin typeface="+mn-lt"/>
                  <a:cs typeface="Latin Modern Math" panose="020B0604020202020204" pitchFamily="34" charset="0"/>
                </a:rPr>
                <a:t> with class-level upper bounds (</a:t>
              </a:r>
              <a14:m>
                <m:oMath xmlns:m="http://schemas.openxmlformats.org/officeDocument/2006/math">
                  <m:sSub>
                    <m:sSubPr>
                      <m:ctrlPr>
                        <a:rPr lang="en-US" altLang="ja-JP" sz="4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Latin Modern Math" panose="020B0604020202020204" pitchFamily="34" charset="0"/>
                        </a:rPr>
                      </m:ctrlPr>
                    </m:sSubPr>
                    <m:e>
                      <m:r>
                        <a:rPr lang="en-US" altLang="ja-JP" sz="4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Latin Modern Math" panose="020B0604020202020204" pitchFamily="34" charset="0"/>
                        </a:rPr>
                        <m:t>𝐿</m:t>
                      </m:r>
                    </m:e>
                    <m:sub>
                      <m:r>
                        <m:rPr>
                          <m:sty m:val="p"/>
                        </m:rPr>
                        <a:rPr lang="en-US" altLang="ja-JP" sz="4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Latin Modern Math" panose="020B0604020202020204" pitchFamily="34" charset="0"/>
                        </a:rPr>
                        <m:t>UB</m:t>
                      </m:r>
                      <m:r>
                        <a:rPr lang="en-US" altLang="ja-JP" sz="4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Latin Modern Math" panose="020B0604020202020204" pitchFamily="34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US" altLang="ja-JP" sz="4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Latin Modern Math" panose="020B0604020202020204" pitchFamily="34" charset="0"/>
                        </a:rPr>
                        <m:t>age</m:t>
                      </m:r>
                    </m:sub>
                  </m:sSub>
                  <m:r>
                    <a:rPr lang="en-US" altLang="ja-JP" sz="4000" b="0" i="1" smtClean="0">
                      <a:solidFill>
                        <a:schemeClr val="tx1"/>
                      </a:solidFill>
                      <a:latin typeface="Cambria Math" panose="02040503050406030204" pitchFamily="18" charset="0"/>
                      <a:cs typeface="Latin Modern Math" panose="020B0604020202020204" pitchFamily="34" charset="0"/>
                    </a:rPr>
                    <m:t>=</m:t>
                  </m:r>
                  <m:sSup>
                    <m:sSupPr>
                      <m:ctrlPr>
                        <a:rPr lang="en-US" altLang="ja-JP" sz="4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Latin Modern Math" panose="020B0604020202020204" pitchFamily="34" charset="0"/>
                        </a:rPr>
                      </m:ctrlPr>
                    </m:sSupPr>
                    <m:e>
                      <m:r>
                        <a:rPr lang="en-US" altLang="ja-JP" sz="4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Latin Modern Math" panose="020B0604020202020204" pitchFamily="34" charset="0"/>
                        </a:rPr>
                        <m:t>10</m:t>
                      </m:r>
                    </m:e>
                    <m:sup>
                      <m:r>
                        <a:rPr lang="en-US" altLang="ja-JP" sz="4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Latin Modern Math" panose="020B0604020202020204" pitchFamily="34" charset="0"/>
                        </a:rPr>
                        <m:t>−2</m:t>
                      </m:r>
                    </m:sup>
                  </m:sSup>
                  <m:r>
                    <a:rPr lang="en-US" altLang="ja-JP" sz="4000" b="0" i="1" smtClean="0">
                      <a:solidFill>
                        <a:schemeClr val="tx1"/>
                      </a:solidFill>
                      <a:latin typeface="Cambria Math" panose="02040503050406030204" pitchFamily="18" charset="0"/>
                      <a:cs typeface="Latin Modern Math" panose="020B0604020202020204" pitchFamily="34" charset="0"/>
                    </a:rPr>
                    <m:t>/</m:t>
                  </m:r>
                  <m:r>
                    <m:rPr>
                      <m:sty m:val="p"/>
                    </m:rPr>
                    <a:rPr lang="en-US" altLang="ja-JP" sz="4000" b="0" i="0" smtClean="0">
                      <a:solidFill>
                        <a:schemeClr val="tx1"/>
                      </a:solidFill>
                      <a:latin typeface="Cambria Math" panose="02040503050406030204" pitchFamily="18" charset="0"/>
                      <a:cs typeface="Latin Modern Math" panose="020B0604020202020204" pitchFamily="34" charset="0"/>
                    </a:rPr>
                    <m:t>yr</m:t>
                  </m:r>
                </m:oMath>
              </a14:m>
              <a:r>
                <a:rPr lang="en-US" altLang="ja-JP" sz="4000" b="0" i="0" dirty="0">
                  <a:solidFill>
                    <a:schemeClr val="tx1"/>
                  </a:solidFill>
                  <a:latin typeface="+mn-lt"/>
                  <a:cs typeface="Latin Modern Math" panose="020B0604020202020204" pitchFamily="34" charset="0"/>
                </a:rPr>
                <a:t>; </a:t>
              </a:r>
              <a14:m>
                <m:oMath xmlns:m="http://schemas.openxmlformats.org/officeDocument/2006/math">
                  <m:sSub>
                    <m:sSubPr>
                      <m:ctrlPr>
                        <a:rPr lang="en-US" altLang="ja-JP" sz="4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Latin Modern Math" panose="020B0604020202020204" pitchFamily="34" charset="0"/>
                        </a:rPr>
                      </m:ctrlPr>
                    </m:sSubPr>
                    <m:e>
                      <m:r>
                        <a:rPr lang="en-US" altLang="ja-JP" sz="4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Latin Modern Math" panose="020B0604020202020204" pitchFamily="34" charset="0"/>
                        </a:rPr>
                        <m:t>𝐿</m:t>
                      </m:r>
                    </m:e>
                    <m:sub>
                      <m:r>
                        <m:rPr>
                          <m:sty m:val="p"/>
                        </m:rPr>
                        <a:rPr lang="en-US" altLang="ja-JP" sz="4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Latin Modern Math" panose="020B0604020202020204" pitchFamily="34" charset="0"/>
                        </a:rPr>
                        <m:t>UB</m:t>
                      </m:r>
                      <m:r>
                        <a:rPr lang="en-US" altLang="ja-JP" sz="4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Latin Modern Math" panose="020B0604020202020204" pitchFamily="34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US" altLang="ja-JP" sz="4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Latin Modern Math" panose="020B0604020202020204" pitchFamily="34" charset="0"/>
                        </a:rPr>
                        <m:t>SBP</m:t>
                      </m:r>
                    </m:sub>
                  </m:sSub>
                  <m:r>
                    <a:rPr lang="en-US" altLang="ja-JP" sz="4000" b="0" i="1" smtClean="0">
                      <a:solidFill>
                        <a:schemeClr val="tx1"/>
                      </a:solidFill>
                      <a:latin typeface="Cambria Math" panose="02040503050406030204" pitchFamily="18" charset="0"/>
                      <a:cs typeface="Latin Modern Math" panose="020B0604020202020204" pitchFamily="34" charset="0"/>
                    </a:rPr>
                    <m:t>=</m:t>
                  </m:r>
                  <m:sSup>
                    <m:sSupPr>
                      <m:ctrlPr>
                        <a:rPr lang="en-US" altLang="ja-JP" sz="4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Latin Modern Math" panose="020B0604020202020204" pitchFamily="34" charset="0"/>
                        </a:rPr>
                      </m:ctrlPr>
                    </m:sSupPr>
                    <m:e>
                      <m:r>
                        <a:rPr lang="en-US" altLang="ja-JP" sz="4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Latin Modern Math" panose="020B0604020202020204" pitchFamily="34" charset="0"/>
                        </a:rPr>
                        <m:t>2×10</m:t>
                      </m:r>
                    </m:e>
                    <m:sup>
                      <m:r>
                        <a:rPr lang="en-US" altLang="ja-JP" sz="4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Latin Modern Math" panose="020B0604020202020204" pitchFamily="34" charset="0"/>
                        </a:rPr>
                        <m:t>−3</m:t>
                      </m:r>
                    </m:sup>
                  </m:sSup>
                  <m:r>
                    <a:rPr lang="en-US" altLang="ja-JP" sz="4000" b="0" i="1" smtClean="0">
                      <a:solidFill>
                        <a:schemeClr val="tx1"/>
                      </a:solidFill>
                      <a:latin typeface="Cambria Math" panose="02040503050406030204" pitchFamily="18" charset="0"/>
                      <a:cs typeface="Latin Modern Math" panose="020B0604020202020204" pitchFamily="34" charset="0"/>
                    </a:rPr>
                    <m:t>/</m:t>
                  </m:r>
                  <m:r>
                    <m:rPr>
                      <m:sty m:val="p"/>
                    </m:rPr>
                    <a:rPr lang="en-US" altLang="ja-JP" sz="4000" b="0" i="0" smtClean="0">
                      <a:solidFill>
                        <a:schemeClr val="tx1"/>
                      </a:solidFill>
                      <a:latin typeface="Cambria Math" panose="02040503050406030204" pitchFamily="18" charset="0"/>
                      <a:cs typeface="Latin Modern Math" panose="020B0604020202020204" pitchFamily="34" charset="0"/>
                    </a:rPr>
                    <m:t>mmHg</m:t>
                  </m:r>
                </m:oMath>
              </a14:m>
              <a:r>
                <a:rPr lang="en-US" altLang="ja-JP" sz="4000" b="0" i="0" dirty="0">
                  <a:solidFill>
                    <a:schemeClr val="tx1"/>
                  </a:solidFill>
                  <a:latin typeface="+mn-lt"/>
                  <a:cs typeface="Latin Modern Math" panose="020B0604020202020204" pitchFamily="34" charset="0"/>
                </a:rPr>
                <a:t>), 6 partners (R1, R4, R5, R6, R14, R15) emerged as jointly eligible on both EMs</a:t>
              </a:r>
              <a:endParaRPr lang="ja-JP" sz="4000" b="0" i="0" dirty="0">
                <a:solidFill>
                  <a:schemeClr val="tx1"/>
                </a:solidFill>
                <a:latin typeface="+mn-lt"/>
                <a:cs typeface="Latin Modern Math" panose="020B0604020202020204" pitchFamily="34" charset="0"/>
              </a:endParaRPr>
            </a:p>
          </dgm:t>
        </dgm:pt>
      </mc:Choice>
      <mc:Fallback xmlns="">
        <dgm:pt modelId="{DD38F857-2EC9-4B95-9B92-904BF18FB1AB}">
          <dgm:prSet custT="1"/>
          <dgm:spPr/>
          <dgm:t>
            <a:bodyPr/>
            <a:lstStyle/>
            <a:p>
              <a:pPr>
                <a:buClr>
                  <a:schemeClr val="accent1"/>
                </a:buClr>
                <a:buFont typeface="ADLaM Display" panose="02010000000000000000" pitchFamily="2" charset="0"/>
                <a:buNone/>
              </a:pPr>
              <a:r>
                <a:rPr lang="en-US" altLang="ja-JP" sz="4000" b="1" dirty="0">
                  <a:solidFill>
                    <a:schemeClr val="tx1"/>
                  </a:solidFill>
                  <a:latin typeface="+mn-lt"/>
                  <a:cs typeface="Latin Modern Math" panose="020B0604020202020204" pitchFamily="34" charset="0"/>
                </a:rPr>
                <a:t>Joint eligibility via </a:t>
              </a:r>
              <a:r>
                <a:rPr lang="en-US" altLang="ja-JP" sz="4000" b="0" i="0">
                  <a:solidFill>
                    <a:schemeClr val="tx1"/>
                  </a:solidFill>
                  <a:latin typeface="Cambria Math" panose="02040503050406030204" pitchFamily="18" charset="0"/>
                  <a:cs typeface="Latin Modern Math" panose="020B0604020202020204" pitchFamily="34" charset="0"/>
                </a:rPr>
                <a:t>𝐿^∗</a:t>
              </a:r>
              <a:r>
                <a:rPr lang="en-US" altLang="ja-JP" sz="4000" b="1" dirty="0">
                  <a:solidFill>
                    <a:schemeClr val="tx1"/>
                  </a:solidFill>
                  <a:latin typeface="+mn-lt"/>
                  <a:cs typeface="Latin Modern Math" panose="020B0604020202020204" pitchFamily="34" charset="0"/>
                </a:rPr>
                <a:t>:</a:t>
              </a:r>
              <a:r>
                <a:rPr lang="en-US" altLang="ja-JP" sz="4000" b="0" dirty="0">
                  <a:solidFill>
                    <a:schemeClr val="tx1"/>
                  </a:solidFill>
                  <a:latin typeface="+mn-lt"/>
                  <a:cs typeface="Latin Modern Math" panose="020B0604020202020204" pitchFamily="34" charset="0"/>
                </a:rPr>
                <a:t> at </a:t>
              </a:r>
              <a:r>
                <a:rPr lang="en-US" altLang="ja-JP" sz="4000" b="0" i="0">
                  <a:solidFill>
                    <a:schemeClr val="tx1"/>
                  </a:solidFill>
                  <a:latin typeface="Cambria Math" panose="02040503050406030204" pitchFamily="18" charset="0"/>
                  <a:cs typeface="Latin Modern Math" panose="020B0604020202020204" pitchFamily="34" charset="0"/>
                </a:rPr>
                <a:t>Δ_clin=1%pt</a:t>
              </a:r>
              <a:r>
                <a:rPr lang="en-US" altLang="ja-JP" sz="4000" b="0" i="0" dirty="0">
                  <a:solidFill>
                    <a:schemeClr val="tx1"/>
                  </a:solidFill>
                  <a:latin typeface="+mn-lt"/>
                  <a:cs typeface="Latin Modern Math" panose="020B0604020202020204" pitchFamily="34" charset="0"/>
                </a:rPr>
                <a:t> with class-level upper bounds (</a:t>
              </a:r>
              <a:r>
                <a:rPr lang="en-US" altLang="ja-JP" sz="4000" b="0" i="0">
                  <a:solidFill>
                    <a:schemeClr val="tx1"/>
                  </a:solidFill>
                  <a:latin typeface="Cambria Math" panose="02040503050406030204" pitchFamily="18" charset="0"/>
                  <a:cs typeface="Latin Modern Math" panose="020B0604020202020204" pitchFamily="34" charset="0"/>
                </a:rPr>
                <a:t>𝐿_(UB,age)=10^(−2)/yr</a:t>
              </a:r>
              <a:r>
                <a:rPr lang="en-US" altLang="ja-JP" sz="4000" b="0" i="0" dirty="0">
                  <a:solidFill>
                    <a:schemeClr val="tx1"/>
                  </a:solidFill>
                  <a:latin typeface="+mn-lt"/>
                  <a:cs typeface="Latin Modern Math" panose="020B0604020202020204" pitchFamily="34" charset="0"/>
                </a:rPr>
                <a:t>; </a:t>
              </a:r>
              <a:r>
                <a:rPr lang="en-US" altLang="ja-JP" sz="4000" b="0" i="0">
                  <a:solidFill>
                    <a:schemeClr val="tx1"/>
                  </a:solidFill>
                  <a:latin typeface="Cambria Math" panose="02040503050406030204" pitchFamily="18" charset="0"/>
                  <a:cs typeface="Latin Modern Math" panose="020B0604020202020204" pitchFamily="34" charset="0"/>
                </a:rPr>
                <a:t>𝐿_(UB,SBP)=</a:t>
              </a:r>
              <a:r>
                <a:rPr lang="en-US" altLang="ja-JP" sz="4000" b="0" i="0">
                  <a:solidFill>
                    <a:schemeClr val="tx1"/>
                  </a:solidFill>
                  <a:latin typeface="Cambria Math" panose="02040503050406030204" pitchFamily="18" charset="0"/>
                </a:rPr>
                <a:t>〖</a:t>
              </a:r>
              <a:r>
                <a:rPr lang="en-US" altLang="ja-JP" sz="4000" b="0" i="0">
                  <a:solidFill>
                    <a:schemeClr val="tx1"/>
                  </a:solidFill>
                  <a:latin typeface="Cambria Math" panose="02040503050406030204" pitchFamily="18" charset="0"/>
                  <a:cs typeface="Latin Modern Math" panose="020B0604020202020204" pitchFamily="34" charset="0"/>
                </a:rPr>
                <a:t>2×10〗^(−3)/mmHg</a:t>
              </a:r>
              <a:r>
                <a:rPr lang="en-US" altLang="ja-JP" sz="4000" b="0" i="0" dirty="0">
                  <a:solidFill>
                    <a:schemeClr val="tx1"/>
                  </a:solidFill>
                  <a:latin typeface="+mn-lt"/>
                  <a:cs typeface="Latin Modern Math" panose="020B0604020202020204" pitchFamily="34" charset="0"/>
                </a:rPr>
                <a:t>), 6 partners (R1, R4, R5, R6, R14, R15) emerged as jointly eligible on both EMs</a:t>
              </a:r>
              <a:endParaRPr lang="ja-JP" sz="4000" b="0" i="0" dirty="0">
                <a:solidFill>
                  <a:schemeClr val="tx1"/>
                </a:solidFill>
                <a:latin typeface="+mn-lt"/>
                <a:cs typeface="Latin Modern Math" panose="020B0604020202020204" pitchFamily="34" charset="0"/>
              </a:endParaRPr>
            </a:p>
          </dgm:t>
        </dgm:pt>
      </mc:Fallback>
    </mc:AlternateContent>
    <dgm:pt modelId="{6146FAFD-182C-4EDC-8B89-1378ECABA72D}" type="parTrans" cxnId="{9910EC03-4443-4925-AFE7-4D61FB13DF1A}">
      <dgm:prSet/>
      <dgm:spPr/>
      <dgm:t>
        <a:bodyPr/>
        <a:lstStyle/>
        <a:p>
          <a:endParaRPr kumimoji="1" lang="ja-JP" altLang="en-US"/>
        </a:p>
      </dgm:t>
    </dgm:pt>
    <dgm:pt modelId="{4A6CEFEB-FB4A-4B65-96FA-F0E9F114B5AF}" type="sibTrans" cxnId="{9910EC03-4443-4925-AFE7-4D61FB13DF1A}">
      <dgm:prSet/>
      <dgm:spPr/>
      <dgm:t>
        <a:bodyPr/>
        <a:lstStyle/>
        <a:p>
          <a:endParaRPr kumimoji="1" lang="ja-JP" altLang="en-US"/>
        </a:p>
      </dgm:t>
    </dgm:pt>
    <dgm:pt modelId="{DA0A84D7-5424-4A1A-A713-A4F081B729BA}">
      <dgm:prSet custT="1"/>
      <dgm:spPr/>
      <dgm:t>
        <a:bodyPr/>
        <a:lstStyle/>
        <a:p>
          <a:pPr marL="542925" lvl="1" indent="-542925" algn="l" defTabSz="1778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rgbClr val="E1241B"/>
            </a:buClr>
            <a:buFont typeface="ADLaM Display" panose="02010000000000000000" pitchFamily="2" charset="0"/>
            <a:buNone/>
          </a:pPr>
          <a:endParaRPr lang="ja-JP" sz="4000" b="1" kern="1200" dirty="0">
            <a:solidFill>
              <a:srgbClr val="212121"/>
            </a:solidFill>
            <a:latin typeface="Arial"/>
            <a:ea typeface="游ゴシック"/>
            <a:cs typeface="Latin Modern Math" panose="020B0604020202020204" pitchFamily="34" charset="0"/>
          </a:endParaRPr>
        </a:p>
      </dgm:t>
    </dgm:pt>
    <dgm:pt modelId="{B8CFE6C2-7CA2-4B23-AC29-803D30CCD7A6}" type="parTrans" cxnId="{33D4663F-F486-4F09-B709-F28E31FBC2E5}">
      <dgm:prSet/>
      <dgm:spPr/>
      <dgm:t>
        <a:bodyPr/>
        <a:lstStyle/>
        <a:p>
          <a:endParaRPr kumimoji="1" lang="ja-JP" altLang="en-US"/>
        </a:p>
      </dgm:t>
    </dgm:pt>
    <dgm:pt modelId="{FEEF0144-2AF8-4777-B007-715B6D3B05E2}" type="sibTrans" cxnId="{33D4663F-F486-4F09-B709-F28E31FBC2E5}">
      <dgm:prSet/>
      <dgm:spPr/>
      <dgm:t>
        <a:bodyPr/>
        <a:lstStyle/>
        <a:p>
          <a:endParaRPr kumimoji="1" lang="ja-JP" altLang="en-US"/>
        </a:p>
      </dgm:t>
    </dgm:pt>
    <dgm:pt modelId="{DED4DA8E-D8F0-44A2-B59E-E56F28679BB4}">
      <dgm:prSet custT="1"/>
      <dgm:spPr/>
      <dgm:t>
        <a:bodyPr/>
        <a:lstStyle/>
        <a:p>
          <a:pPr marL="542925" lvl="1" indent="-542925" algn="l" defTabSz="1778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rgbClr val="E1241B"/>
            </a:buClr>
            <a:buFont typeface="ADLaM Display" panose="02010000000000000000" pitchFamily="2" charset="0"/>
            <a:buNone/>
          </a:pPr>
          <a:endParaRPr lang="ja-JP" sz="4000" b="1" kern="1200" dirty="0">
            <a:solidFill>
              <a:srgbClr val="212121"/>
            </a:solidFill>
            <a:latin typeface="Arial"/>
            <a:ea typeface="游ゴシック"/>
            <a:cs typeface="Latin Modern Math" panose="020B0604020202020204" pitchFamily="34" charset="0"/>
          </a:endParaRPr>
        </a:p>
      </dgm:t>
    </dgm:pt>
    <dgm:pt modelId="{75CD0D45-CB19-48F9-AC8C-D26CF131190A}" type="parTrans" cxnId="{4E5207AD-76AD-4C2D-AE4D-F261C92E0F3D}">
      <dgm:prSet/>
      <dgm:spPr/>
      <dgm:t>
        <a:bodyPr/>
        <a:lstStyle/>
        <a:p>
          <a:endParaRPr kumimoji="1" lang="ja-JP" altLang="en-US"/>
        </a:p>
      </dgm:t>
    </dgm:pt>
    <dgm:pt modelId="{C0279D43-9496-4A16-BE8C-57908B03AF6E}" type="sibTrans" cxnId="{4E5207AD-76AD-4C2D-AE4D-F261C92E0F3D}">
      <dgm:prSet/>
      <dgm:spPr/>
      <dgm:t>
        <a:bodyPr/>
        <a:lstStyle/>
        <a:p>
          <a:endParaRPr kumimoji="1" lang="ja-JP" altLang="en-US"/>
        </a:p>
      </dgm:t>
    </dgm:pt>
    <dgm:pt modelId="{02598230-CA00-4361-AF70-83371EE132D1}">
      <dgm:prSet custT="1"/>
      <dgm:spPr/>
      <dgm:t>
        <a:bodyPr/>
        <a:lstStyle/>
        <a:p>
          <a:pPr marL="542925" lvl="1" indent="-542925" algn="l" defTabSz="1778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rgbClr val="E1241B"/>
            </a:buClr>
            <a:buFont typeface="ADLaM Display" panose="02010000000000000000" pitchFamily="2" charset="0"/>
            <a:buNone/>
          </a:pPr>
          <a:endParaRPr lang="ja-JP" sz="4000" b="1" kern="1200" dirty="0">
            <a:solidFill>
              <a:srgbClr val="212121"/>
            </a:solidFill>
            <a:latin typeface="Arial"/>
            <a:ea typeface="游ゴシック"/>
            <a:cs typeface="Latin Modern Math" panose="020B0604020202020204" pitchFamily="34" charset="0"/>
          </a:endParaRPr>
        </a:p>
      </dgm:t>
    </dgm:pt>
    <dgm:pt modelId="{5CDCDA1C-3EAC-4F5B-9419-4FD28ABFDBEE}" type="parTrans" cxnId="{5EB4EF2B-82A5-4CD0-BDAA-289CDE16BA90}">
      <dgm:prSet/>
      <dgm:spPr/>
      <dgm:t>
        <a:bodyPr/>
        <a:lstStyle/>
        <a:p>
          <a:endParaRPr kumimoji="1" lang="ja-JP" altLang="en-US"/>
        </a:p>
      </dgm:t>
    </dgm:pt>
    <dgm:pt modelId="{AEBE7CC0-0FB1-4C36-9F50-C6CE27549C97}" type="sibTrans" cxnId="{5EB4EF2B-82A5-4CD0-BDAA-289CDE16BA90}">
      <dgm:prSet/>
      <dgm:spPr/>
      <dgm:t>
        <a:bodyPr/>
        <a:lstStyle/>
        <a:p>
          <a:endParaRPr kumimoji="1" lang="ja-JP" altLang="en-US"/>
        </a:p>
      </dgm:t>
    </dgm:pt>
    <dgm:pt modelId="{444433C5-6FE3-456C-8C51-2AC38D4A8DF4}">
      <dgm:prSet custT="1"/>
      <dgm:spPr/>
      <dgm:t>
        <a:bodyPr/>
        <a:lstStyle/>
        <a:p>
          <a:pPr marL="542925" lvl="1" indent="-542925" algn="l" defTabSz="1778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rgbClr val="E1241B"/>
            </a:buClr>
            <a:buFont typeface="ADLaM Display" panose="02010000000000000000" pitchFamily="2" charset="0"/>
            <a:buNone/>
          </a:pPr>
          <a:endParaRPr lang="ja-JP" sz="4000" b="1" kern="1200" dirty="0">
            <a:solidFill>
              <a:srgbClr val="212121"/>
            </a:solidFill>
            <a:latin typeface="Arial"/>
            <a:ea typeface="游ゴシック"/>
            <a:cs typeface="Latin Modern Math" panose="020B0604020202020204" pitchFamily="34" charset="0"/>
          </a:endParaRPr>
        </a:p>
      </dgm:t>
    </dgm:pt>
    <dgm:pt modelId="{A2C43294-CFB3-41DD-BBC9-523D3D4E4A51}" type="parTrans" cxnId="{16FFA2C4-0354-469B-8855-0FD981DFD990}">
      <dgm:prSet/>
      <dgm:spPr/>
      <dgm:t>
        <a:bodyPr/>
        <a:lstStyle/>
        <a:p>
          <a:endParaRPr kumimoji="1" lang="ja-JP" altLang="en-US"/>
        </a:p>
      </dgm:t>
    </dgm:pt>
    <dgm:pt modelId="{1D6B065F-31C9-4DF1-B3D3-09047076D4B8}" type="sibTrans" cxnId="{16FFA2C4-0354-469B-8855-0FD981DFD990}">
      <dgm:prSet/>
      <dgm:spPr/>
      <dgm:t>
        <a:bodyPr/>
        <a:lstStyle/>
        <a:p>
          <a:endParaRPr kumimoji="1" lang="ja-JP" altLang="en-US"/>
        </a:p>
      </dgm:t>
    </dgm:pt>
    <dgm:pt modelId="{A0CE0C50-C849-4321-9D22-74D8A77AEFB2}">
      <dgm:prSet custT="1"/>
      <dgm:spPr/>
      <dgm:t>
        <a:bodyPr/>
        <a:lstStyle/>
        <a:p>
          <a:pPr marL="542925" lvl="1" indent="-542925" algn="l" defTabSz="1778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rgbClr val="E1241B"/>
            </a:buClr>
            <a:buFont typeface="ADLaM Display" panose="02010000000000000000" pitchFamily="2" charset="0"/>
            <a:buNone/>
          </a:pPr>
          <a:endParaRPr lang="ja-JP" sz="4000" b="1" kern="1200" dirty="0">
            <a:solidFill>
              <a:srgbClr val="212121"/>
            </a:solidFill>
            <a:latin typeface="Arial"/>
            <a:ea typeface="游ゴシック"/>
            <a:cs typeface="Latin Modern Math" panose="020B0604020202020204" pitchFamily="34" charset="0"/>
          </a:endParaRPr>
        </a:p>
      </dgm:t>
    </dgm:pt>
    <dgm:pt modelId="{B6155DBE-0E16-43F6-83D0-0B481BD5BA82}" type="parTrans" cxnId="{02B97E9F-3B84-4F41-BCB3-18A1F74BC286}">
      <dgm:prSet/>
      <dgm:spPr/>
      <dgm:t>
        <a:bodyPr/>
        <a:lstStyle/>
        <a:p>
          <a:endParaRPr kumimoji="1" lang="ja-JP" altLang="en-US"/>
        </a:p>
      </dgm:t>
    </dgm:pt>
    <dgm:pt modelId="{E5AAAB96-0816-415D-B0F8-C6F422279DAF}" type="sibTrans" cxnId="{02B97E9F-3B84-4F41-BCB3-18A1F74BC286}">
      <dgm:prSet/>
      <dgm:spPr/>
      <dgm:t>
        <a:bodyPr/>
        <a:lstStyle/>
        <a:p>
          <a:endParaRPr kumimoji="1" lang="ja-JP" altLang="en-US"/>
        </a:p>
      </dgm:t>
    </dgm:pt>
    <dgm:pt modelId="{808AC06E-D0C2-422B-9AA3-309555A09DCF}">
      <dgm:prSet custT="1"/>
      <dgm:spPr/>
      <dgm:t>
        <a:bodyPr/>
        <a:lstStyle/>
        <a:p>
          <a:pPr marL="542925" lvl="1" indent="-542925" algn="l" defTabSz="1778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rgbClr val="E1241B"/>
            </a:buClr>
            <a:buFont typeface="ADLaM Display" panose="02010000000000000000" pitchFamily="2" charset="0"/>
            <a:buNone/>
          </a:pPr>
          <a:endParaRPr lang="ja-JP" sz="4000" b="1" kern="1200" dirty="0">
            <a:solidFill>
              <a:srgbClr val="212121"/>
            </a:solidFill>
            <a:latin typeface="Arial"/>
            <a:ea typeface="游ゴシック"/>
            <a:cs typeface="Latin Modern Math" panose="020B0604020202020204" pitchFamily="34" charset="0"/>
          </a:endParaRPr>
        </a:p>
      </dgm:t>
    </dgm:pt>
    <dgm:pt modelId="{D5273F71-13F1-48DB-9F19-9E8F2CB9413E}" type="parTrans" cxnId="{7E5A00BD-1576-4F48-894B-B6F56F631464}">
      <dgm:prSet/>
      <dgm:spPr/>
      <dgm:t>
        <a:bodyPr/>
        <a:lstStyle/>
        <a:p>
          <a:endParaRPr kumimoji="1" lang="ja-JP" altLang="en-US"/>
        </a:p>
      </dgm:t>
    </dgm:pt>
    <dgm:pt modelId="{4C158BC6-FA10-42FB-A40D-7A11B255F324}" type="sibTrans" cxnId="{7E5A00BD-1576-4F48-894B-B6F56F631464}">
      <dgm:prSet/>
      <dgm:spPr/>
      <dgm:t>
        <a:bodyPr/>
        <a:lstStyle/>
        <a:p>
          <a:endParaRPr kumimoji="1" lang="ja-JP" altLang="en-US"/>
        </a:p>
      </dgm:t>
    </dgm:pt>
    <dgm:pt modelId="{A173F8FE-BF7A-4934-9FD5-1FEAFC9C3492}">
      <dgm:prSet custT="1"/>
      <dgm:spPr/>
      <dgm:t>
        <a:bodyPr/>
        <a:lstStyle/>
        <a:p>
          <a:pPr marL="542925" lvl="1" indent="-542925" algn="l" defTabSz="1778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rgbClr val="E1241B"/>
            </a:buClr>
            <a:buFont typeface="ADLaM Display" panose="02010000000000000000" pitchFamily="2" charset="0"/>
            <a:buNone/>
          </a:pPr>
          <a:endParaRPr lang="ja-JP" sz="4000" b="1" kern="1200" dirty="0">
            <a:solidFill>
              <a:srgbClr val="212121"/>
            </a:solidFill>
            <a:latin typeface="Arial"/>
            <a:ea typeface="游ゴシック"/>
            <a:cs typeface="Latin Modern Math" panose="020B0604020202020204" pitchFamily="34" charset="0"/>
          </a:endParaRPr>
        </a:p>
      </dgm:t>
    </dgm:pt>
    <dgm:pt modelId="{FCDAC6B6-E3BC-4E55-B2CF-75242AECD2C1}" type="parTrans" cxnId="{E5700758-181B-4601-94B4-A44E5861B47E}">
      <dgm:prSet/>
      <dgm:spPr/>
      <dgm:t>
        <a:bodyPr/>
        <a:lstStyle/>
        <a:p>
          <a:endParaRPr kumimoji="1" lang="ja-JP" altLang="en-US"/>
        </a:p>
      </dgm:t>
    </dgm:pt>
    <dgm:pt modelId="{D9035317-528E-4C40-B1F0-2A51CCDB1EDD}" type="sibTrans" cxnId="{E5700758-181B-4601-94B4-A44E5861B47E}">
      <dgm:prSet/>
      <dgm:spPr/>
      <dgm:t>
        <a:bodyPr/>
        <a:lstStyle/>
        <a:p>
          <a:endParaRPr kumimoji="1" lang="ja-JP" altLang="en-US"/>
        </a:p>
      </dgm:t>
    </dgm:pt>
    <dgm:pt modelId="{9CBB9C7A-8075-4C6F-9E93-3D8AE68FFF0B}">
      <dgm:prSet custT="1"/>
      <dgm:spPr/>
      <dgm:t>
        <a:bodyPr/>
        <a:lstStyle/>
        <a:p>
          <a:pPr>
            <a:buClr>
              <a:schemeClr val="accent1"/>
            </a:buClr>
            <a:buFont typeface="ADLaM Display" panose="02010000000000000000" pitchFamily="2" charset="0"/>
            <a:buNone/>
          </a:pPr>
          <a:endParaRPr lang="ja-JP" sz="4000" b="1" dirty="0">
            <a:solidFill>
              <a:schemeClr val="tx1"/>
            </a:solidFill>
            <a:latin typeface="+mn-lt"/>
            <a:cs typeface="Latin Modern Math" panose="020B0604020202020204" pitchFamily="34" charset="0"/>
          </a:endParaRPr>
        </a:p>
      </dgm:t>
    </dgm:pt>
    <dgm:pt modelId="{09DEEFCE-6493-45CE-B4EB-DDAFF2E275E2}" type="parTrans" cxnId="{A67CA821-C3D6-4F8D-9F5B-5B5DB4FC3622}">
      <dgm:prSet/>
      <dgm:spPr/>
      <dgm:t>
        <a:bodyPr/>
        <a:lstStyle/>
        <a:p>
          <a:endParaRPr kumimoji="1" lang="ja-JP" altLang="en-US"/>
        </a:p>
      </dgm:t>
    </dgm:pt>
    <dgm:pt modelId="{F29C1CDF-2EFC-433F-A208-111E783F0E77}" type="sibTrans" cxnId="{A67CA821-C3D6-4F8D-9F5B-5B5DB4FC3622}">
      <dgm:prSet/>
      <dgm:spPr/>
      <dgm:t>
        <a:bodyPr/>
        <a:lstStyle/>
        <a:p>
          <a:endParaRPr kumimoji="1" lang="ja-JP" altLang="en-US"/>
        </a:p>
      </dgm:t>
    </dgm:pt>
    <dgm:pt modelId="{2EFA3FE5-FFF4-4BF0-A04C-EB27AE3D14E3}">
      <dgm:prSet custT="1"/>
      <dgm:spPr/>
      <dgm:t>
        <a:bodyPr/>
        <a:lstStyle/>
        <a:p>
          <a:pPr>
            <a:buClr>
              <a:schemeClr val="accent1"/>
            </a:buClr>
            <a:buFont typeface="ADLaM Display" panose="02010000000000000000" pitchFamily="2" charset="0"/>
            <a:buNone/>
          </a:pPr>
          <a:endParaRPr lang="ja-JP" sz="4000" b="1" dirty="0">
            <a:solidFill>
              <a:schemeClr val="tx1"/>
            </a:solidFill>
            <a:latin typeface="+mn-lt"/>
            <a:cs typeface="Latin Modern Math" panose="020B0604020202020204" pitchFamily="34" charset="0"/>
          </a:endParaRPr>
        </a:p>
      </dgm:t>
    </dgm:pt>
    <dgm:pt modelId="{E22485E0-5258-48A5-B51D-14E31DC4135B}" type="parTrans" cxnId="{13345B44-D1E4-46A3-9BAD-6776B8142DB2}">
      <dgm:prSet/>
      <dgm:spPr/>
      <dgm:t>
        <a:bodyPr/>
        <a:lstStyle/>
        <a:p>
          <a:endParaRPr kumimoji="1" lang="ja-JP" altLang="en-US"/>
        </a:p>
      </dgm:t>
    </dgm:pt>
    <dgm:pt modelId="{DBAF8AD3-FE9C-488E-9AF7-7DE9B929FB3B}" type="sibTrans" cxnId="{13345B44-D1E4-46A3-9BAD-6776B8142DB2}">
      <dgm:prSet/>
      <dgm:spPr/>
      <dgm:t>
        <a:bodyPr/>
        <a:lstStyle/>
        <a:p>
          <a:endParaRPr kumimoji="1" lang="ja-JP" altLang="en-US"/>
        </a:p>
      </dgm:t>
    </dgm:pt>
    <dgm:pt modelId="{C5905498-226C-4302-B0E3-64D0ED3CF1D4}">
      <dgm:prSet custT="1"/>
      <dgm:spPr/>
      <dgm:t>
        <a:bodyPr/>
        <a:lstStyle/>
        <a:p>
          <a:pPr>
            <a:buClr>
              <a:schemeClr val="accent1"/>
            </a:buClr>
            <a:buFont typeface="ADLaM Display" panose="02010000000000000000" pitchFamily="2" charset="0"/>
            <a:buNone/>
          </a:pPr>
          <a:endParaRPr lang="ja-JP" sz="4000" b="1" dirty="0">
            <a:solidFill>
              <a:schemeClr val="tx1"/>
            </a:solidFill>
            <a:latin typeface="+mn-lt"/>
            <a:cs typeface="Latin Modern Math" panose="020B0604020202020204" pitchFamily="34" charset="0"/>
          </a:endParaRPr>
        </a:p>
      </dgm:t>
    </dgm:pt>
    <dgm:pt modelId="{77FD5D60-E120-4A44-9985-A0616A232F94}" type="parTrans" cxnId="{836E72CB-D5D1-48AA-8E0B-C14ACF0937A6}">
      <dgm:prSet/>
      <dgm:spPr/>
      <dgm:t>
        <a:bodyPr/>
        <a:lstStyle/>
        <a:p>
          <a:endParaRPr kumimoji="1" lang="ja-JP" altLang="en-US"/>
        </a:p>
      </dgm:t>
    </dgm:pt>
    <dgm:pt modelId="{A70399B5-EA72-447A-A0EE-4E62497B5D1B}" type="sibTrans" cxnId="{836E72CB-D5D1-48AA-8E0B-C14ACF0937A6}">
      <dgm:prSet/>
      <dgm:spPr/>
      <dgm:t>
        <a:bodyPr/>
        <a:lstStyle/>
        <a:p>
          <a:endParaRPr kumimoji="1" lang="ja-JP" altLang="en-US"/>
        </a:p>
      </dgm:t>
    </dgm:pt>
    <dgm:pt modelId="{857163B9-6DD9-47B9-AD24-9F1BF12D7E70}">
      <dgm:prSet custT="1"/>
      <dgm:spPr/>
      <dgm:t>
        <a:bodyPr/>
        <a:lstStyle/>
        <a:p>
          <a:pPr>
            <a:buClr>
              <a:schemeClr val="accent1"/>
            </a:buClr>
            <a:buFont typeface="ADLaM Display" panose="02010000000000000000" pitchFamily="2" charset="0"/>
            <a:buNone/>
          </a:pPr>
          <a:endParaRPr lang="ja-JP" sz="4000" b="1" dirty="0">
            <a:solidFill>
              <a:schemeClr val="tx1"/>
            </a:solidFill>
            <a:latin typeface="+mn-lt"/>
            <a:cs typeface="Latin Modern Math" panose="020B0604020202020204" pitchFamily="34" charset="0"/>
          </a:endParaRPr>
        </a:p>
      </dgm:t>
    </dgm:pt>
    <dgm:pt modelId="{EBCDC83E-6248-437D-BC40-EE3245B94B5F}" type="parTrans" cxnId="{F935B152-A1AF-4CCC-AB2A-E4B1F492132E}">
      <dgm:prSet/>
      <dgm:spPr/>
      <dgm:t>
        <a:bodyPr/>
        <a:lstStyle/>
        <a:p>
          <a:endParaRPr kumimoji="1" lang="ja-JP" altLang="en-US"/>
        </a:p>
      </dgm:t>
    </dgm:pt>
    <dgm:pt modelId="{7058D03D-4BC0-487A-8F44-0CB218A00BC7}" type="sibTrans" cxnId="{F935B152-A1AF-4CCC-AB2A-E4B1F492132E}">
      <dgm:prSet/>
      <dgm:spPr/>
      <dgm:t>
        <a:bodyPr/>
        <a:lstStyle/>
        <a:p>
          <a:endParaRPr kumimoji="1" lang="ja-JP" altLang="en-US"/>
        </a:p>
      </dgm:t>
    </dgm:pt>
    <dgm:pt modelId="{33EB21C0-DE1E-4180-8EA4-43A756EE21D3}">
      <dgm:prSet custT="1"/>
      <dgm:spPr/>
      <dgm:t>
        <a:bodyPr/>
        <a:lstStyle/>
        <a:p>
          <a:pPr marL="542925" lvl="1" indent="-542925" algn="l" defTabSz="1778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rgbClr val="E1241B"/>
            </a:buClr>
            <a:buFont typeface="ADLaM Display" panose="02010000000000000000" pitchFamily="2" charset="0"/>
            <a:buNone/>
          </a:pPr>
          <a:endParaRPr lang="ja-JP" sz="4000" b="1" kern="1200" dirty="0">
            <a:solidFill>
              <a:srgbClr val="212121"/>
            </a:solidFill>
            <a:latin typeface="Arial"/>
            <a:ea typeface="游ゴシック"/>
            <a:cs typeface="Latin Modern Math" panose="020B0604020202020204" pitchFamily="34" charset="0"/>
          </a:endParaRPr>
        </a:p>
      </dgm:t>
    </dgm:pt>
    <dgm:pt modelId="{ED31F9D2-AFF2-4174-96C3-C499C35F174B}" type="parTrans" cxnId="{89127F9D-F9A4-4317-8C49-45DFBE0028F1}">
      <dgm:prSet/>
      <dgm:spPr/>
      <dgm:t>
        <a:bodyPr/>
        <a:lstStyle/>
        <a:p>
          <a:endParaRPr kumimoji="1" lang="ja-JP" altLang="en-US"/>
        </a:p>
      </dgm:t>
    </dgm:pt>
    <dgm:pt modelId="{11A46BCA-5DB4-4E16-9068-284C2B778319}" type="sibTrans" cxnId="{89127F9D-F9A4-4317-8C49-45DFBE0028F1}">
      <dgm:prSet/>
      <dgm:spPr/>
      <dgm:t>
        <a:bodyPr/>
        <a:lstStyle/>
        <a:p>
          <a:endParaRPr kumimoji="1" lang="ja-JP" altLang="en-US"/>
        </a:p>
      </dgm:t>
    </dgm:pt>
    <dgm:pt modelId="{4D819A17-49D9-4BD1-A604-45DBFBA1E3B5}">
      <dgm:prSet custT="1"/>
      <dgm:spPr/>
      <dgm:t>
        <a:bodyPr/>
        <a:lstStyle/>
        <a:p>
          <a:pPr>
            <a:buClr>
              <a:schemeClr val="accent1"/>
            </a:buClr>
            <a:buFont typeface="ADLaM Display" panose="02010000000000000000" pitchFamily="2" charset="0"/>
            <a:buNone/>
          </a:pPr>
          <a:endParaRPr lang="ja-JP" sz="3600" b="1" dirty="0">
            <a:solidFill>
              <a:schemeClr val="tx1"/>
            </a:solidFill>
            <a:latin typeface="+mn-lt"/>
            <a:cs typeface="Latin Modern Math" panose="020B0604020202020204" pitchFamily="34" charset="0"/>
          </a:endParaRPr>
        </a:p>
      </dgm:t>
    </dgm:pt>
    <dgm:pt modelId="{E383F83B-96FF-4A46-875C-BF1DBF903AD5}" type="parTrans" cxnId="{BDF17776-3E1F-40D2-B4B7-6E0797E772B3}">
      <dgm:prSet/>
      <dgm:spPr/>
      <dgm:t>
        <a:bodyPr/>
        <a:lstStyle/>
        <a:p>
          <a:endParaRPr kumimoji="1" lang="ja-JP" altLang="en-US"/>
        </a:p>
      </dgm:t>
    </dgm:pt>
    <dgm:pt modelId="{9F884777-77BF-4D24-A832-31180BD70DDD}" type="sibTrans" cxnId="{BDF17776-3E1F-40D2-B4B7-6E0797E772B3}">
      <dgm:prSet/>
      <dgm:spPr/>
      <dgm:t>
        <a:bodyPr/>
        <a:lstStyle/>
        <a:p>
          <a:endParaRPr kumimoji="1" lang="ja-JP" altLang="en-US"/>
        </a:p>
      </dgm:t>
    </dgm:pt>
    <dgm:pt modelId="{08842816-3BF2-4DFF-A523-7BEB95941089}">
      <dgm:prSet custT="1"/>
      <dgm:spPr/>
      <dgm:t>
        <a:bodyPr/>
        <a:lstStyle/>
        <a:p>
          <a:pPr>
            <a:buClr>
              <a:schemeClr val="accent1"/>
            </a:buClr>
            <a:buFont typeface="ADLaM Display" panose="02010000000000000000" pitchFamily="2" charset="0"/>
            <a:buNone/>
          </a:pPr>
          <a:r>
            <a:rPr lang="en-US" altLang="ja-JP" sz="4000" b="1" dirty="0">
              <a:solidFill>
                <a:schemeClr val="tx1"/>
              </a:solidFill>
              <a:latin typeface="+mn-lt"/>
              <a:cs typeface="Latin Modern Math" panose="020B0604020202020204" pitchFamily="34" charset="0"/>
            </a:rPr>
            <a:t>R4 leading candidate:</a:t>
          </a:r>
          <a:r>
            <a:rPr lang="en-US" altLang="ja-JP" sz="4000" b="0" dirty="0">
              <a:solidFill>
                <a:schemeClr val="tx1"/>
              </a:solidFill>
              <a:latin typeface="+mn-lt"/>
              <a:cs typeface="Latin Modern Math" panose="020B0604020202020204" pitchFamily="34" charset="0"/>
            </a:rPr>
            <a:t> balanced ranking on both EMs</a:t>
          </a:r>
          <a:endParaRPr lang="ja-JP" sz="4000" b="0" dirty="0">
            <a:solidFill>
              <a:schemeClr val="tx1"/>
            </a:solidFill>
            <a:latin typeface="+mn-lt"/>
            <a:cs typeface="Latin Modern Math" panose="020B0604020202020204" pitchFamily="34" charset="0"/>
          </a:endParaRPr>
        </a:p>
      </dgm:t>
    </dgm:pt>
    <dgm:pt modelId="{F7594F27-33D8-4B53-8741-56E031A34D2D}" type="parTrans" cxnId="{6FA689F5-D14B-4C8D-8EF8-94E0B72526BA}">
      <dgm:prSet/>
      <dgm:spPr/>
      <dgm:t>
        <a:bodyPr/>
        <a:lstStyle/>
        <a:p>
          <a:endParaRPr kumimoji="1" lang="ja-JP" altLang="en-US"/>
        </a:p>
      </dgm:t>
    </dgm:pt>
    <dgm:pt modelId="{B0D472B5-725C-4FF8-8AC9-315AE3EBF6EB}" type="sibTrans" cxnId="{6FA689F5-D14B-4C8D-8EF8-94E0B72526BA}">
      <dgm:prSet/>
      <dgm:spPr/>
      <dgm:t>
        <a:bodyPr/>
        <a:lstStyle/>
        <a:p>
          <a:endParaRPr kumimoji="1" lang="ja-JP" altLang="en-US"/>
        </a:p>
      </dgm:t>
    </dgm:pt>
    <dgm:pt modelId="{0E58D3F1-750B-44F0-9E16-F5DD2147D0D2}" type="pres">
      <dgm:prSet presAssocID="{C646E206-482D-4FDF-B076-EB151CD26D34}" presName="linear" presStyleCnt="0">
        <dgm:presLayoutVars>
          <dgm:animLvl val="lvl"/>
          <dgm:resizeHandles val="exact"/>
        </dgm:presLayoutVars>
      </dgm:prSet>
      <dgm:spPr/>
    </dgm:pt>
    <dgm:pt modelId="{4083A4A3-492F-4790-9516-2AD3660D86A2}" type="pres">
      <dgm:prSet presAssocID="{7D4D7C58-D04A-431B-953A-47DF1AAE419F}" presName="parentText" presStyleLbl="node1" presStyleIdx="0" presStyleCnt="4" custScaleY="88757">
        <dgm:presLayoutVars>
          <dgm:chMax val="0"/>
          <dgm:bulletEnabled val="1"/>
        </dgm:presLayoutVars>
      </dgm:prSet>
      <dgm:spPr/>
    </dgm:pt>
    <dgm:pt modelId="{276A5535-ED2B-43E9-B124-4C52B36A3903}" type="pres">
      <dgm:prSet presAssocID="{7D4D7C58-D04A-431B-953A-47DF1AAE419F}" presName="childText" presStyleLbl="revTx" presStyleIdx="0" presStyleCnt="4">
        <dgm:presLayoutVars>
          <dgm:bulletEnabled val="1"/>
        </dgm:presLayoutVars>
      </dgm:prSet>
      <dgm:spPr/>
    </dgm:pt>
    <dgm:pt modelId="{0C038A2F-7B65-479D-B17A-96D41C309EB9}" type="pres">
      <dgm:prSet presAssocID="{0D8A022B-0CA4-4C9B-AC57-1DC940FA28AD}" presName="parentText" presStyleLbl="node1" presStyleIdx="1" presStyleCnt="4" custScaleY="88757">
        <dgm:presLayoutVars>
          <dgm:chMax val="0"/>
          <dgm:bulletEnabled val="1"/>
        </dgm:presLayoutVars>
      </dgm:prSet>
      <dgm:spPr/>
    </dgm:pt>
    <dgm:pt modelId="{4C66050A-AA88-48B0-A051-12A52BFB8111}" type="pres">
      <dgm:prSet presAssocID="{0D8A022B-0CA4-4C9B-AC57-1DC940FA28AD}" presName="childText" presStyleLbl="revTx" presStyleIdx="1" presStyleCnt="4">
        <dgm:presLayoutVars>
          <dgm:bulletEnabled val="1"/>
        </dgm:presLayoutVars>
      </dgm:prSet>
      <dgm:spPr/>
    </dgm:pt>
    <dgm:pt modelId="{F8AEDD1C-A105-4967-9942-E4CE3C11117C}" type="pres">
      <dgm:prSet presAssocID="{667EF991-3B61-425F-A3A4-9CACF59CDD7B}" presName="parentText" presStyleLbl="node1" presStyleIdx="2" presStyleCnt="4" custScaleY="88757">
        <dgm:presLayoutVars>
          <dgm:chMax val="0"/>
          <dgm:bulletEnabled val="1"/>
        </dgm:presLayoutVars>
      </dgm:prSet>
      <dgm:spPr/>
    </dgm:pt>
    <dgm:pt modelId="{B068B63E-FED6-4DD1-A290-722EC267FAA8}" type="pres">
      <dgm:prSet presAssocID="{667EF991-3B61-425F-A3A4-9CACF59CDD7B}" presName="childText" presStyleLbl="revTx" presStyleIdx="2" presStyleCnt="4">
        <dgm:presLayoutVars>
          <dgm:bulletEnabled val="1"/>
        </dgm:presLayoutVars>
      </dgm:prSet>
      <dgm:spPr/>
    </dgm:pt>
    <dgm:pt modelId="{936B21B2-069D-42B3-A052-049092C0F402}" type="pres">
      <dgm:prSet presAssocID="{FD431ED5-B99B-4C83-B489-619532CBD15A}" presName="parentText" presStyleLbl="node1" presStyleIdx="3" presStyleCnt="4" custScaleY="88757">
        <dgm:presLayoutVars>
          <dgm:chMax val="0"/>
          <dgm:bulletEnabled val="1"/>
        </dgm:presLayoutVars>
      </dgm:prSet>
      <dgm:spPr/>
    </dgm:pt>
    <dgm:pt modelId="{AE013D79-8E51-40E9-B272-EB5774C3A3BF}" type="pres">
      <dgm:prSet presAssocID="{FD431ED5-B99B-4C83-B489-619532CBD15A}" presName="childText" presStyleLbl="revTx" presStyleIdx="3" presStyleCnt="4">
        <dgm:presLayoutVars>
          <dgm:bulletEnabled val="1"/>
        </dgm:presLayoutVars>
      </dgm:prSet>
      <dgm:spPr/>
    </dgm:pt>
  </dgm:ptLst>
  <dgm:cxnLst>
    <dgm:cxn modelId="{9910EC03-4443-4925-AFE7-4D61FB13DF1A}" srcId="{0D8A022B-0CA4-4C9B-AC57-1DC940FA28AD}" destId="{DD38F857-2EC9-4B95-9B92-904BF18FB1AB}" srcOrd="11" destOrd="0" parTransId="{6146FAFD-182C-4EDC-8B89-1378ECABA72D}" sibTransId="{4A6CEFEB-FB4A-4B65-96FA-F0E9F114B5AF}"/>
    <dgm:cxn modelId="{B0E81205-C838-4C95-8AF2-2C7260E21706}" srcId="{667EF991-3B61-425F-A3A4-9CACF59CDD7B}" destId="{6DAD1183-57B4-481D-A9DA-EFEC6CBF51E6}" srcOrd="0" destOrd="0" parTransId="{5F634A5C-CD41-46EE-BE2D-047C81D48C2D}" sibTransId="{94E40C2C-D26F-4C6F-8C0D-9DF43C4BF4B4}"/>
    <dgm:cxn modelId="{960BC806-C291-40E6-9C1F-97945DEF3A5C}" srcId="{667EF991-3B61-425F-A3A4-9CACF59CDD7B}" destId="{BA3A0810-4444-4726-B3A6-34E6E0F7AD08}" srcOrd="2" destOrd="0" parTransId="{D738C18B-0F49-47F3-B892-363F74FFDCCC}" sibTransId="{A113C715-F2C0-4911-AE19-235FB89F9FEE}"/>
    <dgm:cxn modelId="{7901590E-79C8-4727-9C67-8DDB9A06496D}" srcId="{7D4D7C58-D04A-431B-953A-47DF1AAE419F}" destId="{467C84D8-03F7-49E6-8657-23CC28004855}" srcOrd="1" destOrd="0" parTransId="{0ACEB7A7-FACB-4755-A075-B266E7F966E6}" sibTransId="{2C6B3DA8-0F31-45C4-9648-E37357846D3F}"/>
    <dgm:cxn modelId="{E89E090F-7F21-4C62-AD8D-C9BE94369397}" type="presOf" srcId="{DA0A84D7-5424-4A1A-A713-A4F081B729BA}" destId="{276A5535-ED2B-43E9-B124-4C52B36A3903}" srcOrd="0" destOrd="4" presId="urn:microsoft.com/office/officeart/2005/8/layout/vList2"/>
    <dgm:cxn modelId="{60233214-49DA-4560-B1EA-45E2344EACC8}" srcId="{FD431ED5-B99B-4C83-B489-619532CBD15A}" destId="{405B5DCD-0ECD-4B56-A049-A919CF2AFA36}" srcOrd="1" destOrd="0" parTransId="{7819284F-59F1-4140-B806-1EC35D57F466}" sibTransId="{F0AE3216-F40F-4747-AE94-07508EF0B5B3}"/>
    <dgm:cxn modelId="{6200DE15-0C79-42EB-A988-A2BA666E4771}" type="presOf" srcId="{C5905498-226C-4302-B0E3-64D0ED3CF1D4}" destId="{4C66050A-AA88-48B0-A051-12A52BFB8111}" srcOrd="0" destOrd="2" presId="urn:microsoft.com/office/officeart/2005/8/layout/vList2"/>
    <dgm:cxn modelId="{A67CA821-C3D6-4F8D-9F5B-5B5DB4FC3622}" srcId="{0D8A022B-0CA4-4C9B-AC57-1DC940FA28AD}" destId="{9CBB9C7A-8075-4C6F-9E93-3D8AE68FFF0B}" srcOrd="5" destOrd="0" parTransId="{09DEEFCE-6493-45CE-B4EB-DDAFF2E275E2}" sibTransId="{F29C1CDF-2EFC-433F-A208-111E783F0E77}"/>
    <dgm:cxn modelId="{FE04B029-E9C4-466B-97DD-25782E88F586}" type="presOf" srcId="{0D8A022B-0CA4-4C9B-AC57-1DC940FA28AD}" destId="{0C038A2F-7B65-479D-B17A-96D41C309EB9}" srcOrd="0" destOrd="0" presId="urn:microsoft.com/office/officeart/2005/8/layout/vList2"/>
    <dgm:cxn modelId="{5989112A-61D3-4927-92A6-7375A7ADE6A3}" type="presOf" srcId="{BA3A0810-4444-4726-B3A6-34E6E0F7AD08}" destId="{B068B63E-FED6-4DD1-A290-722EC267FAA8}" srcOrd="0" destOrd="2" presId="urn:microsoft.com/office/officeart/2005/8/layout/vList2"/>
    <dgm:cxn modelId="{5EB4EF2B-82A5-4CD0-BDAA-289CDE16BA90}" srcId="{467C84D8-03F7-49E6-8657-23CC28004855}" destId="{02598230-CA00-4361-AF70-83371EE132D1}" srcOrd="4" destOrd="0" parTransId="{5CDCDA1C-3EAC-4F5B-9419-4FD28ABFDBEE}" sibTransId="{AEBE7CC0-0FB1-4C36-9F50-C6CE27549C97}"/>
    <dgm:cxn modelId="{3BCC172C-949E-4EB8-820E-1A98BB54E3E0}" srcId="{0D8A022B-0CA4-4C9B-AC57-1DC940FA28AD}" destId="{F3B24B17-8F3F-45C7-8AF3-8FB432F486EF}" srcOrd="0" destOrd="0" parTransId="{B506DBFF-5105-4064-B9D3-48FC467C050A}" sibTransId="{86950AB6-3959-4086-BC1E-6009615A5215}"/>
    <dgm:cxn modelId="{BC34F12D-83B6-4DC2-8513-12E222CBD648}" type="presOf" srcId="{EB4702E1-2B18-4B46-A297-04920213E22B}" destId="{AE013D79-8E51-40E9-B272-EB5774C3A3BF}" srcOrd="0" destOrd="2" presId="urn:microsoft.com/office/officeart/2005/8/layout/vList2"/>
    <dgm:cxn modelId="{FB88E12F-C418-4D43-B40C-77EB412786CC}" type="presOf" srcId="{9CBB9C7A-8075-4C6F-9E93-3D8AE68FFF0B}" destId="{4C66050A-AA88-48B0-A051-12A52BFB8111}" srcOrd="0" destOrd="5" presId="urn:microsoft.com/office/officeart/2005/8/layout/vList2"/>
    <dgm:cxn modelId="{2A4C4331-95C4-4246-A173-E780B8A6BAFE}" type="presOf" srcId="{7D4D7C58-D04A-431B-953A-47DF1AAE419F}" destId="{4083A4A3-492F-4790-9516-2AD3660D86A2}" srcOrd="0" destOrd="0" presId="urn:microsoft.com/office/officeart/2005/8/layout/vList2"/>
    <dgm:cxn modelId="{2A63AC39-75B2-40B5-B99D-AD3052285EE0}" srcId="{FD431ED5-B99B-4C83-B489-619532CBD15A}" destId="{15A347C5-F761-43CC-9E97-918069CC6E80}" srcOrd="0" destOrd="0" parTransId="{45406383-9421-4913-A054-F56DD8E85F40}" sibTransId="{3B6DA163-A271-4416-B60F-2C87E7EFAD40}"/>
    <dgm:cxn modelId="{33D4663F-F486-4F09-B709-F28E31FBC2E5}" srcId="{467C84D8-03F7-49E6-8657-23CC28004855}" destId="{DA0A84D7-5424-4A1A-A713-A4F081B729BA}" srcOrd="2" destOrd="0" parTransId="{B8CFE6C2-7CA2-4B23-AC29-803D30CCD7A6}" sibTransId="{FEEF0144-2AF8-4777-B007-715B6D3B05E2}"/>
    <dgm:cxn modelId="{CD64355C-71B4-493A-8775-7847FDD938AD}" type="presOf" srcId="{DD38F857-2EC9-4B95-9B92-904BF18FB1AB}" destId="{4C66050A-AA88-48B0-A051-12A52BFB8111}" srcOrd="0" destOrd="11" presId="urn:microsoft.com/office/officeart/2005/8/layout/vList2"/>
    <dgm:cxn modelId="{B2CEE05D-997D-4035-9247-4EFACE45406F}" type="presOf" srcId="{A0CE0C50-C849-4321-9D22-74D8A77AEFB2}" destId="{276A5535-ED2B-43E9-B124-4C52B36A3903}" srcOrd="0" destOrd="8" presId="urn:microsoft.com/office/officeart/2005/8/layout/vList2"/>
    <dgm:cxn modelId="{F3EC4E63-6A6D-461B-988F-4296D8CF373A}" srcId="{C646E206-482D-4FDF-B076-EB151CD26D34}" destId="{7D4D7C58-D04A-431B-953A-47DF1AAE419F}" srcOrd="0" destOrd="0" parTransId="{3529C4F4-FF7E-4798-96E7-5CED623976DE}" sibTransId="{063E530B-C3B8-404F-8386-6BBEACBF93F0}"/>
    <dgm:cxn modelId="{13345B44-D1E4-46A3-9BAD-6776B8142DB2}" srcId="{0D8A022B-0CA4-4C9B-AC57-1DC940FA28AD}" destId="{2EFA3FE5-FFF4-4BF0-A04C-EB27AE3D14E3}" srcOrd="4" destOrd="0" parTransId="{E22485E0-5258-48A5-B51D-14E31DC4135B}" sibTransId="{DBAF8AD3-FE9C-488E-9AF7-7DE9B929FB3B}"/>
    <dgm:cxn modelId="{ECBEE64A-F3D5-45FB-AA82-1BAF7B5457C2}" srcId="{667EF991-3B61-425F-A3A4-9CACF59CDD7B}" destId="{2DA98798-1DD2-4EC8-B48E-5C1C939B7E20}" srcOrd="3" destOrd="0" parTransId="{B378AA05-2FC1-49C3-8D02-658996D6632A}" sibTransId="{2A15B064-5B83-4639-9BC0-04D8FC5ADEE6}"/>
    <dgm:cxn modelId="{7246736F-0CFC-49DD-8FE4-466C31D706A6}" type="presOf" srcId="{467C84D8-03F7-49E6-8657-23CC28004855}" destId="{276A5535-ED2B-43E9-B124-4C52B36A3903}" srcOrd="0" destOrd="1" presId="urn:microsoft.com/office/officeart/2005/8/layout/vList2"/>
    <dgm:cxn modelId="{18B9BB51-46ED-4A74-B89E-4E88C3F4624F}" type="presOf" srcId="{6DAD1183-57B4-481D-A9DA-EFEC6CBF51E6}" destId="{B068B63E-FED6-4DD1-A290-722EC267FAA8}" srcOrd="0" destOrd="0" presId="urn:microsoft.com/office/officeart/2005/8/layout/vList2"/>
    <dgm:cxn modelId="{F935B152-A1AF-4CCC-AB2A-E4B1F492132E}" srcId="{0D8A022B-0CA4-4C9B-AC57-1DC940FA28AD}" destId="{857163B9-6DD9-47B9-AD24-9F1BF12D7E70}" srcOrd="3" destOrd="0" parTransId="{EBCDC83E-6248-437D-BC40-EE3245B94B5F}" sibTransId="{7058D03D-4BC0-487A-8F44-0CB218A00BC7}"/>
    <dgm:cxn modelId="{BDF17776-3E1F-40D2-B4B7-6E0797E772B3}" srcId="{FD431ED5-B99B-4C83-B489-619532CBD15A}" destId="{4D819A17-49D9-4BD1-A604-45DBFBA1E3B5}" srcOrd="3" destOrd="0" parTransId="{E383F83B-96FF-4A46-875C-BF1DBF903AD5}" sibTransId="{9F884777-77BF-4D24-A832-31180BD70DDD}"/>
    <dgm:cxn modelId="{5FCEA256-71C6-4F53-8A36-557B00821DDD}" type="presOf" srcId="{857163B9-6DD9-47B9-AD24-9F1BF12D7E70}" destId="{4C66050A-AA88-48B0-A051-12A52BFB8111}" srcOrd="0" destOrd="3" presId="urn:microsoft.com/office/officeart/2005/8/layout/vList2"/>
    <dgm:cxn modelId="{D1950057-AF9C-4E2C-AC5A-CD76A32775E8}" srcId="{0D8A022B-0CA4-4C9B-AC57-1DC940FA28AD}" destId="{C0FB7492-F5D6-4644-AD22-34F72006580B}" srcOrd="10" destOrd="0" parTransId="{A6E1B8E6-8C0C-44FD-8F87-B1076E0779C0}" sibTransId="{303DD02A-C722-46E6-A657-1D29536CE57D}"/>
    <dgm:cxn modelId="{BDD3EF77-D388-47C9-855A-64C56CF402FA}" type="presOf" srcId="{4D819A17-49D9-4BD1-A604-45DBFBA1E3B5}" destId="{AE013D79-8E51-40E9-B272-EB5774C3A3BF}" srcOrd="0" destOrd="3" presId="urn:microsoft.com/office/officeart/2005/8/layout/vList2"/>
    <dgm:cxn modelId="{E5700758-181B-4601-94B4-A44E5861B47E}" srcId="{467C84D8-03F7-49E6-8657-23CC28004855}" destId="{A173F8FE-BF7A-4934-9FD5-1FEAFC9C3492}" srcOrd="8" destOrd="0" parTransId="{FCDAC6B6-E3BC-4E55-B2CF-75242AECD2C1}" sibTransId="{D9035317-528E-4C40-B1F0-2A51CCDB1EDD}"/>
    <dgm:cxn modelId="{F534427B-0B82-4764-85A0-5BF4D56504AA}" srcId="{0D8A022B-0CA4-4C9B-AC57-1DC940FA28AD}" destId="{6E799C01-9856-4A87-8076-550A132B002F}" srcOrd="1" destOrd="0" parTransId="{2EB7FB42-F203-4C62-ACD9-14F64BE30420}" sibTransId="{6E717851-CAA0-4514-95F7-AB78CE9EFCD6}"/>
    <dgm:cxn modelId="{202EC57C-20B7-4044-B1CA-ED2A4BF459F2}" type="presOf" srcId="{33EB21C0-DE1E-4180-8EA4-43A756EE21D3}" destId="{276A5535-ED2B-43E9-B124-4C52B36A3903}" srcOrd="0" destOrd="3" presId="urn:microsoft.com/office/officeart/2005/8/layout/vList2"/>
    <dgm:cxn modelId="{69A73F81-4A37-4882-828F-B4499C35E474}" type="presOf" srcId="{ED05C9C4-E401-44C2-BFF8-42531DA24731}" destId="{B068B63E-FED6-4DD1-A290-722EC267FAA8}" srcOrd="0" destOrd="1" presId="urn:microsoft.com/office/officeart/2005/8/layout/vList2"/>
    <dgm:cxn modelId="{BD008F93-F731-4DBF-83BA-7BFADE2452B2}" srcId="{C646E206-482D-4FDF-B076-EB151CD26D34}" destId="{0D8A022B-0CA4-4C9B-AC57-1DC940FA28AD}" srcOrd="1" destOrd="0" parTransId="{115B9DC6-6E2B-41B8-843F-760E1D0FCE2F}" sibTransId="{217B9306-5C08-4CA3-A4C0-221C1E0EFE32}"/>
    <dgm:cxn modelId="{E9FA1694-D523-4181-9CDB-D8DE341568C2}" type="presOf" srcId="{DED4DA8E-D8F0-44A2-B59E-E56F28679BB4}" destId="{276A5535-ED2B-43E9-B124-4C52B36A3903}" srcOrd="0" destOrd="5" presId="urn:microsoft.com/office/officeart/2005/8/layout/vList2"/>
    <dgm:cxn modelId="{1C7FDF94-BEC5-4697-899C-00BAB5C21EB7}" srcId="{467C84D8-03F7-49E6-8657-23CC28004855}" destId="{7DA411CC-3332-4D4D-8F2D-6B0537659717}" srcOrd="0" destOrd="0" parTransId="{8F489AE2-0904-454F-B74B-7325DAE8B9F4}" sibTransId="{81424C3A-1F80-4D70-AA12-46EF02B727A3}"/>
    <dgm:cxn modelId="{0F3DBB96-418C-4A1A-93B3-9AE28B23CEA8}" type="presOf" srcId="{83677F05-3F84-4454-BD83-EDA2F533D108}" destId="{276A5535-ED2B-43E9-B124-4C52B36A3903}" srcOrd="0" destOrd="0" presId="urn:microsoft.com/office/officeart/2005/8/layout/vList2"/>
    <dgm:cxn modelId="{D486FC99-1264-4712-9C71-177427A56F59}" type="presOf" srcId="{ED551282-8094-405E-9941-66BC7607CB89}" destId="{4C66050A-AA88-48B0-A051-12A52BFB8111}" srcOrd="0" destOrd="7" presId="urn:microsoft.com/office/officeart/2005/8/layout/vList2"/>
    <dgm:cxn modelId="{89127F9D-F9A4-4317-8C49-45DFBE0028F1}" srcId="{467C84D8-03F7-49E6-8657-23CC28004855}" destId="{33EB21C0-DE1E-4180-8EA4-43A756EE21D3}" srcOrd="1" destOrd="0" parTransId="{ED31F9D2-AFF2-4174-96C3-C499C35F174B}" sibTransId="{11A46BCA-5DB4-4E16-9068-284C2B778319}"/>
    <dgm:cxn modelId="{9689189F-3413-4DDC-8300-F3E6AC48E1B2}" type="presOf" srcId="{667EF991-3B61-425F-A3A4-9CACF59CDD7B}" destId="{F8AEDD1C-A105-4967-9942-E4CE3C11117C}" srcOrd="0" destOrd="0" presId="urn:microsoft.com/office/officeart/2005/8/layout/vList2"/>
    <dgm:cxn modelId="{02B97E9F-3B84-4F41-BCB3-18A1F74BC286}" srcId="{467C84D8-03F7-49E6-8657-23CC28004855}" destId="{A0CE0C50-C849-4321-9D22-74D8A77AEFB2}" srcOrd="6" destOrd="0" parTransId="{B6155DBE-0E16-43F6-83D0-0B481BD5BA82}" sibTransId="{E5AAAB96-0816-415D-B0F8-C6F422279DAF}"/>
    <dgm:cxn modelId="{4E5207AD-76AD-4C2D-AE4D-F261C92E0F3D}" srcId="{467C84D8-03F7-49E6-8657-23CC28004855}" destId="{DED4DA8E-D8F0-44A2-B59E-E56F28679BB4}" srcOrd="3" destOrd="0" parTransId="{75CD0D45-CB19-48F9-AC8C-D26CF131190A}" sibTransId="{C0279D43-9496-4A16-BE8C-57908B03AF6E}"/>
    <dgm:cxn modelId="{174F44AE-6C07-4CD0-95A9-690CDF43AEF6}" type="presOf" srcId="{2D2CDD4F-F83F-43EE-9694-8B6570A39FAE}" destId="{4C66050A-AA88-48B0-A051-12A52BFB8111}" srcOrd="0" destOrd="8" presId="urn:microsoft.com/office/officeart/2005/8/layout/vList2"/>
    <dgm:cxn modelId="{9830DAAE-9CE9-4F3D-88E8-2B85C5CE8EC7}" srcId="{C646E206-482D-4FDF-B076-EB151CD26D34}" destId="{FD431ED5-B99B-4C83-B489-619532CBD15A}" srcOrd="3" destOrd="0" parTransId="{BF5BD0CB-5A6A-4563-B0EA-D61353AD8EAF}" sibTransId="{FAE4D5D0-6D0D-4A58-812C-C340DD3C0983}"/>
    <dgm:cxn modelId="{76FA35B7-6B62-4668-A522-0FD8B351A3CB}" type="presOf" srcId="{A173F8FE-BF7A-4934-9FD5-1FEAFC9C3492}" destId="{276A5535-ED2B-43E9-B124-4C52B36A3903}" srcOrd="0" destOrd="10" presId="urn:microsoft.com/office/officeart/2005/8/layout/vList2"/>
    <dgm:cxn modelId="{16765BB8-187C-45E1-A5D5-7E206787CC2D}" type="presOf" srcId="{2EFA3FE5-FFF4-4BF0-A04C-EB27AE3D14E3}" destId="{4C66050A-AA88-48B0-A051-12A52BFB8111}" srcOrd="0" destOrd="4" presId="urn:microsoft.com/office/officeart/2005/8/layout/vList2"/>
    <dgm:cxn modelId="{E07A08BC-FCAA-400E-A05C-0DDB648E88B0}" srcId="{C646E206-482D-4FDF-B076-EB151CD26D34}" destId="{667EF991-3B61-425F-A3A4-9CACF59CDD7B}" srcOrd="2" destOrd="0" parTransId="{1A33ACA7-1186-49E8-835D-5AE08328B2B0}" sibTransId="{01AE55A2-1BC2-42E4-9ACD-4AD1230C836A}"/>
    <dgm:cxn modelId="{7E5A00BD-1576-4F48-894B-B6F56F631464}" srcId="{467C84D8-03F7-49E6-8657-23CC28004855}" destId="{808AC06E-D0C2-422B-9AA3-309555A09DCF}" srcOrd="7" destOrd="0" parTransId="{D5273F71-13F1-48DB-9F19-9E8F2CB9413E}" sibTransId="{4C158BC6-FA10-42FB-A40D-7A11B255F324}"/>
    <dgm:cxn modelId="{BB13CFBD-49AB-464B-8CBA-280BAE4546C0}" type="presOf" srcId="{808AC06E-D0C2-422B-9AA3-309555A09DCF}" destId="{276A5535-ED2B-43E9-B124-4C52B36A3903}" srcOrd="0" destOrd="9" presId="urn:microsoft.com/office/officeart/2005/8/layout/vList2"/>
    <dgm:cxn modelId="{FE7055BE-B04E-41B2-9660-F31624831FA2}" srcId="{0D8A022B-0CA4-4C9B-AC57-1DC940FA28AD}" destId="{AC169924-AF68-4EB4-BCC0-5566AF184DAC}" srcOrd="6" destOrd="0" parTransId="{6A915970-7971-4E3C-8B11-6EB69CF49D4A}" sibTransId="{3C5EAE53-72B0-4910-8DD5-1030B96EED88}"/>
    <dgm:cxn modelId="{99DAACBE-8F31-43B6-B79D-102F7EDEDA45}" srcId="{667EF991-3B61-425F-A3A4-9CACF59CDD7B}" destId="{ED05C9C4-E401-44C2-BFF8-42531DA24731}" srcOrd="1" destOrd="0" parTransId="{F5997BDD-6435-4A42-8D93-E9E10996E0BF}" sibTransId="{81FA0740-080C-41A0-ACE2-9633BA7F6F4C}"/>
    <dgm:cxn modelId="{32B17DBF-6731-4FA9-B02D-67DD6EE8CD4F}" type="presOf" srcId="{7B66F10F-E064-4FA5-8A99-8D3D7B207ECE}" destId="{4C66050A-AA88-48B0-A051-12A52BFB8111}" srcOrd="0" destOrd="9" presId="urn:microsoft.com/office/officeart/2005/8/layout/vList2"/>
    <dgm:cxn modelId="{945FB4C2-2D82-48FA-A9A4-D09461807BFD}" type="presOf" srcId="{FD431ED5-B99B-4C83-B489-619532CBD15A}" destId="{936B21B2-069D-42B3-A052-049092C0F402}" srcOrd="0" destOrd="0" presId="urn:microsoft.com/office/officeart/2005/8/layout/vList2"/>
    <dgm:cxn modelId="{16FFA2C4-0354-469B-8855-0FD981DFD990}" srcId="{467C84D8-03F7-49E6-8657-23CC28004855}" destId="{444433C5-6FE3-456C-8C51-2AC38D4A8DF4}" srcOrd="5" destOrd="0" parTransId="{A2C43294-CFB3-41DD-BBC9-523D3D4E4A51}" sibTransId="{1D6B065F-31C9-4DF1-B3D3-09047076D4B8}"/>
    <dgm:cxn modelId="{BC389BC7-D87A-4196-816D-A86962EADB85}" type="presOf" srcId="{C646E206-482D-4FDF-B076-EB151CD26D34}" destId="{0E58D3F1-750B-44F0-9E16-F5DD2147D0D2}" srcOrd="0" destOrd="0" presId="urn:microsoft.com/office/officeart/2005/8/layout/vList2"/>
    <dgm:cxn modelId="{380683CA-6D6F-4D20-93FE-47616DCBB368}" srcId="{0D8A022B-0CA4-4C9B-AC57-1DC940FA28AD}" destId="{2D2CDD4F-F83F-43EE-9694-8B6570A39FAE}" srcOrd="8" destOrd="0" parTransId="{E67ADAF1-8C37-456E-BE6C-F8B46C936479}" sibTransId="{C68B446C-E7E7-4D6A-90BE-68DEB91EBC0C}"/>
    <dgm:cxn modelId="{836E72CB-D5D1-48AA-8E0B-C14ACF0937A6}" srcId="{0D8A022B-0CA4-4C9B-AC57-1DC940FA28AD}" destId="{C5905498-226C-4302-B0E3-64D0ED3CF1D4}" srcOrd="2" destOrd="0" parTransId="{77FD5D60-E120-4A44-9985-A0616A232F94}" sibTransId="{A70399B5-EA72-447A-A0EE-4E62497B5D1B}"/>
    <dgm:cxn modelId="{67E7F4CC-53E4-42AB-B6CB-55056C5B535C}" srcId="{FD431ED5-B99B-4C83-B489-619532CBD15A}" destId="{EB4702E1-2B18-4B46-A297-04920213E22B}" srcOrd="2" destOrd="0" parTransId="{766D840C-41D7-417E-A0F0-BA581A8E1915}" sibTransId="{1ED06EB4-ED23-4EA8-BD8F-8937E60D2DEA}"/>
    <dgm:cxn modelId="{F8B997D5-799A-4385-9184-753FFB85611C}" type="presOf" srcId="{C0FB7492-F5D6-4644-AD22-34F72006580B}" destId="{4C66050A-AA88-48B0-A051-12A52BFB8111}" srcOrd="0" destOrd="10" presId="urn:microsoft.com/office/officeart/2005/8/layout/vList2"/>
    <dgm:cxn modelId="{ABC333E2-1785-4DF0-8DAB-93A287EBCA85}" type="presOf" srcId="{6E799C01-9856-4A87-8076-550A132B002F}" destId="{4C66050A-AA88-48B0-A051-12A52BFB8111}" srcOrd="0" destOrd="1" presId="urn:microsoft.com/office/officeart/2005/8/layout/vList2"/>
    <dgm:cxn modelId="{01206DE3-E168-455D-9D02-97045BF12A68}" type="presOf" srcId="{08842816-3BF2-4DFF-A523-7BEB95941089}" destId="{4C66050A-AA88-48B0-A051-12A52BFB8111}" srcOrd="0" destOrd="12" presId="urn:microsoft.com/office/officeart/2005/8/layout/vList2"/>
    <dgm:cxn modelId="{F435D6E5-5633-4146-A766-9ADF6AA0F213}" type="presOf" srcId="{444433C5-6FE3-456C-8C51-2AC38D4A8DF4}" destId="{276A5535-ED2B-43E9-B124-4C52B36A3903}" srcOrd="0" destOrd="7" presId="urn:microsoft.com/office/officeart/2005/8/layout/vList2"/>
    <dgm:cxn modelId="{1E6A86E8-F9C9-464B-9984-C0846A2A2ED4}" type="presOf" srcId="{AC169924-AF68-4EB4-BCC0-5566AF184DAC}" destId="{4C66050A-AA88-48B0-A051-12A52BFB8111}" srcOrd="0" destOrd="6" presId="urn:microsoft.com/office/officeart/2005/8/layout/vList2"/>
    <dgm:cxn modelId="{7F7130EA-C87D-4629-8549-0A87D858068F}" srcId="{7D4D7C58-D04A-431B-953A-47DF1AAE419F}" destId="{83677F05-3F84-4454-BD83-EDA2F533D108}" srcOrd="0" destOrd="0" parTransId="{091E7D91-9D20-414C-A540-B5BF38F1AED0}" sibTransId="{0AEBF184-289C-4FFA-A537-7D883BA923A1}"/>
    <dgm:cxn modelId="{2F2CC4EB-2067-4819-BB21-054FC62A666E}" type="presOf" srcId="{2DA98798-1DD2-4EC8-B48E-5C1C939B7E20}" destId="{B068B63E-FED6-4DD1-A290-722EC267FAA8}" srcOrd="0" destOrd="3" presId="urn:microsoft.com/office/officeart/2005/8/layout/vList2"/>
    <dgm:cxn modelId="{8C8816EC-653F-4D7C-92FE-407FC6464068}" type="presOf" srcId="{F3B24B17-8F3F-45C7-8AF3-8FB432F486EF}" destId="{4C66050A-AA88-48B0-A051-12A52BFB8111}" srcOrd="0" destOrd="0" presId="urn:microsoft.com/office/officeart/2005/8/layout/vList2"/>
    <dgm:cxn modelId="{94F73AEC-FE31-412D-AC4C-F5B3E18E82E5}" srcId="{0D8A022B-0CA4-4C9B-AC57-1DC940FA28AD}" destId="{7B66F10F-E064-4FA5-8A99-8D3D7B207ECE}" srcOrd="9" destOrd="0" parTransId="{4E4A965F-4B06-40B1-AB54-3DCF6F209E92}" sibTransId="{3EC61EFF-B940-4942-B2EB-C5786D92D2EF}"/>
    <dgm:cxn modelId="{56D949EC-5D4C-4F2F-8B5A-560F714F6334}" type="presOf" srcId="{405B5DCD-0ECD-4B56-A049-A919CF2AFA36}" destId="{AE013D79-8E51-40E9-B272-EB5774C3A3BF}" srcOrd="0" destOrd="1" presId="urn:microsoft.com/office/officeart/2005/8/layout/vList2"/>
    <dgm:cxn modelId="{30DB34F1-85F3-426E-8474-62BE16237F90}" type="presOf" srcId="{7DA411CC-3332-4D4D-8F2D-6B0537659717}" destId="{276A5535-ED2B-43E9-B124-4C52B36A3903}" srcOrd="0" destOrd="2" presId="urn:microsoft.com/office/officeart/2005/8/layout/vList2"/>
    <dgm:cxn modelId="{6FA689F5-D14B-4C8D-8EF8-94E0B72526BA}" srcId="{0D8A022B-0CA4-4C9B-AC57-1DC940FA28AD}" destId="{08842816-3BF2-4DFF-A523-7BEB95941089}" srcOrd="12" destOrd="0" parTransId="{F7594F27-33D8-4B53-8741-56E031A34D2D}" sibTransId="{B0D472B5-725C-4FF8-8AC9-315AE3EBF6EB}"/>
    <dgm:cxn modelId="{3A1CD8F6-25FB-4E63-A35D-4568EBE36E71}" type="presOf" srcId="{15A347C5-F761-43CC-9E97-918069CC6E80}" destId="{AE013D79-8E51-40E9-B272-EB5774C3A3BF}" srcOrd="0" destOrd="0" presId="urn:microsoft.com/office/officeart/2005/8/layout/vList2"/>
    <dgm:cxn modelId="{20C737F8-4B50-48EB-A35D-FECE2D83A2C8}" srcId="{0D8A022B-0CA4-4C9B-AC57-1DC940FA28AD}" destId="{ED551282-8094-405E-9941-66BC7607CB89}" srcOrd="7" destOrd="0" parTransId="{A11319C0-568B-4B17-AD70-6F0A5789F44F}" sibTransId="{0AB7F726-B135-49C4-B905-D415D27014AC}"/>
    <dgm:cxn modelId="{BDAEC0FA-2017-4D71-8F71-7B91EAB1DA4E}" type="presOf" srcId="{02598230-CA00-4361-AF70-83371EE132D1}" destId="{276A5535-ED2B-43E9-B124-4C52B36A3903}" srcOrd="0" destOrd="6" presId="urn:microsoft.com/office/officeart/2005/8/layout/vList2"/>
    <dgm:cxn modelId="{9F9F50FC-FA73-43C6-A7C7-E9E77344AB31}" type="presParOf" srcId="{0E58D3F1-750B-44F0-9E16-F5DD2147D0D2}" destId="{4083A4A3-492F-4790-9516-2AD3660D86A2}" srcOrd="0" destOrd="0" presId="urn:microsoft.com/office/officeart/2005/8/layout/vList2"/>
    <dgm:cxn modelId="{7C68AA74-F161-4299-880B-8069A81CECE3}" type="presParOf" srcId="{0E58D3F1-750B-44F0-9E16-F5DD2147D0D2}" destId="{276A5535-ED2B-43E9-B124-4C52B36A3903}" srcOrd="1" destOrd="0" presId="urn:microsoft.com/office/officeart/2005/8/layout/vList2"/>
    <dgm:cxn modelId="{DD585234-A45F-48C3-B424-CEF967AF92FF}" type="presParOf" srcId="{0E58D3F1-750B-44F0-9E16-F5DD2147D0D2}" destId="{0C038A2F-7B65-479D-B17A-96D41C309EB9}" srcOrd="2" destOrd="0" presId="urn:microsoft.com/office/officeart/2005/8/layout/vList2"/>
    <dgm:cxn modelId="{AFCD12C2-4995-443F-B041-806C7FA41954}" type="presParOf" srcId="{0E58D3F1-750B-44F0-9E16-F5DD2147D0D2}" destId="{4C66050A-AA88-48B0-A051-12A52BFB8111}" srcOrd="3" destOrd="0" presId="urn:microsoft.com/office/officeart/2005/8/layout/vList2"/>
    <dgm:cxn modelId="{4F54B1FC-E960-43F9-B23E-FE99F523B04C}" type="presParOf" srcId="{0E58D3F1-750B-44F0-9E16-F5DD2147D0D2}" destId="{F8AEDD1C-A105-4967-9942-E4CE3C11117C}" srcOrd="4" destOrd="0" presId="urn:microsoft.com/office/officeart/2005/8/layout/vList2"/>
    <dgm:cxn modelId="{8747A8CE-073A-45A5-9187-965E277AC0D1}" type="presParOf" srcId="{0E58D3F1-750B-44F0-9E16-F5DD2147D0D2}" destId="{B068B63E-FED6-4DD1-A290-722EC267FAA8}" srcOrd="5" destOrd="0" presId="urn:microsoft.com/office/officeart/2005/8/layout/vList2"/>
    <dgm:cxn modelId="{E9A682AE-5509-48A3-B641-04FD004521C4}" type="presParOf" srcId="{0E58D3F1-750B-44F0-9E16-F5DD2147D0D2}" destId="{936B21B2-069D-42B3-A052-049092C0F402}" srcOrd="6" destOrd="0" presId="urn:microsoft.com/office/officeart/2005/8/layout/vList2"/>
    <dgm:cxn modelId="{DD08CD73-D6B0-4DAF-A38D-70873A8B7185}" type="presParOf" srcId="{0E58D3F1-750B-44F0-9E16-F5DD2147D0D2}" destId="{AE013D79-8E51-40E9-B272-EB5774C3A3BF}" srcOrd="7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646E206-482D-4FDF-B076-EB151CD26D3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kumimoji="1" lang="ja-JP" altLang="en-US">
            <a:latin typeface="Latin Modern Math"/>
          </a:endParaRPr>
        </a:p>
      </dgm:t>
    </dgm:pt>
    <dgm:pt modelId="{7D4D7C58-D04A-431B-953A-47DF1AAE419F}">
      <dgm:prSet custT="1"/>
      <dgm:spPr/>
      <dgm:t>
        <a:bodyPr tIns="0" bIns="0"/>
        <a:lstStyle/>
        <a:p>
          <a:r>
            <a:rPr lang="en-US" altLang="ja-JP" sz="6000" b="1" dirty="0">
              <a:latin typeface="+mn-lt"/>
              <a:cs typeface="Latin Modern Math" panose="020B0604020202020204" pitchFamily="34" charset="0"/>
            </a:rPr>
            <a:t>Simulation Results</a:t>
          </a:r>
          <a:endParaRPr lang="ja-JP" sz="6000" b="1" dirty="0">
            <a:latin typeface="+mn-lt"/>
            <a:cs typeface="Latin Modern Math" panose="020B0604020202020204" pitchFamily="34" charset="0"/>
          </a:endParaRPr>
        </a:p>
      </dgm:t>
    </dgm:pt>
    <dgm:pt modelId="{3529C4F4-FF7E-4798-96E7-5CED623976DE}" type="parTrans" cxnId="{F3EC4E63-6A6D-461B-988F-4296D8CF373A}">
      <dgm:prSet/>
      <dgm:spPr/>
      <dgm:t>
        <a:bodyPr/>
        <a:lstStyle/>
        <a:p>
          <a:endParaRPr kumimoji="1" lang="ja-JP" altLang="en-US">
            <a:latin typeface="+mn-lt"/>
          </a:endParaRPr>
        </a:p>
      </dgm:t>
    </dgm:pt>
    <dgm:pt modelId="{063E530B-C3B8-404F-8386-6BBEACBF93F0}" type="sibTrans" cxnId="{F3EC4E63-6A6D-461B-988F-4296D8CF373A}">
      <dgm:prSet/>
      <dgm:spPr/>
      <dgm:t>
        <a:bodyPr/>
        <a:lstStyle/>
        <a:p>
          <a:endParaRPr kumimoji="1" lang="ja-JP" altLang="en-US">
            <a:latin typeface="+mn-lt"/>
          </a:endParaRPr>
        </a:p>
      </dgm:t>
    </dgm:pt>
    <dgm:pt modelId="{83677F05-3F84-4454-BD83-EDA2F533D108}">
      <dgm:prSet custT="1"/>
      <dgm:spPr/>
      <dgm:t>
        <a:bodyPr/>
        <a:lstStyle/>
        <a:p>
          <a:pPr marL="542925" lvl="1" indent="-542925" algn="l" defTabSz="1778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Font typeface="ADLaM Display" panose="02010000000000000000" pitchFamily="2" charset="0"/>
            <a:buNone/>
          </a:pPr>
          <a:r>
            <a:rPr lang="en-US" altLang="ja-JP" sz="4000" b="1" kern="1200" dirty="0">
              <a:solidFill>
                <a:schemeClr val="tx1"/>
              </a:solidFill>
              <a:latin typeface="+mn-lt"/>
              <a:cs typeface="Latin Modern Math" panose="020B0604020202020204" pitchFamily="34" charset="0"/>
            </a:rPr>
            <a:t>Bias: </a:t>
          </a:r>
          <a:r>
            <a:rPr lang="en-US" altLang="ja-JP" sz="4000" b="0" kern="1200" dirty="0">
              <a:solidFill>
                <a:schemeClr val="tx1"/>
              </a:solidFill>
              <a:latin typeface="+mn-lt"/>
              <a:cs typeface="Latin Modern Math" panose="020B0604020202020204" pitchFamily="34" charset="0"/>
            </a:rPr>
            <a:t>Bias is negligible for non-null scenarios (S3</a:t>
          </a:r>
          <a:r>
            <a:rPr lang="en-US" sz="4000" b="0" kern="1200" dirty="0"/>
            <a:t>–S7)</a:t>
          </a:r>
          <a:r>
            <a:rPr lang="en-US" altLang="ja-JP" sz="4000" b="0" kern="1200" dirty="0">
              <a:solidFill>
                <a:schemeClr val="tx1"/>
              </a:solidFill>
              <a:latin typeface="+mn-lt"/>
              <a:cs typeface="Latin Modern Math" panose="020B0604020202020204" pitchFamily="34" charset="0"/>
            </a:rPr>
            <a:t> at n ≥ 100. At the null (S1), a positive bias persists because Wasserstein distance is non-negative</a:t>
          </a:r>
          <a:endParaRPr lang="ja-JP" sz="4800" b="1" kern="1200" dirty="0">
            <a:solidFill>
              <a:schemeClr val="tx1"/>
            </a:solidFill>
            <a:latin typeface="+mn-lt"/>
            <a:cs typeface="Latin Modern Math" panose="020B0604020202020204" pitchFamily="34" charset="0"/>
          </a:endParaRPr>
        </a:p>
      </dgm:t>
    </dgm:pt>
    <dgm:pt modelId="{091E7D91-9D20-414C-A540-B5BF38F1AED0}" type="parTrans" cxnId="{7F7130EA-C87D-4629-8549-0A87D858068F}">
      <dgm:prSet/>
      <dgm:spPr/>
      <dgm:t>
        <a:bodyPr/>
        <a:lstStyle/>
        <a:p>
          <a:endParaRPr kumimoji="1" lang="ja-JP" altLang="en-US">
            <a:latin typeface="+mn-lt"/>
          </a:endParaRPr>
        </a:p>
      </dgm:t>
    </dgm:pt>
    <dgm:pt modelId="{0AEBF184-289C-4FFA-A537-7D883BA923A1}" type="sibTrans" cxnId="{7F7130EA-C87D-4629-8549-0A87D858068F}">
      <dgm:prSet/>
      <dgm:spPr/>
      <dgm:t>
        <a:bodyPr/>
        <a:lstStyle/>
        <a:p>
          <a:endParaRPr kumimoji="1" lang="ja-JP" altLang="en-US">
            <a:latin typeface="+mn-lt"/>
          </a:endParaRPr>
        </a:p>
      </dgm:t>
    </dgm:pt>
    <dgm:pt modelId="{467C84D8-03F7-49E6-8657-23CC28004855}">
      <dgm:prSet custT="1"/>
      <dgm:spPr/>
      <dgm:t>
        <a:bodyPr/>
        <a:lstStyle/>
        <a:p>
          <a:pPr marL="542925" lvl="1" indent="-542925" algn="l" defTabSz="1778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Font typeface="ADLaM Display" panose="02010000000000000000" pitchFamily="2" charset="0"/>
            <a:buNone/>
          </a:pPr>
          <a:r>
            <a:rPr lang="en-US" altLang="ja-JP" sz="4000" b="1" kern="1200" dirty="0">
              <a:solidFill>
                <a:schemeClr val="tx1"/>
              </a:solidFill>
              <a:latin typeface="+mn-lt"/>
              <a:cs typeface="Latin Modern Math" panose="020B0604020202020204" pitchFamily="34" charset="0"/>
            </a:rPr>
            <a:t>Coverage: </a:t>
          </a:r>
          <a:r>
            <a:rPr lang="en-US" altLang="ja-JP" sz="3600" b="0" kern="1200" dirty="0">
              <a:solidFill>
                <a:schemeClr val="tx1"/>
              </a:solidFill>
              <a:latin typeface="+mn-lt"/>
              <a:cs typeface="Latin Modern Math" panose="020B0604020202020204" pitchFamily="34" charset="0"/>
            </a:rPr>
            <a:t>95% bootstrap CI coverage is 0.88–0.96 for non-null scenarios (S3</a:t>
          </a:r>
          <a:r>
            <a:rPr lang="en-US" sz="3600" b="0" kern="1200" dirty="0"/>
            <a:t>–S7)</a:t>
          </a:r>
          <a:r>
            <a:rPr lang="en-US" altLang="ja-JP" sz="3600" b="0" kern="1200" dirty="0">
              <a:solidFill>
                <a:schemeClr val="tx1"/>
              </a:solidFill>
              <a:latin typeface="+mn-lt"/>
              <a:cs typeface="Latin Modern Math" panose="020B0604020202020204" pitchFamily="34" charset="0"/>
            </a:rPr>
            <a:t> at n ≥ 100</a:t>
          </a:r>
          <a:r>
            <a:rPr lang="en-US" altLang="ja-JP" sz="4000" b="0" kern="1200" dirty="0">
              <a:solidFill>
                <a:schemeClr val="tx1"/>
              </a:solidFill>
              <a:latin typeface="+mn-lt"/>
              <a:cs typeface="Latin Modern Math" panose="020B0604020202020204" pitchFamily="34" charset="0"/>
            </a:rPr>
            <a:t>. At the null (S1), the non-negative bootstrap CI cannot contain zero.</a:t>
          </a:r>
          <a:endParaRPr lang="ja-JP" sz="4000" b="0" kern="1200" dirty="0">
            <a:solidFill>
              <a:schemeClr val="tx1"/>
            </a:solidFill>
            <a:latin typeface="+mn-lt"/>
            <a:cs typeface="Latin Modern Math" panose="020B0604020202020204" pitchFamily="34" charset="0"/>
          </a:endParaRPr>
        </a:p>
      </dgm:t>
    </dgm:pt>
    <dgm:pt modelId="{0ACEB7A7-FACB-4755-A075-B266E7F966E6}" type="parTrans" cxnId="{7901590E-79C8-4727-9C67-8DDB9A06496D}">
      <dgm:prSet/>
      <dgm:spPr/>
      <dgm:t>
        <a:bodyPr/>
        <a:lstStyle/>
        <a:p>
          <a:endParaRPr kumimoji="1" lang="ja-JP" altLang="en-US"/>
        </a:p>
      </dgm:t>
    </dgm:pt>
    <dgm:pt modelId="{2C6B3DA8-0F31-45C4-9648-E37357846D3F}" type="sibTrans" cxnId="{7901590E-79C8-4727-9C67-8DDB9A06496D}">
      <dgm:prSet/>
      <dgm:spPr/>
      <dgm:t>
        <a:bodyPr/>
        <a:lstStyle/>
        <a:p>
          <a:endParaRPr kumimoji="1" lang="ja-JP" altLang="en-US"/>
        </a:p>
      </dgm:t>
    </dgm:pt>
    <dgm:pt modelId="{7DA411CC-3332-4D4D-8F2D-6B0537659717}">
      <dgm:prSet custT="1"/>
      <dgm:spPr/>
      <dgm:t>
        <a:bodyPr/>
        <a:lstStyle/>
        <a:p>
          <a:pPr marL="542925" lvl="1" indent="-542925" algn="l" defTabSz="1778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rgbClr val="E1241B"/>
            </a:buClr>
            <a:buFont typeface="ADLaM Display" panose="02010000000000000000" pitchFamily="2" charset="0"/>
            <a:buNone/>
          </a:pPr>
          <a:r>
            <a:rPr lang="en-US" altLang="ja-JP" sz="4000" b="1" kern="1200" dirty="0">
              <a:solidFill>
                <a:srgbClr val="212121"/>
              </a:solidFill>
              <a:latin typeface="Arial"/>
              <a:ea typeface="游ゴシック"/>
              <a:cs typeface="Latin Modern Math" panose="020B0604020202020204" pitchFamily="34" charset="0"/>
            </a:rPr>
            <a:t>I Width: </a:t>
          </a:r>
          <a:r>
            <a:rPr lang="en-US" altLang="ja-JP" sz="4000" b="0" kern="1200" dirty="0">
              <a:solidFill>
                <a:srgbClr val="212121"/>
              </a:solidFill>
              <a:latin typeface="Arial"/>
              <a:ea typeface="游ゴシック"/>
              <a:cs typeface="Latin Modern Math" panose="020B0604020202020204" pitchFamily="34" charset="0"/>
            </a:rPr>
            <a:t>CI width shrinks with sample size as expected</a:t>
          </a:r>
          <a:endParaRPr lang="ja-JP" sz="4000" b="1" kern="1200" dirty="0">
            <a:solidFill>
              <a:srgbClr val="212121"/>
            </a:solidFill>
            <a:latin typeface="Arial"/>
            <a:ea typeface="游ゴシック"/>
            <a:cs typeface="Latin Modern Math" panose="020B0604020202020204" pitchFamily="34" charset="0"/>
          </a:endParaRPr>
        </a:p>
      </dgm:t>
    </dgm:pt>
    <dgm:pt modelId="{8F489AE2-0904-454F-B74B-7325DAE8B9F4}" type="parTrans" cxnId="{1C7FDF94-BEC5-4697-899C-00BAB5C21EB7}">
      <dgm:prSet/>
      <dgm:spPr/>
      <dgm:t>
        <a:bodyPr/>
        <a:lstStyle/>
        <a:p>
          <a:endParaRPr kumimoji="1" lang="ja-JP" altLang="en-US"/>
        </a:p>
      </dgm:t>
    </dgm:pt>
    <dgm:pt modelId="{81424C3A-1F80-4D70-AA12-46EF02B727A3}" type="sibTrans" cxnId="{1C7FDF94-BEC5-4697-899C-00BAB5C21EB7}">
      <dgm:prSet/>
      <dgm:spPr/>
      <dgm:t>
        <a:bodyPr/>
        <a:lstStyle/>
        <a:p>
          <a:endParaRPr kumimoji="1" lang="ja-JP" altLang="en-US"/>
        </a:p>
      </dgm:t>
    </dgm:pt>
    <dgm:pt modelId="{0D8A022B-0CA4-4C9B-AC57-1DC940FA28AD}">
      <dgm:prSet custT="1"/>
      <dgm:spPr/>
      <dgm:t>
        <a:bodyPr tIns="0" bIns="0"/>
        <a:lstStyle/>
        <a:p>
          <a:pPr marL="542925" lvl="1" indent="-542925" algn="l" defTabSz="1778000">
            <a:lnSpc>
              <a:spcPct val="90000"/>
            </a:lnSpc>
            <a:spcBef>
              <a:spcPct val="0"/>
            </a:spcBef>
            <a:spcAft>
              <a:spcPct val="20000"/>
            </a:spcAft>
          </a:pPr>
          <a:r>
            <a:rPr lang="en-US" altLang="ja-JP" sz="6000" b="1" kern="1200" dirty="0">
              <a:latin typeface="+mn-lt"/>
              <a:cs typeface="Latin Modern Math" panose="020B0604020202020204" pitchFamily="34" charset="0"/>
            </a:rPr>
            <a:t>Application</a:t>
          </a:r>
          <a:endParaRPr lang="ja-JP" sz="6000" b="1" kern="1200" dirty="0">
            <a:solidFill>
              <a:srgbClr val="212121"/>
            </a:solidFill>
            <a:latin typeface="Arial"/>
            <a:ea typeface="游ゴシック"/>
            <a:cs typeface="Latin Modern Math" panose="020B0604020202020204" pitchFamily="34" charset="0"/>
          </a:endParaRPr>
        </a:p>
      </dgm:t>
    </dgm:pt>
    <dgm:pt modelId="{115B9DC6-6E2B-41B8-843F-760E1D0FCE2F}" type="parTrans" cxnId="{BD008F93-F731-4DBF-83BA-7BFADE2452B2}">
      <dgm:prSet/>
      <dgm:spPr/>
      <dgm:t>
        <a:bodyPr/>
        <a:lstStyle/>
        <a:p>
          <a:endParaRPr kumimoji="1" lang="ja-JP" altLang="en-US"/>
        </a:p>
      </dgm:t>
    </dgm:pt>
    <dgm:pt modelId="{217B9306-5C08-4CA3-A4C0-221C1E0EFE32}" type="sibTrans" cxnId="{BD008F93-F731-4DBF-83BA-7BFADE2452B2}">
      <dgm:prSet/>
      <dgm:spPr/>
      <dgm:t>
        <a:bodyPr/>
        <a:lstStyle/>
        <a:p>
          <a:endParaRPr kumimoji="1" lang="ja-JP" altLang="en-US"/>
        </a:p>
      </dgm:t>
    </dgm:pt>
    <dgm:pt modelId="{F3B24B17-8F3F-45C7-8AF3-8FB432F486EF}">
      <dgm:prSet custT="1"/>
      <dgm:spPr>
        <a:blipFill>
          <a:blip xmlns:r="http://schemas.openxmlformats.org/officeDocument/2006/relationships" r:embed="rId1"/>
          <a:stretch>
            <a:fillRect t="-1231" r="-36"/>
          </a:stretch>
        </a:blipFill>
      </dgm:spPr>
      <dgm:t>
        <a:bodyPr/>
        <a:lstStyle/>
        <a:p>
          <a:r>
            <a:rPr lang="ja-JP" altLang="en-US">
              <a:noFill/>
            </a:rPr>
            <a:t> </a:t>
          </a:r>
        </a:p>
      </dgm:t>
    </dgm:pt>
    <dgm:pt modelId="{B506DBFF-5105-4064-B9D3-48FC467C050A}" type="parTrans" cxnId="{3BCC172C-949E-4EB8-820E-1A98BB54E3E0}">
      <dgm:prSet/>
      <dgm:spPr/>
      <dgm:t>
        <a:bodyPr/>
        <a:lstStyle/>
        <a:p>
          <a:endParaRPr kumimoji="1" lang="ja-JP" altLang="en-US"/>
        </a:p>
      </dgm:t>
    </dgm:pt>
    <dgm:pt modelId="{86950AB6-3959-4086-BC1E-6009615A5215}" type="sibTrans" cxnId="{3BCC172C-949E-4EB8-820E-1A98BB54E3E0}">
      <dgm:prSet/>
      <dgm:spPr/>
      <dgm:t>
        <a:bodyPr/>
        <a:lstStyle/>
        <a:p>
          <a:endParaRPr kumimoji="1" lang="ja-JP" altLang="en-US"/>
        </a:p>
      </dgm:t>
    </dgm:pt>
    <dgm:pt modelId="{6E799C01-9856-4A87-8076-550A132B002F}">
      <dgm:prSet custT="1"/>
      <dgm:spPr/>
      <dgm:t>
        <a:bodyPr/>
        <a:lstStyle/>
        <a:p>
          <a:r>
            <a:rPr lang="ja-JP" altLang="en-US">
              <a:noFill/>
            </a:rPr>
            <a:t> </a:t>
          </a:r>
        </a:p>
      </dgm:t>
    </dgm:pt>
    <dgm:pt modelId="{2EB7FB42-F203-4C62-ACD9-14F64BE30420}" type="parTrans" cxnId="{F534427B-0B82-4764-85A0-5BF4D56504AA}">
      <dgm:prSet/>
      <dgm:spPr/>
      <dgm:t>
        <a:bodyPr/>
        <a:lstStyle/>
        <a:p>
          <a:endParaRPr kumimoji="1" lang="ja-JP" altLang="en-US"/>
        </a:p>
      </dgm:t>
    </dgm:pt>
    <dgm:pt modelId="{6E717851-CAA0-4514-95F7-AB78CE9EFCD6}" type="sibTrans" cxnId="{F534427B-0B82-4764-85A0-5BF4D56504AA}">
      <dgm:prSet/>
      <dgm:spPr/>
      <dgm:t>
        <a:bodyPr/>
        <a:lstStyle/>
        <a:p>
          <a:endParaRPr kumimoji="1" lang="ja-JP" altLang="en-US"/>
        </a:p>
      </dgm:t>
    </dgm:pt>
    <dgm:pt modelId="{667EF991-3B61-425F-A3A4-9CACF59CDD7B}">
      <dgm:prSet custT="1"/>
      <dgm:spPr/>
      <dgm:t>
        <a:bodyPr tIns="0" bIns="0"/>
        <a:lstStyle/>
        <a:p>
          <a:r>
            <a:rPr lang="en-US" altLang="ja-JP" sz="6000" b="1" dirty="0">
              <a:latin typeface="+mn-lt"/>
              <a:cs typeface="Latin Modern Math" panose="020B0604020202020204" pitchFamily="34" charset="0"/>
            </a:rPr>
            <a:t>Findings</a:t>
          </a:r>
          <a:endParaRPr lang="ja-JP" sz="6000" b="1" dirty="0">
            <a:solidFill>
              <a:schemeClr val="tx1"/>
            </a:solidFill>
            <a:latin typeface="+mn-lt"/>
            <a:cs typeface="Latin Modern Math" panose="020B0604020202020204" pitchFamily="34" charset="0"/>
          </a:endParaRPr>
        </a:p>
      </dgm:t>
    </dgm:pt>
    <dgm:pt modelId="{1A33ACA7-1186-49E8-835D-5AE08328B2B0}" type="parTrans" cxnId="{E07A08BC-FCAA-400E-A05C-0DDB648E88B0}">
      <dgm:prSet/>
      <dgm:spPr/>
      <dgm:t>
        <a:bodyPr/>
        <a:lstStyle/>
        <a:p>
          <a:endParaRPr kumimoji="1" lang="ja-JP" altLang="en-US"/>
        </a:p>
      </dgm:t>
    </dgm:pt>
    <dgm:pt modelId="{01AE55A2-1BC2-42E4-9ACD-4AD1230C836A}" type="sibTrans" cxnId="{E07A08BC-FCAA-400E-A05C-0DDB648E88B0}">
      <dgm:prSet/>
      <dgm:spPr/>
      <dgm:t>
        <a:bodyPr/>
        <a:lstStyle/>
        <a:p>
          <a:endParaRPr kumimoji="1" lang="ja-JP" altLang="en-US"/>
        </a:p>
      </dgm:t>
    </dgm:pt>
    <dgm:pt modelId="{15A347C5-F761-43CC-9E97-918069CC6E80}">
      <dgm:prSet custT="1"/>
      <dgm:spPr/>
      <dgm:t>
        <a:bodyPr/>
        <a:lstStyle/>
        <a:p>
          <a:pPr>
            <a:buClr>
              <a:schemeClr val="accent1"/>
            </a:buClr>
            <a:buFont typeface="ADLaM Display" panose="02010000000000000000" pitchFamily="2" charset="0"/>
            <a:buNone/>
          </a:pPr>
          <a:r>
            <a:rPr lang="en-US" altLang="ja-JP" sz="3600" b="1" dirty="0">
              <a:solidFill>
                <a:schemeClr val="tx1"/>
              </a:solidFill>
              <a:latin typeface="+mn-lt"/>
              <a:cs typeface="Latin Modern Math" panose="020B0604020202020204" pitchFamily="34" charset="0"/>
            </a:rPr>
            <a:t>Categorical EM extension: </a:t>
          </a:r>
          <a:r>
            <a:rPr lang="en-US" altLang="ja-JP" sz="3600" b="0" dirty="0">
              <a:solidFill>
                <a:schemeClr val="tx1"/>
              </a:solidFill>
              <a:latin typeface="+mn-lt"/>
              <a:cs typeface="Latin Modern Math" panose="020B0604020202020204" pitchFamily="34" charset="0"/>
            </a:rPr>
            <a:t>Current framework focuses on continuous EMs; extension to binary and multi-level categorical EMs requires distinct distance metrics designed for discrete distributions</a:t>
          </a:r>
          <a:endParaRPr lang="ja-JP" sz="3600" b="1" dirty="0">
            <a:solidFill>
              <a:schemeClr val="tx1"/>
            </a:solidFill>
            <a:latin typeface="+mn-lt"/>
            <a:cs typeface="Latin Modern Math" panose="020B0604020202020204" pitchFamily="34" charset="0"/>
          </a:endParaRPr>
        </a:p>
      </dgm:t>
    </dgm:pt>
    <dgm:pt modelId="{45406383-9421-4913-A054-F56DD8E85F40}" type="parTrans" cxnId="{2A63AC39-75B2-40B5-B99D-AD3052285EE0}">
      <dgm:prSet/>
      <dgm:spPr/>
      <dgm:t>
        <a:bodyPr/>
        <a:lstStyle/>
        <a:p>
          <a:endParaRPr kumimoji="1" lang="ja-JP" altLang="en-US"/>
        </a:p>
      </dgm:t>
    </dgm:pt>
    <dgm:pt modelId="{3B6DA163-A271-4416-B60F-2C87E7EFAD40}" type="sibTrans" cxnId="{2A63AC39-75B2-40B5-B99D-AD3052285EE0}">
      <dgm:prSet/>
      <dgm:spPr/>
      <dgm:t>
        <a:bodyPr/>
        <a:lstStyle/>
        <a:p>
          <a:endParaRPr kumimoji="1" lang="ja-JP" altLang="en-US"/>
        </a:p>
      </dgm:t>
    </dgm:pt>
    <dgm:pt modelId="{405B5DCD-0ECD-4B56-A049-A919CF2AFA36}">
      <dgm:prSet custT="1"/>
      <dgm:spPr/>
      <dgm:t>
        <a:bodyPr/>
        <a:lstStyle/>
        <a:p>
          <a:pPr>
            <a:buClr>
              <a:schemeClr val="accent1"/>
            </a:buClr>
            <a:buFont typeface="ADLaM Display" panose="02010000000000000000" pitchFamily="2" charset="0"/>
            <a:buNone/>
          </a:pPr>
          <a:r>
            <a:rPr lang="en-US" altLang="ja-JP" sz="3600" b="1" dirty="0">
              <a:solidFill>
                <a:schemeClr val="tx1"/>
              </a:solidFill>
              <a:latin typeface="+mn-lt"/>
              <a:cs typeface="Latin Modern Math" panose="020B0604020202020204" pitchFamily="34" charset="0"/>
            </a:rPr>
            <a:t>Multivariate extension: </a:t>
          </a:r>
          <a:r>
            <a:rPr lang="en-US" altLang="ja-JP" sz="3600" b="0" dirty="0">
              <a:solidFill>
                <a:schemeClr val="tx1"/>
              </a:solidFill>
              <a:latin typeface="+mn-lt"/>
              <a:cs typeface="Latin Modern Math" panose="020B0604020202020204" pitchFamily="34" charset="0"/>
            </a:rPr>
            <a:t>EM evaluation could be extended to joint multivariate distributional comparison via Wasserstein-2 or sliced Wasserstein distances, capturing correlation structure</a:t>
          </a:r>
          <a:endParaRPr lang="ja-JP" sz="3600" b="1" dirty="0">
            <a:solidFill>
              <a:schemeClr val="tx1"/>
            </a:solidFill>
            <a:latin typeface="+mn-lt"/>
            <a:cs typeface="Latin Modern Math" panose="020B0604020202020204" pitchFamily="34" charset="0"/>
          </a:endParaRPr>
        </a:p>
      </dgm:t>
    </dgm:pt>
    <dgm:pt modelId="{7819284F-59F1-4140-B806-1EC35D57F466}" type="parTrans" cxnId="{60233214-49DA-4560-B1EA-45E2344EACC8}">
      <dgm:prSet/>
      <dgm:spPr/>
      <dgm:t>
        <a:bodyPr/>
        <a:lstStyle/>
        <a:p>
          <a:endParaRPr kumimoji="1" lang="ja-JP" altLang="en-US"/>
        </a:p>
      </dgm:t>
    </dgm:pt>
    <dgm:pt modelId="{F0AE3216-F40F-4747-AE94-07508EF0B5B3}" type="sibTrans" cxnId="{60233214-49DA-4560-B1EA-45E2344EACC8}">
      <dgm:prSet/>
      <dgm:spPr/>
      <dgm:t>
        <a:bodyPr/>
        <a:lstStyle/>
        <a:p>
          <a:endParaRPr kumimoji="1" lang="ja-JP" altLang="en-US"/>
        </a:p>
      </dgm:t>
    </dgm:pt>
    <dgm:pt modelId="{EB4702E1-2B18-4B46-A297-04920213E22B}">
      <dgm:prSet custT="1"/>
      <dgm:spPr/>
      <dgm:t>
        <a:bodyPr/>
        <a:lstStyle/>
        <a:p>
          <a:pPr>
            <a:buClr>
              <a:schemeClr val="accent1"/>
            </a:buClr>
            <a:buFont typeface="ADLaM Display" panose="02010000000000000000" pitchFamily="2" charset="0"/>
            <a:buNone/>
          </a:pPr>
          <a:r>
            <a:rPr lang="en-US" altLang="ja-JP" sz="3600" b="1" dirty="0">
              <a:solidFill>
                <a:schemeClr val="tx1"/>
              </a:solidFill>
              <a:latin typeface="+mn-lt"/>
              <a:cs typeface="Latin Modern Math" panose="020B0604020202020204" pitchFamily="34" charset="0"/>
            </a:rPr>
            <a:t>Upstream EM identification: </a:t>
          </a:r>
          <a:r>
            <a:rPr lang="en-US" altLang="ja-JP" sz="3600" b="0" dirty="0">
              <a:solidFill>
                <a:schemeClr val="tx1"/>
              </a:solidFill>
              <a:latin typeface="+mn-lt"/>
              <a:cs typeface="Latin Modern Math" panose="020B0604020202020204" pitchFamily="34" charset="0"/>
            </a:rPr>
            <a:t>Which baseline characteristics constitute relevant EMs is a non-trivial assumed solved in this work; formal methodology deserves dedicated investigation</a:t>
          </a:r>
          <a:endParaRPr lang="ja-JP" sz="3600" b="1" dirty="0">
            <a:solidFill>
              <a:schemeClr val="tx1"/>
            </a:solidFill>
            <a:latin typeface="+mn-lt"/>
            <a:cs typeface="Latin Modern Math" panose="020B0604020202020204" pitchFamily="34" charset="0"/>
          </a:endParaRPr>
        </a:p>
      </dgm:t>
    </dgm:pt>
    <dgm:pt modelId="{766D840C-41D7-417E-A0F0-BA581A8E1915}" type="parTrans" cxnId="{67E7F4CC-53E4-42AB-B6CB-55056C5B535C}">
      <dgm:prSet/>
      <dgm:spPr/>
      <dgm:t>
        <a:bodyPr/>
        <a:lstStyle/>
        <a:p>
          <a:endParaRPr kumimoji="1" lang="ja-JP" altLang="en-US"/>
        </a:p>
      </dgm:t>
    </dgm:pt>
    <dgm:pt modelId="{1ED06EB4-ED23-4EA8-BD8F-8937E60D2DEA}" type="sibTrans" cxnId="{67E7F4CC-53E4-42AB-B6CB-55056C5B535C}">
      <dgm:prSet/>
      <dgm:spPr/>
      <dgm:t>
        <a:bodyPr/>
        <a:lstStyle/>
        <a:p>
          <a:endParaRPr kumimoji="1" lang="ja-JP" altLang="en-US"/>
        </a:p>
      </dgm:t>
    </dgm:pt>
    <dgm:pt modelId="{6DAD1183-57B4-481D-A9DA-EFEC6CBF51E6}">
      <dgm:prSet custT="1"/>
      <dgm:spPr>
        <a:blipFill>
          <a:blip xmlns:r="http://schemas.openxmlformats.org/officeDocument/2006/relationships" r:embed="rId2"/>
          <a:stretch>
            <a:fillRect t="-2218" r="-288"/>
          </a:stretch>
        </a:blipFill>
      </dgm:spPr>
      <dgm:t>
        <a:bodyPr/>
        <a:lstStyle/>
        <a:p>
          <a:r>
            <a:rPr lang="ja-JP" altLang="en-US">
              <a:noFill/>
            </a:rPr>
            <a:t> </a:t>
          </a:r>
        </a:p>
      </dgm:t>
    </dgm:pt>
    <dgm:pt modelId="{5F634A5C-CD41-46EE-BE2D-047C81D48C2D}" type="parTrans" cxnId="{B0E81205-C838-4C95-8AF2-2C7260E21706}">
      <dgm:prSet/>
      <dgm:spPr/>
      <dgm:t>
        <a:bodyPr/>
        <a:lstStyle/>
        <a:p>
          <a:endParaRPr kumimoji="1" lang="ja-JP" altLang="en-US"/>
        </a:p>
      </dgm:t>
    </dgm:pt>
    <dgm:pt modelId="{94E40C2C-D26F-4C6F-8C0D-9DF43C4BF4B4}" type="sibTrans" cxnId="{B0E81205-C838-4C95-8AF2-2C7260E21706}">
      <dgm:prSet/>
      <dgm:spPr/>
      <dgm:t>
        <a:bodyPr/>
        <a:lstStyle/>
        <a:p>
          <a:endParaRPr kumimoji="1" lang="ja-JP" altLang="en-US"/>
        </a:p>
      </dgm:t>
    </dgm:pt>
    <dgm:pt modelId="{ED05C9C4-E401-44C2-BFF8-42531DA24731}">
      <dgm:prSet custT="1"/>
      <dgm:spPr/>
      <dgm:t>
        <a:bodyPr/>
        <a:lstStyle/>
        <a:p>
          <a:r>
            <a:rPr lang="ja-JP" altLang="en-US">
              <a:noFill/>
            </a:rPr>
            <a:t> </a:t>
          </a:r>
        </a:p>
      </dgm:t>
    </dgm:pt>
    <dgm:pt modelId="{F5997BDD-6435-4A42-8D93-E9E10996E0BF}" type="parTrans" cxnId="{99DAACBE-8F31-43B6-B79D-102F7EDEDA45}">
      <dgm:prSet/>
      <dgm:spPr/>
      <dgm:t>
        <a:bodyPr/>
        <a:lstStyle/>
        <a:p>
          <a:endParaRPr kumimoji="1" lang="ja-JP" altLang="en-US"/>
        </a:p>
      </dgm:t>
    </dgm:pt>
    <dgm:pt modelId="{81FA0740-080C-41A0-ACE2-9633BA7F6F4C}" type="sibTrans" cxnId="{99DAACBE-8F31-43B6-B79D-102F7EDEDA45}">
      <dgm:prSet/>
      <dgm:spPr/>
      <dgm:t>
        <a:bodyPr/>
        <a:lstStyle/>
        <a:p>
          <a:endParaRPr kumimoji="1" lang="ja-JP" altLang="en-US"/>
        </a:p>
      </dgm:t>
    </dgm:pt>
    <dgm:pt modelId="{BA3A0810-4444-4726-B3A6-34E6E0F7AD08}">
      <dgm:prSet custT="1"/>
      <dgm:spPr/>
      <dgm:t>
        <a:bodyPr/>
        <a:lstStyle/>
        <a:p>
          <a:r>
            <a:rPr lang="ja-JP" altLang="en-US">
              <a:noFill/>
            </a:rPr>
            <a:t> </a:t>
          </a:r>
        </a:p>
      </dgm:t>
    </dgm:pt>
    <dgm:pt modelId="{D738C18B-0F49-47F3-B892-363F74FFDCCC}" type="parTrans" cxnId="{960BC806-C291-40E6-9C1F-97945DEF3A5C}">
      <dgm:prSet/>
      <dgm:spPr/>
      <dgm:t>
        <a:bodyPr/>
        <a:lstStyle/>
        <a:p>
          <a:endParaRPr kumimoji="1" lang="ja-JP" altLang="en-US"/>
        </a:p>
      </dgm:t>
    </dgm:pt>
    <dgm:pt modelId="{A113C715-F2C0-4911-AE19-235FB89F9FEE}" type="sibTrans" cxnId="{960BC806-C291-40E6-9C1F-97945DEF3A5C}">
      <dgm:prSet/>
      <dgm:spPr/>
      <dgm:t>
        <a:bodyPr/>
        <a:lstStyle/>
        <a:p>
          <a:endParaRPr kumimoji="1" lang="ja-JP" altLang="en-US"/>
        </a:p>
      </dgm:t>
    </dgm:pt>
    <dgm:pt modelId="{2DA98798-1DD2-4EC8-B48E-5C1C939B7E20}">
      <dgm:prSet custT="1"/>
      <dgm:spPr/>
      <dgm:t>
        <a:bodyPr/>
        <a:lstStyle/>
        <a:p>
          <a:r>
            <a:rPr lang="ja-JP" altLang="en-US">
              <a:noFill/>
            </a:rPr>
            <a:t> </a:t>
          </a:r>
        </a:p>
      </dgm:t>
    </dgm:pt>
    <dgm:pt modelId="{B378AA05-2FC1-49C3-8D02-658996D6632A}" type="parTrans" cxnId="{ECBEE64A-F3D5-45FB-AA82-1BAF7B5457C2}">
      <dgm:prSet/>
      <dgm:spPr/>
      <dgm:t>
        <a:bodyPr/>
        <a:lstStyle/>
        <a:p>
          <a:endParaRPr kumimoji="1" lang="ja-JP" altLang="en-US"/>
        </a:p>
      </dgm:t>
    </dgm:pt>
    <dgm:pt modelId="{2A15B064-5B83-4639-9BC0-04D8FC5ADEE6}" type="sibTrans" cxnId="{ECBEE64A-F3D5-45FB-AA82-1BAF7B5457C2}">
      <dgm:prSet/>
      <dgm:spPr/>
      <dgm:t>
        <a:bodyPr/>
        <a:lstStyle/>
        <a:p>
          <a:endParaRPr kumimoji="1" lang="ja-JP" altLang="en-US"/>
        </a:p>
      </dgm:t>
    </dgm:pt>
    <dgm:pt modelId="{FD431ED5-B99B-4C83-B489-619532CBD15A}">
      <dgm:prSet custT="1"/>
      <dgm:spPr/>
      <dgm:t>
        <a:bodyPr tIns="0" bIns="0"/>
        <a:lstStyle/>
        <a:p>
          <a:r>
            <a:rPr lang="en-US" altLang="ja-JP" sz="6000" b="1" dirty="0">
              <a:latin typeface="+mn-lt"/>
              <a:cs typeface="Latin Modern Math" panose="020B0604020202020204" pitchFamily="34" charset="0"/>
            </a:rPr>
            <a:t>Future Work</a:t>
          </a:r>
          <a:endParaRPr lang="ja-JP" sz="6000" b="1" dirty="0">
            <a:solidFill>
              <a:schemeClr val="tx1"/>
            </a:solidFill>
            <a:latin typeface="+mn-lt"/>
            <a:cs typeface="Latin Modern Math" panose="020B0604020202020204" pitchFamily="34" charset="0"/>
          </a:endParaRPr>
        </a:p>
      </dgm:t>
    </dgm:pt>
    <dgm:pt modelId="{BF5BD0CB-5A6A-4563-B0EA-D61353AD8EAF}" type="parTrans" cxnId="{9830DAAE-9CE9-4F3D-88E8-2B85C5CE8EC7}">
      <dgm:prSet/>
      <dgm:spPr/>
      <dgm:t>
        <a:bodyPr/>
        <a:lstStyle/>
        <a:p>
          <a:endParaRPr kumimoji="1" lang="ja-JP" altLang="en-US"/>
        </a:p>
      </dgm:t>
    </dgm:pt>
    <dgm:pt modelId="{FAE4D5D0-6D0D-4A58-812C-C340DD3C0983}" type="sibTrans" cxnId="{9830DAAE-9CE9-4F3D-88E8-2B85C5CE8EC7}">
      <dgm:prSet/>
      <dgm:spPr/>
      <dgm:t>
        <a:bodyPr/>
        <a:lstStyle/>
        <a:p>
          <a:endParaRPr kumimoji="1" lang="ja-JP" altLang="en-US"/>
        </a:p>
      </dgm:t>
    </dgm:pt>
    <dgm:pt modelId="{AC169924-AF68-4EB4-BCC0-5566AF184DAC}">
      <dgm:prSet custT="1"/>
      <dgm:spPr/>
      <dgm:t>
        <a:bodyPr/>
        <a:lstStyle/>
        <a:p>
          <a:r>
            <a:rPr lang="ja-JP" altLang="en-US">
              <a:noFill/>
            </a:rPr>
            <a:t> </a:t>
          </a:r>
        </a:p>
      </dgm:t>
    </dgm:pt>
    <dgm:pt modelId="{6A915970-7971-4E3C-8B11-6EB69CF49D4A}" type="parTrans" cxnId="{FE7055BE-B04E-41B2-9660-F31624831FA2}">
      <dgm:prSet/>
      <dgm:spPr/>
      <dgm:t>
        <a:bodyPr/>
        <a:lstStyle/>
        <a:p>
          <a:endParaRPr kumimoji="1" lang="ja-JP" altLang="en-US"/>
        </a:p>
      </dgm:t>
    </dgm:pt>
    <dgm:pt modelId="{3C5EAE53-72B0-4910-8DD5-1030B96EED88}" type="sibTrans" cxnId="{FE7055BE-B04E-41B2-9660-F31624831FA2}">
      <dgm:prSet/>
      <dgm:spPr/>
      <dgm:t>
        <a:bodyPr/>
        <a:lstStyle/>
        <a:p>
          <a:endParaRPr kumimoji="1" lang="ja-JP" altLang="en-US"/>
        </a:p>
      </dgm:t>
    </dgm:pt>
    <dgm:pt modelId="{ED551282-8094-405E-9941-66BC7607CB89}">
      <dgm:prSet custT="1"/>
      <dgm:spPr/>
      <dgm:t>
        <a:bodyPr/>
        <a:lstStyle/>
        <a:p>
          <a:r>
            <a:rPr lang="ja-JP" altLang="en-US">
              <a:noFill/>
            </a:rPr>
            <a:t> </a:t>
          </a:r>
        </a:p>
      </dgm:t>
    </dgm:pt>
    <dgm:pt modelId="{A11319C0-568B-4B17-AD70-6F0A5789F44F}" type="parTrans" cxnId="{20C737F8-4B50-48EB-A35D-FECE2D83A2C8}">
      <dgm:prSet/>
      <dgm:spPr/>
      <dgm:t>
        <a:bodyPr/>
        <a:lstStyle/>
        <a:p>
          <a:endParaRPr kumimoji="1" lang="ja-JP" altLang="en-US"/>
        </a:p>
      </dgm:t>
    </dgm:pt>
    <dgm:pt modelId="{0AB7F726-B135-49C4-B905-D415D27014AC}" type="sibTrans" cxnId="{20C737F8-4B50-48EB-A35D-FECE2D83A2C8}">
      <dgm:prSet/>
      <dgm:spPr/>
      <dgm:t>
        <a:bodyPr/>
        <a:lstStyle/>
        <a:p>
          <a:endParaRPr kumimoji="1" lang="ja-JP" altLang="en-US"/>
        </a:p>
      </dgm:t>
    </dgm:pt>
    <dgm:pt modelId="{2D2CDD4F-F83F-43EE-9694-8B6570A39FAE}">
      <dgm:prSet custT="1"/>
      <dgm:spPr/>
      <dgm:t>
        <a:bodyPr/>
        <a:lstStyle/>
        <a:p>
          <a:r>
            <a:rPr lang="ja-JP" altLang="en-US">
              <a:noFill/>
            </a:rPr>
            <a:t> </a:t>
          </a:r>
        </a:p>
      </dgm:t>
    </dgm:pt>
    <dgm:pt modelId="{E67ADAF1-8C37-456E-BE6C-F8B46C936479}" type="parTrans" cxnId="{380683CA-6D6F-4D20-93FE-47616DCBB368}">
      <dgm:prSet/>
      <dgm:spPr/>
      <dgm:t>
        <a:bodyPr/>
        <a:lstStyle/>
        <a:p>
          <a:endParaRPr kumimoji="1" lang="ja-JP" altLang="en-US"/>
        </a:p>
      </dgm:t>
    </dgm:pt>
    <dgm:pt modelId="{C68B446C-E7E7-4D6A-90BE-68DEB91EBC0C}" type="sibTrans" cxnId="{380683CA-6D6F-4D20-93FE-47616DCBB368}">
      <dgm:prSet/>
      <dgm:spPr/>
      <dgm:t>
        <a:bodyPr/>
        <a:lstStyle/>
        <a:p>
          <a:endParaRPr kumimoji="1" lang="ja-JP" altLang="en-US"/>
        </a:p>
      </dgm:t>
    </dgm:pt>
    <dgm:pt modelId="{7B66F10F-E064-4FA5-8A99-8D3D7B207ECE}">
      <dgm:prSet custT="1"/>
      <dgm:spPr/>
      <dgm:t>
        <a:bodyPr/>
        <a:lstStyle/>
        <a:p>
          <a:r>
            <a:rPr lang="ja-JP" altLang="en-US">
              <a:noFill/>
            </a:rPr>
            <a:t> </a:t>
          </a:r>
        </a:p>
      </dgm:t>
    </dgm:pt>
    <dgm:pt modelId="{4E4A965F-4B06-40B1-AB54-3DCF6F209E92}" type="parTrans" cxnId="{94F73AEC-FE31-412D-AC4C-F5B3E18E82E5}">
      <dgm:prSet/>
      <dgm:spPr/>
      <dgm:t>
        <a:bodyPr/>
        <a:lstStyle/>
        <a:p>
          <a:endParaRPr kumimoji="1" lang="ja-JP" altLang="en-US"/>
        </a:p>
      </dgm:t>
    </dgm:pt>
    <dgm:pt modelId="{3EC61EFF-B940-4942-B2EB-C5786D92D2EF}" type="sibTrans" cxnId="{94F73AEC-FE31-412D-AC4C-F5B3E18E82E5}">
      <dgm:prSet/>
      <dgm:spPr/>
      <dgm:t>
        <a:bodyPr/>
        <a:lstStyle/>
        <a:p>
          <a:endParaRPr kumimoji="1" lang="ja-JP" altLang="en-US"/>
        </a:p>
      </dgm:t>
    </dgm:pt>
    <dgm:pt modelId="{C0FB7492-F5D6-4644-AD22-34F72006580B}">
      <dgm:prSet custT="1"/>
      <dgm:spPr/>
      <dgm:t>
        <a:bodyPr/>
        <a:lstStyle/>
        <a:p>
          <a:r>
            <a:rPr lang="ja-JP" altLang="en-US">
              <a:noFill/>
            </a:rPr>
            <a:t> </a:t>
          </a:r>
        </a:p>
      </dgm:t>
    </dgm:pt>
    <dgm:pt modelId="{A6E1B8E6-8C0C-44FD-8F87-B1076E0779C0}" type="parTrans" cxnId="{D1950057-AF9C-4E2C-AC5A-CD76A32775E8}">
      <dgm:prSet/>
      <dgm:spPr/>
      <dgm:t>
        <a:bodyPr/>
        <a:lstStyle/>
        <a:p>
          <a:endParaRPr kumimoji="1" lang="ja-JP" altLang="en-US"/>
        </a:p>
      </dgm:t>
    </dgm:pt>
    <dgm:pt modelId="{303DD02A-C722-46E6-A657-1D29536CE57D}" type="sibTrans" cxnId="{D1950057-AF9C-4E2C-AC5A-CD76A32775E8}">
      <dgm:prSet/>
      <dgm:spPr/>
      <dgm:t>
        <a:bodyPr/>
        <a:lstStyle/>
        <a:p>
          <a:endParaRPr kumimoji="1" lang="ja-JP" altLang="en-US"/>
        </a:p>
      </dgm:t>
    </dgm:pt>
    <dgm:pt modelId="{DD38F857-2EC9-4B95-9B92-904BF18FB1AB}">
      <dgm:prSet custT="1"/>
      <dgm:spPr/>
      <dgm:t>
        <a:bodyPr/>
        <a:lstStyle/>
        <a:p>
          <a:r>
            <a:rPr lang="ja-JP" altLang="en-US">
              <a:noFill/>
            </a:rPr>
            <a:t> </a:t>
          </a:r>
        </a:p>
      </dgm:t>
    </dgm:pt>
    <dgm:pt modelId="{6146FAFD-182C-4EDC-8B89-1378ECABA72D}" type="parTrans" cxnId="{9910EC03-4443-4925-AFE7-4D61FB13DF1A}">
      <dgm:prSet/>
      <dgm:spPr/>
      <dgm:t>
        <a:bodyPr/>
        <a:lstStyle/>
        <a:p>
          <a:endParaRPr kumimoji="1" lang="ja-JP" altLang="en-US"/>
        </a:p>
      </dgm:t>
    </dgm:pt>
    <dgm:pt modelId="{4A6CEFEB-FB4A-4B65-96FA-F0E9F114B5AF}" type="sibTrans" cxnId="{9910EC03-4443-4925-AFE7-4D61FB13DF1A}">
      <dgm:prSet/>
      <dgm:spPr/>
      <dgm:t>
        <a:bodyPr/>
        <a:lstStyle/>
        <a:p>
          <a:endParaRPr kumimoji="1" lang="ja-JP" altLang="en-US"/>
        </a:p>
      </dgm:t>
    </dgm:pt>
    <dgm:pt modelId="{DA0A84D7-5424-4A1A-A713-A4F081B729BA}">
      <dgm:prSet custT="1"/>
      <dgm:spPr/>
      <dgm:t>
        <a:bodyPr/>
        <a:lstStyle/>
        <a:p>
          <a:pPr marL="542925" lvl="1" indent="-542925" algn="l" defTabSz="1778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rgbClr val="E1241B"/>
            </a:buClr>
            <a:buFont typeface="ADLaM Display" panose="02010000000000000000" pitchFamily="2" charset="0"/>
            <a:buNone/>
          </a:pPr>
          <a:endParaRPr lang="ja-JP" sz="4000" b="1" kern="1200" dirty="0">
            <a:solidFill>
              <a:srgbClr val="212121"/>
            </a:solidFill>
            <a:latin typeface="Arial"/>
            <a:ea typeface="游ゴシック"/>
            <a:cs typeface="Latin Modern Math" panose="020B0604020202020204" pitchFamily="34" charset="0"/>
          </a:endParaRPr>
        </a:p>
      </dgm:t>
    </dgm:pt>
    <dgm:pt modelId="{B8CFE6C2-7CA2-4B23-AC29-803D30CCD7A6}" type="parTrans" cxnId="{33D4663F-F486-4F09-B709-F28E31FBC2E5}">
      <dgm:prSet/>
      <dgm:spPr/>
      <dgm:t>
        <a:bodyPr/>
        <a:lstStyle/>
        <a:p>
          <a:endParaRPr kumimoji="1" lang="ja-JP" altLang="en-US"/>
        </a:p>
      </dgm:t>
    </dgm:pt>
    <dgm:pt modelId="{FEEF0144-2AF8-4777-B007-715B6D3B05E2}" type="sibTrans" cxnId="{33D4663F-F486-4F09-B709-F28E31FBC2E5}">
      <dgm:prSet/>
      <dgm:spPr/>
      <dgm:t>
        <a:bodyPr/>
        <a:lstStyle/>
        <a:p>
          <a:endParaRPr kumimoji="1" lang="ja-JP" altLang="en-US"/>
        </a:p>
      </dgm:t>
    </dgm:pt>
    <dgm:pt modelId="{DED4DA8E-D8F0-44A2-B59E-E56F28679BB4}">
      <dgm:prSet custT="1"/>
      <dgm:spPr/>
      <dgm:t>
        <a:bodyPr/>
        <a:lstStyle/>
        <a:p>
          <a:pPr marL="542925" lvl="1" indent="-542925" algn="l" defTabSz="1778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rgbClr val="E1241B"/>
            </a:buClr>
            <a:buFont typeface="ADLaM Display" panose="02010000000000000000" pitchFamily="2" charset="0"/>
            <a:buNone/>
          </a:pPr>
          <a:endParaRPr lang="ja-JP" sz="4000" b="1" kern="1200" dirty="0">
            <a:solidFill>
              <a:srgbClr val="212121"/>
            </a:solidFill>
            <a:latin typeface="Arial"/>
            <a:ea typeface="游ゴシック"/>
            <a:cs typeface="Latin Modern Math" panose="020B0604020202020204" pitchFamily="34" charset="0"/>
          </a:endParaRPr>
        </a:p>
      </dgm:t>
    </dgm:pt>
    <dgm:pt modelId="{75CD0D45-CB19-48F9-AC8C-D26CF131190A}" type="parTrans" cxnId="{4E5207AD-76AD-4C2D-AE4D-F261C92E0F3D}">
      <dgm:prSet/>
      <dgm:spPr/>
      <dgm:t>
        <a:bodyPr/>
        <a:lstStyle/>
        <a:p>
          <a:endParaRPr kumimoji="1" lang="ja-JP" altLang="en-US"/>
        </a:p>
      </dgm:t>
    </dgm:pt>
    <dgm:pt modelId="{C0279D43-9496-4A16-BE8C-57908B03AF6E}" type="sibTrans" cxnId="{4E5207AD-76AD-4C2D-AE4D-F261C92E0F3D}">
      <dgm:prSet/>
      <dgm:spPr/>
      <dgm:t>
        <a:bodyPr/>
        <a:lstStyle/>
        <a:p>
          <a:endParaRPr kumimoji="1" lang="ja-JP" altLang="en-US"/>
        </a:p>
      </dgm:t>
    </dgm:pt>
    <dgm:pt modelId="{02598230-CA00-4361-AF70-83371EE132D1}">
      <dgm:prSet custT="1"/>
      <dgm:spPr/>
      <dgm:t>
        <a:bodyPr/>
        <a:lstStyle/>
        <a:p>
          <a:pPr marL="542925" lvl="1" indent="-542925" algn="l" defTabSz="1778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rgbClr val="E1241B"/>
            </a:buClr>
            <a:buFont typeface="ADLaM Display" panose="02010000000000000000" pitchFamily="2" charset="0"/>
            <a:buNone/>
          </a:pPr>
          <a:endParaRPr lang="ja-JP" sz="4000" b="1" kern="1200" dirty="0">
            <a:solidFill>
              <a:srgbClr val="212121"/>
            </a:solidFill>
            <a:latin typeface="Arial"/>
            <a:ea typeface="游ゴシック"/>
            <a:cs typeface="Latin Modern Math" panose="020B0604020202020204" pitchFamily="34" charset="0"/>
          </a:endParaRPr>
        </a:p>
      </dgm:t>
    </dgm:pt>
    <dgm:pt modelId="{5CDCDA1C-3EAC-4F5B-9419-4FD28ABFDBEE}" type="parTrans" cxnId="{5EB4EF2B-82A5-4CD0-BDAA-289CDE16BA90}">
      <dgm:prSet/>
      <dgm:spPr/>
      <dgm:t>
        <a:bodyPr/>
        <a:lstStyle/>
        <a:p>
          <a:endParaRPr kumimoji="1" lang="ja-JP" altLang="en-US"/>
        </a:p>
      </dgm:t>
    </dgm:pt>
    <dgm:pt modelId="{AEBE7CC0-0FB1-4C36-9F50-C6CE27549C97}" type="sibTrans" cxnId="{5EB4EF2B-82A5-4CD0-BDAA-289CDE16BA90}">
      <dgm:prSet/>
      <dgm:spPr/>
      <dgm:t>
        <a:bodyPr/>
        <a:lstStyle/>
        <a:p>
          <a:endParaRPr kumimoji="1" lang="ja-JP" altLang="en-US"/>
        </a:p>
      </dgm:t>
    </dgm:pt>
    <dgm:pt modelId="{444433C5-6FE3-456C-8C51-2AC38D4A8DF4}">
      <dgm:prSet custT="1"/>
      <dgm:spPr/>
      <dgm:t>
        <a:bodyPr/>
        <a:lstStyle/>
        <a:p>
          <a:pPr marL="542925" lvl="1" indent="-542925" algn="l" defTabSz="1778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rgbClr val="E1241B"/>
            </a:buClr>
            <a:buFont typeface="ADLaM Display" panose="02010000000000000000" pitchFamily="2" charset="0"/>
            <a:buNone/>
          </a:pPr>
          <a:endParaRPr lang="ja-JP" sz="4000" b="1" kern="1200" dirty="0">
            <a:solidFill>
              <a:srgbClr val="212121"/>
            </a:solidFill>
            <a:latin typeface="Arial"/>
            <a:ea typeface="游ゴシック"/>
            <a:cs typeface="Latin Modern Math" panose="020B0604020202020204" pitchFamily="34" charset="0"/>
          </a:endParaRPr>
        </a:p>
      </dgm:t>
    </dgm:pt>
    <dgm:pt modelId="{A2C43294-CFB3-41DD-BBC9-523D3D4E4A51}" type="parTrans" cxnId="{16FFA2C4-0354-469B-8855-0FD981DFD990}">
      <dgm:prSet/>
      <dgm:spPr/>
      <dgm:t>
        <a:bodyPr/>
        <a:lstStyle/>
        <a:p>
          <a:endParaRPr kumimoji="1" lang="ja-JP" altLang="en-US"/>
        </a:p>
      </dgm:t>
    </dgm:pt>
    <dgm:pt modelId="{1D6B065F-31C9-4DF1-B3D3-09047076D4B8}" type="sibTrans" cxnId="{16FFA2C4-0354-469B-8855-0FD981DFD990}">
      <dgm:prSet/>
      <dgm:spPr/>
      <dgm:t>
        <a:bodyPr/>
        <a:lstStyle/>
        <a:p>
          <a:endParaRPr kumimoji="1" lang="ja-JP" altLang="en-US"/>
        </a:p>
      </dgm:t>
    </dgm:pt>
    <dgm:pt modelId="{A0CE0C50-C849-4321-9D22-74D8A77AEFB2}">
      <dgm:prSet custT="1"/>
      <dgm:spPr/>
      <dgm:t>
        <a:bodyPr/>
        <a:lstStyle/>
        <a:p>
          <a:pPr marL="542925" lvl="1" indent="-542925" algn="l" defTabSz="1778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rgbClr val="E1241B"/>
            </a:buClr>
            <a:buFont typeface="ADLaM Display" panose="02010000000000000000" pitchFamily="2" charset="0"/>
            <a:buNone/>
          </a:pPr>
          <a:endParaRPr lang="ja-JP" sz="4000" b="1" kern="1200" dirty="0">
            <a:solidFill>
              <a:srgbClr val="212121"/>
            </a:solidFill>
            <a:latin typeface="Arial"/>
            <a:ea typeface="游ゴシック"/>
            <a:cs typeface="Latin Modern Math" panose="020B0604020202020204" pitchFamily="34" charset="0"/>
          </a:endParaRPr>
        </a:p>
      </dgm:t>
    </dgm:pt>
    <dgm:pt modelId="{B6155DBE-0E16-43F6-83D0-0B481BD5BA82}" type="parTrans" cxnId="{02B97E9F-3B84-4F41-BCB3-18A1F74BC286}">
      <dgm:prSet/>
      <dgm:spPr/>
      <dgm:t>
        <a:bodyPr/>
        <a:lstStyle/>
        <a:p>
          <a:endParaRPr kumimoji="1" lang="ja-JP" altLang="en-US"/>
        </a:p>
      </dgm:t>
    </dgm:pt>
    <dgm:pt modelId="{E5AAAB96-0816-415D-B0F8-C6F422279DAF}" type="sibTrans" cxnId="{02B97E9F-3B84-4F41-BCB3-18A1F74BC286}">
      <dgm:prSet/>
      <dgm:spPr/>
      <dgm:t>
        <a:bodyPr/>
        <a:lstStyle/>
        <a:p>
          <a:endParaRPr kumimoji="1" lang="ja-JP" altLang="en-US"/>
        </a:p>
      </dgm:t>
    </dgm:pt>
    <dgm:pt modelId="{808AC06E-D0C2-422B-9AA3-309555A09DCF}">
      <dgm:prSet custT="1"/>
      <dgm:spPr/>
      <dgm:t>
        <a:bodyPr/>
        <a:lstStyle/>
        <a:p>
          <a:pPr marL="542925" lvl="1" indent="-542925" algn="l" defTabSz="1778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rgbClr val="E1241B"/>
            </a:buClr>
            <a:buFont typeface="ADLaM Display" panose="02010000000000000000" pitchFamily="2" charset="0"/>
            <a:buNone/>
          </a:pPr>
          <a:endParaRPr lang="ja-JP" sz="4000" b="1" kern="1200" dirty="0">
            <a:solidFill>
              <a:srgbClr val="212121"/>
            </a:solidFill>
            <a:latin typeface="Arial"/>
            <a:ea typeface="游ゴシック"/>
            <a:cs typeface="Latin Modern Math" panose="020B0604020202020204" pitchFamily="34" charset="0"/>
          </a:endParaRPr>
        </a:p>
      </dgm:t>
    </dgm:pt>
    <dgm:pt modelId="{D5273F71-13F1-48DB-9F19-9E8F2CB9413E}" type="parTrans" cxnId="{7E5A00BD-1576-4F48-894B-B6F56F631464}">
      <dgm:prSet/>
      <dgm:spPr/>
      <dgm:t>
        <a:bodyPr/>
        <a:lstStyle/>
        <a:p>
          <a:endParaRPr kumimoji="1" lang="ja-JP" altLang="en-US"/>
        </a:p>
      </dgm:t>
    </dgm:pt>
    <dgm:pt modelId="{4C158BC6-FA10-42FB-A40D-7A11B255F324}" type="sibTrans" cxnId="{7E5A00BD-1576-4F48-894B-B6F56F631464}">
      <dgm:prSet/>
      <dgm:spPr/>
      <dgm:t>
        <a:bodyPr/>
        <a:lstStyle/>
        <a:p>
          <a:endParaRPr kumimoji="1" lang="ja-JP" altLang="en-US"/>
        </a:p>
      </dgm:t>
    </dgm:pt>
    <dgm:pt modelId="{A173F8FE-BF7A-4934-9FD5-1FEAFC9C3492}">
      <dgm:prSet custT="1"/>
      <dgm:spPr/>
      <dgm:t>
        <a:bodyPr/>
        <a:lstStyle/>
        <a:p>
          <a:pPr marL="542925" lvl="1" indent="-542925" algn="l" defTabSz="1778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rgbClr val="E1241B"/>
            </a:buClr>
            <a:buFont typeface="ADLaM Display" panose="02010000000000000000" pitchFamily="2" charset="0"/>
            <a:buNone/>
          </a:pPr>
          <a:endParaRPr lang="ja-JP" sz="4000" b="1" kern="1200" dirty="0">
            <a:solidFill>
              <a:srgbClr val="212121"/>
            </a:solidFill>
            <a:latin typeface="Arial"/>
            <a:ea typeface="游ゴシック"/>
            <a:cs typeface="Latin Modern Math" panose="020B0604020202020204" pitchFamily="34" charset="0"/>
          </a:endParaRPr>
        </a:p>
      </dgm:t>
    </dgm:pt>
    <dgm:pt modelId="{FCDAC6B6-E3BC-4E55-B2CF-75242AECD2C1}" type="parTrans" cxnId="{E5700758-181B-4601-94B4-A44E5861B47E}">
      <dgm:prSet/>
      <dgm:spPr/>
      <dgm:t>
        <a:bodyPr/>
        <a:lstStyle/>
        <a:p>
          <a:endParaRPr kumimoji="1" lang="ja-JP" altLang="en-US"/>
        </a:p>
      </dgm:t>
    </dgm:pt>
    <dgm:pt modelId="{D9035317-528E-4C40-B1F0-2A51CCDB1EDD}" type="sibTrans" cxnId="{E5700758-181B-4601-94B4-A44E5861B47E}">
      <dgm:prSet/>
      <dgm:spPr/>
      <dgm:t>
        <a:bodyPr/>
        <a:lstStyle/>
        <a:p>
          <a:endParaRPr kumimoji="1" lang="ja-JP" altLang="en-US"/>
        </a:p>
      </dgm:t>
    </dgm:pt>
    <dgm:pt modelId="{9CBB9C7A-8075-4C6F-9E93-3D8AE68FFF0B}">
      <dgm:prSet custT="1"/>
      <dgm:spPr/>
      <dgm:t>
        <a:bodyPr/>
        <a:lstStyle/>
        <a:p>
          <a:r>
            <a:rPr lang="ja-JP" altLang="en-US">
              <a:noFill/>
            </a:rPr>
            <a:t> </a:t>
          </a:r>
        </a:p>
      </dgm:t>
    </dgm:pt>
    <dgm:pt modelId="{09DEEFCE-6493-45CE-B4EB-DDAFF2E275E2}" type="parTrans" cxnId="{A67CA821-C3D6-4F8D-9F5B-5B5DB4FC3622}">
      <dgm:prSet/>
      <dgm:spPr/>
      <dgm:t>
        <a:bodyPr/>
        <a:lstStyle/>
        <a:p>
          <a:endParaRPr kumimoji="1" lang="ja-JP" altLang="en-US"/>
        </a:p>
      </dgm:t>
    </dgm:pt>
    <dgm:pt modelId="{F29C1CDF-2EFC-433F-A208-111E783F0E77}" type="sibTrans" cxnId="{A67CA821-C3D6-4F8D-9F5B-5B5DB4FC3622}">
      <dgm:prSet/>
      <dgm:spPr/>
      <dgm:t>
        <a:bodyPr/>
        <a:lstStyle/>
        <a:p>
          <a:endParaRPr kumimoji="1" lang="ja-JP" altLang="en-US"/>
        </a:p>
      </dgm:t>
    </dgm:pt>
    <dgm:pt modelId="{2EFA3FE5-FFF4-4BF0-A04C-EB27AE3D14E3}">
      <dgm:prSet custT="1"/>
      <dgm:spPr/>
      <dgm:t>
        <a:bodyPr/>
        <a:lstStyle/>
        <a:p>
          <a:r>
            <a:rPr lang="ja-JP" altLang="en-US">
              <a:noFill/>
            </a:rPr>
            <a:t> </a:t>
          </a:r>
        </a:p>
      </dgm:t>
    </dgm:pt>
    <dgm:pt modelId="{E22485E0-5258-48A5-B51D-14E31DC4135B}" type="parTrans" cxnId="{13345B44-D1E4-46A3-9BAD-6776B8142DB2}">
      <dgm:prSet/>
      <dgm:spPr/>
      <dgm:t>
        <a:bodyPr/>
        <a:lstStyle/>
        <a:p>
          <a:endParaRPr kumimoji="1" lang="ja-JP" altLang="en-US"/>
        </a:p>
      </dgm:t>
    </dgm:pt>
    <dgm:pt modelId="{DBAF8AD3-FE9C-488E-9AF7-7DE9B929FB3B}" type="sibTrans" cxnId="{13345B44-D1E4-46A3-9BAD-6776B8142DB2}">
      <dgm:prSet/>
      <dgm:spPr/>
      <dgm:t>
        <a:bodyPr/>
        <a:lstStyle/>
        <a:p>
          <a:endParaRPr kumimoji="1" lang="ja-JP" altLang="en-US"/>
        </a:p>
      </dgm:t>
    </dgm:pt>
    <dgm:pt modelId="{C5905498-226C-4302-B0E3-64D0ED3CF1D4}">
      <dgm:prSet custT="1"/>
      <dgm:spPr/>
      <dgm:t>
        <a:bodyPr/>
        <a:lstStyle/>
        <a:p>
          <a:r>
            <a:rPr lang="ja-JP" altLang="en-US">
              <a:noFill/>
            </a:rPr>
            <a:t> </a:t>
          </a:r>
        </a:p>
      </dgm:t>
    </dgm:pt>
    <dgm:pt modelId="{77FD5D60-E120-4A44-9985-A0616A232F94}" type="parTrans" cxnId="{836E72CB-D5D1-48AA-8E0B-C14ACF0937A6}">
      <dgm:prSet/>
      <dgm:spPr/>
      <dgm:t>
        <a:bodyPr/>
        <a:lstStyle/>
        <a:p>
          <a:endParaRPr kumimoji="1" lang="ja-JP" altLang="en-US"/>
        </a:p>
      </dgm:t>
    </dgm:pt>
    <dgm:pt modelId="{A70399B5-EA72-447A-A0EE-4E62497B5D1B}" type="sibTrans" cxnId="{836E72CB-D5D1-48AA-8E0B-C14ACF0937A6}">
      <dgm:prSet/>
      <dgm:spPr/>
      <dgm:t>
        <a:bodyPr/>
        <a:lstStyle/>
        <a:p>
          <a:endParaRPr kumimoji="1" lang="ja-JP" altLang="en-US"/>
        </a:p>
      </dgm:t>
    </dgm:pt>
    <dgm:pt modelId="{857163B9-6DD9-47B9-AD24-9F1BF12D7E70}">
      <dgm:prSet custT="1"/>
      <dgm:spPr/>
      <dgm:t>
        <a:bodyPr/>
        <a:lstStyle/>
        <a:p>
          <a:r>
            <a:rPr lang="ja-JP" altLang="en-US">
              <a:noFill/>
            </a:rPr>
            <a:t> </a:t>
          </a:r>
        </a:p>
      </dgm:t>
    </dgm:pt>
    <dgm:pt modelId="{EBCDC83E-6248-437D-BC40-EE3245B94B5F}" type="parTrans" cxnId="{F935B152-A1AF-4CCC-AB2A-E4B1F492132E}">
      <dgm:prSet/>
      <dgm:spPr/>
      <dgm:t>
        <a:bodyPr/>
        <a:lstStyle/>
        <a:p>
          <a:endParaRPr kumimoji="1" lang="ja-JP" altLang="en-US"/>
        </a:p>
      </dgm:t>
    </dgm:pt>
    <dgm:pt modelId="{7058D03D-4BC0-487A-8F44-0CB218A00BC7}" type="sibTrans" cxnId="{F935B152-A1AF-4CCC-AB2A-E4B1F492132E}">
      <dgm:prSet/>
      <dgm:spPr/>
      <dgm:t>
        <a:bodyPr/>
        <a:lstStyle/>
        <a:p>
          <a:endParaRPr kumimoji="1" lang="ja-JP" altLang="en-US"/>
        </a:p>
      </dgm:t>
    </dgm:pt>
    <dgm:pt modelId="{33EB21C0-DE1E-4180-8EA4-43A756EE21D3}">
      <dgm:prSet custT="1"/>
      <dgm:spPr/>
      <dgm:t>
        <a:bodyPr/>
        <a:lstStyle/>
        <a:p>
          <a:pPr marL="542925" lvl="1" indent="-542925" algn="l" defTabSz="1778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rgbClr val="E1241B"/>
            </a:buClr>
            <a:buFont typeface="ADLaM Display" panose="02010000000000000000" pitchFamily="2" charset="0"/>
            <a:buNone/>
          </a:pPr>
          <a:endParaRPr lang="ja-JP" sz="4000" b="1" kern="1200" dirty="0">
            <a:solidFill>
              <a:srgbClr val="212121"/>
            </a:solidFill>
            <a:latin typeface="Arial"/>
            <a:ea typeface="游ゴシック"/>
            <a:cs typeface="Latin Modern Math" panose="020B0604020202020204" pitchFamily="34" charset="0"/>
          </a:endParaRPr>
        </a:p>
      </dgm:t>
    </dgm:pt>
    <dgm:pt modelId="{ED31F9D2-AFF2-4174-96C3-C499C35F174B}" type="parTrans" cxnId="{89127F9D-F9A4-4317-8C49-45DFBE0028F1}">
      <dgm:prSet/>
      <dgm:spPr/>
      <dgm:t>
        <a:bodyPr/>
        <a:lstStyle/>
        <a:p>
          <a:endParaRPr kumimoji="1" lang="ja-JP" altLang="en-US"/>
        </a:p>
      </dgm:t>
    </dgm:pt>
    <dgm:pt modelId="{11A46BCA-5DB4-4E16-9068-284C2B778319}" type="sibTrans" cxnId="{89127F9D-F9A4-4317-8C49-45DFBE0028F1}">
      <dgm:prSet/>
      <dgm:spPr/>
      <dgm:t>
        <a:bodyPr/>
        <a:lstStyle/>
        <a:p>
          <a:endParaRPr kumimoji="1" lang="ja-JP" altLang="en-US"/>
        </a:p>
      </dgm:t>
    </dgm:pt>
    <dgm:pt modelId="{4D819A17-49D9-4BD1-A604-45DBFBA1E3B5}">
      <dgm:prSet custT="1"/>
      <dgm:spPr/>
      <dgm:t>
        <a:bodyPr/>
        <a:lstStyle/>
        <a:p>
          <a:pPr>
            <a:buClr>
              <a:schemeClr val="accent1"/>
            </a:buClr>
            <a:buFont typeface="ADLaM Display" panose="02010000000000000000" pitchFamily="2" charset="0"/>
            <a:buNone/>
          </a:pPr>
          <a:endParaRPr lang="ja-JP" sz="3600" b="1" dirty="0">
            <a:solidFill>
              <a:schemeClr val="tx1"/>
            </a:solidFill>
            <a:latin typeface="+mn-lt"/>
            <a:cs typeface="Latin Modern Math" panose="020B0604020202020204" pitchFamily="34" charset="0"/>
          </a:endParaRPr>
        </a:p>
      </dgm:t>
    </dgm:pt>
    <dgm:pt modelId="{E383F83B-96FF-4A46-875C-BF1DBF903AD5}" type="parTrans" cxnId="{BDF17776-3E1F-40D2-B4B7-6E0797E772B3}">
      <dgm:prSet/>
      <dgm:spPr/>
      <dgm:t>
        <a:bodyPr/>
        <a:lstStyle/>
        <a:p>
          <a:endParaRPr kumimoji="1" lang="ja-JP" altLang="en-US"/>
        </a:p>
      </dgm:t>
    </dgm:pt>
    <dgm:pt modelId="{9F884777-77BF-4D24-A832-31180BD70DDD}" type="sibTrans" cxnId="{BDF17776-3E1F-40D2-B4B7-6E0797E772B3}">
      <dgm:prSet/>
      <dgm:spPr/>
      <dgm:t>
        <a:bodyPr/>
        <a:lstStyle/>
        <a:p>
          <a:endParaRPr kumimoji="1" lang="ja-JP" altLang="en-US"/>
        </a:p>
      </dgm:t>
    </dgm:pt>
    <dgm:pt modelId="{08842816-3BF2-4DFF-A523-7BEB95941089}">
      <dgm:prSet custT="1"/>
      <dgm:spPr/>
      <dgm:t>
        <a:bodyPr/>
        <a:lstStyle/>
        <a:p>
          <a:r>
            <a:rPr lang="ja-JP" altLang="en-US">
              <a:noFill/>
            </a:rPr>
            <a:t> </a:t>
          </a:r>
        </a:p>
      </dgm:t>
    </dgm:pt>
    <dgm:pt modelId="{F7594F27-33D8-4B53-8741-56E031A34D2D}" type="parTrans" cxnId="{6FA689F5-D14B-4C8D-8EF8-94E0B72526BA}">
      <dgm:prSet/>
      <dgm:spPr/>
      <dgm:t>
        <a:bodyPr/>
        <a:lstStyle/>
        <a:p>
          <a:endParaRPr kumimoji="1" lang="ja-JP" altLang="en-US"/>
        </a:p>
      </dgm:t>
    </dgm:pt>
    <dgm:pt modelId="{B0D472B5-725C-4FF8-8AC9-315AE3EBF6EB}" type="sibTrans" cxnId="{6FA689F5-D14B-4C8D-8EF8-94E0B72526BA}">
      <dgm:prSet/>
      <dgm:spPr/>
      <dgm:t>
        <a:bodyPr/>
        <a:lstStyle/>
        <a:p>
          <a:endParaRPr kumimoji="1" lang="ja-JP" altLang="en-US"/>
        </a:p>
      </dgm:t>
    </dgm:pt>
    <dgm:pt modelId="{0E58D3F1-750B-44F0-9E16-F5DD2147D0D2}" type="pres">
      <dgm:prSet presAssocID="{C646E206-482D-4FDF-B076-EB151CD26D34}" presName="linear" presStyleCnt="0">
        <dgm:presLayoutVars>
          <dgm:animLvl val="lvl"/>
          <dgm:resizeHandles val="exact"/>
        </dgm:presLayoutVars>
      </dgm:prSet>
      <dgm:spPr/>
    </dgm:pt>
    <dgm:pt modelId="{4083A4A3-492F-4790-9516-2AD3660D86A2}" type="pres">
      <dgm:prSet presAssocID="{7D4D7C58-D04A-431B-953A-47DF1AAE419F}" presName="parentText" presStyleLbl="node1" presStyleIdx="0" presStyleCnt="4" custScaleY="88757">
        <dgm:presLayoutVars>
          <dgm:chMax val="0"/>
          <dgm:bulletEnabled val="1"/>
        </dgm:presLayoutVars>
      </dgm:prSet>
      <dgm:spPr/>
    </dgm:pt>
    <dgm:pt modelId="{276A5535-ED2B-43E9-B124-4C52B36A3903}" type="pres">
      <dgm:prSet presAssocID="{7D4D7C58-D04A-431B-953A-47DF1AAE419F}" presName="childText" presStyleLbl="revTx" presStyleIdx="0" presStyleCnt="4">
        <dgm:presLayoutVars>
          <dgm:bulletEnabled val="1"/>
        </dgm:presLayoutVars>
      </dgm:prSet>
      <dgm:spPr/>
    </dgm:pt>
    <dgm:pt modelId="{0C038A2F-7B65-479D-B17A-96D41C309EB9}" type="pres">
      <dgm:prSet presAssocID="{0D8A022B-0CA4-4C9B-AC57-1DC940FA28AD}" presName="parentText" presStyleLbl="node1" presStyleIdx="1" presStyleCnt="4" custScaleY="88757">
        <dgm:presLayoutVars>
          <dgm:chMax val="0"/>
          <dgm:bulletEnabled val="1"/>
        </dgm:presLayoutVars>
      </dgm:prSet>
      <dgm:spPr/>
    </dgm:pt>
    <dgm:pt modelId="{4C66050A-AA88-48B0-A051-12A52BFB8111}" type="pres">
      <dgm:prSet presAssocID="{0D8A022B-0CA4-4C9B-AC57-1DC940FA28AD}" presName="childText" presStyleLbl="revTx" presStyleIdx="1" presStyleCnt="4">
        <dgm:presLayoutVars>
          <dgm:bulletEnabled val="1"/>
        </dgm:presLayoutVars>
      </dgm:prSet>
      <dgm:spPr/>
    </dgm:pt>
    <dgm:pt modelId="{F8AEDD1C-A105-4967-9942-E4CE3C11117C}" type="pres">
      <dgm:prSet presAssocID="{667EF991-3B61-425F-A3A4-9CACF59CDD7B}" presName="parentText" presStyleLbl="node1" presStyleIdx="2" presStyleCnt="4" custScaleY="88757">
        <dgm:presLayoutVars>
          <dgm:chMax val="0"/>
          <dgm:bulletEnabled val="1"/>
        </dgm:presLayoutVars>
      </dgm:prSet>
      <dgm:spPr/>
    </dgm:pt>
    <dgm:pt modelId="{B068B63E-FED6-4DD1-A290-722EC267FAA8}" type="pres">
      <dgm:prSet presAssocID="{667EF991-3B61-425F-A3A4-9CACF59CDD7B}" presName="childText" presStyleLbl="revTx" presStyleIdx="2" presStyleCnt="4">
        <dgm:presLayoutVars>
          <dgm:bulletEnabled val="1"/>
        </dgm:presLayoutVars>
      </dgm:prSet>
      <dgm:spPr/>
    </dgm:pt>
    <dgm:pt modelId="{936B21B2-069D-42B3-A052-049092C0F402}" type="pres">
      <dgm:prSet presAssocID="{FD431ED5-B99B-4C83-B489-619532CBD15A}" presName="parentText" presStyleLbl="node1" presStyleIdx="3" presStyleCnt="4" custScaleY="88757">
        <dgm:presLayoutVars>
          <dgm:chMax val="0"/>
          <dgm:bulletEnabled val="1"/>
        </dgm:presLayoutVars>
      </dgm:prSet>
      <dgm:spPr/>
    </dgm:pt>
    <dgm:pt modelId="{AE013D79-8E51-40E9-B272-EB5774C3A3BF}" type="pres">
      <dgm:prSet presAssocID="{FD431ED5-B99B-4C83-B489-619532CBD15A}" presName="childText" presStyleLbl="revTx" presStyleIdx="3" presStyleCnt="4">
        <dgm:presLayoutVars>
          <dgm:bulletEnabled val="1"/>
        </dgm:presLayoutVars>
      </dgm:prSet>
      <dgm:spPr/>
    </dgm:pt>
  </dgm:ptLst>
  <dgm:cxnLst>
    <dgm:cxn modelId="{9910EC03-4443-4925-AFE7-4D61FB13DF1A}" srcId="{0D8A022B-0CA4-4C9B-AC57-1DC940FA28AD}" destId="{DD38F857-2EC9-4B95-9B92-904BF18FB1AB}" srcOrd="11" destOrd="0" parTransId="{6146FAFD-182C-4EDC-8B89-1378ECABA72D}" sibTransId="{4A6CEFEB-FB4A-4B65-96FA-F0E9F114B5AF}"/>
    <dgm:cxn modelId="{B0E81205-C838-4C95-8AF2-2C7260E21706}" srcId="{667EF991-3B61-425F-A3A4-9CACF59CDD7B}" destId="{6DAD1183-57B4-481D-A9DA-EFEC6CBF51E6}" srcOrd="0" destOrd="0" parTransId="{5F634A5C-CD41-46EE-BE2D-047C81D48C2D}" sibTransId="{94E40C2C-D26F-4C6F-8C0D-9DF43C4BF4B4}"/>
    <dgm:cxn modelId="{960BC806-C291-40E6-9C1F-97945DEF3A5C}" srcId="{667EF991-3B61-425F-A3A4-9CACF59CDD7B}" destId="{BA3A0810-4444-4726-B3A6-34E6E0F7AD08}" srcOrd="2" destOrd="0" parTransId="{D738C18B-0F49-47F3-B892-363F74FFDCCC}" sibTransId="{A113C715-F2C0-4911-AE19-235FB89F9FEE}"/>
    <dgm:cxn modelId="{7901590E-79C8-4727-9C67-8DDB9A06496D}" srcId="{7D4D7C58-D04A-431B-953A-47DF1AAE419F}" destId="{467C84D8-03F7-49E6-8657-23CC28004855}" srcOrd="1" destOrd="0" parTransId="{0ACEB7A7-FACB-4755-A075-B266E7F966E6}" sibTransId="{2C6B3DA8-0F31-45C4-9648-E37357846D3F}"/>
    <dgm:cxn modelId="{E89E090F-7F21-4C62-AD8D-C9BE94369397}" type="presOf" srcId="{DA0A84D7-5424-4A1A-A713-A4F081B729BA}" destId="{276A5535-ED2B-43E9-B124-4C52B36A3903}" srcOrd="0" destOrd="4" presId="urn:microsoft.com/office/officeart/2005/8/layout/vList2"/>
    <dgm:cxn modelId="{60233214-49DA-4560-B1EA-45E2344EACC8}" srcId="{FD431ED5-B99B-4C83-B489-619532CBD15A}" destId="{405B5DCD-0ECD-4B56-A049-A919CF2AFA36}" srcOrd="1" destOrd="0" parTransId="{7819284F-59F1-4140-B806-1EC35D57F466}" sibTransId="{F0AE3216-F40F-4747-AE94-07508EF0B5B3}"/>
    <dgm:cxn modelId="{6200DE15-0C79-42EB-A988-A2BA666E4771}" type="presOf" srcId="{C5905498-226C-4302-B0E3-64D0ED3CF1D4}" destId="{4C66050A-AA88-48B0-A051-12A52BFB8111}" srcOrd="0" destOrd="2" presId="urn:microsoft.com/office/officeart/2005/8/layout/vList2"/>
    <dgm:cxn modelId="{A67CA821-C3D6-4F8D-9F5B-5B5DB4FC3622}" srcId="{0D8A022B-0CA4-4C9B-AC57-1DC940FA28AD}" destId="{9CBB9C7A-8075-4C6F-9E93-3D8AE68FFF0B}" srcOrd="5" destOrd="0" parTransId="{09DEEFCE-6493-45CE-B4EB-DDAFF2E275E2}" sibTransId="{F29C1CDF-2EFC-433F-A208-111E783F0E77}"/>
    <dgm:cxn modelId="{FE04B029-E9C4-466B-97DD-25782E88F586}" type="presOf" srcId="{0D8A022B-0CA4-4C9B-AC57-1DC940FA28AD}" destId="{0C038A2F-7B65-479D-B17A-96D41C309EB9}" srcOrd="0" destOrd="0" presId="urn:microsoft.com/office/officeart/2005/8/layout/vList2"/>
    <dgm:cxn modelId="{5989112A-61D3-4927-92A6-7375A7ADE6A3}" type="presOf" srcId="{BA3A0810-4444-4726-B3A6-34E6E0F7AD08}" destId="{B068B63E-FED6-4DD1-A290-722EC267FAA8}" srcOrd="0" destOrd="2" presId="urn:microsoft.com/office/officeart/2005/8/layout/vList2"/>
    <dgm:cxn modelId="{5EB4EF2B-82A5-4CD0-BDAA-289CDE16BA90}" srcId="{467C84D8-03F7-49E6-8657-23CC28004855}" destId="{02598230-CA00-4361-AF70-83371EE132D1}" srcOrd="4" destOrd="0" parTransId="{5CDCDA1C-3EAC-4F5B-9419-4FD28ABFDBEE}" sibTransId="{AEBE7CC0-0FB1-4C36-9F50-C6CE27549C97}"/>
    <dgm:cxn modelId="{3BCC172C-949E-4EB8-820E-1A98BB54E3E0}" srcId="{0D8A022B-0CA4-4C9B-AC57-1DC940FA28AD}" destId="{F3B24B17-8F3F-45C7-8AF3-8FB432F486EF}" srcOrd="0" destOrd="0" parTransId="{B506DBFF-5105-4064-B9D3-48FC467C050A}" sibTransId="{86950AB6-3959-4086-BC1E-6009615A5215}"/>
    <dgm:cxn modelId="{BC34F12D-83B6-4DC2-8513-12E222CBD648}" type="presOf" srcId="{EB4702E1-2B18-4B46-A297-04920213E22B}" destId="{AE013D79-8E51-40E9-B272-EB5774C3A3BF}" srcOrd="0" destOrd="2" presId="urn:microsoft.com/office/officeart/2005/8/layout/vList2"/>
    <dgm:cxn modelId="{FB88E12F-C418-4D43-B40C-77EB412786CC}" type="presOf" srcId="{9CBB9C7A-8075-4C6F-9E93-3D8AE68FFF0B}" destId="{4C66050A-AA88-48B0-A051-12A52BFB8111}" srcOrd="0" destOrd="5" presId="urn:microsoft.com/office/officeart/2005/8/layout/vList2"/>
    <dgm:cxn modelId="{2A4C4331-95C4-4246-A173-E780B8A6BAFE}" type="presOf" srcId="{7D4D7C58-D04A-431B-953A-47DF1AAE419F}" destId="{4083A4A3-492F-4790-9516-2AD3660D86A2}" srcOrd="0" destOrd="0" presId="urn:microsoft.com/office/officeart/2005/8/layout/vList2"/>
    <dgm:cxn modelId="{2A63AC39-75B2-40B5-B99D-AD3052285EE0}" srcId="{FD431ED5-B99B-4C83-B489-619532CBD15A}" destId="{15A347C5-F761-43CC-9E97-918069CC6E80}" srcOrd="0" destOrd="0" parTransId="{45406383-9421-4913-A054-F56DD8E85F40}" sibTransId="{3B6DA163-A271-4416-B60F-2C87E7EFAD40}"/>
    <dgm:cxn modelId="{33D4663F-F486-4F09-B709-F28E31FBC2E5}" srcId="{467C84D8-03F7-49E6-8657-23CC28004855}" destId="{DA0A84D7-5424-4A1A-A713-A4F081B729BA}" srcOrd="2" destOrd="0" parTransId="{B8CFE6C2-7CA2-4B23-AC29-803D30CCD7A6}" sibTransId="{FEEF0144-2AF8-4777-B007-715B6D3B05E2}"/>
    <dgm:cxn modelId="{CD64355C-71B4-493A-8775-7847FDD938AD}" type="presOf" srcId="{DD38F857-2EC9-4B95-9B92-904BF18FB1AB}" destId="{4C66050A-AA88-48B0-A051-12A52BFB8111}" srcOrd="0" destOrd="11" presId="urn:microsoft.com/office/officeart/2005/8/layout/vList2"/>
    <dgm:cxn modelId="{B2CEE05D-997D-4035-9247-4EFACE45406F}" type="presOf" srcId="{A0CE0C50-C849-4321-9D22-74D8A77AEFB2}" destId="{276A5535-ED2B-43E9-B124-4C52B36A3903}" srcOrd="0" destOrd="8" presId="urn:microsoft.com/office/officeart/2005/8/layout/vList2"/>
    <dgm:cxn modelId="{F3EC4E63-6A6D-461B-988F-4296D8CF373A}" srcId="{C646E206-482D-4FDF-B076-EB151CD26D34}" destId="{7D4D7C58-D04A-431B-953A-47DF1AAE419F}" srcOrd="0" destOrd="0" parTransId="{3529C4F4-FF7E-4798-96E7-5CED623976DE}" sibTransId="{063E530B-C3B8-404F-8386-6BBEACBF93F0}"/>
    <dgm:cxn modelId="{13345B44-D1E4-46A3-9BAD-6776B8142DB2}" srcId="{0D8A022B-0CA4-4C9B-AC57-1DC940FA28AD}" destId="{2EFA3FE5-FFF4-4BF0-A04C-EB27AE3D14E3}" srcOrd="4" destOrd="0" parTransId="{E22485E0-5258-48A5-B51D-14E31DC4135B}" sibTransId="{DBAF8AD3-FE9C-488E-9AF7-7DE9B929FB3B}"/>
    <dgm:cxn modelId="{ECBEE64A-F3D5-45FB-AA82-1BAF7B5457C2}" srcId="{667EF991-3B61-425F-A3A4-9CACF59CDD7B}" destId="{2DA98798-1DD2-4EC8-B48E-5C1C939B7E20}" srcOrd="3" destOrd="0" parTransId="{B378AA05-2FC1-49C3-8D02-658996D6632A}" sibTransId="{2A15B064-5B83-4639-9BC0-04D8FC5ADEE6}"/>
    <dgm:cxn modelId="{7246736F-0CFC-49DD-8FE4-466C31D706A6}" type="presOf" srcId="{467C84D8-03F7-49E6-8657-23CC28004855}" destId="{276A5535-ED2B-43E9-B124-4C52B36A3903}" srcOrd="0" destOrd="1" presId="urn:microsoft.com/office/officeart/2005/8/layout/vList2"/>
    <dgm:cxn modelId="{18B9BB51-46ED-4A74-B89E-4E88C3F4624F}" type="presOf" srcId="{6DAD1183-57B4-481D-A9DA-EFEC6CBF51E6}" destId="{B068B63E-FED6-4DD1-A290-722EC267FAA8}" srcOrd="0" destOrd="0" presId="urn:microsoft.com/office/officeart/2005/8/layout/vList2"/>
    <dgm:cxn modelId="{F935B152-A1AF-4CCC-AB2A-E4B1F492132E}" srcId="{0D8A022B-0CA4-4C9B-AC57-1DC940FA28AD}" destId="{857163B9-6DD9-47B9-AD24-9F1BF12D7E70}" srcOrd="3" destOrd="0" parTransId="{EBCDC83E-6248-437D-BC40-EE3245B94B5F}" sibTransId="{7058D03D-4BC0-487A-8F44-0CB218A00BC7}"/>
    <dgm:cxn modelId="{BDF17776-3E1F-40D2-B4B7-6E0797E772B3}" srcId="{FD431ED5-B99B-4C83-B489-619532CBD15A}" destId="{4D819A17-49D9-4BD1-A604-45DBFBA1E3B5}" srcOrd="3" destOrd="0" parTransId="{E383F83B-96FF-4A46-875C-BF1DBF903AD5}" sibTransId="{9F884777-77BF-4D24-A832-31180BD70DDD}"/>
    <dgm:cxn modelId="{5FCEA256-71C6-4F53-8A36-557B00821DDD}" type="presOf" srcId="{857163B9-6DD9-47B9-AD24-9F1BF12D7E70}" destId="{4C66050A-AA88-48B0-A051-12A52BFB8111}" srcOrd="0" destOrd="3" presId="urn:microsoft.com/office/officeart/2005/8/layout/vList2"/>
    <dgm:cxn modelId="{D1950057-AF9C-4E2C-AC5A-CD76A32775E8}" srcId="{0D8A022B-0CA4-4C9B-AC57-1DC940FA28AD}" destId="{C0FB7492-F5D6-4644-AD22-34F72006580B}" srcOrd="10" destOrd="0" parTransId="{A6E1B8E6-8C0C-44FD-8F87-B1076E0779C0}" sibTransId="{303DD02A-C722-46E6-A657-1D29536CE57D}"/>
    <dgm:cxn modelId="{BDD3EF77-D388-47C9-855A-64C56CF402FA}" type="presOf" srcId="{4D819A17-49D9-4BD1-A604-45DBFBA1E3B5}" destId="{AE013D79-8E51-40E9-B272-EB5774C3A3BF}" srcOrd="0" destOrd="3" presId="urn:microsoft.com/office/officeart/2005/8/layout/vList2"/>
    <dgm:cxn modelId="{E5700758-181B-4601-94B4-A44E5861B47E}" srcId="{467C84D8-03F7-49E6-8657-23CC28004855}" destId="{A173F8FE-BF7A-4934-9FD5-1FEAFC9C3492}" srcOrd="8" destOrd="0" parTransId="{FCDAC6B6-E3BC-4E55-B2CF-75242AECD2C1}" sibTransId="{D9035317-528E-4C40-B1F0-2A51CCDB1EDD}"/>
    <dgm:cxn modelId="{F534427B-0B82-4764-85A0-5BF4D56504AA}" srcId="{0D8A022B-0CA4-4C9B-AC57-1DC940FA28AD}" destId="{6E799C01-9856-4A87-8076-550A132B002F}" srcOrd="1" destOrd="0" parTransId="{2EB7FB42-F203-4C62-ACD9-14F64BE30420}" sibTransId="{6E717851-CAA0-4514-95F7-AB78CE9EFCD6}"/>
    <dgm:cxn modelId="{202EC57C-20B7-4044-B1CA-ED2A4BF459F2}" type="presOf" srcId="{33EB21C0-DE1E-4180-8EA4-43A756EE21D3}" destId="{276A5535-ED2B-43E9-B124-4C52B36A3903}" srcOrd="0" destOrd="3" presId="urn:microsoft.com/office/officeart/2005/8/layout/vList2"/>
    <dgm:cxn modelId="{69A73F81-4A37-4882-828F-B4499C35E474}" type="presOf" srcId="{ED05C9C4-E401-44C2-BFF8-42531DA24731}" destId="{B068B63E-FED6-4DD1-A290-722EC267FAA8}" srcOrd="0" destOrd="1" presId="urn:microsoft.com/office/officeart/2005/8/layout/vList2"/>
    <dgm:cxn modelId="{BD008F93-F731-4DBF-83BA-7BFADE2452B2}" srcId="{C646E206-482D-4FDF-B076-EB151CD26D34}" destId="{0D8A022B-0CA4-4C9B-AC57-1DC940FA28AD}" srcOrd="1" destOrd="0" parTransId="{115B9DC6-6E2B-41B8-843F-760E1D0FCE2F}" sibTransId="{217B9306-5C08-4CA3-A4C0-221C1E0EFE32}"/>
    <dgm:cxn modelId="{E9FA1694-D523-4181-9CDB-D8DE341568C2}" type="presOf" srcId="{DED4DA8E-D8F0-44A2-B59E-E56F28679BB4}" destId="{276A5535-ED2B-43E9-B124-4C52B36A3903}" srcOrd="0" destOrd="5" presId="urn:microsoft.com/office/officeart/2005/8/layout/vList2"/>
    <dgm:cxn modelId="{1C7FDF94-BEC5-4697-899C-00BAB5C21EB7}" srcId="{467C84D8-03F7-49E6-8657-23CC28004855}" destId="{7DA411CC-3332-4D4D-8F2D-6B0537659717}" srcOrd="0" destOrd="0" parTransId="{8F489AE2-0904-454F-B74B-7325DAE8B9F4}" sibTransId="{81424C3A-1F80-4D70-AA12-46EF02B727A3}"/>
    <dgm:cxn modelId="{0F3DBB96-418C-4A1A-93B3-9AE28B23CEA8}" type="presOf" srcId="{83677F05-3F84-4454-BD83-EDA2F533D108}" destId="{276A5535-ED2B-43E9-B124-4C52B36A3903}" srcOrd="0" destOrd="0" presId="urn:microsoft.com/office/officeart/2005/8/layout/vList2"/>
    <dgm:cxn modelId="{D486FC99-1264-4712-9C71-177427A56F59}" type="presOf" srcId="{ED551282-8094-405E-9941-66BC7607CB89}" destId="{4C66050A-AA88-48B0-A051-12A52BFB8111}" srcOrd="0" destOrd="7" presId="urn:microsoft.com/office/officeart/2005/8/layout/vList2"/>
    <dgm:cxn modelId="{89127F9D-F9A4-4317-8C49-45DFBE0028F1}" srcId="{467C84D8-03F7-49E6-8657-23CC28004855}" destId="{33EB21C0-DE1E-4180-8EA4-43A756EE21D3}" srcOrd="1" destOrd="0" parTransId="{ED31F9D2-AFF2-4174-96C3-C499C35F174B}" sibTransId="{11A46BCA-5DB4-4E16-9068-284C2B778319}"/>
    <dgm:cxn modelId="{9689189F-3413-4DDC-8300-F3E6AC48E1B2}" type="presOf" srcId="{667EF991-3B61-425F-A3A4-9CACF59CDD7B}" destId="{F8AEDD1C-A105-4967-9942-E4CE3C11117C}" srcOrd="0" destOrd="0" presId="urn:microsoft.com/office/officeart/2005/8/layout/vList2"/>
    <dgm:cxn modelId="{02B97E9F-3B84-4F41-BCB3-18A1F74BC286}" srcId="{467C84D8-03F7-49E6-8657-23CC28004855}" destId="{A0CE0C50-C849-4321-9D22-74D8A77AEFB2}" srcOrd="6" destOrd="0" parTransId="{B6155DBE-0E16-43F6-83D0-0B481BD5BA82}" sibTransId="{E5AAAB96-0816-415D-B0F8-C6F422279DAF}"/>
    <dgm:cxn modelId="{4E5207AD-76AD-4C2D-AE4D-F261C92E0F3D}" srcId="{467C84D8-03F7-49E6-8657-23CC28004855}" destId="{DED4DA8E-D8F0-44A2-B59E-E56F28679BB4}" srcOrd="3" destOrd="0" parTransId="{75CD0D45-CB19-48F9-AC8C-D26CF131190A}" sibTransId="{C0279D43-9496-4A16-BE8C-57908B03AF6E}"/>
    <dgm:cxn modelId="{174F44AE-6C07-4CD0-95A9-690CDF43AEF6}" type="presOf" srcId="{2D2CDD4F-F83F-43EE-9694-8B6570A39FAE}" destId="{4C66050A-AA88-48B0-A051-12A52BFB8111}" srcOrd="0" destOrd="8" presId="urn:microsoft.com/office/officeart/2005/8/layout/vList2"/>
    <dgm:cxn modelId="{9830DAAE-9CE9-4F3D-88E8-2B85C5CE8EC7}" srcId="{C646E206-482D-4FDF-B076-EB151CD26D34}" destId="{FD431ED5-B99B-4C83-B489-619532CBD15A}" srcOrd="3" destOrd="0" parTransId="{BF5BD0CB-5A6A-4563-B0EA-D61353AD8EAF}" sibTransId="{FAE4D5D0-6D0D-4A58-812C-C340DD3C0983}"/>
    <dgm:cxn modelId="{76FA35B7-6B62-4668-A522-0FD8B351A3CB}" type="presOf" srcId="{A173F8FE-BF7A-4934-9FD5-1FEAFC9C3492}" destId="{276A5535-ED2B-43E9-B124-4C52B36A3903}" srcOrd="0" destOrd="10" presId="urn:microsoft.com/office/officeart/2005/8/layout/vList2"/>
    <dgm:cxn modelId="{16765BB8-187C-45E1-A5D5-7E206787CC2D}" type="presOf" srcId="{2EFA3FE5-FFF4-4BF0-A04C-EB27AE3D14E3}" destId="{4C66050A-AA88-48B0-A051-12A52BFB8111}" srcOrd="0" destOrd="4" presId="urn:microsoft.com/office/officeart/2005/8/layout/vList2"/>
    <dgm:cxn modelId="{E07A08BC-FCAA-400E-A05C-0DDB648E88B0}" srcId="{C646E206-482D-4FDF-B076-EB151CD26D34}" destId="{667EF991-3B61-425F-A3A4-9CACF59CDD7B}" srcOrd="2" destOrd="0" parTransId="{1A33ACA7-1186-49E8-835D-5AE08328B2B0}" sibTransId="{01AE55A2-1BC2-42E4-9ACD-4AD1230C836A}"/>
    <dgm:cxn modelId="{7E5A00BD-1576-4F48-894B-B6F56F631464}" srcId="{467C84D8-03F7-49E6-8657-23CC28004855}" destId="{808AC06E-D0C2-422B-9AA3-309555A09DCF}" srcOrd="7" destOrd="0" parTransId="{D5273F71-13F1-48DB-9F19-9E8F2CB9413E}" sibTransId="{4C158BC6-FA10-42FB-A40D-7A11B255F324}"/>
    <dgm:cxn modelId="{BB13CFBD-49AB-464B-8CBA-280BAE4546C0}" type="presOf" srcId="{808AC06E-D0C2-422B-9AA3-309555A09DCF}" destId="{276A5535-ED2B-43E9-B124-4C52B36A3903}" srcOrd="0" destOrd="9" presId="urn:microsoft.com/office/officeart/2005/8/layout/vList2"/>
    <dgm:cxn modelId="{FE7055BE-B04E-41B2-9660-F31624831FA2}" srcId="{0D8A022B-0CA4-4C9B-AC57-1DC940FA28AD}" destId="{AC169924-AF68-4EB4-BCC0-5566AF184DAC}" srcOrd="6" destOrd="0" parTransId="{6A915970-7971-4E3C-8B11-6EB69CF49D4A}" sibTransId="{3C5EAE53-72B0-4910-8DD5-1030B96EED88}"/>
    <dgm:cxn modelId="{99DAACBE-8F31-43B6-B79D-102F7EDEDA45}" srcId="{667EF991-3B61-425F-A3A4-9CACF59CDD7B}" destId="{ED05C9C4-E401-44C2-BFF8-42531DA24731}" srcOrd="1" destOrd="0" parTransId="{F5997BDD-6435-4A42-8D93-E9E10996E0BF}" sibTransId="{81FA0740-080C-41A0-ACE2-9633BA7F6F4C}"/>
    <dgm:cxn modelId="{32B17DBF-6731-4FA9-B02D-67DD6EE8CD4F}" type="presOf" srcId="{7B66F10F-E064-4FA5-8A99-8D3D7B207ECE}" destId="{4C66050A-AA88-48B0-A051-12A52BFB8111}" srcOrd="0" destOrd="9" presId="urn:microsoft.com/office/officeart/2005/8/layout/vList2"/>
    <dgm:cxn modelId="{945FB4C2-2D82-48FA-A9A4-D09461807BFD}" type="presOf" srcId="{FD431ED5-B99B-4C83-B489-619532CBD15A}" destId="{936B21B2-069D-42B3-A052-049092C0F402}" srcOrd="0" destOrd="0" presId="urn:microsoft.com/office/officeart/2005/8/layout/vList2"/>
    <dgm:cxn modelId="{16FFA2C4-0354-469B-8855-0FD981DFD990}" srcId="{467C84D8-03F7-49E6-8657-23CC28004855}" destId="{444433C5-6FE3-456C-8C51-2AC38D4A8DF4}" srcOrd="5" destOrd="0" parTransId="{A2C43294-CFB3-41DD-BBC9-523D3D4E4A51}" sibTransId="{1D6B065F-31C9-4DF1-B3D3-09047076D4B8}"/>
    <dgm:cxn modelId="{BC389BC7-D87A-4196-816D-A86962EADB85}" type="presOf" srcId="{C646E206-482D-4FDF-B076-EB151CD26D34}" destId="{0E58D3F1-750B-44F0-9E16-F5DD2147D0D2}" srcOrd="0" destOrd="0" presId="urn:microsoft.com/office/officeart/2005/8/layout/vList2"/>
    <dgm:cxn modelId="{380683CA-6D6F-4D20-93FE-47616DCBB368}" srcId="{0D8A022B-0CA4-4C9B-AC57-1DC940FA28AD}" destId="{2D2CDD4F-F83F-43EE-9694-8B6570A39FAE}" srcOrd="8" destOrd="0" parTransId="{E67ADAF1-8C37-456E-BE6C-F8B46C936479}" sibTransId="{C68B446C-E7E7-4D6A-90BE-68DEB91EBC0C}"/>
    <dgm:cxn modelId="{836E72CB-D5D1-48AA-8E0B-C14ACF0937A6}" srcId="{0D8A022B-0CA4-4C9B-AC57-1DC940FA28AD}" destId="{C5905498-226C-4302-B0E3-64D0ED3CF1D4}" srcOrd="2" destOrd="0" parTransId="{77FD5D60-E120-4A44-9985-A0616A232F94}" sibTransId="{A70399B5-EA72-447A-A0EE-4E62497B5D1B}"/>
    <dgm:cxn modelId="{67E7F4CC-53E4-42AB-B6CB-55056C5B535C}" srcId="{FD431ED5-B99B-4C83-B489-619532CBD15A}" destId="{EB4702E1-2B18-4B46-A297-04920213E22B}" srcOrd="2" destOrd="0" parTransId="{766D840C-41D7-417E-A0F0-BA581A8E1915}" sibTransId="{1ED06EB4-ED23-4EA8-BD8F-8937E60D2DEA}"/>
    <dgm:cxn modelId="{F8B997D5-799A-4385-9184-753FFB85611C}" type="presOf" srcId="{C0FB7492-F5D6-4644-AD22-34F72006580B}" destId="{4C66050A-AA88-48B0-A051-12A52BFB8111}" srcOrd="0" destOrd="10" presId="urn:microsoft.com/office/officeart/2005/8/layout/vList2"/>
    <dgm:cxn modelId="{ABC333E2-1785-4DF0-8DAB-93A287EBCA85}" type="presOf" srcId="{6E799C01-9856-4A87-8076-550A132B002F}" destId="{4C66050A-AA88-48B0-A051-12A52BFB8111}" srcOrd="0" destOrd="1" presId="urn:microsoft.com/office/officeart/2005/8/layout/vList2"/>
    <dgm:cxn modelId="{01206DE3-E168-455D-9D02-97045BF12A68}" type="presOf" srcId="{08842816-3BF2-4DFF-A523-7BEB95941089}" destId="{4C66050A-AA88-48B0-A051-12A52BFB8111}" srcOrd="0" destOrd="12" presId="urn:microsoft.com/office/officeart/2005/8/layout/vList2"/>
    <dgm:cxn modelId="{F435D6E5-5633-4146-A766-9ADF6AA0F213}" type="presOf" srcId="{444433C5-6FE3-456C-8C51-2AC38D4A8DF4}" destId="{276A5535-ED2B-43E9-B124-4C52B36A3903}" srcOrd="0" destOrd="7" presId="urn:microsoft.com/office/officeart/2005/8/layout/vList2"/>
    <dgm:cxn modelId="{1E6A86E8-F9C9-464B-9984-C0846A2A2ED4}" type="presOf" srcId="{AC169924-AF68-4EB4-BCC0-5566AF184DAC}" destId="{4C66050A-AA88-48B0-A051-12A52BFB8111}" srcOrd="0" destOrd="6" presId="urn:microsoft.com/office/officeart/2005/8/layout/vList2"/>
    <dgm:cxn modelId="{7F7130EA-C87D-4629-8549-0A87D858068F}" srcId="{7D4D7C58-D04A-431B-953A-47DF1AAE419F}" destId="{83677F05-3F84-4454-BD83-EDA2F533D108}" srcOrd="0" destOrd="0" parTransId="{091E7D91-9D20-414C-A540-B5BF38F1AED0}" sibTransId="{0AEBF184-289C-4FFA-A537-7D883BA923A1}"/>
    <dgm:cxn modelId="{2F2CC4EB-2067-4819-BB21-054FC62A666E}" type="presOf" srcId="{2DA98798-1DD2-4EC8-B48E-5C1C939B7E20}" destId="{B068B63E-FED6-4DD1-A290-722EC267FAA8}" srcOrd="0" destOrd="3" presId="urn:microsoft.com/office/officeart/2005/8/layout/vList2"/>
    <dgm:cxn modelId="{8C8816EC-653F-4D7C-92FE-407FC6464068}" type="presOf" srcId="{F3B24B17-8F3F-45C7-8AF3-8FB432F486EF}" destId="{4C66050A-AA88-48B0-A051-12A52BFB8111}" srcOrd="0" destOrd="0" presId="urn:microsoft.com/office/officeart/2005/8/layout/vList2"/>
    <dgm:cxn modelId="{94F73AEC-FE31-412D-AC4C-F5B3E18E82E5}" srcId="{0D8A022B-0CA4-4C9B-AC57-1DC940FA28AD}" destId="{7B66F10F-E064-4FA5-8A99-8D3D7B207ECE}" srcOrd="9" destOrd="0" parTransId="{4E4A965F-4B06-40B1-AB54-3DCF6F209E92}" sibTransId="{3EC61EFF-B940-4942-B2EB-C5786D92D2EF}"/>
    <dgm:cxn modelId="{56D949EC-5D4C-4F2F-8B5A-560F714F6334}" type="presOf" srcId="{405B5DCD-0ECD-4B56-A049-A919CF2AFA36}" destId="{AE013D79-8E51-40E9-B272-EB5774C3A3BF}" srcOrd="0" destOrd="1" presId="urn:microsoft.com/office/officeart/2005/8/layout/vList2"/>
    <dgm:cxn modelId="{30DB34F1-85F3-426E-8474-62BE16237F90}" type="presOf" srcId="{7DA411CC-3332-4D4D-8F2D-6B0537659717}" destId="{276A5535-ED2B-43E9-B124-4C52B36A3903}" srcOrd="0" destOrd="2" presId="urn:microsoft.com/office/officeart/2005/8/layout/vList2"/>
    <dgm:cxn modelId="{6FA689F5-D14B-4C8D-8EF8-94E0B72526BA}" srcId="{0D8A022B-0CA4-4C9B-AC57-1DC940FA28AD}" destId="{08842816-3BF2-4DFF-A523-7BEB95941089}" srcOrd="12" destOrd="0" parTransId="{F7594F27-33D8-4B53-8741-56E031A34D2D}" sibTransId="{B0D472B5-725C-4FF8-8AC9-315AE3EBF6EB}"/>
    <dgm:cxn modelId="{3A1CD8F6-25FB-4E63-A35D-4568EBE36E71}" type="presOf" srcId="{15A347C5-F761-43CC-9E97-918069CC6E80}" destId="{AE013D79-8E51-40E9-B272-EB5774C3A3BF}" srcOrd="0" destOrd="0" presId="urn:microsoft.com/office/officeart/2005/8/layout/vList2"/>
    <dgm:cxn modelId="{20C737F8-4B50-48EB-A35D-FECE2D83A2C8}" srcId="{0D8A022B-0CA4-4C9B-AC57-1DC940FA28AD}" destId="{ED551282-8094-405E-9941-66BC7607CB89}" srcOrd="7" destOrd="0" parTransId="{A11319C0-568B-4B17-AD70-6F0A5789F44F}" sibTransId="{0AB7F726-B135-49C4-B905-D415D27014AC}"/>
    <dgm:cxn modelId="{BDAEC0FA-2017-4D71-8F71-7B91EAB1DA4E}" type="presOf" srcId="{02598230-CA00-4361-AF70-83371EE132D1}" destId="{276A5535-ED2B-43E9-B124-4C52B36A3903}" srcOrd="0" destOrd="6" presId="urn:microsoft.com/office/officeart/2005/8/layout/vList2"/>
    <dgm:cxn modelId="{9F9F50FC-FA73-43C6-A7C7-E9E77344AB31}" type="presParOf" srcId="{0E58D3F1-750B-44F0-9E16-F5DD2147D0D2}" destId="{4083A4A3-492F-4790-9516-2AD3660D86A2}" srcOrd="0" destOrd="0" presId="urn:microsoft.com/office/officeart/2005/8/layout/vList2"/>
    <dgm:cxn modelId="{7C68AA74-F161-4299-880B-8069A81CECE3}" type="presParOf" srcId="{0E58D3F1-750B-44F0-9E16-F5DD2147D0D2}" destId="{276A5535-ED2B-43E9-B124-4C52B36A3903}" srcOrd="1" destOrd="0" presId="urn:microsoft.com/office/officeart/2005/8/layout/vList2"/>
    <dgm:cxn modelId="{DD585234-A45F-48C3-B424-CEF967AF92FF}" type="presParOf" srcId="{0E58D3F1-750B-44F0-9E16-F5DD2147D0D2}" destId="{0C038A2F-7B65-479D-B17A-96D41C309EB9}" srcOrd="2" destOrd="0" presId="urn:microsoft.com/office/officeart/2005/8/layout/vList2"/>
    <dgm:cxn modelId="{AFCD12C2-4995-443F-B041-806C7FA41954}" type="presParOf" srcId="{0E58D3F1-750B-44F0-9E16-F5DD2147D0D2}" destId="{4C66050A-AA88-48B0-A051-12A52BFB8111}" srcOrd="3" destOrd="0" presId="urn:microsoft.com/office/officeart/2005/8/layout/vList2"/>
    <dgm:cxn modelId="{4F54B1FC-E960-43F9-B23E-FE99F523B04C}" type="presParOf" srcId="{0E58D3F1-750B-44F0-9E16-F5DD2147D0D2}" destId="{F8AEDD1C-A105-4967-9942-E4CE3C11117C}" srcOrd="4" destOrd="0" presId="urn:microsoft.com/office/officeart/2005/8/layout/vList2"/>
    <dgm:cxn modelId="{8747A8CE-073A-45A5-9187-965E277AC0D1}" type="presParOf" srcId="{0E58D3F1-750B-44F0-9E16-F5DD2147D0D2}" destId="{B068B63E-FED6-4DD1-A290-722EC267FAA8}" srcOrd="5" destOrd="0" presId="urn:microsoft.com/office/officeart/2005/8/layout/vList2"/>
    <dgm:cxn modelId="{E9A682AE-5509-48A3-B641-04FD004521C4}" type="presParOf" srcId="{0E58D3F1-750B-44F0-9E16-F5DD2147D0D2}" destId="{936B21B2-069D-42B3-A052-049092C0F402}" srcOrd="6" destOrd="0" presId="urn:microsoft.com/office/officeart/2005/8/layout/vList2"/>
    <dgm:cxn modelId="{DD08CD73-D6B0-4DAF-A38D-70873A8B7185}" type="presParOf" srcId="{0E58D3F1-750B-44F0-9E16-F5DD2147D0D2}" destId="{AE013D79-8E51-40E9-B272-EB5774C3A3BF}" srcOrd="7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83A4A3-492F-4790-9516-2AD3660D86A2}">
      <dsp:nvSpPr>
        <dsp:cNvPr id="0" name=""/>
        <dsp:cNvSpPr/>
      </dsp:nvSpPr>
      <dsp:spPr>
        <a:xfrm>
          <a:off x="0" y="103922"/>
          <a:ext cx="16851087" cy="107999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0" tIns="0" rIns="228600" bIns="0" numCol="1" spcCol="1270" anchor="ctr" anchorCtr="0">
          <a:noAutofit/>
        </a:bodyPr>
        <a:lstStyle/>
        <a:p>
          <a:pPr marL="0" lvl="0" indent="0" algn="l" defTabSz="2667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0" b="1" kern="1200" dirty="0">
              <a:latin typeface="+mn-lt"/>
              <a:cs typeface="Latin Modern Math" panose="020B0604020202020204" pitchFamily="34" charset="0"/>
            </a:rPr>
            <a:t>Background</a:t>
          </a:r>
          <a:endParaRPr lang="ja-JP" sz="6000" kern="1200" dirty="0">
            <a:latin typeface="+mn-lt"/>
            <a:cs typeface="Latin Modern Math" panose="020B0604020202020204" pitchFamily="34" charset="0"/>
          </a:endParaRPr>
        </a:p>
      </dsp:txBody>
      <dsp:txXfrm>
        <a:off x="52721" y="156643"/>
        <a:ext cx="16745645" cy="974555"/>
      </dsp:txXfrm>
    </dsp:sp>
    <dsp:sp modelId="{276A5535-ED2B-43E9-B124-4C52B36A3903}">
      <dsp:nvSpPr>
        <dsp:cNvPr id="0" name=""/>
        <dsp:cNvSpPr/>
      </dsp:nvSpPr>
      <dsp:spPr>
        <a:xfrm>
          <a:off x="0" y="1209250"/>
          <a:ext cx="16851087" cy="41731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5022" tIns="50800" rIns="284480" bIns="50800" numCol="1" spcCol="1270" anchor="t" anchorCtr="0">
          <a:noAutofit/>
        </a:bodyPr>
        <a:lstStyle/>
        <a:p>
          <a:pPr marL="542925" lvl="1" indent="-542925" algn="l" defTabSz="1778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Font typeface="ADLaM Display" panose="02010000000000000000" pitchFamily="2" charset="0"/>
            <a:buChar char="▶"/>
          </a:pPr>
          <a:r>
            <a:rPr lang="en-US" altLang="ja-JP" sz="4000" kern="1200" dirty="0">
              <a:latin typeface="+mn-lt"/>
              <a:cs typeface="Latin Modern Math" panose="020B0604020202020204" pitchFamily="34" charset="0"/>
            </a:rPr>
            <a:t>Treatment effect consistency across regions is assessed in MRCTs</a:t>
          </a:r>
          <a:endParaRPr lang="ja-JP" sz="4000" kern="1200" dirty="0">
            <a:latin typeface="+mn-lt"/>
            <a:cs typeface="Latin Modern Math" panose="020B0604020202020204" pitchFamily="34" charset="0"/>
          </a:endParaRPr>
        </a:p>
        <a:p>
          <a:pPr marL="542925" lvl="1" indent="-542925" algn="l" defTabSz="1778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Font typeface="ADLaM Display" panose="02010000000000000000" pitchFamily="2" charset="0"/>
            <a:buChar char="▶"/>
          </a:pPr>
          <a:r>
            <a:rPr lang="en-US" altLang="ja-JP" sz="4000" kern="1200" dirty="0">
              <a:latin typeface="+mn-lt"/>
              <a:cs typeface="Latin Modern Math" panose="020B0604020202020204" pitchFamily="34" charset="0"/>
            </a:rPr>
            <a:t>Individual regional sample size are often too small alone for consistency assessment</a:t>
          </a:r>
          <a:endParaRPr lang="ja-JP" sz="4000" kern="1200" dirty="0">
            <a:latin typeface="+mn-lt"/>
            <a:cs typeface="Latin Modern Math" panose="020B0604020202020204" pitchFamily="34" charset="0"/>
          </a:endParaRPr>
        </a:p>
        <a:p>
          <a:pPr marL="542925" lvl="1" indent="-542925" algn="l" defTabSz="1778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Font typeface="ADLaM Display" panose="02010000000000000000" pitchFamily="2" charset="0"/>
            <a:buChar char="▶"/>
          </a:pPr>
          <a:r>
            <a:rPr lang="en-US" altLang="ja-JP" sz="4000" kern="1200" dirty="0">
              <a:latin typeface="+mn-lt"/>
              <a:cs typeface="Latin Modern Math" panose="020B0604020202020204" pitchFamily="34" charset="0"/>
            </a:rPr>
            <a:t>ICH E17 strategy: pool region with similar effect modifier (EM) distributions</a:t>
          </a:r>
          <a:endParaRPr lang="ja-JP" sz="4000" kern="1200" dirty="0">
            <a:latin typeface="+mn-lt"/>
            <a:cs typeface="Latin Modern Math" panose="020B0604020202020204" pitchFamily="34" charset="0"/>
          </a:endParaRPr>
        </a:p>
        <a:p>
          <a:pPr marL="542925" lvl="1" indent="-542925" algn="l" defTabSz="1778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Font typeface="ADLaM Display" panose="02010000000000000000" pitchFamily="2" charset="0"/>
            <a:buChar char="▶"/>
          </a:pPr>
          <a:r>
            <a:rPr lang="en-US" altLang="ja-JP" sz="4000" kern="1200" dirty="0">
              <a:latin typeface="+mn-lt"/>
              <a:cs typeface="Latin Modern Math" panose="020B0604020202020204" pitchFamily="34" charset="0"/>
            </a:rPr>
            <a:t>At the planning stage, sponsors must select pooling partners with evidence that regions are “similar enough”</a:t>
          </a:r>
          <a:endParaRPr lang="ja-JP" sz="4000" kern="1200" dirty="0">
            <a:latin typeface="+mn-lt"/>
            <a:cs typeface="Latin Modern Math" panose="020B0604020202020204" pitchFamily="34" charset="0"/>
          </a:endParaRPr>
        </a:p>
      </dsp:txBody>
      <dsp:txXfrm>
        <a:off x="0" y="1209250"/>
        <a:ext cx="16851087" cy="4173120"/>
      </dsp:txXfrm>
    </dsp:sp>
    <dsp:sp modelId="{3B0D0EDC-F6C1-4DCA-84CE-B5D4CFFE176D}">
      <dsp:nvSpPr>
        <dsp:cNvPr id="0" name=""/>
        <dsp:cNvSpPr/>
      </dsp:nvSpPr>
      <dsp:spPr>
        <a:xfrm>
          <a:off x="0" y="5382370"/>
          <a:ext cx="16851087" cy="107999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0" tIns="0" rIns="228600" bIns="0" numCol="1" spcCol="1270" anchor="ctr" anchorCtr="0">
          <a:noAutofit/>
        </a:bodyPr>
        <a:lstStyle/>
        <a:p>
          <a:pPr marL="0" lvl="0" indent="0" algn="l" defTabSz="26670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chemeClr val="accent1"/>
            </a:buClr>
            <a:buFont typeface="ADLaM Display" panose="02010000000000000000" pitchFamily="2" charset="0"/>
            <a:buNone/>
          </a:pPr>
          <a:r>
            <a:rPr lang="en-US" sz="6000" b="1" kern="1200" dirty="0">
              <a:latin typeface="+mj-lt"/>
              <a:cs typeface="Latin Modern Math" panose="020B0604020202020204" pitchFamily="34" charset="0"/>
            </a:rPr>
            <a:t>Objectives</a:t>
          </a:r>
          <a:endParaRPr lang="ja-JP" sz="60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52721" y="5435091"/>
        <a:ext cx="16745645" cy="974555"/>
      </dsp:txXfrm>
    </dsp:sp>
    <dsp:sp modelId="{7052072D-A2C0-4ED2-A262-652ED27ED22F}">
      <dsp:nvSpPr>
        <dsp:cNvPr id="0" name=""/>
        <dsp:cNvSpPr/>
      </dsp:nvSpPr>
      <dsp:spPr>
        <a:xfrm>
          <a:off x="0" y="6462367"/>
          <a:ext cx="16851087" cy="12916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5022" tIns="50800" rIns="284480" bIns="50800" numCol="1" spcCol="1270" anchor="t" anchorCtr="0">
          <a:noAutofit/>
        </a:bodyPr>
        <a:lstStyle/>
        <a:p>
          <a:pPr marL="285750" lvl="1" indent="-285750" algn="l" defTabSz="1778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Font typeface="ADLaM Display" panose="02010000000000000000" pitchFamily="2" charset="0"/>
            <a:buChar char="▶"/>
          </a:pPr>
          <a:r>
            <a:rPr lang="en-US" altLang="ja-JP" sz="4000" kern="1200" dirty="0">
              <a:latin typeface="Arial" panose="020B0604020202020204" pitchFamily="34" charset="0"/>
              <a:cs typeface="Arial" panose="020B0604020202020204" pitchFamily="34" charset="0"/>
            </a:rPr>
            <a:t>Develop a quantitative index that captures distributional similarity</a:t>
          </a:r>
          <a:endParaRPr lang="ja-JP" sz="4000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285750" lvl="1" indent="-285750" algn="l" defTabSz="1778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Font typeface="ADLaM Display" panose="02010000000000000000" pitchFamily="2" charset="0"/>
            <a:buChar char="▶"/>
          </a:pPr>
          <a:r>
            <a:rPr lang="en-US" altLang="ja-JP" sz="4000" kern="1200" dirty="0">
              <a:latin typeface="Arial" panose="020B0604020202020204" pitchFamily="34" charset="0"/>
              <a:cs typeface="Arial" panose="020B0604020202020204" pitchFamily="34" charset="0"/>
            </a:rPr>
            <a:t>Deliver a practitioner-facing tool for the planning stage of an MRCT</a:t>
          </a:r>
          <a:endParaRPr kumimoji="1" lang="ja-JP" altLang="en-US" sz="4000" kern="1200" dirty="0"/>
        </a:p>
      </dsp:txBody>
      <dsp:txXfrm>
        <a:off x="0" y="6462367"/>
        <a:ext cx="16851087" cy="1291680"/>
      </dsp:txXfrm>
    </dsp:sp>
    <dsp:sp modelId="{89B49C3A-737C-4229-BB47-13A3E3D59AEA}">
      <dsp:nvSpPr>
        <dsp:cNvPr id="0" name=""/>
        <dsp:cNvSpPr/>
      </dsp:nvSpPr>
      <dsp:spPr>
        <a:xfrm>
          <a:off x="0" y="7754047"/>
          <a:ext cx="16851087" cy="107999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0" tIns="0" rIns="228600" bIns="0" numCol="1" spcCol="1270" anchor="ctr" anchorCtr="0">
          <a:noAutofit/>
        </a:bodyPr>
        <a:lstStyle/>
        <a:p>
          <a:pPr marL="0" lvl="0" indent="0" algn="l" defTabSz="2667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6000" b="1" kern="1200" dirty="0"/>
            <a:t>Dissimilarity Index</a:t>
          </a:r>
          <a:endParaRPr kumimoji="1" lang="ja-JP" altLang="en-US" sz="6000" b="1" kern="1200" dirty="0"/>
        </a:p>
      </dsp:txBody>
      <dsp:txXfrm>
        <a:off x="52721" y="7806768"/>
        <a:ext cx="16745645" cy="974555"/>
      </dsp:txXfrm>
    </dsp:sp>
    <dsp:sp modelId="{370A5098-C465-43E9-B3DA-349BC57176A6}">
      <dsp:nvSpPr>
        <dsp:cNvPr id="0" name=""/>
        <dsp:cNvSpPr/>
      </dsp:nvSpPr>
      <dsp:spPr>
        <a:xfrm>
          <a:off x="0" y="8834045"/>
          <a:ext cx="16851087" cy="137779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5022" tIns="50800" rIns="284480" bIns="50800" numCol="1" spcCol="1270" anchor="t" anchorCtr="0">
          <a:noAutofit/>
        </a:bodyPr>
        <a:lstStyle/>
        <a:p>
          <a:pPr marL="285750" lvl="1" indent="0" algn="l" defTabSz="1778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Font typeface="ADLaM Display" panose="02010000000000000000" pitchFamily="2" charset="0"/>
            <a:buNone/>
          </a:pPr>
          <a:r>
            <a:rPr lang="en-US" altLang="ja-JP" sz="4000" b="1" kern="1200" dirty="0">
              <a:solidFill>
                <a:schemeClr val="tx1"/>
              </a:solidFill>
              <a:latin typeface="+mn-lt"/>
              <a:cs typeface="Latin Modern Math" panose="020B0604020202020204" pitchFamily="34" charset="0"/>
            </a:rPr>
            <a:t>Wasserstein-1 distance:</a:t>
          </a:r>
          <a:endParaRPr lang="ja-JP" sz="4000" b="1" kern="1200" dirty="0">
            <a:solidFill>
              <a:srgbClr val="FF0000"/>
            </a:solidFill>
            <a:latin typeface="+mn-lt"/>
            <a:cs typeface="Latin Modern Math" panose="020B0604020202020204" pitchFamily="34" charset="0"/>
          </a:endParaRPr>
        </a:p>
        <a:p>
          <a:pPr marL="285750" lvl="1" indent="0" algn="l" defTabSz="1778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Font typeface="ADLaM Display" panose="02010000000000000000" pitchFamily="2" charset="0"/>
            <a:buNone/>
          </a:pPr>
          <a14:m xmlns:a14="http://schemas.microsoft.com/office/drawing/2010/main">
            <m:oMathPara xmlns:m="http://schemas.openxmlformats.org/officeDocument/2006/math">
              <m:oMathParaPr>
                <m:jc m:val="centerGroup"/>
              </m:oMathParaPr>
              <m:oMath xmlns:m="http://schemas.openxmlformats.org/officeDocument/2006/math">
                <m:sSub>
                  <m:sSubPr>
                    <m:ctrlPr>
                      <a:rPr lang="en-US" altLang="ja-JP" sz="4000" b="0" i="1" kern="12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altLang="ja-JP" sz="4000" b="0" i="1" kern="12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𝑊</m:t>
                    </m:r>
                  </m:e>
                  <m:sub>
                    <m:r>
                      <a:rPr lang="en-US" altLang="ja-JP" sz="4000" b="0" i="1" kern="12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</m:t>
                    </m:r>
                  </m:sub>
                </m:sSub>
                <m:d>
                  <m:dPr>
                    <m:ctrlPr>
                      <a:rPr lang="en-US" altLang="ja-JP" sz="4000" b="0" i="1" kern="12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</m:ctrlPr>
                  </m:dPr>
                  <m:e>
                    <m:sSub>
                      <m:sSubPr>
                        <m:ctrlPr>
                          <a:rPr lang="en-US" altLang="ja-JP" sz="4000" b="0" i="1" kern="12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4000" b="0" i="1" kern="12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ja-JP" sz="4000" b="0" i="1" kern="12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ja-JP" sz="4000" b="0" i="1" kern="12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ja-JP" sz="4000" b="0" i="1" kern="12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4000" b="0" i="1" kern="12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ja-JP" sz="4000" b="0" i="1" kern="12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e>
                </m:d>
                <m:r>
                  <a:rPr lang="en-US" altLang="ja-JP" sz="4000" b="0" i="1" kern="1200" smtClean="0">
                    <a:solidFill>
                      <a:schemeClr val="tx1"/>
                    </a:solidFill>
                    <a:latin typeface="Cambria Math" panose="02040503050406030204" pitchFamily="18" charset="0"/>
                    <a:cs typeface="Latin Modern Math" panose="020B0604020202020204" pitchFamily="34" charset="0"/>
                  </a:rPr>
                  <m:t>=</m:t>
                </m:r>
                <m:nary>
                  <m:naryPr>
                    <m:subHide m:val="on"/>
                    <m:supHide m:val="on"/>
                    <m:ctrlPr>
                      <a:rPr lang="en-US" altLang="ja-JP" sz="4000" b="0" i="1" kern="12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</m:ctrlPr>
                  </m:naryPr>
                  <m:sub/>
                  <m:sup/>
                  <m:e>
                    <m:d>
                      <m:dPr>
                        <m:begChr m:val="|"/>
                        <m:endChr m:val="|"/>
                        <m:ctrlPr>
                          <a:rPr lang="en-US" altLang="ja-JP" sz="4000" b="0" i="1" kern="12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ja-JP" sz="4000" b="0" i="1" kern="120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4000" b="0" i="1" kern="120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altLang="ja-JP" sz="4000" b="0" i="1" kern="120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en-US" altLang="ja-JP" sz="4000" b="0" i="1" kern="120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sz="4000" b="0" i="1" kern="120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altLang="ja-JP" sz="4000" b="0" i="1" kern="12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ja-JP" sz="4000" b="0" i="1" kern="120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4000" b="0" i="1" kern="120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altLang="ja-JP" sz="4000" b="0" i="1" kern="120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en-US" altLang="ja-JP" sz="4000" b="0" i="1" kern="120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sz="4000" b="0" i="1" kern="120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en-US" altLang="ja-JP" sz="4000" b="0" i="1" kern="12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Latin Modern Math" panose="020B0604020202020204" pitchFamily="34" charset="0"/>
                      </a:rPr>
                      <m:t>𝑑𝑥</m:t>
                    </m:r>
                  </m:e>
                </m:nary>
              </m:oMath>
            </m:oMathPara>
          </a14:m>
          <a:endParaRPr lang="ja-JP" sz="4000" b="1" kern="1200" dirty="0">
            <a:solidFill>
              <a:srgbClr val="FF0000"/>
            </a:solidFill>
            <a:latin typeface="+mn-lt"/>
            <a:cs typeface="Latin Modern Math" panose="020B0604020202020204" pitchFamily="34" charset="0"/>
          </a:endParaRPr>
        </a:p>
        <a:p>
          <a:pPr marL="285750" lvl="1" indent="0" algn="l" defTabSz="1778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Font typeface="ADLaM Display" panose="02010000000000000000" pitchFamily="2" charset="0"/>
            <a:buNone/>
          </a:pPr>
          <a:r>
            <a:rPr lang="en-US" altLang="ja-JP" sz="4000" b="1" kern="1200" dirty="0" err="1">
              <a:solidFill>
                <a:schemeClr val="tx1"/>
              </a:solidFill>
              <a:latin typeface="+mn-lt"/>
              <a:cs typeface="Latin Modern Math" panose="020B0604020202020204" pitchFamily="34" charset="0"/>
            </a:rPr>
            <a:t>nABCD</a:t>
          </a:r>
          <a:r>
            <a:rPr lang="en-US" altLang="ja-JP" sz="4000" b="1" kern="1200" dirty="0">
              <a:solidFill>
                <a:schemeClr val="tx1"/>
              </a:solidFill>
              <a:latin typeface="+mn-lt"/>
              <a:cs typeface="Latin Modern Math" panose="020B0604020202020204" pitchFamily="34" charset="0"/>
            </a:rPr>
            <a:t>: normalized Area Between Cumulative Distributions:</a:t>
          </a:r>
          <a:endParaRPr lang="ja-JP" sz="4000" b="1" kern="1200" dirty="0">
            <a:solidFill>
              <a:srgbClr val="FF0000"/>
            </a:solidFill>
            <a:latin typeface="+mn-lt"/>
            <a:cs typeface="Latin Modern Math" panose="020B0604020202020204" pitchFamily="34" charset="0"/>
          </a:endParaRPr>
        </a:p>
        <a:p>
          <a:pPr marL="571500" lvl="2" indent="0" algn="l" defTabSz="1778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Font typeface="Arial" panose="020B0604020202020204" pitchFamily="34" charset="0"/>
            <a:buNone/>
          </a:pPr>
          <a14:m xmlns:a14="http://schemas.microsoft.com/office/drawing/2010/main">
            <m:oMathPara xmlns:m="http://schemas.openxmlformats.org/officeDocument/2006/math">
              <m:oMathParaPr>
                <m:jc m:val="centerGroup"/>
              </m:oMathParaPr>
              <m:oMath xmlns:m="http://schemas.openxmlformats.org/officeDocument/2006/math">
                <m:r>
                  <m:rPr>
                    <m:sty m:val="p"/>
                  </m:rPr>
                  <a:rPr lang="en-US" altLang="ja-JP" sz="4000" b="0" i="0" kern="1200" smtClean="0">
                    <a:solidFill>
                      <a:schemeClr val="tx1"/>
                    </a:solidFill>
                    <a:latin typeface="Cambria Math" panose="02040503050406030204" pitchFamily="18" charset="0"/>
                    <a:cs typeface="Latin Modern Math" panose="020B0604020202020204" pitchFamily="34" charset="0"/>
                  </a:rPr>
                  <m:t>nABCD</m:t>
                </m:r>
                <m:d>
                  <m:dPr>
                    <m:ctrlPr>
                      <a:rPr lang="en-US" altLang="ja-JP" sz="4000" b="0" i="1" kern="12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Latin Modern Math" panose="020B0604020202020204" pitchFamily="34" charset="0"/>
                      </a:rPr>
                    </m:ctrlPr>
                  </m:dPr>
                  <m:e>
                    <m:sSub>
                      <m:sSubPr>
                        <m:ctrlPr>
                          <a:rPr lang="en-US" altLang="ja-JP" sz="4000" b="0" i="1" kern="12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Latin Modern Math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ja-JP" sz="4000" b="0" i="1" kern="12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Latin Modern Math" panose="020B0604020202020204" pitchFamily="34" charset="0"/>
                          </a:rPr>
                          <m:t>𝐹</m:t>
                        </m:r>
                      </m:e>
                      <m:sub>
                        <m:r>
                          <a:rPr lang="en-US" altLang="ja-JP" sz="4000" b="0" i="1" kern="12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Latin Modern Math" panose="020B0604020202020204" pitchFamily="34" charset="0"/>
                          </a:rPr>
                          <m:t>1</m:t>
                        </m:r>
                      </m:sub>
                    </m:sSub>
                    <m:r>
                      <a:rPr lang="en-US" altLang="ja-JP" sz="4000" b="0" i="1" kern="12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Latin Modern Math" panose="020B0604020202020204" pitchFamily="34" charset="0"/>
                      </a:rPr>
                      <m:t>,</m:t>
                    </m:r>
                    <m:sSub>
                      <m:sSubPr>
                        <m:ctrlPr>
                          <a:rPr lang="en-US" altLang="ja-JP" sz="4000" b="0" i="1" kern="12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Latin Modern Math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ja-JP" sz="4000" b="0" i="1" kern="12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Latin Modern Math" panose="020B0604020202020204" pitchFamily="34" charset="0"/>
                          </a:rPr>
                          <m:t>𝐹</m:t>
                        </m:r>
                      </m:e>
                      <m:sub>
                        <m:r>
                          <a:rPr lang="en-US" altLang="ja-JP" sz="4000" b="0" i="1" kern="12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Latin Modern Math" panose="020B0604020202020204" pitchFamily="34" charset="0"/>
                          </a:rPr>
                          <m:t>2</m:t>
                        </m:r>
                      </m:sub>
                    </m:sSub>
                  </m:e>
                </m:d>
                <m:r>
                  <a:rPr lang="en-US" altLang="ja-JP" sz="4000" b="0" i="1" kern="1200" smtClean="0">
                    <a:solidFill>
                      <a:schemeClr val="tx1"/>
                    </a:solidFill>
                    <a:latin typeface="Cambria Math" panose="02040503050406030204" pitchFamily="18" charset="0"/>
                    <a:cs typeface="Latin Modern Math" panose="020B0604020202020204" pitchFamily="34" charset="0"/>
                  </a:rPr>
                  <m:t>=</m:t>
                </m:r>
                <m:f>
                  <m:fPr>
                    <m:ctrlPr>
                      <a:rPr lang="en-US" altLang="ja-JP" sz="4000" b="0" i="1" kern="12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</m:ctrlPr>
                  </m:fPr>
                  <m:num>
                    <m:sSub>
                      <m:sSubPr>
                        <m:ctrlPr>
                          <a:rPr lang="en-US" altLang="ja-JP" sz="4000" b="0" i="1" kern="12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4000" b="0" i="1" kern="12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ja-JP" sz="4000" b="0" i="1" kern="12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ja-JP" sz="4000" b="0" i="1" kern="12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ja-JP" sz="4000" b="0" i="1" kern="12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4000" b="0" i="1" kern="12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ja-JP" sz="4000" b="0" i="1" kern="12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ja-JP" sz="4000" b="0" i="1" kern="12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ja-JP" sz="4000" b="0" i="1" kern="12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4000" b="0" i="1" kern="12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ja-JP" sz="4000" b="0" i="1" kern="12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ja-JP" sz="4000" b="0" i="1" kern="12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num>
                  <m:den>
                    <m:r>
                      <m:rPr>
                        <m:sty m:val="p"/>
                      </m:rPr>
                      <a:rPr lang="en-US" altLang="ja-JP" sz="4000" b="0" i="0" kern="12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IQ</m:t>
                    </m:r>
                    <m:sSub>
                      <m:sSubPr>
                        <m:ctrlPr>
                          <a:rPr lang="en-US" altLang="ja-JP" sz="4000" b="0" i="1" kern="12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ja-JP" sz="4000" b="0" i="0" kern="12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ja-JP" sz="4000" b="0" i="0" kern="12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pooled</m:t>
                        </m:r>
                      </m:sub>
                    </m:sSub>
                  </m:den>
                </m:f>
              </m:oMath>
            </m:oMathPara>
          </a14:m>
          <a:endParaRPr lang="ja-JP" sz="4000" b="0" i="0" kern="1200" dirty="0">
            <a:solidFill>
              <a:schemeClr val="tx1"/>
            </a:solidFill>
            <a:latin typeface="+mn-lt"/>
            <a:cs typeface="Latin Modern Math" panose="020B0604020202020204" pitchFamily="34" charset="0"/>
          </a:endParaRPr>
        </a:p>
        <a:p>
          <a:pPr marL="571500" lvl="2" indent="0" algn="l" defTabSz="1778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Font typeface="Arial" panose="020B0604020202020204" pitchFamily="34" charset="0"/>
            <a:buNone/>
          </a:pPr>
          <a:endParaRPr lang="ja-JP" altLang="en-US" sz="4000" b="0" i="0" kern="1200" dirty="0">
            <a:solidFill>
              <a:schemeClr val="tx1"/>
            </a:solidFill>
            <a:latin typeface="+mn-lt"/>
            <a:cs typeface="Latin Modern Math" panose="020B0604020202020204" pitchFamily="34" charset="0"/>
          </a:endParaRPr>
        </a:p>
        <a:p>
          <a:pPr marL="571500" lvl="2" indent="0" algn="l" defTabSz="1778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Font typeface="Arial" panose="020B0604020202020204" pitchFamily="34" charset="0"/>
            <a:buNone/>
          </a:pPr>
          <a:endParaRPr lang="ja-JP" altLang="en-US" sz="4000" b="0" i="0" kern="1200" dirty="0">
            <a:solidFill>
              <a:schemeClr val="tx1"/>
            </a:solidFill>
            <a:latin typeface="+mn-lt"/>
            <a:cs typeface="Latin Modern Math" panose="020B0604020202020204" pitchFamily="34" charset="0"/>
          </a:endParaRPr>
        </a:p>
        <a:p>
          <a:pPr marL="571500" lvl="2" indent="0" algn="l" defTabSz="1778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Font typeface="ADLaM Display" panose="02010000000000000000" pitchFamily="2" charset="0"/>
            <a:buNone/>
          </a:pPr>
          <a:endParaRPr lang="ja-JP" altLang="en-US" sz="4000" b="0" kern="1200" dirty="0">
            <a:solidFill>
              <a:schemeClr val="tx1"/>
            </a:solidFill>
            <a:latin typeface="+mn-lt"/>
            <a:cs typeface="Latin Modern Math" panose="020B0604020202020204" pitchFamily="34" charset="0"/>
          </a:endParaRPr>
        </a:p>
        <a:p>
          <a:pPr marL="571500" lvl="2" indent="0" algn="l" defTabSz="1778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Font typeface="ADLaM Display" panose="02010000000000000000" pitchFamily="2" charset="0"/>
            <a:buNone/>
          </a:pPr>
          <a:endParaRPr lang="ja-JP" altLang="en-US" sz="4000" b="0" kern="1200" dirty="0">
            <a:solidFill>
              <a:schemeClr val="tx1"/>
            </a:solidFill>
            <a:latin typeface="+mn-lt"/>
            <a:cs typeface="Latin Modern Math" panose="020B0604020202020204" pitchFamily="34" charset="0"/>
          </a:endParaRPr>
        </a:p>
        <a:p>
          <a:pPr marL="571500" lvl="2" indent="0" algn="l" defTabSz="1778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Font typeface="ADLaM Display" panose="02010000000000000000" pitchFamily="2" charset="0"/>
            <a:buNone/>
          </a:pPr>
          <a:endParaRPr lang="ja-JP" altLang="en-US" sz="4000" b="0" kern="1200" dirty="0">
            <a:solidFill>
              <a:schemeClr val="tx1"/>
            </a:solidFill>
            <a:latin typeface="+mn-lt"/>
            <a:cs typeface="Latin Modern Math" panose="020B0604020202020204" pitchFamily="34" charset="0"/>
          </a:endParaRPr>
        </a:p>
        <a:p>
          <a:pPr marL="571500" lvl="2" indent="0" algn="l" defTabSz="1778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Font typeface="ADLaM Display" panose="02010000000000000000" pitchFamily="2" charset="0"/>
            <a:buNone/>
          </a:pPr>
          <a:endParaRPr lang="ja-JP" altLang="en-US" sz="4000" b="0" kern="1200" dirty="0">
            <a:solidFill>
              <a:schemeClr val="tx1"/>
            </a:solidFill>
            <a:latin typeface="+mn-lt"/>
            <a:cs typeface="Latin Modern Math" panose="020B0604020202020204" pitchFamily="34" charset="0"/>
          </a:endParaRPr>
        </a:p>
        <a:p>
          <a:pPr marL="571500" lvl="2" indent="0" algn="l" defTabSz="1778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Font typeface="ADLaM Display" panose="02010000000000000000" pitchFamily="2" charset="0"/>
            <a:buNone/>
          </a:pPr>
          <a:endParaRPr lang="ja-JP" altLang="en-US" sz="4000" b="0" kern="1200" dirty="0">
            <a:solidFill>
              <a:schemeClr val="tx1"/>
            </a:solidFill>
            <a:latin typeface="+mn-lt"/>
            <a:cs typeface="Latin Modern Math" panose="020B0604020202020204" pitchFamily="34" charset="0"/>
          </a:endParaRPr>
        </a:p>
        <a:p>
          <a:pPr marL="571500" lvl="2" indent="0" algn="l" defTabSz="1778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Font typeface="ADLaM Display" panose="02010000000000000000" pitchFamily="2" charset="0"/>
            <a:buChar char="▶"/>
          </a:pPr>
          <a:endParaRPr lang="ja-JP" altLang="en-US" sz="4000" b="0" kern="1200" dirty="0">
            <a:solidFill>
              <a:schemeClr val="tx1"/>
            </a:solidFill>
            <a:latin typeface="+mn-lt"/>
            <a:cs typeface="Latin Modern Math" panose="020B0604020202020204" pitchFamily="34" charset="0"/>
          </a:endParaRPr>
        </a:p>
        <a:p>
          <a:pPr marL="540000" lvl="1" indent="-540000" algn="l" defTabSz="1778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Font typeface="ADLaM Display" panose="02010000000000000000" pitchFamily="2" charset="0"/>
            <a:buNone/>
          </a:pPr>
          <a:endParaRPr lang="ja-JP" altLang="en-US" sz="4000" b="0" kern="1200" dirty="0">
            <a:solidFill>
              <a:schemeClr val="tx1"/>
            </a:solidFill>
            <a:latin typeface="+mn-lt"/>
            <a:cs typeface="Latin Modern Math" panose="020B0604020202020204" pitchFamily="34" charset="0"/>
          </a:endParaRPr>
        </a:p>
        <a:p>
          <a:pPr marL="540000" lvl="1" indent="-540000" algn="l" defTabSz="1778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Font typeface="ADLaM Display" panose="02010000000000000000" pitchFamily="2" charset="0"/>
            <a:buNone/>
          </a:pPr>
          <a:r>
            <a:rPr lang="en-US" altLang="ja-JP" sz="4000" b="1" kern="1200" dirty="0">
              <a:solidFill>
                <a:schemeClr val="tx1"/>
              </a:solidFill>
              <a:latin typeface="+mn-lt"/>
              <a:cs typeface="Latin Modern Math" panose="020B0604020202020204" pitchFamily="34" charset="0"/>
            </a:rPr>
            <a:t>Kantorovich-Rubinstein Duality:</a:t>
          </a:r>
          <a14:m xmlns:a14="http://schemas.microsoft.com/office/drawing/2010/main">
            <m:oMath xmlns:m="http://schemas.openxmlformats.org/officeDocument/2006/math">
              <m:sSub>
                <m:sSubPr>
                  <m:ctrlPr>
                    <a:rPr lang="en-US" altLang="ja-JP" sz="3600" b="0" i="1" kern="1200" smtClean="0">
                      <a:solidFill>
                        <a:schemeClr val="tx1"/>
                      </a:solidFill>
                      <a:latin typeface="Cambria Math" panose="02040503050406030204" pitchFamily="18" charset="0"/>
                    </a:rPr>
                  </m:ctrlPr>
                </m:sSubPr>
                <m:e>
                  <m:r>
                    <a:rPr lang="en-US" altLang="ja-JP" sz="3600" b="0" i="1" kern="1200" smtClean="0">
                      <a:solidFill>
                        <a:schemeClr val="tx1"/>
                      </a:solidFill>
                      <a:latin typeface="Cambria Math" panose="02040503050406030204" pitchFamily="18" charset="0"/>
                    </a:rPr>
                    <m:t>𝑊</m:t>
                  </m:r>
                </m:e>
                <m:sub>
                  <m:r>
                    <a:rPr lang="en-US" altLang="ja-JP" sz="3600" b="0" i="1" kern="1200" smtClean="0">
                      <a:solidFill>
                        <a:schemeClr val="tx1"/>
                      </a:solidFill>
                      <a:latin typeface="Cambria Math" panose="02040503050406030204" pitchFamily="18" charset="0"/>
                    </a:rPr>
                    <m:t>1</m:t>
                  </m:r>
                </m:sub>
              </m:sSub>
              <m:d>
                <m:dPr>
                  <m:ctrlPr>
                    <a:rPr lang="en-US" altLang="ja-JP" sz="3600" b="0" i="1" kern="1200" smtClean="0">
                      <a:solidFill>
                        <a:schemeClr val="tx1"/>
                      </a:solidFill>
                      <a:latin typeface="Cambria Math" panose="02040503050406030204" pitchFamily="18" charset="0"/>
                    </a:rPr>
                  </m:ctrlPr>
                </m:dPr>
                <m:e>
                  <m:sSub>
                    <m:sSubPr>
                      <m:ctrlPr>
                        <a:rPr lang="en-US" altLang="ja-JP" sz="3600" b="0" i="1" kern="12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 lang="en-US" altLang="ja-JP" sz="3600" b="0" i="1" kern="12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</m:e>
                    <m:sub>
                      <m:r>
                        <a:rPr lang="en-US" altLang="ja-JP" sz="3600" b="0" i="1" kern="12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sub>
                  </m:sSub>
                  <m:r>
                    <a:rPr lang="en-US" altLang="ja-JP" sz="3600" b="0" i="1" kern="1200" smtClean="0">
                      <a:solidFill>
                        <a:schemeClr val="tx1"/>
                      </a:solidFill>
                      <a:latin typeface="Cambria Math" panose="02040503050406030204" pitchFamily="18" charset="0"/>
                    </a:rPr>
                    <m:t>, </m:t>
                  </m:r>
                  <m:sSub>
                    <m:sSubPr>
                      <m:ctrlPr>
                        <a:rPr lang="en-US" altLang="ja-JP" sz="3600" b="0" i="1" kern="12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 lang="en-US" altLang="ja-JP" sz="3600" b="0" i="1" kern="12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</m:e>
                    <m:sub>
                      <m:r>
                        <a:rPr lang="en-US" altLang="ja-JP" sz="3600" b="0" i="1" kern="12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b>
                  </m:sSub>
                </m:e>
              </m:d>
              <m:r>
                <a:rPr lang="en-US" altLang="ja-JP" sz="3600" b="0" i="1" kern="1200" smtClean="0">
                  <a:solidFill>
                    <a:schemeClr val="tx1"/>
                  </a:solidFill>
                  <a:latin typeface="Cambria Math" panose="02040503050406030204" pitchFamily="18" charset="0"/>
                </a:rPr>
                <m:t> = </m:t>
              </m:r>
              <m:func>
                <m:funcPr>
                  <m:ctrlPr>
                    <a:rPr lang="en-US" altLang="ja-JP" sz="3600" b="0" i="1" kern="1200" smtClean="0">
                      <a:solidFill>
                        <a:schemeClr val="tx1"/>
                      </a:solidFill>
                      <a:latin typeface="Cambria Math" panose="02040503050406030204" pitchFamily="18" charset="0"/>
                    </a:rPr>
                  </m:ctrlPr>
                </m:funcPr>
                <m:fName>
                  <m:limLow>
                    <m:limLowPr>
                      <m:ctrlPr>
                        <a:rPr lang="en-US" altLang="ja-JP" sz="3600" b="0" i="1" kern="12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</m:ctrlPr>
                    </m:limLowPr>
                    <m:e>
                      <m:r>
                        <m:rPr>
                          <m:sty m:val="p"/>
                        </m:rPr>
                        <a:rPr lang="en-US" altLang="ja-JP" sz="3600" b="0" i="0" kern="12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sup</m:t>
                      </m:r>
                    </m:e>
                    <m:lim>
                      <m:sSub>
                        <m:sSubPr>
                          <m:ctrlPr>
                            <a:rPr lang="en-US" altLang="ja-JP" sz="3600" b="0" i="1" kern="12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ja-JP" sz="3600" b="0" i="1" kern="12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ja-JP" sz="3600" b="0" i="1" kern="12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d>
                        </m:e>
                        <m:sub>
                          <m:r>
                            <m:rPr>
                              <m:sty m:val="p"/>
                            </m:rPr>
                            <a:rPr lang="en-US" altLang="ja-JP" sz="3600" b="0" i="1" kern="12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Lip</m:t>
                          </m:r>
                        </m:sub>
                      </m:sSub>
                      <m:r>
                        <a:rPr lang="en-US" altLang="ja-JP" sz="3600" b="0" i="1" kern="12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≤ 1</m:t>
                      </m:r>
                    </m:lim>
                  </m:limLow>
                </m:fName>
                <m:e>
                  <m:d>
                    <m:dPr>
                      <m:begChr m:val="|"/>
                      <m:endChr m:val="|"/>
                      <m:ctrlPr>
                        <a:rPr lang="en-US" altLang="ja-JP" sz="3600" b="0" i="1" kern="12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</m:ctrlPr>
                    </m:dPr>
                    <m:e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altLang="ja-JP" sz="3600" b="0" i="1" kern="12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altLang="ja-JP" sz="3600" b="0" i="1" kern="12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m:rPr>
                              <m:sty m:val="p"/>
                            </m:rPr>
                            <a:rPr lang="en-US" altLang="ja-JP" sz="3600" b="0" i="1" kern="12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sSub>
                            <m:sSubPr>
                              <m:ctrlPr>
                                <a:rPr lang="en-US" altLang="ja-JP" sz="3600" b="0" i="1" kern="12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3600" b="0" i="1" kern="12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altLang="ja-JP" sz="3600" b="0" i="1" kern="12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ja-JP" sz="3600" b="0" i="1" kern="12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nary>
                            <m:naryPr>
                              <m:limLoc m:val="undOvr"/>
                              <m:subHide m:val="on"/>
                              <m:supHide m:val="on"/>
                              <m:ctrlPr>
                                <a:rPr lang="en-US" altLang="ja-JP" sz="3600" b="0" i="1" kern="12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en-US" altLang="ja-JP" sz="3600" b="0" i="1" kern="12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m:rPr>
                                  <m:sty m:val="p"/>
                                </m:rPr>
                                <a:rPr lang="en-US" altLang="ja-JP" sz="3600" b="0" i="0" kern="12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  <m:sSub>
                                <m:sSubPr>
                                  <m:ctrlPr>
                                    <a:rPr lang="en-US" altLang="ja-JP" sz="3600" b="0" i="1" kern="120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3600" b="0" i="1" kern="120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altLang="ja-JP" sz="3600" b="0" i="1" kern="120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nary>
                        </m:e>
                      </m:nary>
                    </m:e>
                  </m:d>
                </m:e>
              </m:func>
            </m:oMath>
          </a14:m>
          <a:endParaRPr lang="ja-JP" altLang="en-US" sz="4000" b="0" kern="1200" dirty="0">
            <a:solidFill>
              <a:schemeClr val="tx1"/>
            </a:solidFill>
            <a:latin typeface="+mn-lt"/>
            <a:cs typeface="Latin Modern Math" panose="020B0604020202020204" pitchFamily="34" charset="0"/>
          </a:endParaRPr>
        </a:p>
        <a:p>
          <a:pPr marL="540000" lvl="1" indent="-540000" algn="l" defTabSz="1778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Font typeface="Arial" panose="020B0604020202020204" pitchFamily="34" charset="0"/>
            <a:buNone/>
          </a:pPr>
          <a:r>
            <a:rPr lang="en-US" altLang="ja-JP" sz="4000" b="1" kern="1200" dirty="0">
              <a:solidFill>
                <a:schemeClr val="tx1"/>
              </a:solidFill>
              <a:latin typeface="+mn-lt"/>
              <a:cs typeface="Latin Modern Math" panose="020B0604020202020204" pitchFamily="34" charset="0"/>
            </a:rPr>
            <a:t>Heterogeneity bound: </a:t>
          </a:r>
          <a:r>
            <a:rPr lang="en-US" altLang="ja-JP" sz="4000" b="0" kern="1200" dirty="0">
              <a:solidFill>
                <a:schemeClr val="tx1"/>
              </a:solidFill>
              <a:latin typeface="+mn-lt"/>
              <a:cs typeface="Latin Modern Math" panose="020B0604020202020204" pitchFamily="34" charset="0"/>
            </a:rPr>
            <a:t>If the conditional average treatment effect </a:t>
          </a:r>
          <a14:m xmlns:a14="http://schemas.microsoft.com/office/drawing/2010/main">
            <m:oMath xmlns:m="http://schemas.openxmlformats.org/officeDocument/2006/math">
              <m:r>
                <a:rPr lang="en-US" altLang="ja-JP" sz="4000" b="0" i="1" kern="1200" smtClean="0">
                  <a:solidFill>
                    <a:schemeClr val="tx1"/>
                  </a:solidFill>
                  <a:latin typeface="Cambria Math" panose="02040503050406030204" pitchFamily="18" charset="0"/>
                  <a:cs typeface="Latin Modern Math" panose="020B0604020202020204" pitchFamily="34" charset="0"/>
                </a:rPr>
                <m:t>𝜏</m:t>
              </m:r>
              <m:r>
                <a:rPr lang="en-US" altLang="ja-JP" sz="4000" b="0" i="1" kern="1200" smtClean="0">
                  <a:solidFill>
                    <a:schemeClr val="tx1"/>
                  </a:solidFill>
                  <a:latin typeface="Cambria Math" panose="02040503050406030204" pitchFamily="18" charset="0"/>
                  <a:cs typeface="Latin Modern Math" panose="020B0604020202020204" pitchFamily="34" charset="0"/>
                </a:rPr>
                <m:t>(</m:t>
              </m:r>
              <m:r>
                <a:rPr lang="en-US" altLang="ja-JP" sz="4000" b="0" i="1" kern="1200" smtClean="0">
                  <a:solidFill>
                    <a:schemeClr val="tx1"/>
                  </a:solidFill>
                  <a:latin typeface="Cambria Math" panose="02040503050406030204" pitchFamily="18" charset="0"/>
                  <a:cs typeface="Latin Modern Math" panose="020B0604020202020204" pitchFamily="34" charset="0"/>
                </a:rPr>
                <m:t>𝑥</m:t>
              </m:r>
              <m:r>
                <a:rPr lang="en-US" altLang="ja-JP" sz="4000" b="0" i="1" kern="1200" smtClean="0">
                  <a:solidFill>
                    <a:schemeClr val="tx1"/>
                  </a:solidFill>
                  <a:latin typeface="Cambria Math" panose="02040503050406030204" pitchFamily="18" charset="0"/>
                  <a:cs typeface="Latin Modern Math" panose="020B0604020202020204" pitchFamily="34" charset="0"/>
                </a:rPr>
                <m:t>)</m:t>
              </m:r>
            </m:oMath>
          </a14:m>
          <a:r>
            <a:rPr lang="en-US" altLang="ja-JP" sz="4000" b="0" kern="1200" dirty="0">
              <a:solidFill>
                <a:schemeClr val="tx1"/>
              </a:solidFill>
              <a:latin typeface="+mn-lt"/>
              <a:cs typeface="Latin Modern Math" panose="020B0604020202020204" pitchFamily="34" charset="0"/>
            </a:rPr>
            <a:t> is Lipschitz continuous with constant </a:t>
          </a:r>
          <a14:m xmlns:a14="http://schemas.microsoft.com/office/drawing/2010/main">
            <m:oMath xmlns:m="http://schemas.openxmlformats.org/officeDocument/2006/math">
              <m:r>
                <a:rPr lang="en-US" altLang="ja-JP" sz="4000" b="0" i="1" kern="1200" smtClean="0">
                  <a:solidFill>
                    <a:schemeClr val="tx1"/>
                  </a:solidFill>
                  <a:latin typeface="Cambria Math" panose="02040503050406030204" pitchFamily="18" charset="0"/>
                  <a:cs typeface="Latin Modern Math" panose="020B0604020202020204" pitchFamily="34" charset="0"/>
                </a:rPr>
                <m:t>𝐿</m:t>
              </m:r>
            </m:oMath>
          </a14:m>
          <a:endParaRPr lang="ja-JP" sz="4000" b="0" kern="1200" dirty="0">
            <a:solidFill>
              <a:schemeClr val="tx1"/>
            </a:solidFill>
            <a:latin typeface="+mn-lt"/>
            <a:cs typeface="Latin Modern Math" panose="020B0604020202020204" pitchFamily="34" charset="0"/>
          </a:endParaRPr>
        </a:p>
        <a:p>
          <a:pPr marL="571500" lvl="2" indent="0" algn="l" defTabSz="17780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14:m xmlns:a14="http://schemas.microsoft.com/office/drawing/2010/main">
            <m:oMathPara xmlns:m="http://schemas.openxmlformats.org/officeDocument/2006/math">
              <m:oMathParaPr>
                <m:jc m:val="centerGroup"/>
              </m:oMathParaPr>
              <m:oMath xmlns:m="http://schemas.openxmlformats.org/officeDocument/2006/math">
                <m:d>
                  <m:dPr>
                    <m:begChr m:val="|"/>
                    <m:endChr m:val="|"/>
                    <m:ctrlPr>
                      <a:rPr lang="en-US" altLang="ja-JP" sz="4000" b="0" i="1" kern="12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</m:ctrlPr>
                  </m:dPr>
                  <m:e>
                    <m:sSub>
                      <m:sSubPr>
                        <m:ctrlPr>
                          <a:rPr lang="en-US" altLang="ja-JP" sz="4000" b="0" i="1" kern="12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altLang="ja-JP" sz="4000" b="0" i="1" kern="120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ja-JP" sz="4000" b="0" i="1" kern="120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</m:acc>
                      </m:e>
                      <m:sub>
                        <m:r>
                          <a:rPr lang="en-US" altLang="ja-JP" sz="4000" b="0" i="1" kern="12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ja-JP" sz="4000" b="0" i="1" kern="12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ja-JP" sz="4000" b="0" i="1" kern="12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altLang="ja-JP" sz="4000" b="0" i="1" kern="120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ja-JP" sz="4000" b="0" i="1" kern="120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</m:acc>
                      </m:e>
                      <m:sub>
                        <m:r>
                          <a:rPr lang="en-US" altLang="ja-JP" sz="4000" b="0" i="1" kern="12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e>
                </m:d>
                <m:r>
                  <a:rPr lang="en-US" altLang="ja-JP" sz="4000" b="0" i="1" kern="1200" smtClean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m:t>≤</m:t>
                </m:r>
                <m:r>
                  <a:rPr lang="en-US" altLang="ja-JP" sz="4000" b="0" i="1" kern="1200" smtClean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m:t>𝐿</m:t>
                </m:r>
                <m:r>
                  <a:rPr lang="en-US" altLang="ja-JP" sz="4000" b="0" i="1" kern="1200" smtClean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m:t> ⋅</m:t>
                </m:r>
                <m:r>
                  <m:rPr>
                    <m:sty m:val="p"/>
                  </m:rPr>
                  <a:rPr lang="en-US" altLang="ja-JP" sz="4000" b="0" i="0" kern="1200" smtClean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m:t>IQ</m:t>
                </m:r>
                <m:sSub>
                  <m:sSubPr>
                    <m:ctrlPr>
                      <a:rPr lang="en-US" altLang="ja-JP" sz="4000" b="0" i="1" kern="12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</m:ctrlPr>
                  </m:sSubPr>
                  <m:e>
                    <m:r>
                      <m:rPr>
                        <m:sty m:val="p"/>
                      </m:rPr>
                      <a:rPr lang="en-US" altLang="ja-JP" sz="4000" b="0" i="0" kern="12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T</m:t>
                    </m:r>
                  </m:e>
                  <m:sub>
                    <m:r>
                      <m:rPr>
                        <m:sty m:val="p"/>
                      </m:rPr>
                      <a:rPr lang="en-US" altLang="ja-JP" sz="4000" b="0" i="0" kern="12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pooled</m:t>
                    </m:r>
                  </m:sub>
                </m:sSub>
                <m:r>
                  <a:rPr lang="en-US" altLang="ja-JP" sz="4000" b="0" i="1" kern="1200" smtClean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m:t>⋅</m:t>
                </m:r>
                <m:r>
                  <m:rPr>
                    <m:sty m:val="p"/>
                  </m:rPr>
                  <a:rPr lang="en-US" altLang="ja-JP" sz="4000" b="0" i="0" kern="1200" smtClean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m:t>nABCD</m:t>
                </m:r>
                <m:r>
                  <a:rPr lang="en-US" altLang="ja-JP" sz="4000" b="0" i="1" kern="1200" smtClean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m:t>(</m:t>
                </m:r>
                <m:sSub>
                  <m:sSubPr>
                    <m:ctrlPr>
                      <a:rPr lang="en-US" altLang="ja-JP" sz="4000" b="0" i="1" kern="12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</m:ctrlPr>
                  </m:sSubPr>
                  <m:e>
                    <m:r>
                      <a:rPr lang="en-US" altLang="ja-JP" sz="4000" b="0" i="1" kern="12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𝐹</m:t>
                    </m:r>
                  </m:e>
                  <m:sub>
                    <m:r>
                      <a:rPr lang="en-US" altLang="ja-JP" sz="4000" b="0" i="1" kern="12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sub>
                </m:sSub>
                <m:r>
                  <a:rPr lang="en-US" altLang="ja-JP" sz="4000" b="0" i="1" kern="1200" smtClean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m:t>,</m:t>
                </m:r>
                <m:sSub>
                  <m:sSubPr>
                    <m:ctrlPr>
                      <a:rPr lang="en-US" altLang="ja-JP" sz="4000" b="0" i="1" kern="12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</m:ctrlPr>
                  </m:sSubPr>
                  <m:e>
                    <m:r>
                      <a:rPr lang="en-US" altLang="ja-JP" sz="4000" b="0" i="1" kern="12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𝐹</m:t>
                    </m:r>
                  </m:e>
                  <m:sub>
                    <m:r>
                      <a:rPr lang="en-US" altLang="ja-JP" sz="4000" b="0" i="1" kern="12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</m:sub>
                </m:sSub>
                <m:r>
                  <a:rPr lang="en-US" altLang="ja-JP" sz="4000" b="0" i="1" kern="1200" smtClean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m:t>)</m:t>
                </m:r>
              </m:oMath>
            </m:oMathPara>
          </a14:m>
          <a:endParaRPr lang="ja-JP" sz="4000" b="0" kern="1200" dirty="0">
            <a:solidFill>
              <a:schemeClr val="tx1"/>
            </a:solidFill>
            <a:latin typeface="+mn-lt"/>
            <a:cs typeface="Latin Modern Math" panose="020B0604020202020204" pitchFamily="34" charset="0"/>
          </a:endParaRPr>
        </a:p>
        <a:p>
          <a:pPr marL="540000" lvl="2" indent="-540000" algn="l" defTabSz="17780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14:m xmlns:a14="http://schemas.microsoft.com/office/drawing/2010/main">
            <m:oMath xmlns:m="http://schemas.openxmlformats.org/officeDocument/2006/math">
              <m:r>
                <a:rPr lang="en-US" altLang="ja-JP" sz="4000" b="0" i="1" kern="1200" smtClean="0">
                  <a:solidFill>
                    <a:schemeClr val="tx1"/>
                  </a:solidFill>
                  <a:latin typeface="Cambria Math" panose="02040503050406030204" pitchFamily="18" charset="0"/>
                  <a:cs typeface="Latin Modern Math" panose="020B0604020202020204" pitchFamily="34" charset="0"/>
                </a:rPr>
                <m:t>𝐿</m:t>
              </m:r>
            </m:oMath>
          </a14:m>
          <a:r>
            <a:rPr lang="en-US" altLang="ja-JP" sz="4000" b="0" kern="1200" dirty="0">
              <a:solidFill>
                <a:schemeClr val="tx1"/>
              </a:solidFill>
              <a:latin typeface="+mn-lt"/>
              <a:cs typeface="Latin Modern Math" panose="020B0604020202020204" pitchFamily="34" charset="0"/>
            </a:rPr>
            <a:t>: upper bound on treatment effect change per unit change in the EM</a:t>
          </a:r>
          <a:endParaRPr lang="ja-JP" sz="4000" b="0" kern="1200" dirty="0">
            <a:solidFill>
              <a:schemeClr val="tx1"/>
            </a:solidFill>
            <a:latin typeface="+mn-lt"/>
            <a:cs typeface="Latin Modern Math" panose="020B0604020202020204" pitchFamily="34" charset="0"/>
          </a:endParaRPr>
        </a:p>
      </dsp:txBody>
      <dsp:txXfrm>
        <a:off x="0" y="8834045"/>
        <a:ext cx="16851087" cy="13777920"/>
      </dsp:txXfrm>
    </dsp:sp>
    <dsp:sp modelId="{50826671-5D21-4BBF-8BAC-4541C1AD4F86}">
      <dsp:nvSpPr>
        <dsp:cNvPr id="0" name=""/>
        <dsp:cNvSpPr/>
      </dsp:nvSpPr>
      <dsp:spPr>
        <a:xfrm>
          <a:off x="0" y="22611965"/>
          <a:ext cx="16851087" cy="107999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0" tIns="228600" rIns="228600" bIns="228600" numCol="1" spcCol="1270" anchor="ctr" anchorCtr="0">
          <a:noAutofit/>
        </a:bodyPr>
        <a:lstStyle/>
        <a:p>
          <a:pPr marL="540000" lvl="0" indent="-540000" algn="l" defTabSz="2667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ja-JP" sz="6000" b="1" kern="1200" dirty="0">
              <a:solidFill>
                <a:srgbClr val="FFFFFF"/>
              </a:solidFill>
              <a:latin typeface="Arial"/>
              <a:ea typeface="游ゴシック"/>
              <a:cs typeface="Latin Modern Math" panose="020B0604020202020204" pitchFamily="34" charset="0"/>
            </a:rPr>
            <a:t>Clinical calibration</a:t>
          </a:r>
          <a:endParaRPr lang="ja-JP" sz="6000" b="1" kern="1200" dirty="0">
            <a:solidFill>
              <a:srgbClr val="FFFFFF"/>
            </a:solidFill>
            <a:latin typeface="Arial"/>
            <a:ea typeface="游ゴシック"/>
            <a:cs typeface="Latin Modern Math" panose="020B0604020202020204" pitchFamily="34" charset="0"/>
          </a:endParaRPr>
        </a:p>
      </dsp:txBody>
      <dsp:txXfrm>
        <a:off x="52721" y="22664686"/>
        <a:ext cx="16745645" cy="974555"/>
      </dsp:txXfrm>
    </dsp:sp>
    <dsp:sp modelId="{8049BB8D-F52F-499C-8D5D-AD6EA217646F}">
      <dsp:nvSpPr>
        <dsp:cNvPr id="0" name=""/>
        <dsp:cNvSpPr/>
      </dsp:nvSpPr>
      <dsp:spPr>
        <a:xfrm>
          <a:off x="0" y="23691962"/>
          <a:ext cx="16851087" cy="30470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5022" tIns="50800" rIns="284480" bIns="50800" numCol="1" spcCol="1270" anchor="t" anchorCtr="0">
          <a:noAutofit/>
        </a:bodyPr>
        <a:lstStyle/>
        <a:p>
          <a:pPr marL="540000" lvl="1" indent="-540000" algn="l" defTabSz="17780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-US" altLang="ja-JP" sz="4000" b="1" kern="1200" dirty="0">
              <a:solidFill>
                <a:schemeClr val="tx1"/>
              </a:solidFill>
              <a:cs typeface="Latin Modern Math" panose="020B0604020202020204" pitchFamily="34" charset="0"/>
            </a:rPr>
            <a:t>Pathway 1: </a:t>
          </a:r>
          <a:r>
            <a:rPr lang="en-US" altLang="ja-JP" sz="4000" b="0" kern="1200" dirty="0">
              <a:solidFill>
                <a:schemeClr val="tx1"/>
              </a:solidFill>
              <a:cs typeface="Latin Modern Math" panose="020B0604020202020204" pitchFamily="34" charset="0"/>
            </a:rPr>
            <a:t>When L is available </a:t>
          </a:r>
          <a14:m xmlns:a14="http://schemas.microsoft.com/office/drawing/2010/main">
            <m:oMath xmlns:m="http://schemas.openxmlformats.org/officeDocument/2006/math">
              <m:sSub>
                <m:sSubPr>
                  <m:ctrlPr>
                    <a:rPr lang="en-US" altLang="ja-JP" sz="4000" b="0" i="1" kern="1200" smtClean="0">
                      <a:solidFill>
                        <a:schemeClr val="tx1"/>
                      </a:solidFill>
                      <a:latin typeface="Cambria Math" panose="02040503050406030204" pitchFamily="18" charset="0"/>
                      <a:cs typeface="Latin Modern Math" panose="020B0604020202020204" pitchFamily="34" charset="0"/>
                    </a:rPr>
                  </m:ctrlPr>
                </m:sSubPr>
                <m:e>
                  <m:r>
                    <m:rPr>
                      <m:sty m:val="p"/>
                    </m:rPr>
                    <a:rPr lang="en-US" altLang="ja-JP" sz="4000" b="0" i="0" kern="1200" smtClean="0">
                      <a:solidFill>
                        <a:schemeClr val="tx1"/>
                      </a:solidFill>
                      <a:latin typeface="Cambria Math" panose="02040503050406030204" pitchFamily="18" charset="0"/>
                      <a:cs typeface="Latin Modern Math" panose="020B0604020202020204" pitchFamily="34" charset="0"/>
                    </a:rPr>
                    <m:t>Δ</m:t>
                  </m:r>
                </m:e>
                <m:sub>
                  <m:r>
                    <m:rPr>
                      <m:sty m:val="p"/>
                    </m:rPr>
                    <a:rPr lang="en-US" altLang="ja-JP" sz="4000" b="0" i="0" kern="1200" smtClean="0">
                      <a:solidFill>
                        <a:schemeClr val="tx1"/>
                      </a:solidFill>
                      <a:latin typeface="Cambria Math" panose="02040503050406030204" pitchFamily="18" charset="0"/>
                      <a:cs typeface="Latin Modern Math" panose="020B0604020202020204" pitchFamily="34" charset="0"/>
                    </a:rPr>
                    <m:t>max</m:t>
                  </m:r>
                </m:sub>
              </m:sSub>
              <m:r>
                <a:rPr lang="en-US" altLang="ja-JP" sz="4000" b="0" i="1" kern="1200" smtClean="0">
                  <a:solidFill>
                    <a:schemeClr val="tx1"/>
                  </a:solidFill>
                  <a:latin typeface="Cambria Math" panose="02040503050406030204" pitchFamily="18" charset="0"/>
                  <a:cs typeface="Latin Modern Math" panose="020B0604020202020204" pitchFamily="34" charset="0"/>
                </a:rPr>
                <m:t>=</m:t>
              </m:r>
              <m:r>
                <a:rPr lang="en-US" altLang="ja-JP" sz="4000" b="0" i="1" kern="1200" smtClean="0">
                  <a:solidFill>
                    <a:schemeClr val="tx1"/>
                  </a:solidFill>
                  <a:latin typeface="Cambria Math" panose="02040503050406030204" pitchFamily="18" charset="0"/>
                  <a:cs typeface="Latin Modern Math" panose="020B0604020202020204" pitchFamily="34" charset="0"/>
                </a:rPr>
                <m:t>𝐿</m:t>
              </m:r>
              <m:r>
                <a:rPr lang="en-US" altLang="ja-JP" sz="4000" b="0" i="1" kern="1200" smtClean="0">
                  <a:solidFill>
                    <a:schemeClr val="tx1"/>
                  </a:solidFill>
                  <a:latin typeface="Cambria Math" panose="02040503050406030204" pitchFamily="18" charset="0"/>
                  <a:cs typeface="Latin Modern Math" panose="020B0604020202020204" pitchFamily="34" charset="0"/>
                </a:rPr>
                <m:t>⋅</m:t>
              </m:r>
              <m:r>
                <m:rPr>
                  <m:sty m:val="p"/>
                </m:rPr>
                <a:rPr lang="en-US" altLang="ja-JP" sz="4000" b="0" i="0" kern="1200" smtClean="0">
                  <a:solidFill>
                    <a:schemeClr val="tx1"/>
                  </a:solidFill>
                  <a:latin typeface="Cambria Math" panose="02040503050406030204" pitchFamily="18" charset="0"/>
                  <a:cs typeface="Latin Modern Math" panose="020B0604020202020204" pitchFamily="34" charset="0"/>
                </a:rPr>
                <m:t>IQ</m:t>
              </m:r>
              <m:sSub>
                <m:sSubPr>
                  <m:ctrlPr>
                    <a:rPr lang="en-US" altLang="ja-JP" sz="4000" b="0" i="1" kern="1200" smtClean="0">
                      <a:solidFill>
                        <a:schemeClr val="tx1"/>
                      </a:solidFill>
                      <a:latin typeface="Cambria Math" panose="02040503050406030204" pitchFamily="18" charset="0"/>
                      <a:cs typeface="Latin Modern Math" panose="020B0604020202020204" pitchFamily="34" charset="0"/>
                    </a:rPr>
                  </m:ctrlPr>
                </m:sSubPr>
                <m:e>
                  <m:r>
                    <m:rPr>
                      <m:sty m:val="p"/>
                    </m:rPr>
                    <a:rPr lang="en-US" altLang="ja-JP" sz="4000" b="0" i="0" kern="1200" smtClean="0">
                      <a:solidFill>
                        <a:schemeClr val="tx1"/>
                      </a:solidFill>
                      <a:latin typeface="Cambria Math" panose="02040503050406030204" pitchFamily="18" charset="0"/>
                      <a:cs typeface="Latin Modern Math" panose="020B0604020202020204" pitchFamily="34" charset="0"/>
                    </a:rPr>
                    <m:t>R</m:t>
                  </m:r>
                </m:e>
                <m:sub>
                  <m:r>
                    <m:rPr>
                      <m:sty m:val="p"/>
                    </m:rPr>
                    <a:rPr lang="en-US" altLang="ja-JP" sz="4000" b="0" i="0" kern="1200" smtClean="0">
                      <a:solidFill>
                        <a:schemeClr val="tx1"/>
                      </a:solidFill>
                      <a:latin typeface="Cambria Math" panose="02040503050406030204" pitchFamily="18" charset="0"/>
                      <a:cs typeface="Latin Modern Math" panose="020B0604020202020204" pitchFamily="34" charset="0"/>
                    </a:rPr>
                    <m:t>pooled</m:t>
                  </m:r>
                </m:sub>
              </m:sSub>
              <m:r>
                <a:rPr lang="en-US" altLang="ja-JP" sz="4000" b="0" i="0" kern="1200" smtClean="0">
                  <a:solidFill>
                    <a:schemeClr val="tx1"/>
                  </a:solidFill>
                  <a:latin typeface="Cambria Math" panose="02040503050406030204" pitchFamily="18" charset="0"/>
                  <a:cs typeface="Latin Modern Math" panose="020B0604020202020204" pitchFamily="34" charset="0"/>
                </a:rPr>
                <m:t>⋅</m:t>
              </m:r>
              <m:r>
                <m:rPr>
                  <m:sty m:val="p"/>
                </m:rPr>
                <a:rPr lang="en-US" altLang="ja-JP" sz="4000" b="0" i="0" kern="1200" smtClean="0">
                  <a:solidFill>
                    <a:schemeClr val="tx1"/>
                  </a:solidFill>
                  <a:latin typeface="Cambria Math" panose="02040503050406030204" pitchFamily="18" charset="0"/>
                  <a:cs typeface="Latin Modern Math" panose="020B0604020202020204" pitchFamily="34" charset="0"/>
                </a:rPr>
                <m:t>nABCD</m:t>
              </m:r>
            </m:oMath>
          </a14:m>
          <a:r>
            <a:rPr lang="en-US" altLang="ja-JP" sz="4000" b="0" kern="1200" dirty="0">
              <a:solidFill>
                <a:schemeClr val="tx1"/>
              </a:solidFill>
              <a:latin typeface="+mn-lt"/>
              <a:ea typeface="游ゴシック"/>
              <a:cs typeface="Latin Modern Math" panose="020B0604020202020204" pitchFamily="34" charset="0"/>
            </a:rPr>
            <a:t>. </a:t>
          </a:r>
          <a:br>
            <a:rPr lang="en-US" altLang="ja-JP" sz="4000" b="0" kern="1200" dirty="0">
              <a:solidFill>
                <a:schemeClr val="tx1"/>
              </a:solidFill>
              <a:latin typeface="+mn-lt"/>
              <a:ea typeface="游ゴシック"/>
              <a:cs typeface="Latin Modern Math" panose="020B0604020202020204" pitchFamily="34" charset="0"/>
            </a:rPr>
          </a:br>
          <a:r>
            <a:rPr lang="en-US" altLang="ja-JP" sz="4000" b="0" kern="1200" dirty="0">
              <a:solidFill>
                <a:schemeClr val="tx1"/>
              </a:solidFill>
              <a:latin typeface="+mn-lt"/>
              <a:ea typeface="游ゴシック"/>
              <a:cs typeface="Latin Modern Math" panose="020B0604020202020204" pitchFamily="34" charset="0"/>
            </a:rPr>
            <a:t>Worst-case regional treatment effect difference on the clinical scale</a:t>
          </a:r>
          <a:endParaRPr lang="ja-JP" sz="4000" b="0" kern="1200" dirty="0">
            <a:solidFill>
              <a:schemeClr val="tx1"/>
            </a:solidFill>
            <a:latin typeface="+mn-lt"/>
            <a:ea typeface="游ゴシック"/>
            <a:cs typeface="Latin Modern Math" panose="020B0604020202020204" pitchFamily="34" charset="0"/>
          </a:endParaRPr>
        </a:p>
        <a:p>
          <a:pPr marL="540000" lvl="1" indent="-540000" algn="l" defTabSz="17780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-US" altLang="ja-JP" sz="4000" b="1" kern="1200" dirty="0">
              <a:solidFill>
                <a:schemeClr val="tx1"/>
              </a:solidFill>
              <a:latin typeface="+mn-lt"/>
              <a:ea typeface="游ゴシック"/>
              <a:cs typeface="Latin Modern Math" panose="020B0604020202020204" pitchFamily="34" charset="0"/>
            </a:rPr>
            <a:t>Pathway 2:</a:t>
          </a:r>
          <a:r>
            <a:rPr lang="en-US" altLang="ja-JP" sz="4000" b="0" kern="1200" dirty="0">
              <a:solidFill>
                <a:schemeClr val="tx1"/>
              </a:solidFill>
              <a:latin typeface="+mn-lt"/>
              <a:ea typeface="游ゴシック"/>
              <a:cs typeface="Latin Modern Math" panose="020B0604020202020204" pitchFamily="34" charset="0"/>
            </a:rPr>
            <a:t> When L is unknown </a:t>
          </a:r>
          <a14:m xmlns:a14="http://schemas.microsoft.com/office/drawing/2010/main">
            <m:oMath xmlns:m="http://schemas.openxmlformats.org/officeDocument/2006/math">
              <m:sSup>
                <m:sSupPr>
                  <m:ctrlPr>
                    <a:rPr lang="en-US" altLang="ja-JP" sz="4000" b="0" i="1" kern="1200" smtClean="0">
                      <a:solidFill>
                        <a:schemeClr val="tx1"/>
                      </a:solidFill>
                      <a:latin typeface="Cambria Math" panose="02040503050406030204" pitchFamily="18" charset="0"/>
                      <a:ea typeface="游ゴシック"/>
                      <a:cs typeface="Latin Modern Math" panose="020B0604020202020204" pitchFamily="34" charset="0"/>
                    </a:rPr>
                  </m:ctrlPr>
                </m:sSupPr>
                <m:e>
                  <m:r>
                    <a:rPr lang="en-US" altLang="ja-JP" sz="4000" b="0" i="1" kern="1200" smtClean="0">
                      <a:solidFill>
                        <a:schemeClr val="tx1"/>
                      </a:solidFill>
                      <a:latin typeface="Cambria Math" panose="02040503050406030204" pitchFamily="18" charset="0"/>
                      <a:ea typeface="游ゴシック"/>
                      <a:cs typeface="Latin Modern Math" panose="020B0604020202020204" pitchFamily="34" charset="0"/>
                    </a:rPr>
                    <m:t>𝐿</m:t>
                  </m:r>
                </m:e>
                <m:sup>
                  <m:r>
                    <a:rPr lang="en-US" altLang="ja-JP" sz="4000" b="0" i="1" kern="1200" smtClean="0">
                      <a:solidFill>
                        <a:schemeClr val="tx1"/>
                      </a:solidFill>
                      <a:latin typeface="Cambria Math" panose="02040503050406030204" pitchFamily="18" charset="0"/>
                      <a:ea typeface="游ゴシック"/>
                      <a:cs typeface="Latin Modern Math" panose="020B0604020202020204" pitchFamily="34" charset="0"/>
                    </a:rPr>
                    <m:t>∗</m:t>
                  </m:r>
                </m:sup>
              </m:sSup>
              <m:r>
                <a:rPr lang="en-US" altLang="ja-JP" sz="4000" b="0" i="1" kern="1200" smtClean="0">
                  <a:solidFill>
                    <a:schemeClr val="tx1"/>
                  </a:solidFill>
                  <a:latin typeface="Cambria Math" panose="02040503050406030204" pitchFamily="18" charset="0"/>
                  <a:ea typeface="游ゴシック"/>
                  <a:cs typeface="Latin Modern Math" panose="020B0604020202020204" pitchFamily="34" charset="0"/>
                </a:rPr>
                <m:t>=</m:t>
              </m:r>
              <m:f>
                <m:fPr>
                  <m:type m:val="lin"/>
                  <m:ctrlPr>
                    <a:rPr lang="en-US" altLang="ja-JP" sz="4000" b="0" i="1" kern="1200" smtClean="0">
                      <a:solidFill>
                        <a:schemeClr val="tx1"/>
                      </a:solidFill>
                      <a:latin typeface="Cambria Math" panose="02040503050406030204" pitchFamily="18" charset="0"/>
                      <a:ea typeface="游ゴシック"/>
                    </a:rPr>
                  </m:ctrlPr>
                </m:fPr>
                <m:num>
                  <m:sSub>
                    <m:sSubPr>
                      <m:ctrlPr>
                        <a:rPr lang="en-US" altLang="ja-JP" sz="4000" b="0" i="1" kern="12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游ゴシック"/>
                          <a:cs typeface="Latin Modern Math" panose="020B0604020202020204" pitchFamily="34" charset="0"/>
                        </a:rPr>
                      </m:ctrlPr>
                    </m:sSubPr>
                    <m:e>
                      <m:r>
                        <m:rPr>
                          <m:sty m:val="p"/>
                        </m:rPr>
                        <a:rPr lang="en-US" altLang="ja-JP" sz="4000" b="0" i="0" kern="12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游ゴシック"/>
                          <a:cs typeface="Latin Modern Math" panose="020B0604020202020204" pitchFamily="34" charset="0"/>
                        </a:rPr>
                        <m:t>Δ</m:t>
                      </m:r>
                    </m:e>
                    <m:sub>
                      <m:r>
                        <m:rPr>
                          <m:sty m:val="p"/>
                        </m:rPr>
                        <a:rPr lang="en-US" altLang="ja-JP" sz="4000" b="0" i="0" kern="12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游ゴシック"/>
                          <a:cs typeface="Latin Modern Math" panose="020B0604020202020204" pitchFamily="34" charset="0"/>
                        </a:rPr>
                        <m:t>clin</m:t>
                      </m:r>
                    </m:sub>
                  </m:sSub>
                </m:num>
                <m:den>
                  <m:d>
                    <m:dPr>
                      <m:ctrlPr>
                        <a:rPr lang="en-US" altLang="ja-JP" sz="4000" b="0" i="1" kern="12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游ゴシック"/>
                        </a:rPr>
                      </m:ctrlPr>
                    </m:dPr>
                    <m:e>
                      <m:sSub>
                        <m:sSubPr>
                          <m:ctrlPr>
                            <a:rPr lang="en-US" altLang="ja-JP" sz="4000" b="0" i="1" kern="12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游ゴシック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ja-JP" sz="4000" b="0" i="0" kern="12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游ゴシック"/>
                            </a:rPr>
                            <m:t>IQR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ja-JP" sz="4000" b="0" i="0" kern="12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游ゴシック"/>
                            </a:rPr>
                            <m:t>pooled</m:t>
                          </m:r>
                        </m:sub>
                      </m:sSub>
                      <m:r>
                        <a:rPr lang="en-US" altLang="ja-JP" sz="4000" b="0" i="1" kern="12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游ゴシック"/>
                        </a:rPr>
                        <m:t>⋅</m:t>
                      </m:r>
                      <m:r>
                        <m:rPr>
                          <m:sty m:val="p"/>
                        </m:rPr>
                        <a:rPr lang="en-US" altLang="ja-JP" sz="4000" b="0" i="0" kern="12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游ゴシック"/>
                        </a:rPr>
                        <m:t>nABCD</m:t>
                      </m:r>
                    </m:e>
                  </m:d>
                </m:den>
              </m:f>
            </m:oMath>
          </a14:m>
          <a:r>
            <a:rPr lang="en-US" altLang="ja-JP" sz="4000" b="0" kern="1200" dirty="0">
              <a:solidFill>
                <a:schemeClr val="tx1"/>
              </a:solidFill>
              <a:latin typeface="+mn-lt"/>
              <a:ea typeface="游ゴシック"/>
              <a:cs typeface="Latin Modern Math" panose="020B0604020202020204" pitchFamily="34" charset="0"/>
            </a:rPr>
            <a:t>. </a:t>
          </a:r>
          <a:br>
            <a:rPr lang="en-US" altLang="ja-JP" sz="4000" b="0" kern="1200" dirty="0">
              <a:solidFill>
                <a:schemeClr val="tx1"/>
              </a:solidFill>
              <a:latin typeface="+mn-lt"/>
              <a:ea typeface="游ゴシック"/>
              <a:cs typeface="Latin Modern Math" panose="020B0604020202020204" pitchFamily="34" charset="0"/>
            </a:rPr>
          </a:br>
          <a14:m xmlns:a14="http://schemas.microsoft.com/office/drawing/2010/main">
            <m:oMath xmlns:m="http://schemas.openxmlformats.org/officeDocument/2006/math">
              <m:sSub>
                <m:sSubPr>
                  <m:ctrlPr>
                    <a:rPr lang="en-US" altLang="ja-JP" sz="4000" b="0" i="1" kern="1200" smtClean="0">
                      <a:solidFill>
                        <a:schemeClr val="tx1"/>
                      </a:solidFill>
                      <a:latin typeface="Cambria Math" panose="02040503050406030204" pitchFamily="18" charset="0"/>
                      <a:ea typeface="游ゴシック"/>
                      <a:cs typeface="Latin Modern Math" panose="020B0604020202020204" pitchFamily="34" charset="0"/>
                    </a:rPr>
                  </m:ctrlPr>
                </m:sSubPr>
                <m:e>
                  <m:r>
                    <m:rPr>
                      <m:sty m:val="p"/>
                    </m:rPr>
                    <a:rPr lang="en-US" altLang="ja-JP" sz="4000" b="0" i="0" kern="1200" smtClean="0">
                      <a:solidFill>
                        <a:schemeClr val="tx1"/>
                      </a:solidFill>
                      <a:latin typeface="Cambria Math" panose="02040503050406030204" pitchFamily="18" charset="0"/>
                      <a:ea typeface="游ゴシック"/>
                      <a:cs typeface="Latin Modern Math" panose="020B0604020202020204" pitchFamily="34" charset="0"/>
                    </a:rPr>
                    <m:t>Δ</m:t>
                  </m:r>
                </m:e>
                <m:sub>
                  <m:r>
                    <m:rPr>
                      <m:sty m:val="p"/>
                    </m:rPr>
                    <a:rPr lang="en-US" altLang="ja-JP" sz="4000" b="0" i="0" kern="1200" smtClean="0">
                      <a:solidFill>
                        <a:schemeClr val="tx1"/>
                      </a:solidFill>
                      <a:latin typeface="Cambria Math" panose="02040503050406030204" pitchFamily="18" charset="0"/>
                      <a:ea typeface="游ゴシック"/>
                      <a:cs typeface="Latin Modern Math" panose="020B0604020202020204" pitchFamily="34" charset="0"/>
                    </a:rPr>
                    <m:t>clin</m:t>
                  </m:r>
                </m:sub>
              </m:sSub>
            </m:oMath>
          </a14:m>
          <a:r>
            <a:rPr lang="en-US" altLang="ja-JP" sz="4000" b="0" kern="1200" dirty="0">
              <a:solidFill>
                <a:schemeClr val="tx1"/>
              </a:solidFill>
              <a:latin typeface="+mn-lt"/>
              <a:ea typeface="游ゴシック"/>
              <a:cs typeface="Latin Modern Math" panose="020B0604020202020204" pitchFamily="34" charset="0"/>
            </a:rPr>
            <a:t>: clinically important difference. </a:t>
          </a:r>
          <a14:m xmlns:a14="http://schemas.microsoft.com/office/drawing/2010/main">
            <m:oMath xmlns:m="http://schemas.openxmlformats.org/officeDocument/2006/math">
              <m:sSup>
                <m:sSupPr>
                  <m:ctrlPr>
                    <a:rPr lang="en-US" altLang="ja-JP" sz="4000" b="0" i="1" kern="1200" smtClean="0">
                      <a:solidFill>
                        <a:schemeClr val="tx1"/>
                      </a:solidFill>
                      <a:latin typeface="Cambria Math" panose="02040503050406030204" pitchFamily="18" charset="0"/>
                      <a:ea typeface="游ゴシック"/>
                      <a:cs typeface="Latin Modern Math" panose="020B0604020202020204" pitchFamily="34" charset="0"/>
                    </a:rPr>
                  </m:ctrlPr>
                </m:sSupPr>
                <m:e>
                  <m:r>
                    <a:rPr lang="en-US" altLang="ja-JP" sz="4000" b="0" i="1" kern="1200" smtClean="0">
                      <a:solidFill>
                        <a:schemeClr val="tx1"/>
                      </a:solidFill>
                      <a:latin typeface="Cambria Math" panose="02040503050406030204" pitchFamily="18" charset="0"/>
                      <a:ea typeface="游ゴシック"/>
                      <a:cs typeface="Latin Modern Math" panose="020B0604020202020204" pitchFamily="34" charset="0"/>
                    </a:rPr>
                    <m:t>𝐿</m:t>
                  </m:r>
                </m:e>
                <m:sup>
                  <m:r>
                    <a:rPr lang="en-US" altLang="ja-JP" sz="4000" b="0" i="1" kern="1200" smtClean="0">
                      <a:solidFill>
                        <a:schemeClr val="tx1"/>
                      </a:solidFill>
                      <a:latin typeface="Cambria Math" panose="02040503050406030204" pitchFamily="18" charset="0"/>
                      <a:ea typeface="游ゴシック"/>
                      <a:cs typeface="Latin Modern Math" panose="020B0604020202020204" pitchFamily="34" charset="0"/>
                    </a:rPr>
                    <m:t>∗</m:t>
                  </m:r>
                </m:sup>
              </m:sSup>
            </m:oMath>
          </a14:m>
          <a:r>
            <a:rPr lang="en-US" altLang="ja-JP" sz="4000" b="0" kern="1200" dirty="0">
              <a:solidFill>
                <a:schemeClr val="tx1"/>
              </a:solidFill>
              <a:latin typeface="+mn-lt"/>
              <a:ea typeface="游ゴシック"/>
              <a:cs typeface="Latin Modern Math" panose="020B0604020202020204" pitchFamily="34" charset="0"/>
            </a:rPr>
            <a:t> above plausible range means that distributional difference unlikely to be clinically concerning.</a:t>
          </a:r>
          <a:endParaRPr lang="ja-JP" sz="4000" b="0" kern="1200" dirty="0">
            <a:solidFill>
              <a:schemeClr val="tx1"/>
            </a:solidFill>
            <a:latin typeface="+mn-lt"/>
            <a:ea typeface="游ゴシック"/>
            <a:cs typeface="Latin Modern Math" panose="020B0604020202020204" pitchFamily="34" charset="0"/>
          </a:endParaRPr>
        </a:p>
      </dsp:txBody>
      <dsp:txXfrm>
        <a:off x="0" y="23691962"/>
        <a:ext cx="16851087" cy="3047040"/>
      </dsp:txXfrm>
    </dsp:sp>
    <dsp:sp modelId="{0BF06565-CA24-4BAD-8F39-AC0DB201749B}">
      <dsp:nvSpPr>
        <dsp:cNvPr id="0" name=""/>
        <dsp:cNvSpPr/>
      </dsp:nvSpPr>
      <dsp:spPr>
        <a:xfrm>
          <a:off x="0" y="26739002"/>
          <a:ext cx="16851087" cy="107999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0" tIns="0" rIns="228600" bIns="0" numCol="1" spcCol="1270" anchor="ctr" anchorCtr="0">
          <a:noAutofit/>
        </a:bodyPr>
        <a:lstStyle/>
        <a:p>
          <a:pPr marL="0" lvl="0" indent="0" algn="l" defTabSz="2667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ja-JP" sz="6000" b="1" kern="1200" dirty="0">
              <a:latin typeface="+mn-lt"/>
              <a:cs typeface="Latin Modern Math" panose="020B0604020202020204" pitchFamily="34" charset="0"/>
            </a:rPr>
            <a:t>Simulation Design</a:t>
          </a:r>
          <a:endParaRPr lang="ja-JP" sz="6000" b="0" kern="1200" dirty="0">
            <a:solidFill>
              <a:schemeClr val="tx1"/>
            </a:solidFill>
            <a:latin typeface="+mn-lt"/>
            <a:cs typeface="Latin Modern Math" panose="020B0604020202020204" pitchFamily="34" charset="0"/>
          </a:endParaRPr>
        </a:p>
      </dsp:txBody>
      <dsp:txXfrm>
        <a:off x="52721" y="26791723"/>
        <a:ext cx="16745645" cy="974555"/>
      </dsp:txXfrm>
    </dsp:sp>
    <dsp:sp modelId="{E4EDB3AE-060F-42E5-AC2F-B2180353957D}">
      <dsp:nvSpPr>
        <dsp:cNvPr id="0" name=""/>
        <dsp:cNvSpPr/>
      </dsp:nvSpPr>
      <dsp:spPr>
        <a:xfrm>
          <a:off x="0" y="27818999"/>
          <a:ext cx="16851087" cy="103334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5022" tIns="50800" rIns="284480" bIns="50800" numCol="1" spcCol="1270" anchor="t" anchorCtr="0">
          <a:noAutofit/>
        </a:bodyPr>
        <a:lstStyle/>
        <a:p>
          <a:pPr marL="285750" lvl="1" indent="-285750" algn="l" defTabSz="1778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Font typeface="ADLaM Display" panose="02010000000000000000" pitchFamily="2" charset="0"/>
            <a:buChar char="▶"/>
          </a:pPr>
          <a:r>
            <a:rPr lang="en-US" altLang="ja-JP" sz="4000" b="0" kern="1200" dirty="0">
              <a:solidFill>
                <a:schemeClr val="tx1"/>
              </a:solidFill>
              <a:latin typeface="+mn-lt"/>
              <a:cs typeface="Latin Modern Math" panose="020B0604020202020204" pitchFamily="34" charset="0"/>
            </a:rPr>
            <a:t>Distribution pairs for scenarios (S1–S7) covering null, location-shift, scale-shift, skewness, and combined </a:t>
          </a:r>
          <a:r>
            <a:rPr lang="en-US" altLang="ja-JP" sz="4000" b="0" kern="1200" dirty="0" err="1">
              <a:solidFill>
                <a:schemeClr val="tx1"/>
              </a:solidFill>
              <a:latin typeface="+mn-lt"/>
              <a:cs typeface="Latin Modern Math" panose="020B0604020202020204" pitchFamily="34" charset="0"/>
            </a:rPr>
            <a:t>location+scale</a:t>
          </a:r>
          <a:r>
            <a:rPr lang="en-US" altLang="ja-JP" sz="4000" b="0" kern="1200" dirty="0">
              <a:solidFill>
                <a:schemeClr val="tx1"/>
              </a:solidFill>
              <a:latin typeface="+mn-lt"/>
              <a:cs typeface="Latin Modern Math" panose="020B0604020202020204" pitchFamily="34" charset="0"/>
            </a:rPr>
            <a:t> differences</a:t>
          </a:r>
          <a:endParaRPr lang="ja-JP" sz="4000" b="0" kern="1200" dirty="0">
            <a:solidFill>
              <a:schemeClr val="tx1"/>
            </a:solidFill>
            <a:latin typeface="+mn-lt"/>
            <a:cs typeface="Latin Modern Math" panose="020B0604020202020204" pitchFamily="34" charset="0"/>
          </a:endParaRPr>
        </a:p>
        <a:p>
          <a:pPr marL="285750" lvl="1" indent="-285750" algn="l" defTabSz="1778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Font typeface="ADLaM Display" panose="02010000000000000000" pitchFamily="2" charset="0"/>
            <a:buChar char="▶"/>
          </a:pPr>
          <a:r>
            <a:rPr lang="en-US" altLang="ja-JP" sz="4000" b="0" kern="1200" dirty="0">
              <a:solidFill>
                <a:schemeClr val="tx1"/>
              </a:solidFill>
              <a:latin typeface="+mn-lt"/>
              <a:cs typeface="Latin Modern Math" panose="020B0604020202020204" pitchFamily="34" charset="0"/>
            </a:rPr>
            <a:t>10,000 replications, sample size (50, 100, 200), bootstrap B=2,000 </a:t>
          </a:r>
          <a:endParaRPr lang="ja-JP" sz="4000" b="0" kern="1200" dirty="0">
            <a:solidFill>
              <a:schemeClr val="tx1"/>
            </a:solidFill>
            <a:latin typeface="+mn-lt"/>
            <a:cs typeface="Latin Modern Math" panose="020B0604020202020204" pitchFamily="34" charset="0"/>
          </a:endParaRPr>
        </a:p>
        <a:p>
          <a:pPr marL="285750" lvl="1" indent="-285750" algn="l" defTabSz="1778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Font typeface="ADLaM Display" panose="02010000000000000000" pitchFamily="2" charset="0"/>
            <a:buChar char="▶"/>
          </a:pPr>
          <a:endParaRPr lang="ja-JP" sz="4000" b="0" kern="1200" dirty="0">
            <a:solidFill>
              <a:schemeClr val="tx1"/>
            </a:solidFill>
            <a:latin typeface="+mn-lt"/>
            <a:cs typeface="Latin Modern Math" panose="020B0604020202020204" pitchFamily="34" charset="0"/>
          </a:endParaRPr>
        </a:p>
        <a:p>
          <a:pPr marL="285750" lvl="1" indent="-285750" algn="l" defTabSz="1778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Font typeface="ADLaM Display" panose="02010000000000000000" pitchFamily="2" charset="0"/>
            <a:buChar char="▶"/>
          </a:pPr>
          <a:endParaRPr lang="ja-JP" sz="4000" b="0" kern="1200" dirty="0">
            <a:solidFill>
              <a:schemeClr val="tx1"/>
            </a:solidFill>
            <a:latin typeface="+mn-lt"/>
            <a:cs typeface="Latin Modern Math" panose="020B0604020202020204" pitchFamily="34" charset="0"/>
          </a:endParaRPr>
        </a:p>
        <a:p>
          <a:pPr marL="285750" lvl="1" indent="-285750" algn="l" defTabSz="1778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Font typeface="ADLaM Display" panose="02010000000000000000" pitchFamily="2" charset="0"/>
            <a:buChar char="▶"/>
          </a:pPr>
          <a:endParaRPr lang="ja-JP" sz="4000" b="0" kern="1200" dirty="0">
            <a:solidFill>
              <a:schemeClr val="tx1"/>
            </a:solidFill>
            <a:latin typeface="+mn-lt"/>
            <a:cs typeface="Latin Modern Math" panose="020B0604020202020204" pitchFamily="34" charset="0"/>
          </a:endParaRPr>
        </a:p>
        <a:p>
          <a:pPr marL="285750" lvl="1" indent="-285750" algn="l" defTabSz="1778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Font typeface="ADLaM Display" panose="02010000000000000000" pitchFamily="2" charset="0"/>
            <a:buChar char="▶"/>
          </a:pPr>
          <a:endParaRPr lang="ja-JP" sz="4000" b="0" kern="1200" dirty="0">
            <a:solidFill>
              <a:schemeClr val="tx1"/>
            </a:solidFill>
            <a:latin typeface="+mn-lt"/>
            <a:cs typeface="Latin Modern Math" panose="020B0604020202020204" pitchFamily="34" charset="0"/>
          </a:endParaRPr>
        </a:p>
        <a:p>
          <a:pPr marL="285750" lvl="1" indent="-285750" algn="l" defTabSz="1778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Font typeface="ADLaM Display" panose="02010000000000000000" pitchFamily="2" charset="0"/>
            <a:buChar char="▶"/>
          </a:pPr>
          <a:endParaRPr lang="ja-JP" sz="4000" b="0" kern="1200" dirty="0">
            <a:solidFill>
              <a:schemeClr val="tx1"/>
            </a:solidFill>
            <a:latin typeface="+mn-lt"/>
            <a:cs typeface="Latin Modern Math" panose="020B0604020202020204" pitchFamily="34" charset="0"/>
          </a:endParaRPr>
        </a:p>
        <a:p>
          <a:pPr marL="285750" lvl="1" indent="-285750" algn="l" defTabSz="1778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Font typeface="ADLaM Display" panose="02010000000000000000" pitchFamily="2" charset="0"/>
            <a:buChar char="▶"/>
          </a:pPr>
          <a:endParaRPr lang="ja-JP" sz="4000" b="0" kern="1200" dirty="0">
            <a:solidFill>
              <a:schemeClr val="tx1"/>
            </a:solidFill>
            <a:latin typeface="+mn-lt"/>
            <a:cs typeface="Latin Modern Math" panose="020B0604020202020204" pitchFamily="34" charset="0"/>
          </a:endParaRPr>
        </a:p>
        <a:p>
          <a:pPr marL="285750" lvl="1" indent="-285750" algn="l" defTabSz="1778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Font typeface="ADLaM Display" panose="02010000000000000000" pitchFamily="2" charset="0"/>
            <a:buChar char="▶"/>
          </a:pPr>
          <a:endParaRPr lang="ja-JP" sz="4000" b="0" kern="1200" dirty="0">
            <a:solidFill>
              <a:schemeClr val="tx1"/>
            </a:solidFill>
            <a:latin typeface="+mn-lt"/>
            <a:cs typeface="Latin Modern Math" panose="020B0604020202020204" pitchFamily="34" charset="0"/>
          </a:endParaRPr>
        </a:p>
        <a:p>
          <a:pPr marL="285750" lvl="1" indent="-285750" algn="l" defTabSz="1778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Font typeface="ADLaM Display" panose="02010000000000000000" pitchFamily="2" charset="0"/>
            <a:buChar char="▶"/>
          </a:pPr>
          <a:endParaRPr lang="ja-JP" sz="4000" b="0" kern="1200" dirty="0">
            <a:solidFill>
              <a:schemeClr val="tx1"/>
            </a:solidFill>
            <a:latin typeface="+mn-lt"/>
            <a:cs typeface="Latin Modern Math" panose="020B0604020202020204" pitchFamily="34" charset="0"/>
          </a:endParaRPr>
        </a:p>
        <a:p>
          <a:pPr marL="285750" lvl="1" indent="-285750" algn="l" defTabSz="1778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Font typeface="ADLaM Display" panose="02010000000000000000" pitchFamily="2" charset="0"/>
            <a:buChar char="▶"/>
          </a:pPr>
          <a:endParaRPr lang="ja-JP" sz="4000" b="0" kern="1200" dirty="0">
            <a:solidFill>
              <a:schemeClr val="tx1"/>
            </a:solidFill>
            <a:latin typeface="+mn-lt"/>
            <a:cs typeface="Latin Modern Math" panose="020B0604020202020204" pitchFamily="34" charset="0"/>
          </a:endParaRPr>
        </a:p>
        <a:p>
          <a:pPr marL="285750" lvl="1" indent="-285750" algn="l" defTabSz="1778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Font typeface="ADLaM Display" panose="02010000000000000000" pitchFamily="2" charset="0"/>
            <a:buChar char="▶"/>
          </a:pPr>
          <a:endParaRPr lang="ja-JP" sz="4000" b="0" kern="1200" dirty="0">
            <a:solidFill>
              <a:schemeClr val="tx1"/>
            </a:solidFill>
            <a:latin typeface="+mn-lt"/>
            <a:cs typeface="Latin Modern Math" panose="020B0604020202020204" pitchFamily="34" charset="0"/>
          </a:endParaRPr>
        </a:p>
        <a:p>
          <a:pPr marL="285750" lvl="1" indent="-285750" algn="l" defTabSz="1778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Font typeface="ADLaM Display" panose="02010000000000000000" pitchFamily="2" charset="0"/>
            <a:buChar char="▶"/>
          </a:pPr>
          <a:endParaRPr lang="ja-JP" sz="4000" b="0" kern="1200" dirty="0">
            <a:solidFill>
              <a:schemeClr val="tx1"/>
            </a:solidFill>
            <a:latin typeface="+mn-lt"/>
            <a:cs typeface="Latin Modern Math" panose="020B0604020202020204" pitchFamily="34" charset="0"/>
          </a:endParaRPr>
        </a:p>
        <a:p>
          <a:pPr marL="285750" lvl="1" indent="-285750" algn="l" defTabSz="1778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Font typeface="ADLaM Display" panose="02010000000000000000" pitchFamily="2" charset="0"/>
            <a:buChar char="▶"/>
          </a:pPr>
          <a:endParaRPr lang="ja-JP" sz="4000" b="0" kern="1200" dirty="0">
            <a:solidFill>
              <a:schemeClr val="tx1"/>
            </a:solidFill>
            <a:latin typeface="+mn-lt"/>
            <a:cs typeface="Latin Modern Math" panose="020B0604020202020204" pitchFamily="34" charset="0"/>
          </a:endParaRPr>
        </a:p>
        <a:p>
          <a:pPr marL="285750" lvl="1" indent="-285750" algn="l" defTabSz="1778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Font typeface="ADLaM Display" panose="02010000000000000000" pitchFamily="2" charset="0"/>
            <a:buChar char="▶"/>
          </a:pPr>
          <a:endParaRPr lang="ja-JP" sz="4000" b="0" kern="1200" dirty="0">
            <a:solidFill>
              <a:schemeClr val="tx1"/>
            </a:solidFill>
            <a:latin typeface="+mn-lt"/>
            <a:cs typeface="Latin Modern Math" panose="020B0604020202020204" pitchFamily="34" charset="0"/>
          </a:endParaRPr>
        </a:p>
      </dsp:txBody>
      <dsp:txXfrm>
        <a:off x="0" y="27818999"/>
        <a:ext cx="16851087" cy="1033344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83A4A3-492F-4790-9516-2AD3660D86A2}">
      <dsp:nvSpPr>
        <dsp:cNvPr id="0" name=""/>
        <dsp:cNvSpPr/>
      </dsp:nvSpPr>
      <dsp:spPr>
        <a:xfrm>
          <a:off x="0" y="358210"/>
          <a:ext cx="16916400" cy="107999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0" tIns="0" rIns="228600" bIns="0" numCol="1" spcCol="1270" anchor="ctr" anchorCtr="0">
          <a:noAutofit/>
        </a:bodyPr>
        <a:lstStyle/>
        <a:p>
          <a:pPr marL="0" lvl="0" indent="0" algn="l" defTabSz="2667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ja-JP" sz="6000" b="1" kern="1200" dirty="0">
              <a:latin typeface="+mn-lt"/>
              <a:cs typeface="Latin Modern Math" panose="020B0604020202020204" pitchFamily="34" charset="0"/>
            </a:rPr>
            <a:t>Simulation Results</a:t>
          </a:r>
          <a:endParaRPr lang="ja-JP" sz="6000" b="1" kern="1200" dirty="0">
            <a:latin typeface="+mn-lt"/>
            <a:cs typeface="Latin Modern Math" panose="020B0604020202020204" pitchFamily="34" charset="0"/>
          </a:endParaRPr>
        </a:p>
      </dsp:txBody>
      <dsp:txXfrm>
        <a:off x="52721" y="410931"/>
        <a:ext cx="16810958" cy="974553"/>
      </dsp:txXfrm>
    </dsp:sp>
    <dsp:sp modelId="{276A5535-ED2B-43E9-B124-4C52B36A3903}">
      <dsp:nvSpPr>
        <dsp:cNvPr id="0" name=""/>
        <dsp:cNvSpPr/>
      </dsp:nvSpPr>
      <dsp:spPr>
        <a:xfrm>
          <a:off x="0" y="1438205"/>
          <a:ext cx="16916400" cy="9418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7096" tIns="50800" rIns="284480" bIns="50800" numCol="1" spcCol="1270" anchor="t" anchorCtr="0">
          <a:noAutofit/>
        </a:bodyPr>
        <a:lstStyle/>
        <a:p>
          <a:pPr marL="542925" lvl="1" indent="-542925" algn="l" defTabSz="1778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Font typeface="ADLaM Display" panose="02010000000000000000" pitchFamily="2" charset="0"/>
            <a:buNone/>
          </a:pPr>
          <a:r>
            <a:rPr lang="en-US" altLang="ja-JP" sz="4000" b="1" kern="1200" dirty="0">
              <a:solidFill>
                <a:schemeClr val="tx1"/>
              </a:solidFill>
              <a:latin typeface="+mn-lt"/>
              <a:cs typeface="Latin Modern Math" panose="020B0604020202020204" pitchFamily="34" charset="0"/>
            </a:rPr>
            <a:t>Bias: </a:t>
          </a:r>
          <a:r>
            <a:rPr lang="en-US" altLang="ja-JP" sz="4000" b="0" kern="1200" dirty="0">
              <a:solidFill>
                <a:schemeClr val="tx1"/>
              </a:solidFill>
              <a:latin typeface="+mn-lt"/>
              <a:cs typeface="Latin Modern Math" panose="020B0604020202020204" pitchFamily="34" charset="0"/>
            </a:rPr>
            <a:t>Bias is negligible for non-null scenarios (S3</a:t>
          </a:r>
          <a:r>
            <a:rPr lang="en-US" sz="4000" b="0" kern="1200" dirty="0"/>
            <a:t>–S7)</a:t>
          </a:r>
          <a:r>
            <a:rPr lang="en-US" altLang="ja-JP" sz="4000" b="0" kern="1200" dirty="0">
              <a:solidFill>
                <a:schemeClr val="tx1"/>
              </a:solidFill>
              <a:latin typeface="+mn-lt"/>
              <a:cs typeface="Latin Modern Math" panose="020B0604020202020204" pitchFamily="34" charset="0"/>
            </a:rPr>
            <a:t> at n ≥ 100. At the null (S1), a positive bias persists because Wasserstein distance is non-negative</a:t>
          </a:r>
          <a:endParaRPr lang="ja-JP" sz="4800" b="1" kern="1200" dirty="0">
            <a:solidFill>
              <a:schemeClr val="tx1"/>
            </a:solidFill>
            <a:latin typeface="+mn-lt"/>
            <a:cs typeface="Latin Modern Math" panose="020B0604020202020204" pitchFamily="34" charset="0"/>
          </a:endParaRPr>
        </a:p>
        <a:p>
          <a:pPr marL="542925" lvl="1" indent="-542925" algn="l" defTabSz="1778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Font typeface="ADLaM Display" panose="02010000000000000000" pitchFamily="2" charset="0"/>
            <a:buNone/>
          </a:pPr>
          <a:r>
            <a:rPr lang="en-US" altLang="ja-JP" sz="4000" b="1" kern="1200" dirty="0">
              <a:solidFill>
                <a:schemeClr val="tx1"/>
              </a:solidFill>
              <a:latin typeface="+mn-lt"/>
              <a:cs typeface="Latin Modern Math" panose="020B0604020202020204" pitchFamily="34" charset="0"/>
            </a:rPr>
            <a:t>Coverage: </a:t>
          </a:r>
          <a:r>
            <a:rPr lang="en-US" altLang="ja-JP" sz="3600" b="0" kern="1200" dirty="0">
              <a:solidFill>
                <a:schemeClr val="tx1"/>
              </a:solidFill>
              <a:latin typeface="+mn-lt"/>
              <a:cs typeface="Latin Modern Math" panose="020B0604020202020204" pitchFamily="34" charset="0"/>
            </a:rPr>
            <a:t>95% bootstrap CI coverage is 0.88–0.96 for non-null scenarios (S3</a:t>
          </a:r>
          <a:r>
            <a:rPr lang="en-US" sz="3600" b="0" kern="1200" dirty="0"/>
            <a:t>–S7)</a:t>
          </a:r>
          <a:r>
            <a:rPr lang="en-US" altLang="ja-JP" sz="3600" b="0" kern="1200" dirty="0">
              <a:solidFill>
                <a:schemeClr val="tx1"/>
              </a:solidFill>
              <a:latin typeface="+mn-lt"/>
              <a:cs typeface="Latin Modern Math" panose="020B0604020202020204" pitchFamily="34" charset="0"/>
            </a:rPr>
            <a:t> at n ≥ 100</a:t>
          </a:r>
          <a:r>
            <a:rPr lang="en-US" altLang="ja-JP" sz="4000" b="0" kern="1200" dirty="0">
              <a:solidFill>
                <a:schemeClr val="tx1"/>
              </a:solidFill>
              <a:latin typeface="+mn-lt"/>
              <a:cs typeface="Latin Modern Math" panose="020B0604020202020204" pitchFamily="34" charset="0"/>
            </a:rPr>
            <a:t>. At the null (S1), the non-negative bootstrap CI cannot contain zero.</a:t>
          </a:r>
          <a:endParaRPr lang="ja-JP" sz="4000" b="0" kern="1200" dirty="0">
            <a:solidFill>
              <a:schemeClr val="tx1"/>
            </a:solidFill>
            <a:latin typeface="+mn-lt"/>
            <a:cs typeface="Latin Modern Math" panose="020B0604020202020204" pitchFamily="34" charset="0"/>
          </a:endParaRPr>
        </a:p>
        <a:p>
          <a:pPr marL="542925" lvl="1" indent="-542925" algn="l" defTabSz="1778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rgbClr val="E1241B"/>
            </a:buClr>
            <a:buFont typeface="ADLaM Display" panose="02010000000000000000" pitchFamily="2" charset="0"/>
            <a:buNone/>
          </a:pPr>
          <a:r>
            <a:rPr lang="en-US" altLang="ja-JP" sz="4000" b="1" kern="1200" dirty="0">
              <a:solidFill>
                <a:srgbClr val="212121"/>
              </a:solidFill>
              <a:latin typeface="Arial"/>
              <a:ea typeface="游ゴシック"/>
              <a:cs typeface="Latin Modern Math" panose="020B0604020202020204" pitchFamily="34" charset="0"/>
            </a:rPr>
            <a:t>I Width: </a:t>
          </a:r>
          <a:r>
            <a:rPr lang="en-US" altLang="ja-JP" sz="4000" b="0" kern="1200" dirty="0">
              <a:solidFill>
                <a:srgbClr val="212121"/>
              </a:solidFill>
              <a:latin typeface="Arial"/>
              <a:ea typeface="游ゴシック"/>
              <a:cs typeface="Latin Modern Math" panose="020B0604020202020204" pitchFamily="34" charset="0"/>
            </a:rPr>
            <a:t>CI width shrinks with sample size as expected</a:t>
          </a:r>
          <a:endParaRPr lang="ja-JP" sz="4000" b="1" kern="1200" dirty="0">
            <a:solidFill>
              <a:srgbClr val="212121"/>
            </a:solidFill>
            <a:latin typeface="Arial"/>
            <a:ea typeface="游ゴシック"/>
            <a:cs typeface="Latin Modern Math" panose="020B0604020202020204" pitchFamily="34" charset="0"/>
          </a:endParaRPr>
        </a:p>
        <a:p>
          <a:pPr marL="542925" lvl="1" indent="-542925" algn="l" defTabSz="1778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rgbClr val="E1241B"/>
            </a:buClr>
            <a:buFont typeface="ADLaM Display" panose="02010000000000000000" pitchFamily="2" charset="0"/>
            <a:buNone/>
          </a:pPr>
          <a:endParaRPr lang="ja-JP" sz="4000" b="1" kern="1200" dirty="0">
            <a:solidFill>
              <a:srgbClr val="212121"/>
            </a:solidFill>
            <a:latin typeface="Arial"/>
            <a:ea typeface="游ゴシック"/>
            <a:cs typeface="Latin Modern Math" panose="020B0604020202020204" pitchFamily="34" charset="0"/>
          </a:endParaRPr>
        </a:p>
        <a:p>
          <a:pPr marL="542925" lvl="1" indent="-542925" algn="l" defTabSz="1778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rgbClr val="E1241B"/>
            </a:buClr>
            <a:buFont typeface="ADLaM Display" panose="02010000000000000000" pitchFamily="2" charset="0"/>
            <a:buNone/>
          </a:pPr>
          <a:endParaRPr lang="ja-JP" sz="4000" b="1" kern="1200" dirty="0">
            <a:solidFill>
              <a:srgbClr val="212121"/>
            </a:solidFill>
            <a:latin typeface="Arial"/>
            <a:ea typeface="游ゴシック"/>
            <a:cs typeface="Latin Modern Math" panose="020B0604020202020204" pitchFamily="34" charset="0"/>
          </a:endParaRPr>
        </a:p>
        <a:p>
          <a:pPr marL="542925" lvl="1" indent="-542925" algn="l" defTabSz="1778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rgbClr val="E1241B"/>
            </a:buClr>
            <a:buFont typeface="ADLaM Display" panose="02010000000000000000" pitchFamily="2" charset="0"/>
            <a:buNone/>
          </a:pPr>
          <a:endParaRPr lang="ja-JP" sz="4000" b="1" kern="1200" dirty="0">
            <a:solidFill>
              <a:srgbClr val="212121"/>
            </a:solidFill>
            <a:latin typeface="Arial"/>
            <a:ea typeface="游ゴシック"/>
            <a:cs typeface="Latin Modern Math" panose="020B0604020202020204" pitchFamily="34" charset="0"/>
          </a:endParaRPr>
        </a:p>
        <a:p>
          <a:pPr marL="542925" lvl="1" indent="-542925" algn="l" defTabSz="1778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rgbClr val="E1241B"/>
            </a:buClr>
            <a:buFont typeface="ADLaM Display" panose="02010000000000000000" pitchFamily="2" charset="0"/>
            <a:buNone/>
          </a:pPr>
          <a:endParaRPr lang="ja-JP" sz="4000" b="1" kern="1200" dirty="0">
            <a:solidFill>
              <a:srgbClr val="212121"/>
            </a:solidFill>
            <a:latin typeface="Arial"/>
            <a:ea typeface="游ゴシック"/>
            <a:cs typeface="Latin Modern Math" panose="020B0604020202020204" pitchFamily="34" charset="0"/>
          </a:endParaRPr>
        </a:p>
        <a:p>
          <a:pPr marL="542925" lvl="1" indent="-542925" algn="l" defTabSz="1778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rgbClr val="E1241B"/>
            </a:buClr>
            <a:buFont typeface="ADLaM Display" panose="02010000000000000000" pitchFamily="2" charset="0"/>
            <a:buNone/>
          </a:pPr>
          <a:endParaRPr lang="ja-JP" sz="4000" b="1" kern="1200" dirty="0">
            <a:solidFill>
              <a:srgbClr val="212121"/>
            </a:solidFill>
            <a:latin typeface="Arial"/>
            <a:ea typeface="游ゴシック"/>
            <a:cs typeface="Latin Modern Math" panose="020B0604020202020204" pitchFamily="34" charset="0"/>
          </a:endParaRPr>
        </a:p>
        <a:p>
          <a:pPr marL="542925" lvl="1" indent="-542925" algn="l" defTabSz="1778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rgbClr val="E1241B"/>
            </a:buClr>
            <a:buFont typeface="ADLaM Display" panose="02010000000000000000" pitchFamily="2" charset="0"/>
            <a:buNone/>
          </a:pPr>
          <a:endParaRPr lang="ja-JP" sz="4000" b="1" kern="1200" dirty="0">
            <a:solidFill>
              <a:srgbClr val="212121"/>
            </a:solidFill>
            <a:latin typeface="Arial"/>
            <a:ea typeface="游ゴシック"/>
            <a:cs typeface="Latin Modern Math" panose="020B0604020202020204" pitchFamily="34" charset="0"/>
          </a:endParaRPr>
        </a:p>
        <a:p>
          <a:pPr marL="542925" lvl="1" indent="-542925" algn="l" defTabSz="1778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rgbClr val="E1241B"/>
            </a:buClr>
            <a:buFont typeface="ADLaM Display" panose="02010000000000000000" pitchFamily="2" charset="0"/>
            <a:buNone/>
          </a:pPr>
          <a:endParaRPr lang="ja-JP" sz="4000" b="1" kern="1200" dirty="0">
            <a:solidFill>
              <a:srgbClr val="212121"/>
            </a:solidFill>
            <a:latin typeface="Arial"/>
            <a:ea typeface="游ゴシック"/>
            <a:cs typeface="Latin Modern Math" panose="020B0604020202020204" pitchFamily="34" charset="0"/>
          </a:endParaRPr>
        </a:p>
        <a:p>
          <a:pPr marL="542925" lvl="1" indent="-542925" algn="l" defTabSz="1778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rgbClr val="E1241B"/>
            </a:buClr>
            <a:buFont typeface="ADLaM Display" panose="02010000000000000000" pitchFamily="2" charset="0"/>
            <a:buNone/>
          </a:pPr>
          <a:endParaRPr lang="ja-JP" sz="4000" b="1" kern="1200" dirty="0">
            <a:solidFill>
              <a:srgbClr val="212121"/>
            </a:solidFill>
            <a:latin typeface="Arial"/>
            <a:ea typeface="游ゴシック"/>
            <a:cs typeface="Latin Modern Math" panose="020B0604020202020204" pitchFamily="34" charset="0"/>
          </a:endParaRPr>
        </a:p>
      </dsp:txBody>
      <dsp:txXfrm>
        <a:off x="0" y="1438205"/>
        <a:ext cx="16916400" cy="9418500"/>
      </dsp:txXfrm>
    </dsp:sp>
    <dsp:sp modelId="{0C038A2F-7B65-479D-B17A-96D41C309EB9}">
      <dsp:nvSpPr>
        <dsp:cNvPr id="0" name=""/>
        <dsp:cNvSpPr/>
      </dsp:nvSpPr>
      <dsp:spPr>
        <a:xfrm>
          <a:off x="0" y="10856705"/>
          <a:ext cx="16916400" cy="107999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0" tIns="0" rIns="228600" bIns="0" numCol="1" spcCol="1270" anchor="ctr" anchorCtr="0">
          <a:noAutofit/>
        </a:bodyPr>
        <a:lstStyle/>
        <a:p>
          <a:pPr marL="542925" lvl="1" indent="-542925" algn="l" defTabSz="17780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-US" altLang="ja-JP" sz="6000" b="1" kern="1200" dirty="0">
              <a:latin typeface="+mn-lt"/>
              <a:cs typeface="Latin Modern Math" panose="020B0604020202020204" pitchFamily="34" charset="0"/>
            </a:rPr>
            <a:t>Application</a:t>
          </a:r>
          <a:endParaRPr lang="ja-JP" sz="6000" b="1" kern="1200" dirty="0">
            <a:solidFill>
              <a:srgbClr val="212121"/>
            </a:solidFill>
            <a:latin typeface="Arial"/>
            <a:ea typeface="游ゴシック"/>
            <a:cs typeface="Latin Modern Math" panose="020B0604020202020204" pitchFamily="34" charset="0"/>
          </a:endParaRPr>
        </a:p>
      </dsp:txBody>
      <dsp:txXfrm>
        <a:off x="52721" y="10909426"/>
        <a:ext cx="16810958" cy="974553"/>
      </dsp:txXfrm>
    </dsp:sp>
    <dsp:sp modelId="{4C66050A-AA88-48B0-A051-12A52BFB8111}">
      <dsp:nvSpPr>
        <dsp:cNvPr id="0" name=""/>
        <dsp:cNvSpPr/>
      </dsp:nvSpPr>
      <dsp:spPr>
        <a:xfrm>
          <a:off x="0" y="11936700"/>
          <a:ext cx="16916400" cy="123785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7096" tIns="50800" rIns="284480" bIns="50800" numCol="1" spcCol="1270" anchor="t" anchorCtr="0">
          <a:noAutofit/>
        </a:bodyPr>
        <a:lstStyle/>
        <a:p>
          <a:pPr marL="285750" lvl="1" indent="-285750" algn="l" defTabSz="1778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Font typeface="ADLaM Display" panose="02010000000000000000" pitchFamily="2" charset="0"/>
            <a:buNone/>
          </a:pPr>
          <a:r>
            <a:rPr lang="en-US" altLang="ja-JP" sz="4000" b="1" kern="1200" dirty="0">
              <a:solidFill>
                <a:schemeClr val="tx1"/>
              </a:solidFill>
              <a:latin typeface="+mn-lt"/>
              <a:cs typeface="Latin Modern Math" panose="020B0604020202020204" pitchFamily="34" charset="0"/>
            </a:rPr>
            <a:t>Goal: </a:t>
          </a:r>
          <a:r>
            <a:rPr lang="en-US" altLang="ja-JP" sz="4000" b="0" kern="1200" dirty="0">
              <a:solidFill>
                <a:schemeClr val="tx1"/>
              </a:solidFill>
              <a:latin typeface="+mn-lt"/>
              <a:cs typeface="Latin Modern Math" panose="020B0604020202020204" pitchFamily="34" charset="0"/>
            </a:rPr>
            <a:t>A sponsor planning a Phase 3 MRCT for a novel thrombolytic in acute myocardial infarction (AMI) must identify pooling partners for a region within a regulatory market. Age and systolic blood pressure (SBP) are candidate EMs. The goal is to identify regions with similar distributions of the EMs as the anchor region (region 8).</a:t>
          </a:r>
          <a:endParaRPr lang="ja-JP" sz="4000" b="1" kern="1200" dirty="0">
            <a:solidFill>
              <a:schemeClr val="tx1"/>
            </a:solidFill>
            <a:latin typeface="+mn-lt"/>
            <a:cs typeface="Latin Modern Math" panose="020B0604020202020204" pitchFamily="34" charset="0"/>
          </a:endParaRPr>
        </a:p>
        <a:p>
          <a:pPr marL="285750" lvl="1" indent="-285750" algn="l" defTabSz="1778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Font typeface="ADLaM Display" panose="02010000000000000000" pitchFamily="2" charset="0"/>
            <a:buNone/>
          </a:pPr>
          <a:r>
            <a:rPr lang="en-US" altLang="ja-JP" sz="4000" b="1" kern="1200" dirty="0">
              <a:solidFill>
                <a:schemeClr val="tx1"/>
              </a:solidFill>
              <a:latin typeface="+mn-lt"/>
              <a:cs typeface="Latin Modern Math" panose="020B0604020202020204" pitchFamily="34" charset="0"/>
            </a:rPr>
            <a:t>Data: </a:t>
          </a:r>
          <a:r>
            <a:rPr lang="en-US" altLang="ja-JP" sz="4000" b="0" kern="1200" dirty="0">
              <a:solidFill>
                <a:schemeClr val="tx1"/>
              </a:solidFill>
              <a:latin typeface="+mn-lt"/>
              <a:cs typeface="Latin Modern Math" panose="020B0604020202020204" pitchFamily="34" charset="0"/>
            </a:rPr>
            <a:t>GUSTO-I individual patient data (16 anonymized regions) serves as the distributional source</a:t>
          </a:r>
          <a:endParaRPr lang="ja-JP" sz="4000" b="1" kern="1200" dirty="0">
            <a:solidFill>
              <a:schemeClr val="tx1"/>
            </a:solidFill>
            <a:latin typeface="+mn-lt"/>
            <a:cs typeface="Latin Modern Math" panose="020B0604020202020204" pitchFamily="34" charset="0"/>
          </a:endParaRPr>
        </a:p>
        <a:p>
          <a:pPr marL="285750" lvl="1" indent="-285750" algn="l" defTabSz="1778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Font typeface="ADLaM Display" panose="02010000000000000000" pitchFamily="2" charset="0"/>
            <a:buNone/>
          </a:pPr>
          <a:endParaRPr lang="ja-JP" sz="4000" b="1" kern="1200" dirty="0">
            <a:solidFill>
              <a:schemeClr val="tx1"/>
            </a:solidFill>
            <a:latin typeface="+mn-lt"/>
            <a:cs typeface="Latin Modern Math" panose="020B0604020202020204" pitchFamily="34" charset="0"/>
          </a:endParaRPr>
        </a:p>
        <a:p>
          <a:pPr marL="285750" lvl="1" indent="-285750" algn="l" defTabSz="1778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Font typeface="ADLaM Display" panose="02010000000000000000" pitchFamily="2" charset="0"/>
            <a:buNone/>
          </a:pPr>
          <a:endParaRPr lang="ja-JP" sz="4000" b="1" kern="1200" dirty="0">
            <a:solidFill>
              <a:schemeClr val="tx1"/>
            </a:solidFill>
            <a:latin typeface="+mn-lt"/>
            <a:cs typeface="Latin Modern Math" panose="020B0604020202020204" pitchFamily="34" charset="0"/>
          </a:endParaRPr>
        </a:p>
        <a:p>
          <a:pPr marL="285750" lvl="1" indent="-285750" algn="l" defTabSz="1778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Font typeface="ADLaM Display" panose="02010000000000000000" pitchFamily="2" charset="0"/>
            <a:buNone/>
          </a:pPr>
          <a:endParaRPr lang="ja-JP" sz="4000" b="1" kern="1200" dirty="0">
            <a:solidFill>
              <a:schemeClr val="tx1"/>
            </a:solidFill>
            <a:latin typeface="+mn-lt"/>
            <a:cs typeface="Latin Modern Math" panose="020B0604020202020204" pitchFamily="34" charset="0"/>
          </a:endParaRPr>
        </a:p>
        <a:p>
          <a:pPr marL="285750" lvl="1" indent="-285750" algn="l" defTabSz="1778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Font typeface="ADLaM Display" panose="02010000000000000000" pitchFamily="2" charset="0"/>
            <a:buNone/>
          </a:pPr>
          <a:endParaRPr lang="ja-JP" sz="4000" b="1" kern="1200" dirty="0">
            <a:solidFill>
              <a:schemeClr val="tx1"/>
            </a:solidFill>
            <a:latin typeface="+mn-lt"/>
            <a:cs typeface="Latin Modern Math" panose="020B0604020202020204" pitchFamily="34" charset="0"/>
          </a:endParaRPr>
        </a:p>
        <a:p>
          <a:pPr marL="285750" lvl="1" indent="-285750" algn="l" defTabSz="1778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Font typeface="ADLaM Display" panose="02010000000000000000" pitchFamily="2" charset="0"/>
            <a:buNone/>
          </a:pPr>
          <a:endParaRPr lang="ja-JP" sz="4000" b="1" kern="1200" dirty="0">
            <a:solidFill>
              <a:schemeClr val="tx1"/>
            </a:solidFill>
            <a:latin typeface="+mn-lt"/>
            <a:cs typeface="Latin Modern Math" panose="020B0604020202020204" pitchFamily="34" charset="0"/>
          </a:endParaRPr>
        </a:p>
        <a:p>
          <a:pPr marL="285750" lvl="1" indent="-285750" algn="l" defTabSz="1778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Font typeface="ADLaM Display" panose="02010000000000000000" pitchFamily="2" charset="0"/>
            <a:buNone/>
          </a:pPr>
          <a:endParaRPr lang="ja-JP" sz="4000" b="1" kern="1200" dirty="0">
            <a:solidFill>
              <a:schemeClr val="tx1"/>
            </a:solidFill>
            <a:latin typeface="+mn-lt"/>
            <a:cs typeface="Latin Modern Math" panose="020B0604020202020204" pitchFamily="34" charset="0"/>
          </a:endParaRPr>
        </a:p>
        <a:p>
          <a:pPr marL="285750" lvl="1" indent="-285750" algn="l" defTabSz="1778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Font typeface="ADLaM Display" panose="02010000000000000000" pitchFamily="2" charset="0"/>
            <a:buNone/>
          </a:pPr>
          <a:endParaRPr lang="ja-JP" sz="4000" b="1" kern="1200" dirty="0">
            <a:solidFill>
              <a:schemeClr val="tx1"/>
            </a:solidFill>
            <a:latin typeface="+mn-lt"/>
            <a:cs typeface="Latin Modern Math" panose="020B0604020202020204" pitchFamily="34" charset="0"/>
          </a:endParaRPr>
        </a:p>
        <a:p>
          <a:pPr marL="285750" lvl="1" indent="-285750" algn="l" defTabSz="1778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Font typeface="ADLaM Display" panose="02010000000000000000" pitchFamily="2" charset="0"/>
            <a:buNone/>
          </a:pPr>
          <a:endParaRPr lang="ja-JP" sz="4000" b="1" kern="1200" dirty="0">
            <a:solidFill>
              <a:schemeClr val="tx1"/>
            </a:solidFill>
            <a:latin typeface="+mn-lt"/>
            <a:cs typeface="Latin Modern Math" panose="020B0604020202020204" pitchFamily="34" charset="0"/>
          </a:endParaRPr>
        </a:p>
        <a:p>
          <a:pPr marL="285750" lvl="1" indent="-285750" algn="l" defTabSz="1778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Font typeface="ADLaM Display" panose="02010000000000000000" pitchFamily="2" charset="0"/>
            <a:buNone/>
          </a:pPr>
          <a:endParaRPr lang="ja-JP" sz="4000" b="1" kern="1200" dirty="0">
            <a:solidFill>
              <a:schemeClr val="tx1"/>
            </a:solidFill>
            <a:latin typeface="+mn-lt"/>
            <a:cs typeface="Latin Modern Math" panose="020B0604020202020204" pitchFamily="34" charset="0"/>
          </a:endParaRPr>
        </a:p>
        <a:p>
          <a:pPr marL="285750" lvl="1" indent="-285750" algn="l" defTabSz="1778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Font typeface="ADLaM Display" panose="02010000000000000000" pitchFamily="2" charset="0"/>
            <a:buNone/>
          </a:pPr>
          <a:r>
            <a:rPr lang="en-US" altLang="ja-JP" sz="4000" b="1" kern="1200" dirty="0">
              <a:solidFill>
                <a:schemeClr val="tx1"/>
              </a:solidFill>
              <a:latin typeface="+mn-lt"/>
              <a:cs typeface="Latin Modern Math" panose="020B0604020202020204" pitchFamily="34" charset="0"/>
            </a:rPr>
            <a:t>Joint eligibility via </a:t>
          </a:r>
          <a14:m xmlns:a14="http://schemas.microsoft.com/office/drawing/2010/main">
            <m:oMath xmlns:m="http://schemas.openxmlformats.org/officeDocument/2006/math">
              <m:sSup>
                <m:sSupPr>
                  <m:ctrlPr>
                    <a:rPr lang="en-US" altLang="ja-JP" sz="4000" b="0" i="1" kern="1200" smtClean="0">
                      <a:solidFill>
                        <a:schemeClr val="tx1"/>
                      </a:solidFill>
                      <a:latin typeface="Cambria Math" panose="02040503050406030204" pitchFamily="18" charset="0"/>
                      <a:cs typeface="Latin Modern Math" panose="020B0604020202020204" pitchFamily="34" charset="0"/>
                    </a:rPr>
                  </m:ctrlPr>
                </m:sSupPr>
                <m:e>
                  <m:r>
                    <a:rPr lang="en-US" altLang="ja-JP" sz="4000" b="0" i="1" kern="1200" smtClean="0">
                      <a:solidFill>
                        <a:schemeClr val="tx1"/>
                      </a:solidFill>
                      <a:latin typeface="Cambria Math" panose="02040503050406030204" pitchFamily="18" charset="0"/>
                      <a:cs typeface="Latin Modern Math" panose="020B0604020202020204" pitchFamily="34" charset="0"/>
                    </a:rPr>
                    <m:t>𝐿</m:t>
                  </m:r>
                </m:e>
                <m:sup>
                  <m:r>
                    <a:rPr lang="en-US" altLang="ja-JP" sz="4000" b="0" i="1" kern="1200" smtClean="0">
                      <a:solidFill>
                        <a:schemeClr val="tx1"/>
                      </a:solidFill>
                      <a:latin typeface="Cambria Math" panose="02040503050406030204" pitchFamily="18" charset="0"/>
                      <a:cs typeface="Latin Modern Math" panose="020B0604020202020204" pitchFamily="34" charset="0"/>
                    </a:rPr>
                    <m:t>∗</m:t>
                  </m:r>
                </m:sup>
              </m:sSup>
            </m:oMath>
          </a14:m>
          <a:r>
            <a:rPr lang="en-US" altLang="ja-JP" sz="4000" b="1" kern="1200" dirty="0">
              <a:solidFill>
                <a:schemeClr val="tx1"/>
              </a:solidFill>
              <a:latin typeface="+mn-lt"/>
              <a:cs typeface="Latin Modern Math" panose="020B0604020202020204" pitchFamily="34" charset="0"/>
            </a:rPr>
            <a:t>:</a:t>
          </a:r>
          <a:r>
            <a:rPr lang="en-US" altLang="ja-JP" sz="4000" b="0" kern="1200" dirty="0">
              <a:solidFill>
                <a:schemeClr val="tx1"/>
              </a:solidFill>
              <a:latin typeface="+mn-lt"/>
              <a:cs typeface="Latin Modern Math" panose="020B0604020202020204" pitchFamily="34" charset="0"/>
            </a:rPr>
            <a:t> at </a:t>
          </a:r>
          <a14:m xmlns:a14="http://schemas.microsoft.com/office/drawing/2010/main">
            <m:oMath xmlns:m="http://schemas.openxmlformats.org/officeDocument/2006/math">
              <m:sSub>
                <m:sSubPr>
                  <m:ctrlPr>
                    <a:rPr lang="en-US" altLang="ja-JP" sz="4000" b="0" i="1" kern="1200" smtClean="0">
                      <a:solidFill>
                        <a:schemeClr val="tx1"/>
                      </a:solidFill>
                      <a:latin typeface="Cambria Math" panose="02040503050406030204" pitchFamily="18" charset="0"/>
                      <a:cs typeface="Latin Modern Math" panose="020B0604020202020204" pitchFamily="34" charset="0"/>
                    </a:rPr>
                  </m:ctrlPr>
                </m:sSubPr>
                <m:e>
                  <m:r>
                    <m:rPr>
                      <m:sty m:val="p"/>
                    </m:rPr>
                    <a:rPr lang="en-US" altLang="ja-JP" sz="4000" b="0" i="0" kern="1200" smtClean="0">
                      <a:solidFill>
                        <a:schemeClr val="tx1"/>
                      </a:solidFill>
                      <a:latin typeface="Cambria Math" panose="02040503050406030204" pitchFamily="18" charset="0"/>
                      <a:cs typeface="Latin Modern Math" panose="020B0604020202020204" pitchFamily="34" charset="0"/>
                    </a:rPr>
                    <m:t>Δ</m:t>
                  </m:r>
                </m:e>
                <m:sub>
                  <m:r>
                    <m:rPr>
                      <m:sty m:val="p"/>
                    </m:rPr>
                    <a:rPr lang="en-US" altLang="ja-JP" sz="4000" b="0" i="0" kern="1200" smtClean="0">
                      <a:solidFill>
                        <a:schemeClr val="tx1"/>
                      </a:solidFill>
                      <a:latin typeface="Cambria Math" panose="02040503050406030204" pitchFamily="18" charset="0"/>
                      <a:cs typeface="Latin Modern Math" panose="020B0604020202020204" pitchFamily="34" charset="0"/>
                    </a:rPr>
                    <m:t>clin</m:t>
                  </m:r>
                </m:sub>
              </m:sSub>
              <m:r>
                <a:rPr lang="en-US" altLang="ja-JP" sz="4000" b="0" i="1" kern="1200" smtClean="0">
                  <a:solidFill>
                    <a:schemeClr val="tx1"/>
                  </a:solidFill>
                  <a:latin typeface="Cambria Math" panose="02040503050406030204" pitchFamily="18" charset="0"/>
                  <a:cs typeface="Latin Modern Math" panose="020B0604020202020204" pitchFamily="34" charset="0"/>
                </a:rPr>
                <m:t>=1%</m:t>
              </m:r>
              <m:r>
                <m:rPr>
                  <m:sty m:val="p"/>
                </m:rPr>
                <a:rPr lang="en-US" altLang="ja-JP" sz="4000" b="0" i="0" kern="1200" smtClean="0">
                  <a:solidFill>
                    <a:schemeClr val="tx1"/>
                  </a:solidFill>
                  <a:latin typeface="Cambria Math" panose="02040503050406030204" pitchFamily="18" charset="0"/>
                  <a:cs typeface="Latin Modern Math" panose="020B0604020202020204" pitchFamily="34" charset="0"/>
                </a:rPr>
                <m:t>pt</m:t>
              </m:r>
            </m:oMath>
          </a14:m>
          <a:r>
            <a:rPr lang="en-US" altLang="ja-JP" sz="4000" b="0" i="0" kern="1200" dirty="0">
              <a:solidFill>
                <a:schemeClr val="tx1"/>
              </a:solidFill>
              <a:latin typeface="+mn-lt"/>
              <a:cs typeface="Latin Modern Math" panose="020B0604020202020204" pitchFamily="34" charset="0"/>
            </a:rPr>
            <a:t> with class-level upper bounds (</a:t>
          </a:r>
          <a14:m xmlns:a14="http://schemas.microsoft.com/office/drawing/2010/main">
            <m:oMath xmlns:m="http://schemas.openxmlformats.org/officeDocument/2006/math">
              <m:sSub>
                <m:sSubPr>
                  <m:ctrlPr>
                    <a:rPr lang="en-US" altLang="ja-JP" sz="4000" b="0" i="1" kern="1200" smtClean="0">
                      <a:solidFill>
                        <a:schemeClr val="tx1"/>
                      </a:solidFill>
                      <a:latin typeface="Cambria Math" panose="02040503050406030204" pitchFamily="18" charset="0"/>
                      <a:cs typeface="Latin Modern Math" panose="020B0604020202020204" pitchFamily="34" charset="0"/>
                    </a:rPr>
                  </m:ctrlPr>
                </m:sSubPr>
                <m:e>
                  <m:r>
                    <a:rPr lang="en-US" altLang="ja-JP" sz="4000" b="0" i="1" kern="1200" smtClean="0">
                      <a:solidFill>
                        <a:schemeClr val="tx1"/>
                      </a:solidFill>
                      <a:latin typeface="Cambria Math" panose="02040503050406030204" pitchFamily="18" charset="0"/>
                      <a:cs typeface="Latin Modern Math" panose="020B0604020202020204" pitchFamily="34" charset="0"/>
                    </a:rPr>
                    <m:t>𝐿</m:t>
                  </m:r>
                </m:e>
                <m:sub>
                  <m:r>
                    <m:rPr>
                      <m:sty m:val="p"/>
                    </m:rPr>
                    <a:rPr lang="en-US" altLang="ja-JP" sz="4000" b="0" i="0" kern="1200" smtClean="0">
                      <a:solidFill>
                        <a:schemeClr val="tx1"/>
                      </a:solidFill>
                      <a:latin typeface="Cambria Math" panose="02040503050406030204" pitchFamily="18" charset="0"/>
                      <a:cs typeface="Latin Modern Math" panose="020B0604020202020204" pitchFamily="34" charset="0"/>
                    </a:rPr>
                    <m:t>UB</m:t>
                  </m:r>
                  <m:r>
                    <a:rPr lang="en-US" altLang="ja-JP" sz="4000" b="0" i="1" kern="1200" smtClean="0">
                      <a:solidFill>
                        <a:schemeClr val="tx1"/>
                      </a:solidFill>
                      <a:latin typeface="Cambria Math" panose="02040503050406030204" pitchFamily="18" charset="0"/>
                      <a:cs typeface="Latin Modern Math" panose="020B0604020202020204" pitchFamily="34" charset="0"/>
                    </a:rPr>
                    <m:t>,</m:t>
                  </m:r>
                  <m:r>
                    <m:rPr>
                      <m:sty m:val="p"/>
                    </m:rPr>
                    <a:rPr lang="en-US" altLang="ja-JP" sz="4000" b="0" i="0" kern="1200" smtClean="0">
                      <a:solidFill>
                        <a:schemeClr val="tx1"/>
                      </a:solidFill>
                      <a:latin typeface="Cambria Math" panose="02040503050406030204" pitchFamily="18" charset="0"/>
                      <a:cs typeface="Latin Modern Math" panose="020B0604020202020204" pitchFamily="34" charset="0"/>
                    </a:rPr>
                    <m:t>age</m:t>
                  </m:r>
                </m:sub>
              </m:sSub>
              <m:r>
                <a:rPr lang="en-US" altLang="ja-JP" sz="4000" b="0" i="1" kern="1200" smtClean="0">
                  <a:solidFill>
                    <a:schemeClr val="tx1"/>
                  </a:solidFill>
                  <a:latin typeface="Cambria Math" panose="02040503050406030204" pitchFamily="18" charset="0"/>
                  <a:cs typeface="Latin Modern Math" panose="020B0604020202020204" pitchFamily="34" charset="0"/>
                </a:rPr>
                <m:t>=</m:t>
              </m:r>
              <m:sSup>
                <m:sSupPr>
                  <m:ctrlPr>
                    <a:rPr lang="en-US" altLang="ja-JP" sz="4000" b="0" i="1" kern="1200" smtClean="0">
                      <a:solidFill>
                        <a:schemeClr val="tx1"/>
                      </a:solidFill>
                      <a:latin typeface="Cambria Math" panose="02040503050406030204" pitchFamily="18" charset="0"/>
                      <a:cs typeface="Latin Modern Math" panose="020B0604020202020204" pitchFamily="34" charset="0"/>
                    </a:rPr>
                  </m:ctrlPr>
                </m:sSupPr>
                <m:e>
                  <m:r>
                    <a:rPr lang="en-US" altLang="ja-JP" sz="4000" b="0" i="1" kern="1200" smtClean="0">
                      <a:solidFill>
                        <a:schemeClr val="tx1"/>
                      </a:solidFill>
                      <a:latin typeface="Cambria Math" panose="02040503050406030204" pitchFamily="18" charset="0"/>
                      <a:cs typeface="Latin Modern Math" panose="020B0604020202020204" pitchFamily="34" charset="0"/>
                    </a:rPr>
                    <m:t>10</m:t>
                  </m:r>
                </m:e>
                <m:sup>
                  <m:r>
                    <a:rPr lang="en-US" altLang="ja-JP" sz="4000" b="0" i="1" kern="1200" smtClean="0">
                      <a:solidFill>
                        <a:schemeClr val="tx1"/>
                      </a:solidFill>
                      <a:latin typeface="Cambria Math" panose="02040503050406030204" pitchFamily="18" charset="0"/>
                      <a:cs typeface="Latin Modern Math" panose="020B0604020202020204" pitchFamily="34" charset="0"/>
                    </a:rPr>
                    <m:t>−2</m:t>
                  </m:r>
                </m:sup>
              </m:sSup>
              <m:r>
                <a:rPr lang="en-US" altLang="ja-JP" sz="4000" b="0" i="1" kern="1200" smtClean="0">
                  <a:solidFill>
                    <a:schemeClr val="tx1"/>
                  </a:solidFill>
                  <a:latin typeface="Cambria Math" panose="02040503050406030204" pitchFamily="18" charset="0"/>
                  <a:cs typeface="Latin Modern Math" panose="020B0604020202020204" pitchFamily="34" charset="0"/>
                </a:rPr>
                <m:t>/</m:t>
              </m:r>
              <m:r>
                <m:rPr>
                  <m:sty m:val="p"/>
                </m:rPr>
                <a:rPr lang="en-US" altLang="ja-JP" sz="4000" b="0" i="0" kern="1200" smtClean="0">
                  <a:solidFill>
                    <a:schemeClr val="tx1"/>
                  </a:solidFill>
                  <a:latin typeface="Cambria Math" panose="02040503050406030204" pitchFamily="18" charset="0"/>
                  <a:cs typeface="Latin Modern Math" panose="020B0604020202020204" pitchFamily="34" charset="0"/>
                </a:rPr>
                <m:t>yr</m:t>
              </m:r>
            </m:oMath>
          </a14:m>
          <a:r>
            <a:rPr lang="en-US" altLang="ja-JP" sz="4000" b="0" i="0" kern="1200" dirty="0">
              <a:solidFill>
                <a:schemeClr val="tx1"/>
              </a:solidFill>
              <a:latin typeface="+mn-lt"/>
              <a:cs typeface="Latin Modern Math" panose="020B0604020202020204" pitchFamily="34" charset="0"/>
            </a:rPr>
            <a:t>; </a:t>
          </a:r>
          <a14:m xmlns:a14="http://schemas.microsoft.com/office/drawing/2010/main">
            <m:oMath xmlns:m="http://schemas.openxmlformats.org/officeDocument/2006/math">
              <m:sSub>
                <m:sSubPr>
                  <m:ctrlPr>
                    <a:rPr lang="en-US" altLang="ja-JP" sz="4000" b="0" i="1" kern="1200" smtClean="0">
                      <a:solidFill>
                        <a:schemeClr val="tx1"/>
                      </a:solidFill>
                      <a:latin typeface="Cambria Math" panose="02040503050406030204" pitchFamily="18" charset="0"/>
                      <a:cs typeface="Latin Modern Math" panose="020B0604020202020204" pitchFamily="34" charset="0"/>
                    </a:rPr>
                  </m:ctrlPr>
                </m:sSubPr>
                <m:e>
                  <m:r>
                    <a:rPr lang="en-US" altLang="ja-JP" sz="4000" b="0" i="1" kern="1200" smtClean="0">
                      <a:solidFill>
                        <a:schemeClr val="tx1"/>
                      </a:solidFill>
                      <a:latin typeface="Cambria Math" panose="02040503050406030204" pitchFamily="18" charset="0"/>
                      <a:cs typeface="Latin Modern Math" panose="020B0604020202020204" pitchFamily="34" charset="0"/>
                    </a:rPr>
                    <m:t>𝐿</m:t>
                  </m:r>
                </m:e>
                <m:sub>
                  <m:r>
                    <m:rPr>
                      <m:sty m:val="p"/>
                    </m:rPr>
                    <a:rPr lang="en-US" altLang="ja-JP" sz="4000" b="0" i="0" kern="1200" smtClean="0">
                      <a:solidFill>
                        <a:schemeClr val="tx1"/>
                      </a:solidFill>
                      <a:latin typeface="Cambria Math" panose="02040503050406030204" pitchFamily="18" charset="0"/>
                      <a:cs typeface="Latin Modern Math" panose="020B0604020202020204" pitchFamily="34" charset="0"/>
                    </a:rPr>
                    <m:t>UB</m:t>
                  </m:r>
                  <m:r>
                    <a:rPr lang="en-US" altLang="ja-JP" sz="4000" b="0" i="0" kern="1200" smtClean="0">
                      <a:solidFill>
                        <a:schemeClr val="tx1"/>
                      </a:solidFill>
                      <a:latin typeface="Cambria Math" panose="02040503050406030204" pitchFamily="18" charset="0"/>
                      <a:cs typeface="Latin Modern Math" panose="020B0604020202020204" pitchFamily="34" charset="0"/>
                    </a:rPr>
                    <m:t>,</m:t>
                  </m:r>
                  <m:r>
                    <m:rPr>
                      <m:sty m:val="p"/>
                    </m:rPr>
                    <a:rPr lang="en-US" altLang="ja-JP" sz="4000" b="0" i="0" kern="1200" smtClean="0">
                      <a:solidFill>
                        <a:schemeClr val="tx1"/>
                      </a:solidFill>
                      <a:latin typeface="Cambria Math" panose="02040503050406030204" pitchFamily="18" charset="0"/>
                      <a:cs typeface="Latin Modern Math" panose="020B0604020202020204" pitchFamily="34" charset="0"/>
                    </a:rPr>
                    <m:t>SBP</m:t>
                  </m:r>
                </m:sub>
              </m:sSub>
              <m:r>
                <a:rPr lang="en-US" altLang="ja-JP" sz="4000" b="0" i="1" kern="1200" smtClean="0">
                  <a:solidFill>
                    <a:schemeClr val="tx1"/>
                  </a:solidFill>
                  <a:latin typeface="Cambria Math" panose="02040503050406030204" pitchFamily="18" charset="0"/>
                  <a:cs typeface="Latin Modern Math" panose="020B0604020202020204" pitchFamily="34" charset="0"/>
                </a:rPr>
                <m:t>=</m:t>
              </m:r>
              <m:sSup>
                <m:sSupPr>
                  <m:ctrlPr>
                    <a:rPr lang="en-US" altLang="ja-JP" sz="4000" b="0" i="1" kern="1200" smtClean="0">
                      <a:solidFill>
                        <a:schemeClr val="tx1"/>
                      </a:solidFill>
                      <a:latin typeface="Cambria Math" panose="02040503050406030204" pitchFamily="18" charset="0"/>
                      <a:cs typeface="Latin Modern Math" panose="020B0604020202020204" pitchFamily="34" charset="0"/>
                    </a:rPr>
                  </m:ctrlPr>
                </m:sSupPr>
                <m:e>
                  <m:r>
                    <a:rPr lang="en-US" altLang="ja-JP" sz="4000" b="0" i="1" kern="1200" smtClean="0">
                      <a:solidFill>
                        <a:schemeClr val="tx1"/>
                      </a:solidFill>
                      <a:latin typeface="Cambria Math" panose="02040503050406030204" pitchFamily="18" charset="0"/>
                      <a:cs typeface="Latin Modern Math" panose="020B0604020202020204" pitchFamily="34" charset="0"/>
                    </a:rPr>
                    <m:t>2×10</m:t>
                  </m:r>
                </m:e>
                <m:sup>
                  <m:r>
                    <a:rPr lang="en-US" altLang="ja-JP" sz="4000" b="0" i="1" kern="1200" smtClean="0">
                      <a:solidFill>
                        <a:schemeClr val="tx1"/>
                      </a:solidFill>
                      <a:latin typeface="Cambria Math" panose="02040503050406030204" pitchFamily="18" charset="0"/>
                      <a:cs typeface="Latin Modern Math" panose="020B0604020202020204" pitchFamily="34" charset="0"/>
                    </a:rPr>
                    <m:t>−3</m:t>
                  </m:r>
                </m:sup>
              </m:sSup>
              <m:r>
                <a:rPr lang="en-US" altLang="ja-JP" sz="4000" b="0" i="1" kern="1200" smtClean="0">
                  <a:solidFill>
                    <a:schemeClr val="tx1"/>
                  </a:solidFill>
                  <a:latin typeface="Cambria Math" panose="02040503050406030204" pitchFamily="18" charset="0"/>
                  <a:cs typeface="Latin Modern Math" panose="020B0604020202020204" pitchFamily="34" charset="0"/>
                </a:rPr>
                <m:t>/</m:t>
              </m:r>
              <m:r>
                <m:rPr>
                  <m:sty m:val="p"/>
                </m:rPr>
                <a:rPr lang="en-US" altLang="ja-JP" sz="4000" b="0" i="0" kern="1200" smtClean="0">
                  <a:solidFill>
                    <a:schemeClr val="tx1"/>
                  </a:solidFill>
                  <a:latin typeface="Cambria Math" panose="02040503050406030204" pitchFamily="18" charset="0"/>
                  <a:cs typeface="Latin Modern Math" panose="020B0604020202020204" pitchFamily="34" charset="0"/>
                </a:rPr>
                <m:t>mmHg</m:t>
              </m:r>
            </m:oMath>
          </a14:m>
          <a:r>
            <a:rPr lang="en-US" altLang="ja-JP" sz="4000" b="0" i="0" kern="1200" dirty="0">
              <a:solidFill>
                <a:schemeClr val="tx1"/>
              </a:solidFill>
              <a:latin typeface="+mn-lt"/>
              <a:cs typeface="Latin Modern Math" panose="020B0604020202020204" pitchFamily="34" charset="0"/>
            </a:rPr>
            <a:t>), 6 partners (R1, R4, R5, R6, R14, R15) emerged as jointly eligible on both EMs</a:t>
          </a:r>
          <a:endParaRPr lang="ja-JP" sz="4000" b="0" i="0" kern="1200" dirty="0">
            <a:solidFill>
              <a:schemeClr val="tx1"/>
            </a:solidFill>
            <a:latin typeface="+mn-lt"/>
            <a:cs typeface="Latin Modern Math" panose="020B0604020202020204" pitchFamily="34" charset="0"/>
          </a:endParaRPr>
        </a:p>
        <a:p>
          <a:pPr marL="285750" lvl="1" indent="-285750" algn="l" defTabSz="1778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Font typeface="ADLaM Display" panose="02010000000000000000" pitchFamily="2" charset="0"/>
            <a:buNone/>
          </a:pPr>
          <a:r>
            <a:rPr lang="en-US" altLang="ja-JP" sz="4000" b="1" kern="1200" dirty="0">
              <a:solidFill>
                <a:schemeClr val="tx1"/>
              </a:solidFill>
              <a:latin typeface="+mn-lt"/>
              <a:cs typeface="Latin Modern Math" panose="020B0604020202020204" pitchFamily="34" charset="0"/>
            </a:rPr>
            <a:t>R4 leading candidate:</a:t>
          </a:r>
          <a:r>
            <a:rPr lang="en-US" altLang="ja-JP" sz="4000" b="0" kern="1200" dirty="0">
              <a:solidFill>
                <a:schemeClr val="tx1"/>
              </a:solidFill>
              <a:latin typeface="+mn-lt"/>
              <a:cs typeface="Latin Modern Math" panose="020B0604020202020204" pitchFamily="34" charset="0"/>
            </a:rPr>
            <a:t> balanced ranking on both EMs</a:t>
          </a:r>
          <a:endParaRPr lang="ja-JP" sz="4000" b="0" kern="1200" dirty="0">
            <a:solidFill>
              <a:schemeClr val="tx1"/>
            </a:solidFill>
            <a:latin typeface="+mn-lt"/>
            <a:cs typeface="Latin Modern Math" panose="020B0604020202020204" pitchFamily="34" charset="0"/>
          </a:endParaRPr>
        </a:p>
      </dsp:txBody>
      <dsp:txXfrm>
        <a:off x="0" y="11936700"/>
        <a:ext cx="16916400" cy="12378599"/>
      </dsp:txXfrm>
    </dsp:sp>
    <dsp:sp modelId="{F8AEDD1C-A105-4967-9942-E4CE3C11117C}">
      <dsp:nvSpPr>
        <dsp:cNvPr id="0" name=""/>
        <dsp:cNvSpPr/>
      </dsp:nvSpPr>
      <dsp:spPr>
        <a:xfrm>
          <a:off x="0" y="24315300"/>
          <a:ext cx="16916400" cy="107999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0" tIns="0" rIns="228600" bIns="0" numCol="1" spcCol="1270" anchor="ctr" anchorCtr="0">
          <a:noAutofit/>
        </a:bodyPr>
        <a:lstStyle/>
        <a:p>
          <a:pPr marL="0" lvl="0" indent="0" algn="l" defTabSz="2667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ja-JP" sz="6000" b="1" kern="1200" dirty="0">
              <a:latin typeface="+mn-lt"/>
              <a:cs typeface="Latin Modern Math" panose="020B0604020202020204" pitchFamily="34" charset="0"/>
            </a:rPr>
            <a:t>Findings</a:t>
          </a:r>
          <a:endParaRPr lang="ja-JP" sz="6000" b="1" kern="1200" dirty="0">
            <a:solidFill>
              <a:schemeClr val="tx1"/>
            </a:solidFill>
            <a:latin typeface="+mn-lt"/>
            <a:cs typeface="Latin Modern Math" panose="020B0604020202020204" pitchFamily="34" charset="0"/>
          </a:endParaRPr>
        </a:p>
      </dsp:txBody>
      <dsp:txXfrm>
        <a:off x="52721" y="24368021"/>
        <a:ext cx="16810958" cy="974553"/>
      </dsp:txXfrm>
    </dsp:sp>
    <dsp:sp modelId="{B068B63E-FED6-4DD1-A290-722EC267FAA8}">
      <dsp:nvSpPr>
        <dsp:cNvPr id="0" name=""/>
        <dsp:cNvSpPr/>
      </dsp:nvSpPr>
      <dsp:spPr>
        <a:xfrm>
          <a:off x="0" y="25395296"/>
          <a:ext cx="16916400" cy="63238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7096" tIns="45720" rIns="256032" bIns="216000" numCol="1" spcCol="1270" anchor="t" anchorCtr="0">
          <a:noAutofit/>
        </a:bodyPr>
        <a:lstStyle/>
        <a:p>
          <a:pPr marL="285750" lvl="1" indent="-285750" algn="l" defTabSz="16002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Font typeface="ADLaM Display" panose="02010000000000000000" pitchFamily="2" charset="0"/>
            <a:buNone/>
          </a:pPr>
          <a:r>
            <a:rPr lang="en-US" altLang="ja-JP" sz="3600" b="1" kern="1200" dirty="0">
              <a:solidFill>
                <a:schemeClr val="tx1"/>
              </a:solidFill>
              <a:latin typeface="+mn-lt"/>
              <a:cs typeface="Latin Modern Math" panose="020B0604020202020204" pitchFamily="34" charset="0"/>
            </a:rPr>
            <a:t>Methodological gap filled: </a:t>
          </a:r>
          <a:r>
            <a:rPr lang="en-US" altLang="ja-JP" sz="3600" b="0" kern="1200" dirty="0" err="1">
              <a:solidFill>
                <a:schemeClr val="tx1"/>
              </a:solidFill>
              <a:latin typeface="+mn-lt"/>
              <a:cs typeface="Latin Modern Math" panose="020B0604020202020204" pitchFamily="34" charset="0"/>
            </a:rPr>
            <a:t>nABCD</a:t>
          </a:r>
          <a:r>
            <a:rPr lang="en-US" altLang="ja-JP" sz="3600" b="0" kern="1200" dirty="0">
              <a:solidFill>
                <a:schemeClr val="tx1"/>
              </a:solidFill>
              <a:latin typeface="+mn-lt"/>
              <a:cs typeface="Latin Modern Math" panose="020B0604020202020204" pitchFamily="34" charset="0"/>
            </a:rPr>
            <a:t> provides the </a:t>
          </a:r>
          <a:r>
            <a:rPr lang="en-US" altLang="ja-JP" sz="3600" b="0" kern="1200" dirty="0" err="1">
              <a:solidFill>
                <a:schemeClr val="tx1"/>
              </a:solidFill>
              <a:latin typeface="+mn-lt"/>
              <a:cs typeface="Latin Modern Math" panose="020B0604020202020204" pitchFamily="34" charset="0"/>
            </a:rPr>
            <a:t>quantative</a:t>
          </a:r>
          <a:r>
            <a:rPr lang="en-US" altLang="ja-JP" sz="3600" b="0" kern="1200" dirty="0">
              <a:solidFill>
                <a:schemeClr val="tx1"/>
              </a:solidFill>
              <a:latin typeface="+mn-lt"/>
              <a:cs typeface="Latin Modern Math" panose="020B0604020202020204" pitchFamily="34" charset="0"/>
            </a:rPr>
            <a:t> metric for EM distributional similarity — transforming “sufficient similar” from qualitative judgement into a reproducible quantitative basis</a:t>
          </a:r>
          <a:endParaRPr lang="ja-JP" sz="3600" b="1" kern="1200" dirty="0">
            <a:solidFill>
              <a:schemeClr val="tx1"/>
            </a:solidFill>
            <a:latin typeface="+mn-lt"/>
            <a:cs typeface="Latin Modern Math" panose="020B0604020202020204" pitchFamily="34" charset="0"/>
          </a:endParaRPr>
        </a:p>
        <a:p>
          <a:pPr marL="285750" lvl="1" indent="-285750" algn="l" defTabSz="16002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Font typeface="ADLaM Display" panose="02010000000000000000" pitchFamily="2" charset="0"/>
            <a:buNone/>
          </a:pPr>
          <a:r>
            <a:rPr lang="en-US" altLang="ja-JP" sz="3600" b="1" kern="1200" dirty="0">
              <a:solidFill>
                <a:schemeClr val="tx1"/>
              </a:solidFill>
              <a:latin typeface="+mn-lt"/>
              <a:cs typeface="Latin Modern Math" panose="020B0604020202020204" pitchFamily="34" charset="0"/>
            </a:rPr>
            <a:t>Heterogeneity bound: </a:t>
          </a:r>
          <a:r>
            <a:rPr lang="en-US" altLang="ja-JP" sz="3600" b="0" kern="1200" dirty="0">
              <a:solidFill>
                <a:schemeClr val="tx1"/>
              </a:solidFill>
              <a:latin typeface="+mn-lt"/>
              <a:cs typeface="Latin Modern Math" panose="020B0604020202020204" pitchFamily="34" charset="0"/>
            </a:rPr>
            <a:t>Via </a:t>
          </a:r>
          <a:r>
            <a:rPr lang="en-US" altLang="ja-JP" sz="3600" b="0" kern="1200" dirty="0" err="1">
              <a:solidFill>
                <a:schemeClr val="tx1"/>
              </a:solidFill>
              <a:latin typeface="+mn-lt"/>
              <a:cs typeface="Latin Modern Math" panose="020B0604020202020204" pitchFamily="34" charset="0"/>
            </a:rPr>
            <a:t>Kantrovich</a:t>
          </a:r>
          <a:r>
            <a:rPr lang="en-US" altLang="ja-JP" sz="3600" b="0" kern="1200" dirty="0">
              <a:solidFill>
                <a:schemeClr val="tx1"/>
              </a:solidFill>
              <a:latin typeface="+mn-lt"/>
              <a:cs typeface="Latin Modern Math" panose="020B0604020202020204" pitchFamily="34" charset="0"/>
            </a:rPr>
            <a:t>-Rubinstein duality, maximum of CATE is established, providing the theoretical bridge from distributional distance to treatment effect differences</a:t>
          </a:r>
          <a:endParaRPr lang="ja-JP" sz="3600" b="1" kern="1200" dirty="0">
            <a:solidFill>
              <a:schemeClr val="tx1"/>
            </a:solidFill>
            <a:latin typeface="+mn-lt"/>
            <a:cs typeface="Latin Modern Math" panose="020B0604020202020204" pitchFamily="34" charset="0"/>
          </a:endParaRPr>
        </a:p>
        <a:p>
          <a:pPr marL="285750" lvl="1" indent="-285750" algn="l" defTabSz="16002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Font typeface="ADLaM Display" panose="02010000000000000000" pitchFamily="2" charset="0"/>
            <a:buNone/>
          </a:pPr>
          <a:r>
            <a:rPr lang="en-US" altLang="ja-JP" sz="3600" b="1" kern="1200" dirty="0">
              <a:solidFill>
                <a:schemeClr val="tx1"/>
              </a:solidFill>
              <a:latin typeface="+mn-lt"/>
              <a:cs typeface="Latin Modern Math" panose="020B0604020202020204" pitchFamily="34" charset="0"/>
            </a:rPr>
            <a:t>Reliable bootstrap inference at moderate n:</a:t>
          </a:r>
          <a:r>
            <a:rPr lang="en-US" altLang="ja-JP" sz="3600" b="0" kern="1200" dirty="0">
              <a:solidFill>
                <a:schemeClr val="tx1"/>
              </a:solidFill>
              <a:latin typeface="+mn-lt"/>
              <a:cs typeface="Latin Modern Math" panose="020B0604020202020204" pitchFamily="34" charset="0"/>
            </a:rPr>
            <a:t> Across 7 simulation scenarios, small bias and enough coverage for non-null distributional differences at n ≥ 100</a:t>
          </a:r>
          <a:endParaRPr lang="ja-JP" sz="3600" b="1" kern="1200" dirty="0">
            <a:solidFill>
              <a:schemeClr val="tx1"/>
            </a:solidFill>
            <a:latin typeface="+mn-lt"/>
            <a:cs typeface="Latin Modern Math" panose="020B0604020202020204" pitchFamily="34" charset="0"/>
          </a:endParaRPr>
        </a:p>
        <a:p>
          <a:pPr marL="285750" lvl="1" indent="-285750" algn="l" defTabSz="16002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Font typeface="ADLaM Display" panose="02010000000000000000" pitchFamily="2" charset="0"/>
            <a:buNone/>
          </a:pPr>
          <a:r>
            <a:rPr lang="en-US" altLang="ja-JP" sz="3600" b="1" kern="1200" dirty="0">
              <a:solidFill>
                <a:schemeClr val="tx1"/>
              </a:solidFill>
              <a:latin typeface="+mn-lt"/>
              <a:cs typeface="Latin Modern Math" panose="020B0604020202020204" pitchFamily="34" charset="0"/>
            </a:rPr>
            <a:t>Dual-pathway clinical calibration: </a:t>
          </a:r>
          <a:r>
            <a:rPr lang="en-US" altLang="ja-JP" sz="3600" b="0" kern="1200" dirty="0">
              <a:solidFill>
                <a:schemeClr val="tx1"/>
              </a:solidFill>
              <a:latin typeface="+mn-lt"/>
              <a:cs typeface="Latin Modern Math" panose="020B0604020202020204" pitchFamily="34" charset="0"/>
            </a:rPr>
            <a:t>When </a:t>
          </a:r>
          <a14:m xmlns:a14="http://schemas.microsoft.com/office/drawing/2010/main">
            <m:oMath xmlns:m="http://schemas.openxmlformats.org/officeDocument/2006/math">
              <m:r>
                <a:rPr lang="en-US" altLang="ja-JP" sz="3600" b="0" i="1" kern="1200" smtClean="0">
                  <a:solidFill>
                    <a:schemeClr val="tx1"/>
                  </a:solidFill>
                  <a:latin typeface="Cambria Math" panose="02040503050406030204" pitchFamily="18" charset="0"/>
                  <a:cs typeface="Latin Modern Math" panose="020B0604020202020204" pitchFamily="34" charset="0"/>
                </a:rPr>
                <m:t>𝐿</m:t>
              </m:r>
            </m:oMath>
          </a14:m>
          <a:r>
            <a:rPr lang="en-US" altLang="ja-JP" sz="3600" b="0" kern="1200" dirty="0">
              <a:solidFill>
                <a:schemeClr val="tx1"/>
              </a:solidFill>
              <a:latin typeface="+mn-lt"/>
              <a:cs typeface="Latin Modern Math" panose="020B0604020202020204" pitchFamily="34" charset="0"/>
            </a:rPr>
            <a:t> is estimable </a:t>
          </a:r>
          <a14:m xmlns:a14="http://schemas.microsoft.com/office/drawing/2010/main">
            <m:oMath xmlns:m="http://schemas.openxmlformats.org/officeDocument/2006/math">
              <m:sSub>
                <m:sSubPr>
                  <m:ctrlPr>
                    <a:rPr lang="en-US" altLang="ja-JP" sz="3600" b="0" i="1" kern="1200" smtClean="0">
                      <a:solidFill>
                        <a:schemeClr val="tx1"/>
                      </a:solidFill>
                      <a:latin typeface="Cambria Math" panose="02040503050406030204" pitchFamily="18" charset="0"/>
                      <a:cs typeface="Latin Modern Math" panose="020B0604020202020204" pitchFamily="34" charset="0"/>
                    </a:rPr>
                  </m:ctrlPr>
                </m:sSubPr>
                <m:e>
                  <m:r>
                    <m:rPr>
                      <m:sty m:val="p"/>
                    </m:rPr>
                    <a:rPr lang="en-US" altLang="ja-JP" sz="3600" b="0" i="0" kern="1200" smtClean="0">
                      <a:solidFill>
                        <a:schemeClr val="tx1"/>
                      </a:solidFill>
                      <a:latin typeface="Cambria Math" panose="02040503050406030204" pitchFamily="18" charset="0"/>
                      <a:cs typeface="Latin Modern Math" panose="020B0604020202020204" pitchFamily="34" charset="0"/>
                    </a:rPr>
                    <m:t>Δ</m:t>
                  </m:r>
                </m:e>
                <m:sub>
                  <m:r>
                    <m:rPr>
                      <m:sty m:val="p"/>
                    </m:rPr>
                    <a:rPr lang="en-US" altLang="ja-JP" sz="3600" b="0" i="0" kern="1200" smtClean="0">
                      <a:solidFill>
                        <a:schemeClr val="tx1"/>
                      </a:solidFill>
                      <a:latin typeface="Cambria Math" panose="02040503050406030204" pitchFamily="18" charset="0"/>
                      <a:cs typeface="Latin Modern Math" panose="020B0604020202020204" pitchFamily="34" charset="0"/>
                    </a:rPr>
                    <m:t>max</m:t>
                  </m:r>
                </m:sub>
              </m:sSub>
            </m:oMath>
          </a14:m>
          <a:r>
            <a:rPr lang="en-US" altLang="ja-JP" sz="3600" b="0" kern="1200" dirty="0">
              <a:solidFill>
                <a:schemeClr val="tx1"/>
              </a:solidFill>
              <a:latin typeface="+mn-lt"/>
              <a:cs typeface="Latin Modern Math" panose="020B0604020202020204" pitchFamily="34" charset="0"/>
            </a:rPr>
            <a:t> gives clinical-scale interpretation and when </a:t>
          </a:r>
          <a14:m xmlns:a14="http://schemas.microsoft.com/office/drawing/2010/main">
            <m:oMath xmlns:m="http://schemas.openxmlformats.org/officeDocument/2006/math">
              <m:r>
                <a:rPr lang="en-US" altLang="ja-JP" sz="3600" b="0" i="1" kern="1200" smtClean="0">
                  <a:solidFill>
                    <a:schemeClr val="tx1"/>
                  </a:solidFill>
                  <a:latin typeface="Cambria Math" panose="02040503050406030204" pitchFamily="18" charset="0"/>
                  <a:cs typeface="Latin Modern Math" panose="020B0604020202020204" pitchFamily="34" charset="0"/>
                </a:rPr>
                <m:t>𝐿</m:t>
              </m:r>
            </m:oMath>
          </a14:m>
          <a:r>
            <a:rPr lang="en-US" altLang="ja-JP" sz="3600" b="0" kern="1200" dirty="0">
              <a:solidFill>
                <a:schemeClr val="tx1"/>
              </a:solidFill>
              <a:latin typeface="+mn-lt"/>
              <a:cs typeface="Latin Modern Math" panose="020B0604020202020204" pitchFamily="34" charset="0"/>
            </a:rPr>
            <a:t> is unknown </a:t>
          </a:r>
          <a14:m xmlns:a14="http://schemas.microsoft.com/office/drawing/2010/main">
            <m:oMath xmlns:m="http://schemas.openxmlformats.org/officeDocument/2006/math">
              <m:sSup>
                <m:sSupPr>
                  <m:ctrlPr>
                    <a:rPr lang="en-US" altLang="ja-JP" sz="3600" b="0" i="1" kern="1200" smtClean="0">
                      <a:solidFill>
                        <a:schemeClr val="tx1"/>
                      </a:solidFill>
                      <a:latin typeface="Cambria Math" panose="02040503050406030204" pitchFamily="18" charset="0"/>
                      <a:cs typeface="Latin Modern Math" panose="020B0604020202020204" pitchFamily="34" charset="0"/>
                    </a:rPr>
                  </m:ctrlPr>
                </m:sSupPr>
                <m:e>
                  <m:r>
                    <a:rPr lang="en-US" altLang="ja-JP" sz="3600" b="0" i="1" kern="1200" smtClean="0">
                      <a:solidFill>
                        <a:schemeClr val="tx1"/>
                      </a:solidFill>
                      <a:latin typeface="Cambria Math" panose="02040503050406030204" pitchFamily="18" charset="0"/>
                      <a:cs typeface="Latin Modern Math" panose="020B0604020202020204" pitchFamily="34" charset="0"/>
                    </a:rPr>
                    <m:t>𝐿</m:t>
                  </m:r>
                </m:e>
                <m:sup>
                  <m:r>
                    <a:rPr lang="en-US" altLang="ja-JP" sz="3600" b="0" i="1" kern="1200" smtClean="0">
                      <a:solidFill>
                        <a:schemeClr val="tx1"/>
                      </a:solidFill>
                      <a:latin typeface="Cambria Math" panose="02040503050406030204" pitchFamily="18" charset="0"/>
                      <a:cs typeface="Latin Modern Math" panose="020B0604020202020204" pitchFamily="34" charset="0"/>
                    </a:rPr>
                    <m:t>∗</m:t>
                  </m:r>
                </m:sup>
              </m:sSup>
            </m:oMath>
          </a14:m>
          <a:r>
            <a:rPr lang="en-US" altLang="ja-JP" sz="3600" b="0" kern="1200" dirty="0">
              <a:solidFill>
                <a:schemeClr val="tx1"/>
              </a:solidFill>
              <a:latin typeface="+mn-lt"/>
              <a:cs typeface="Latin Modern Math" panose="020B0604020202020204" pitchFamily="34" charset="0"/>
            </a:rPr>
            <a:t> reverse-calculation supports judgement without imposing a fixed </a:t>
          </a:r>
          <a:r>
            <a:rPr lang="en-US" altLang="ja-JP" sz="3600" b="0" kern="1200" dirty="0" err="1">
              <a:solidFill>
                <a:schemeClr val="tx1"/>
              </a:solidFill>
              <a:latin typeface="+mn-lt"/>
              <a:cs typeface="Latin Modern Math" panose="020B0604020202020204" pitchFamily="34" charset="0"/>
            </a:rPr>
            <a:t>nABCD</a:t>
          </a:r>
          <a:r>
            <a:rPr lang="en-US" altLang="ja-JP" sz="3600" b="0" kern="1200" dirty="0">
              <a:solidFill>
                <a:schemeClr val="tx1"/>
              </a:solidFill>
              <a:latin typeface="+mn-lt"/>
              <a:cs typeface="Latin Modern Math" panose="020B0604020202020204" pitchFamily="34" charset="0"/>
            </a:rPr>
            <a:t> cutoff</a:t>
          </a:r>
          <a:endParaRPr lang="ja-JP" sz="3600" b="0" kern="1200" dirty="0">
            <a:solidFill>
              <a:schemeClr val="tx1"/>
            </a:solidFill>
            <a:latin typeface="+mn-lt"/>
            <a:cs typeface="Latin Modern Math" panose="020B0604020202020204" pitchFamily="34" charset="0"/>
          </a:endParaRPr>
        </a:p>
      </dsp:txBody>
      <dsp:txXfrm>
        <a:off x="0" y="25395296"/>
        <a:ext cx="16916400" cy="6323850"/>
      </dsp:txXfrm>
    </dsp:sp>
    <dsp:sp modelId="{936B21B2-069D-42B3-A052-049092C0F402}">
      <dsp:nvSpPr>
        <dsp:cNvPr id="0" name=""/>
        <dsp:cNvSpPr/>
      </dsp:nvSpPr>
      <dsp:spPr>
        <a:xfrm>
          <a:off x="0" y="31719146"/>
          <a:ext cx="16916400" cy="107999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0" tIns="0" rIns="228600" bIns="0" numCol="1" spcCol="1270" anchor="ctr" anchorCtr="0">
          <a:noAutofit/>
        </a:bodyPr>
        <a:lstStyle/>
        <a:p>
          <a:pPr marL="0" lvl="0" indent="0" algn="l" defTabSz="2667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ja-JP" sz="6000" b="1" kern="1200" dirty="0">
              <a:latin typeface="+mn-lt"/>
              <a:cs typeface="Latin Modern Math" panose="020B0604020202020204" pitchFamily="34" charset="0"/>
            </a:rPr>
            <a:t>Future Work</a:t>
          </a:r>
          <a:endParaRPr lang="ja-JP" sz="6000" b="1" kern="1200" dirty="0">
            <a:solidFill>
              <a:schemeClr val="tx1"/>
            </a:solidFill>
            <a:latin typeface="+mn-lt"/>
            <a:cs typeface="Latin Modern Math" panose="020B0604020202020204" pitchFamily="34" charset="0"/>
          </a:endParaRPr>
        </a:p>
      </dsp:txBody>
      <dsp:txXfrm>
        <a:off x="52721" y="31771867"/>
        <a:ext cx="16810958" cy="974553"/>
      </dsp:txXfrm>
    </dsp:sp>
    <dsp:sp modelId="{AE013D79-8E51-40E9-B272-EB5774C3A3BF}">
      <dsp:nvSpPr>
        <dsp:cNvPr id="0" name=""/>
        <dsp:cNvSpPr/>
      </dsp:nvSpPr>
      <dsp:spPr>
        <a:xfrm>
          <a:off x="0" y="32799141"/>
          <a:ext cx="16916400" cy="52474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7096" tIns="45720" rIns="256032" bIns="45720" numCol="1" spcCol="1270" anchor="t" anchorCtr="0">
          <a:noAutofit/>
        </a:bodyPr>
        <a:lstStyle/>
        <a:p>
          <a:pPr marL="285750" lvl="1" indent="-285750" algn="l" defTabSz="16002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Font typeface="ADLaM Display" panose="02010000000000000000" pitchFamily="2" charset="0"/>
            <a:buNone/>
          </a:pPr>
          <a:r>
            <a:rPr lang="en-US" altLang="ja-JP" sz="3600" b="1" kern="1200" dirty="0">
              <a:solidFill>
                <a:schemeClr val="tx1"/>
              </a:solidFill>
              <a:latin typeface="+mn-lt"/>
              <a:cs typeface="Latin Modern Math" panose="020B0604020202020204" pitchFamily="34" charset="0"/>
            </a:rPr>
            <a:t>Categorical EM extension: </a:t>
          </a:r>
          <a:r>
            <a:rPr lang="en-US" altLang="ja-JP" sz="3600" b="0" kern="1200" dirty="0">
              <a:solidFill>
                <a:schemeClr val="tx1"/>
              </a:solidFill>
              <a:latin typeface="+mn-lt"/>
              <a:cs typeface="Latin Modern Math" panose="020B0604020202020204" pitchFamily="34" charset="0"/>
            </a:rPr>
            <a:t>Current framework focuses on continuous EMs; extension to binary and multi-level categorical EMs requires distinct distance metrics designed for discrete distributions</a:t>
          </a:r>
          <a:endParaRPr lang="ja-JP" sz="3600" b="1" kern="1200" dirty="0">
            <a:solidFill>
              <a:schemeClr val="tx1"/>
            </a:solidFill>
            <a:latin typeface="+mn-lt"/>
            <a:cs typeface="Latin Modern Math" panose="020B0604020202020204" pitchFamily="34" charset="0"/>
          </a:endParaRPr>
        </a:p>
        <a:p>
          <a:pPr marL="285750" lvl="1" indent="-285750" algn="l" defTabSz="16002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Font typeface="ADLaM Display" panose="02010000000000000000" pitchFamily="2" charset="0"/>
            <a:buNone/>
          </a:pPr>
          <a:r>
            <a:rPr lang="en-US" altLang="ja-JP" sz="3600" b="1" kern="1200" dirty="0">
              <a:solidFill>
                <a:schemeClr val="tx1"/>
              </a:solidFill>
              <a:latin typeface="+mn-lt"/>
              <a:cs typeface="Latin Modern Math" panose="020B0604020202020204" pitchFamily="34" charset="0"/>
            </a:rPr>
            <a:t>Multivariate extension: </a:t>
          </a:r>
          <a:r>
            <a:rPr lang="en-US" altLang="ja-JP" sz="3600" b="0" kern="1200" dirty="0">
              <a:solidFill>
                <a:schemeClr val="tx1"/>
              </a:solidFill>
              <a:latin typeface="+mn-lt"/>
              <a:cs typeface="Latin Modern Math" panose="020B0604020202020204" pitchFamily="34" charset="0"/>
            </a:rPr>
            <a:t>EM evaluation could be extended to joint multivariate distributional comparison via Wasserstein-2 or sliced Wasserstein distances, capturing correlation structure</a:t>
          </a:r>
          <a:endParaRPr lang="ja-JP" sz="3600" b="1" kern="1200" dirty="0">
            <a:solidFill>
              <a:schemeClr val="tx1"/>
            </a:solidFill>
            <a:latin typeface="+mn-lt"/>
            <a:cs typeface="Latin Modern Math" panose="020B0604020202020204" pitchFamily="34" charset="0"/>
          </a:endParaRPr>
        </a:p>
        <a:p>
          <a:pPr marL="285750" lvl="1" indent="-285750" algn="l" defTabSz="16002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Font typeface="ADLaM Display" panose="02010000000000000000" pitchFamily="2" charset="0"/>
            <a:buNone/>
          </a:pPr>
          <a:r>
            <a:rPr lang="en-US" altLang="ja-JP" sz="3600" b="1" kern="1200" dirty="0">
              <a:solidFill>
                <a:schemeClr val="tx1"/>
              </a:solidFill>
              <a:latin typeface="+mn-lt"/>
              <a:cs typeface="Latin Modern Math" panose="020B0604020202020204" pitchFamily="34" charset="0"/>
            </a:rPr>
            <a:t>Upstream EM identification: </a:t>
          </a:r>
          <a:r>
            <a:rPr lang="en-US" altLang="ja-JP" sz="3600" b="0" kern="1200" dirty="0">
              <a:solidFill>
                <a:schemeClr val="tx1"/>
              </a:solidFill>
              <a:latin typeface="+mn-lt"/>
              <a:cs typeface="Latin Modern Math" panose="020B0604020202020204" pitchFamily="34" charset="0"/>
            </a:rPr>
            <a:t>Which baseline characteristics constitute relevant EMs is a non-trivial assumed solved in this work; formal methodology deserves dedicated investigation</a:t>
          </a:r>
          <a:endParaRPr lang="ja-JP" sz="3600" b="1" kern="1200" dirty="0">
            <a:solidFill>
              <a:schemeClr val="tx1"/>
            </a:solidFill>
            <a:latin typeface="+mn-lt"/>
            <a:cs typeface="Latin Modern Math" panose="020B0604020202020204" pitchFamily="34" charset="0"/>
          </a:endParaRPr>
        </a:p>
        <a:p>
          <a:pPr marL="285750" lvl="1" indent="-285750" algn="l" defTabSz="16002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Font typeface="ADLaM Display" panose="02010000000000000000" pitchFamily="2" charset="0"/>
            <a:buNone/>
          </a:pPr>
          <a:endParaRPr lang="ja-JP" sz="3600" b="1" kern="1200" dirty="0">
            <a:solidFill>
              <a:schemeClr val="tx1"/>
            </a:solidFill>
            <a:latin typeface="+mn-lt"/>
            <a:cs typeface="Latin Modern Math" panose="020B0604020202020204" pitchFamily="34" charset="0"/>
          </a:endParaRPr>
        </a:p>
      </dsp:txBody>
      <dsp:txXfrm>
        <a:off x="0" y="32799141"/>
        <a:ext cx="16916400" cy="524745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8938A6-5A0A-4BC7-8A47-5404DCF64813}" type="datetimeFigureOut">
              <a:rPr kumimoji="1" lang="ja-JP" altLang="en-US" smtClean="0"/>
              <a:t>2026/5/8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2206625" y="1143000"/>
            <a:ext cx="24447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730123-D62E-4DD0-B132-8A28CA5BC6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945720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572567" rtl="0" eaLnBrk="1" latinLnBrk="0" hangingPunct="1">
      <a:defRPr kumimoji="1" sz="2064" kern="1200">
        <a:solidFill>
          <a:schemeClr val="tx1"/>
        </a:solidFill>
        <a:latin typeface="+mn-lt"/>
        <a:ea typeface="+mn-ea"/>
        <a:cs typeface="+mn-cs"/>
      </a:defRPr>
    </a:lvl1pPr>
    <a:lvl2pPr marL="786284" algn="l" defTabSz="1572567" rtl="0" eaLnBrk="1" latinLnBrk="0" hangingPunct="1">
      <a:defRPr kumimoji="1" sz="2064" kern="1200">
        <a:solidFill>
          <a:schemeClr val="tx1"/>
        </a:solidFill>
        <a:latin typeface="+mn-lt"/>
        <a:ea typeface="+mn-ea"/>
        <a:cs typeface="+mn-cs"/>
      </a:defRPr>
    </a:lvl2pPr>
    <a:lvl3pPr marL="1572567" algn="l" defTabSz="1572567" rtl="0" eaLnBrk="1" latinLnBrk="0" hangingPunct="1">
      <a:defRPr kumimoji="1" sz="2064" kern="1200">
        <a:solidFill>
          <a:schemeClr val="tx1"/>
        </a:solidFill>
        <a:latin typeface="+mn-lt"/>
        <a:ea typeface="+mn-ea"/>
        <a:cs typeface="+mn-cs"/>
      </a:defRPr>
    </a:lvl3pPr>
    <a:lvl4pPr marL="2358849" algn="l" defTabSz="1572567" rtl="0" eaLnBrk="1" latinLnBrk="0" hangingPunct="1">
      <a:defRPr kumimoji="1" sz="2064" kern="1200">
        <a:solidFill>
          <a:schemeClr val="tx1"/>
        </a:solidFill>
        <a:latin typeface="+mn-lt"/>
        <a:ea typeface="+mn-ea"/>
        <a:cs typeface="+mn-cs"/>
      </a:defRPr>
    </a:lvl4pPr>
    <a:lvl5pPr marL="3145134" algn="l" defTabSz="1572567" rtl="0" eaLnBrk="1" latinLnBrk="0" hangingPunct="1">
      <a:defRPr kumimoji="1" sz="2064" kern="1200">
        <a:solidFill>
          <a:schemeClr val="tx1"/>
        </a:solidFill>
        <a:latin typeface="+mn-lt"/>
        <a:ea typeface="+mn-ea"/>
        <a:cs typeface="+mn-cs"/>
      </a:defRPr>
    </a:lvl5pPr>
    <a:lvl6pPr marL="3931418" algn="l" defTabSz="1572567" rtl="0" eaLnBrk="1" latinLnBrk="0" hangingPunct="1">
      <a:defRPr kumimoji="1" sz="2064" kern="1200">
        <a:solidFill>
          <a:schemeClr val="tx1"/>
        </a:solidFill>
        <a:latin typeface="+mn-lt"/>
        <a:ea typeface="+mn-ea"/>
        <a:cs typeface="+mn-cs"/>
      </a:defRPr>
    </a:lvl6pPr>
    <a:lvl7pPr marL="4717699" algn="l" defTabSz="1572567" rtl="0" eaLnBrk="1" latinLnBrk="0" hangingPunct="1">
      <a:defRPr kumimoji="1" sz="2064" kern="1200">
        <a:solidFill>
          <a:schemeClr val="tx1"/>
        </a:solidFill>
        <a:latin typeface="+mn-lt"/>
        <a:ea typeface="+mn-ea"/>
        <a:cs typeface="+mn-cs"/>
      </a:defRPr>
    </a:lvl7pPr>
    <a:lvl8pPr marL="5503983" algn="l" defTabSz="1572567" rtl="0" eaLnBrk="1" latinLnBrk="0" hangingPunct="1">
      <a:defRPr kumimoji="1" sz="2064" kern="1200">
        <a:solidFill>
          <a:schemeClr val="tx1"/>
        </a:solidFill>
        <a:latin typeface="+mn-lt"/>
        <a:ea typeface="+mn-ea"/>
        <a:cs typeface="+mn-cs"/>
      </a:defRPr>
    </a:lvl8pPr>
    <a:lvl9pPr marL="6290267" algn="l" defTabSz="1572567" rtl="0" eaLnBrk="1" latinLnBrk="0" hangingPunct="1">
      <a:defRPr kumimoji="1" sz="2064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730123-D62E-4DD0-B132-8A28CA5BC62A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682185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06040" y="7183123"/>
            <a:ext cx="29535120" cy="15280640"/>
          </a:xfrm>
        </p:spPr>
        <p:txBody>
          <a:bodyPr anchor="b"/>
          <a:lstStyle>
            <a:lvl1pPr algn="ctr">
              <a:defRPr sz="228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343400" y="23053043"/>
            <a:ext cx="26060400" cy="10596877"/>
          </a:xfrm>
        </p:spPr>
        <p:txBody>
          <a:bodyPr/>
          <a:lstStyle>
            <a:lvl1pPr marL="0" indent="0" algn="ctr">
              <a:buNone/>
              <a:defRPr sz="9120"/>
            </a:lvl1pPr>
            <a:lvl2pPr marL="1737360" indent="0" algn="ctr">
              <a:buNone/>
              <a:defRPr sz="7600"/>
            </a:lvl2pPr>
            <a:lvl3pPr marL="3474720" indent="0" algn="ctr">
              <a:buNone/>
              <a:defRPr sz="6840"/>
            </a:lvl3pPr>
            <a:lvl4pPr marL="5212080" indent="0" algn="ctr">
              <a:buNone/>
              <a:defRPr sz="6080"/>
            </a:lvl4pPr>
            <a:lvl5pPr marL="6949440" indent="0" algn="ctr">
              <a:buNone/>
              <a:defRPr sz="6080"/>
            </a:lvl5pPr>
            <a:lvl6pPr marL="8686800" indent="0" algn="ctr">
              <a:buNone/>
              <a:defRPr sz="6080"/>
            </a:lvl6pPr>
            <a:lvl7pPr marL="10424160" indent="0" algn="ctr">
              <a:buNone/>
              <a:defRPr sz="6080"/>
            </a:lvl7pPr>
            <a:lvl8pPr marL="12161520" indent="0" algn="ctr">
              <a:buNone/>
              <a:defRPr sz="6080"/>
            </a:lvl8pPr>
            <a:lvl9pPr marL="13898880" indent="0" algn="ctr">
              <a:buNone/>
              <a:defRPr sz="608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B2CD2-2AE6-2447-8DA1-5194B97CC13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434FB-30B4-6F42-A461-06BD6D997D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181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B2CD2-2AE6-2447-8DA1-5194B97CC13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434FB-30B4-6F42-A461-06BD6D997D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42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70774" y="10942333"/>
            <a:ext cx="29969460" cy="18257517"/>
          </a:xfrm>
        </p:spPr>
        <p:txBody>
          <a:bodyPr anchor="b"/>
          <a:lstStyle>
            <a:lvl1pPr>
              <a:defRPr sz="228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70774" y="29372573"/>
            <a:ext cx="29969460" cy="9601197"/>
          </a:xfrm>
        </p:spPr>
        <p:txBody>
          <a:bodyPr/>
          <a:lstStyle>
            <a:lvl1pPr marL="0" indent="0">
              <a:buNone/>
              <a:defRPr sz="9120">
                <a:solidFill>
                  <a:schemeClr val="tx1"/>
                </a:solidFill>
              </a:defRPr>
            </a:lvl1pPr>
            <a:lvl2pPr marL="1737360" indent="0">
              <a:buNone/>
              <a:defRPr sz="7600">
                <a:solidFill>
                  <a:schemeClr val="tx1">
                    <a:tint val="75000"/>
                  </a:schemeClr>
                </a:solidFill>
              </a:defRPr>
            </a:lvl2pPr>
            <a:lvl3pPr marL="3474720" indent="0">
              <a:buNone/>
              <a:defRPr sz="6840">
                <a:solidFill>
                  <a:schemeClr val="tx1">
                    <a:tint val="75000"/>
                  </a:schemeClr>
                </a:solidFill>
              </a:defRPr>
            </a:lvl3pPr>
            <a:lvl4pPr marL="5212080" indent="0">
              <a:buNone/>
              <a:defRPr sz="6080">
                <a:solidFill>
                  <a:schemeClr val="tx1">
                    <a:tint val="75000"/>
                  </a:schemeClr>
                </a:solidFill>
              </a:defRPr>
            </a:lvl4pPr>
            <a:lvl5pPr marL="6949440" indent="0">
              <a:buNone/>
              <a:defRPr sz="6080">
                <a:solidFill>
                  <a:schemeClr val="tx1">
                    <a:tint val="75000"/>
                  </a:schemeClr>
                </a:solidFill>
              </a:defRPr>
            </a:lvl5pPr>
            <a:lvl6pPr marL="8686800" indent="0">
              <a:buNone/>
              <a:defRPr sz="6080">
                <a:solidFill>
                  <a:schemeClr val="tx1">
                    <a:tint val="75000"/>
                  </a:schemeClr>
                </a:solidFill>
              </a:defRPr>
            </a:lvl6pPr>
            <a:lvl7pPr marL="10424160" indent="0">
              <a:buNone/>
              <a:defRPr sz="6080">
                <a:solidFill>
                  <a:schemeClr val="tx1">
                    <a:tint val="75000"/>
                  </a:schemeClr>
                </a:solidFill>
              </a:defRPr>
            </a:lvl7pPr>
            <a:lvl8pPr marL="12161520" indent="0">
              <a:buNone/>
              <a:defRPr sz="6080">
                <a:solidFill>
                  <a:schemeClr val="tx1">
                    <a:tint val="75000"/>
                  </a:schemeClr>
                </a:solidFill>
              </a:defRPr>
            </a:lvl8pPr>
            <a:lvl9pPr marL="13898880" indent="0">
              <a:buNone/>
              <a:defRPr sz="60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B2CD2-2AE6-2447-8DA1-5194B97CC13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434FB-30B4-6F42-A461-06BD6D997D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0307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388870" y="11684000"/>
            <a:ext cx="14767560" cy="27848563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7590770" y="11684000"/>
            <a:ext cx="14767560" cy="27848563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B2CD2-2AE6-2447-8DA1-5194B97CC13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434FB-30B4-6F42-A461-06BD6D997D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4918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93396" y="2336810"/>
            <a:ext cx="29969460" cy="848360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93400" y="10759443"/>
            <a:ext cx="14699692" cy="5273037"/>
          </a:xfrm>
        </p:spPr>
        <p:txBody>
          <a:bodyPr anchor="b"/>
          <a:lstStyle>
            <a:lvl1pPr marL="0" indent="0">
              <a:buNone/>
              <a:defRPr sz="9120" b="1"/>
            </a:lvl1pPr>
            <a:lvl2pPr marL="1737360" indent="0">
              <a:buNone/>
              <a:defRPr sz="7600" b="1"/>
            </a:lvl2pPr>
            <a:lvl3pPr marL="3474720" indent="0">
              <a:buNone/>
              <a:defRPr sz="6840" b="1"/>
            </a:lvl3pPr>
            <a:lvl4pPr marL="5212080" indent="0">
              <a:buNone/>
              <a:defRPr sz="6080" b="1"/>
            </a:lvl4pPr>
            <a:lvl5pPr marL="6949440" indent="0">
              <a:buNone/>
              <a:defRPr sz="6080" b="1"/>
            </a:lvl5pPr>
            <a:lvl6pPr marL="8686800" indent="0">
              <a:buNone/>
              <a:defRPr sz="6080" b="1"/>
            </a:lvl6pPr>
            <a:lvl7pPr marL="10424160" indent="0">
              <a:buNone/>
              <a:defRPr sz="6080" b="1"/>
            </a:lvl7pPr>
            <a:lvl8pPr marL="12161520" indent="0">
              <a:buNone/>
              <a:defRPr sz="6080" b="1"/>
            </a:lvl8pPr>
            <a:lvl9pPr marL="13898880" indent="0">
              <a:buNone/>
              <a:defRPr sz="608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393400" y="16032480"/>
            <a:ext cx="14699692" cy="23581363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7590772" y="10759443"/>
            <a:ext cx="14772086" cy="5273037"/>
          </a:xfrm>
        </p:spPr>
        <p:txBody>
          <a:bodyPr anchor="b"/>
          <a:lstStyle>
            <a:lvl1pPr marL="0" indent="0">
              <a:buNone/>
              <a:defRPr sz="9120" b="1"/>
            </a:lvl1pPr>
            <a:lvl2pPr marL="1737360" indent="0">
              <a:buNone/>
              <a:defRPr sz="7600" b="1"/>
            </a:lvl2pPr>
            <a:lvl3pPr marL="3474720" indent="0">
              <a:buNone/>
              <a:defRPr sz="6840" b="1"/>
            </a:lvl3pPr>
            <a:lvl4pPr marL="5212080" indent="0">
              <a:buNone/>
              <a:defRPr sz="6080" b="1"/>
            </a:lvl4pPr>
            <a:lvl5pPr marL="6949440" indent="0">
              <a:buNone/>
              <a:defRPr sz="6080" b="1"/>
            </a:lvl5pPr>
            <a:lvl6pPr marL="8686800" indent="0">
              <a:buNone/>
              <a:defRPr sz="6080" b="1"/>
            </a:lvl6pPr>
            <a:lvl7pPr marL="10424160" indent="0">
              <a:buNone/>
              <a:defRPr sz="6080" b="1"/>
            </a:lvl7pPr>
            <a:lvl8pPr marL="12161520" indent="0">
              <a:buNone/>
              <a:defRPr sz="6080" b="1"/>
            </a:lvl8pPr>
            <a:lvl9pPr marL="13898880" indent="0">
              <a:buNone/>
              <a:defRPr sz="608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7590772" y="16032480"/>
            <a:ext cx="14772086" cy="23581363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B2CD2-2AE6-2447-8DA1-5194B97CC13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434FB-30B4-6F42-A461-06BD6D997D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8082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B2CD2-2AE6-2447-8DA1-5194B97CC13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434FB-30B4-6F42-A461-06BD6D997D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6433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B2CD2-2AE6-2447-8DA1-5194B97CC13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434FB-30B4-6F42-A461-06BD6D997D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043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93396" y="2926080"/>
            <a:ext cx="11206876" cy="10241280"/>
          </a:xfrm>
        </p:spPr>
        <p:txBody>
          <a:bodyPr anchor="b"/>
          <a:lstStyle>
            <a:lvl1pPr>
              <a:defRPr sz="1216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772086" y="6319530"/>
            <a:ext cx="17590770" cy="31191200"/>
          </a:xfrm>
        </p:spPr>
        <p:txBody>
          <a:bodyPr/>
          <a:lstStyle>
            <a:lvl1pPr>
              <a:defRPr sz="12160"/>
            </a:lvl1pPr>
            <a:lvl2pPr>
              <a:defRPr sz="10640"/>
            </a:lvl2pPr>
            <a:lvl3pPr>
              <a:defRPr sz="9120"/>
            </a:lvl3pPr>
            <a:lvl4pPr>
              <a:defRPr sz="7600"/>
            </a:lvl4pPr>
            <a:lvl5pPr>
              <a:defRPr sz="7600"/>
            </a:lvl5pPr>
            <a:lvl6pPr>
              <a:defRPr sz="7600"/>
            </a:lvl6pPr>
            <a:lvl7pPr>
              <a:defRPr sz="7600"/>
            </a:lvl7pPr>
            <a:lvl8pPr>
              <a:defRPr sz="7600"/>
            </a:lvl8pPr>
            <a:lvl9pPr>
              <a:defRPr sz="76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93396" y="13167360"/>
            <a:ext cx="11206876" cy="24394163"/>
          </a:xfrm>
        </p:spPr>
        <p:txBody>
          <a:bodyPr/>
          <a:lstStyle>
            <a:lvl1pPr marL="0" indent="0">
              <a:buNone/>
              <a:defRPr sz="6080"/>
            </a:lvl1pPr>
            <a:lvl2pPr marL="1737360" indent="0">
              <a:buNone/>
              <a:defRPr sz="5320"/>
            </a:lvl2pPr>
            <a:lvl3pPr marL="3474720" indent="0">
              <a:buNone/>
              <a:defRPr sz="4560"/>
            </a:lvl3pPr>
            <a:lvl4pPr marL="5212080" indent="0">
              <a:buNone/>
              <a:defRPr sz="3800"/>
            </a:lvl4pPr>
            <a:lvl5pPr marL="6949440" indent="0">
              <a:buNone/>
              <a:defRPr sz="3800"/>
            </a:lvl5pPr>
            <a:lvl6pPr marL="8686800" indent="0">
              <a:buNone/>
              <a:defRPr sz="3800"/>
            </a:lvl6pPr>
            <a:lvl7pPr marL="10424160" indent="0">
              <a:buNone/>
              <a:defRPr sz="3800"/>
            </a:lvl7pPr>
            <a:lvl8pPr marL="12161520" indent="0">
              <a:buNone/>
              <a:defRPr sz="3800"/>
            </a:lvl8pPr>
            <a:lvl9pPr marL="13898880" indent="0">
              <a:buNone/>
              <a:defRPr sz="38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B2CD2-2AE6-2447-8DA1-5194B97CC13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434FB-30B4-6F42-A461-06BD6D997D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2765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93396" y="2926080"/>
            <a:ext cx="11206876" cy="10241280"/>
          </a:xfrm>
        </p:spPr>
        <p:txBody>
          <a:bodyPr anchor="b"/>
          <a:lstStyle>
            <a:lvl1pPr>
              <a:defRPr sz="1216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4772086" y="6319530"/>
            <a:ext cx="17590770" cy="31191200"/>
          </a:xfrm>
        </p:spPr>
        <p:txBody>
          <a:bodyPr anchor="t"/>
          <a:lstStyle>
            <a:lvl1pPr marL="0" indent="0">
              <a:buNone/>
              <a:defRPr sz="12160"/>
            </a:lvl1pPr>
            <a:lvl2pPr marL="1737360" indent="0">
              <a:buNone/>
              <a:defRPr sz="10640"/>
            </a:lvl2pPr>
            <a:lvl3pPr marL="3474720" indent="0">
              <a:buNone/>
              <a:defRPr sz="9120"/>
            </a:lvl3pPr>
            <a:lvl4pPr marL="5212080" indent="0">
              <a:buNone/>
              <a:defRPr sz="7600"/>
            </a:lvl4pPr>
            <a:lvl5pPr marL="6949440" indent="0">
              <a:buNone/>
              <a:defRPr sz="7600"/>
            </a:lvl5pPr>
            <a:lvl6pPr marL="8686800" indent="0">
              <a:buNone/>
              <a:defRPr sz="7600"/>
            </a:lvl6pPr>
            <a:lvl7pPr marL="10424160" indent="0">
              <a:buNone/>
              <a:defRPr sz="7600"/>
            </a:lvl7pPr>
            <a:lvl8pPr marL="12161520" indent="0">
              <a:buNone/>
              <a:defRPr sz="7600"/>
            </a:lvl8pPr>
            <a:lvl9pPr marL="13898880" indent="0">
              <a:buNone/>
              <a:defRPr sz="7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93396" y="13167360"/>
            <a:ext cx="11206876" cy="24394163"/>
          </a:xfrm>
        </p:spPr>
        <p:txBody>
          <a:bodyPr/>
          <a:lstStyle>
            <a:lvl1pPr marL="0" indent="0">
              <a:buNone/>
              <a:defRPr sz="6080"/>
            </a:lvl1pPr>
            <a:lvl2pPr marL="1737360" indent="0">
              <a:buNone/>
              <a:defRPr sz="5320"/>
            </a:lvl2pPr>
            <a:lvl3pPr marL="3474720" indent="0">
              <a:buNone/>
              <a:defRPr sz="4560"/>
            </a:lvl3pPr>
            <a:lvl4pPr marL="5212080" indent="0">
              <a:buNone/>
              <a:defRPr sz="3800"/>
            </a:lvl4pPr>
            <a:lvl5pPr marL="6949440" indent="0">
              <a:buNone/>
              <a:defRPr sz="3800"/>
            </a:lvl5pPr>
            <a:lvl6pPr marL="8686800" indent="0">
              <a:buNone/>
              <a:defRPr sz="3800"/>
            </a:lvl6pPr>
            <a:lvl7pPr marL="10424160" indent="0">
              <a:buNone/>
              <a:defRPr sz="3800"/>
            </a:lvl7pPr>
            <a:lvl8pPr marL="12161520" indent="0">
              <a:buNone/>
              <a:defRPr sz="3800"/>
            </a:lvl8pPr>
            <a:lvl9pPr marL="13898880" indent="0">
              <a:buNone/>
              <a:defRPr sz="38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B2CD2-2AE6-2447-8DA1-5194B97CC13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434FB-30B4-6F42-A461-06BD6D997D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256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B2CD2-2AE6-2447-8DA1-5194B97CC13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434FB-30B4-6F42-A461-06BD6D997D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5864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4865967" y="2336800"/>
            <a:ext cx="7492365" cy="37195763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388872" y="2336800"/>
            <a:ext cx="22042755" cy="37195763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B2CD2-2AE6-2447-8DA1-5194B97CC13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434FB-30B4-6F42-A461-06BD6D997D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4972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388870" y="2336810"/>
            <a:ext cx="29969460" cy="84836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88870" y="11684000"/>
            <a:ext cx="29969460" cy="27848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388870" y="40680650"/>
            <a:ext cx="7818120" cy="2336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5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7B2CD2-2AE6-2447-8DA1-5194B97CC13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510010" y="40680650"/>
            <a:ext cx="11727180" cy="2336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5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4540210" y="40680650"/>
            <a:ext cx="7818120" cy="2336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5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6434FB-30B4-6F42-A461-06BD6D997D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7757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3474720" rtl="0" eaLnBrk="1" latinLnBrk="0" hangingPunct="1">
        <a:lnSpc>
          <a:spcPct val="90000"/>
        </a:lnSpc>
        <a:spcBef>
          <a:spcPct val="0"/>
        </a:spcBef>
        <a:buNone/>
        <a:defRPr kumimoji="1" sz="167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68680" indent="-868680" algn="l" defTabSz="3474720" rtl="0" eaLnBrk="1" latinLnBrk="0" hangingPunct="1">
        <a:lnSpc>
          <a:spcPct val="90000"/>
        </a:lnSpc>
        <a:spcBef>
          <a:spcPts val="3800"/>
        </a:spcBef>
        <a:buFont typeface="Arial" panose="020B0604020202020204" pitchFamily="34" charset="0"/>
        <a:buChar char="•"/>
        <a:defRPr kumimoji="1" sz="10640" kern="1200">
          <a:solidFill>
            <a:schemeClr val="tx1"/>
          </a:solidFill>
          <a:latin typeface="+mn-lt"/>
          <a:ea typeface="+mn-ea"/>
          <a:cs typeface="+mn-cs"/>
        </a:defRPr>
      </a:lvl1pPr>
      <a:lvl2pPr marL="2606040" indent="-868680" algn="l" defTabSz="3474720" rtl="0" eaLnBrk="1" latinLnBrk="0" hangingPunct="1">
        <a:lnSpc>
          <a:spcPct val="90000"/>
        </a:lnSpc>
        <a:spcBef>
          <a:spcPts val="1900"/>
        </a:spcBef>
        <a:buFont typeface="Arial" panose="020B0604020202020204" pitchFamily="34" charset="0"/>
        <a:buChar char="•"/>
        <a:defRPr kumimoji="1" sz="9120" kern="1200">
          <a:solidFill>
            <a:schemeClr val="tx1"/>
          </a:solidFill>
          <a:latin typeface="+mn-lt"/>
          <a:ea typeface="+mn-ea"/>
          <a:cs typeface="+mn-cs"/>
        </a:defRPr>
      </a:lvl2pPr>
      <a:lvl3pPr marL="4343400" indent="-868680" algn="l" defTabSz="3474720" rtl="0" eaLnBrk="1" latinLnBrk="0" hangingPunct="1">
        <a:lnSpc>
          <a:spcPct val="90000"/>
        </a:lnSpc>
        <a:spcBef>
          <a:spcPts val="1900"/>
        </a:spcBef>
        <a:buFont typeface="Arial" panose="020B0604020202020204" pitchFamily="34" charset="0"/>
        <a:buChar char="•"/>
        <a:defRPr kumimoji="1" sz="7600" kern="1200">
          <a:solidFill>
            <a:schemeClr val="tx1"/>
          </a:solidFill>
          <a:latin typeface="+mn-lt"/>
          <a:ea typeface="+mn-ea"/>
          <a:cs typeface="+mn-cs"/>
        </a:defRPr>
      </a:lvl3pPr>
      <a:lvl4pPr marL="6080760" indent="-868680" algn="l" defTabSz="3474720" rtl="0" eaLnBrk="1" latinLnBrk="0" hangingPunct="1">
        <a:lnSpc>
          <a:spcPct val="90000"/>
        </a:lnSpc>
        <a:spcBef>
          <a:spcPts val="1900"/>
        </a:spcBef>
        <a:buFont typeface="Arial" panose="020B0604020202020204" pitchFamily="34" charset="0"/>
        <a:buChar char="•"/>
        <a:defRPr kumimoji="1" sz="6840" kern="1200">
          <a:solidFill>
            <a:schemeClr val="tx1"/>
          </a:solidFill>
          <a:latin typeface="+mn-lt"/>
          <a:ea typeface="+mn-ea"/>
          <a:cs typeface="+mn-cs"/>
        </a:defRPr>
      </a:lvl4pPr>
      <a:lvl5pPr marL="7818120" indent="-868680" algn="l" defTabSz="3474720" rtl="0" eaLnBrk="1" latinLnBrk="0" hangingPunct="1">
        <a:lnSpc>
          <a:spcPct val="90000"/>
        </a:lnSpc>
        <a:spcBef>
          <a:spcPts val="1900"/>
        </a:spcBef>
        <a:buFont typeface="Arial" panose="020B0604020202020204" pitchFamily="34" charset="0"/>
        <a:buChar char="•"/>
        <a:defRPr kumimoji="1" sz="6840" kern="1200">
          <a:solidFill>
            <a:schemeClr val="tx1"/>
          </a:solidFill>
          <a:latin typeface="+mn-lt"/>
          <a:ea typeface="+mn-ea"/>
          <a:cs typeface="+mn-cs"/>
        </a:defRPr>
      </a:lvl5pPr>
      <a:lvl6pPr marL="9555480" indent="-868680" algn="l" defTabSz="3474720" rtl="0" eaLnBrk="1" latinLnBrk="0" hangingPunct="1">
        <a:lnSpc>
          <a:spcPct val="90000"/>
        </a:lnSpc>
        <a:spcBef>
          <a:spcPts val="1900"/>
        </a:spcBef>
        <a:buFont typeface="Arial" panose="020B0604020202020204" pitchFamily="34" charset="0"/>
        <a:buChar char="•"/>
        <a:defRPr kumimoji="1" sz="6840" kern="1200">
          <a:solidFill>
            <a:schemeClr val="tx1"/>
          </a:solidFill>
          <a:latin typeface="+mn-lt"/>
          <a:ea typeface="+mn-ea"/>
          <a:cs typeface="+mn-cs"/>
        </a:defRPr>
      </a:lvl6pPr>
      <a:lvl7pPr marL="11292840" indent="-868680" algn="l" defTabSz="3474720" rtl="0" eaLnBrk="1" latinLnBrk="0" hangingPunct="1">
        <a:lnSpc>
          <a:spcPct val="90000"/>
        </a:lnSpc>
        <a:spcBef>
          <a:spcPts val="1900"/>
        </a:spcBef>
        <a:buFont typeface="Arial" panose="020B0604020202020204" pitchFamily="34" charset="0"/>
        <a:buChar char="•"/>
        <a:defRPr kumimoji="1" sz="6840" kern="1200">
          <a:solidFill>
            <a:schemeClr val="tx1"/>
          </a:solidFill>
          <a:latin typeface="+mn-lt"/>
          <a:ea typeface="+mn-ea"/>
          <a:cs typeface="+mn-cs"/>
        </a:defRPr>
      </a:lvl7pPr>
      <a:lvl8pPr marL="13030200" indent="-868680" algn="l" defTabSz="3474720" rtl="0" eaLnBrk="1" latinLnBrk="0" hangingPunct="1">
        <a:lnSpc>
          <a:spcPct val="90000"/>
        </a:lnSpc>
        <a:spcBef>
          <a:spcPts val="1900"/>
        </a:spcBef>
        <a:buFont typeface="Arial" panose="020B0604020202020204" pitchFamily="34" charset="0"/>
        <a:buChar char="•"/>
        <a:defRPr kumimoji="1" sz="6840" kern="1200">
          <a:solidFill>
            <a:schemeClr val="tx1"/>
          </a:solidFill>
          <a:latin typeface="+mn-lt"/>
          <a:ea typeface="+mn-ea"/>
          <a:cs typeface="+mn-cs"/>
        </a:defRPr>
      </a:lvl8pPr>
      <a:lvl9pPr marL="14767560" indent="-868680" algn="l" defTabSz="3474720" rtl="0" eaLnBrk="1" latinLnBrk="0" hangingPunct="1">
        <a:lnSpc>
          <a:spcPct val="90000"/>
        </a:lnSpc>
        <a:spcBef>
          <a:spcPts val="1900"/>
        </a:spcBef>
        <a:buFont typeface="Arial" panose="020B0604020202020204" pitchFamily="34" charset="0"/>
        <a:buChar char="•"/>
        <a:defRPr kumimoji="1" sz="68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74720" rtl="0" eaLnBrk="1" latinLnBrk="0" hangingPunct="1">
        <a:defRPr kumimoji="1" sz="6840" kern="1200">
          <a:solidFill>
            <a:schemeClr val="tx1"/>
          </a:solidFill>
          <a:latin typeface="+mn-lt"/>
          <a:ea typeface="+mn-ea"/>
          <a:cs typeface="+mn-cs"/>
        </a:defRPr>
      </a:lvl1pPr>
      <a:lvl2pPr marL="1737360" algn="l" defTabSz="3474720" rtl="0" eaLnBrk="1" latinLnBrk="0" hangingPunct="1">
        <a:defRPr kumimoji="1" sz="6840" kern="1200">
          <a:solidFill>
            <a:schemeClr val="tx1"/>
          </a:solidFill>
          <a:latin typeface="+mn-lt"/>
          <a:ea typeface="+mn-ea"/>
          <a:cs typeface="+mn-cs"/>
        </a:defRPr>
      </a:lvl2pPr>
      <a:lvl3pPr marL="3474720" algn="l" defTabSz="3474720" rtl="0" eaLnBrk="1" latinLnBrk="0" hangingPunct="1">
        <a:defRPr kumimoji="1" sz="6840" kern="1200">
          <a:solidFill>
            <a:schemeClr val="tx1"/>
          </a:solidFill>
          <a:latin typeface="+mn-lt"/>
          <a:ea typeface="+mn-ea"/>
          <a:cs typeface="+mn-cs"/>
        </a:defRPr>
      </a:lvl3pPr>
      <a:lvl4pPr marL="5212080" algn="l" defTabSz="3474720" rtl="0" eaLnBrk="1" latinLnBrk="0" hangingPunct="1">
        <a:defRPr kumimoji="1" sz="6840" kern="1200">
          <a:solidFill>
            <a:schemeClr val="tx1"/>
          </a:solidFill>
          <a:latin typeface="+mn-lt"/>
          <a:ea typeface="+mn-ea"/>
          <a:cs typeface="+mn-cs"/>
        </a:defRPr>
      </a:lvl4pPr>
      <a:lvl5pPr marL="6949440" algn="l" defTabSz="3474720" rtl="0" eaLnBrk="1" latinLnBrk="0" hangingPunct="1">
        <a:defRPr kumimoji="1" sz="6840" kern="1200">
          <a:solidFill>
            <a:schemeClr val="tx1"/>
          </a:solidFill>
          <a:latin typeface="+mn-lt"/>
          <a:ea typeface="+mn-ea"/>
          <a:cs typeface="+mn-cs"/>
        </a:defRPr>
      </a:lvl5pPr>
      <a:lvl6pPr marL="8686800" algn="l" defTabSz="3474720" rtl="0" eaLnBrk="1" latinLnBrk="0" hangingPunct="1">
        <a:defRPr kumimoji="1" sz="6840" kern="1200">
          <a:solidFill>
            <a:schemeClr val="tx1"/>
          </a:solidFill>
          <a:latin typeface="+mn-lt"/>
          <a:ea typeface="+mn-ea"/>
          <a:cs typeface="+mn-cs"/>
        </a:defRPr>
      </a:lvl6pPr>
      <a:lvl7pPr marL="10424160" algn="l" defTabSz="3474720" rtl="0" eaLnBrk="1" latinLnBrk="0" hangingPunct="1">
        <a:defRPr kumimoji="1" sz="684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0" algn="l" defTabSz="3474720" rtl="0" eaLnBrk="1" latinLnBrk="0" hangingPunct="1">
        <a:defRPr kumimoji="1" sz="6840" kern="1200">
          <a:solidFill>
            <a:schemeClr val="tx1"/>
          </a:solidFill>
          <a:latin typeface="+mn-lt"/>
          <a:ea typeface="+mn-ea"/>
          <a:cs typeface="+mn-cs"/>
        </a:defRPr>
      </a:lvl8pPr>
      <a:lvl9pPr marL="13898880" algn="l" defTabSz="3474720" rtl="0" eaLnBrk="1" latinLnBrk="0" hangingPunct="1">
        <a:defRPr kumimoji="1" sz="68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.xml"/><Relationship Id="rId13" Type="http://schemas.microsoft.com/office/2007/relationships/diagramDrawing" Target="../diagrams/drawing2.xml"/><Relationship Id="rId18" Type="http://schemas.openxmlformats.org/officeDocument/2006/relationships/image" Target="../media/image3.png"/><Relationship Id="rId3" Type="http://schemas.openxmlformats.org/officeDocument/2006/relationships/diagramData" Target="../diagrams/data1.xml"/><Relationship Id="rId21" Type="http://schemas.openxmlformats.org/officeDocument/2006/relationships/image" Target="../media/image6.png"/><Relationship Id="rId7" Type="http://schemas.microsoft.com/office/2007/relationships/diagramDrawing" Target="../diagrams/drawing1.xml"/><Relationship Id="rId12" Type="http://schemas.openxmlformats.org/officeDocument/2006/relationships/diagramColors" Target="../diagrams/colors2.xml"/><Relationship Id="rId17" Type="http://schemas.openxmlformats.org/officeDocument/2006/relationships/diagramColors" Target="../diagrams/colors20.xml"/><Relationship Id="rId2" Type="http://schemas.openxmlformats.org/officeDocument/2006/relationships/notesSlide" Target="../notesSlides/notesSlide1.xml"/><Relationship Id="rId16" Type="http://schemas.openxmlformats.org/officeDocument/2006/relationships/diagramQuickStyle" Target="../diagrams/quickStyle20.xml"/><Relationship Id="rId20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11" Type="http://schemas.openxmlformats.org/officeDocument/2006/relationships/diagramQuickStyle" Target="../diagrams/quickStyle2.xml"/><Relationship Id="rId5" Type="http://schemas.openxmlformats.org/officeDocument/2006/relationships/diagramQuickStyle" Target="../diagrams/quickStyle1.xml"/><Relationship Id="rId15" Type="http://schemas.openxmlformats.org/officeDocument/2006/relationships/diagramLayout" Target="../diagrams/layout20.xml"/><Relationship Id="rId10" Type="http://schemas.openxmlformats.org/officeDocument/2006/relationships/diagramLayout" Target="../diagrams/layout2.xml"/><Relationship Id="rId19" Type="http://schemas.openxmlformats.org/officeDocument/2006/relationships/image" Target="../media/image4.png"/><Relationship Id="rId4" Type="http://schemas.openxmlformats.org/officeDocument/2006/relationships/diagramLayout" Target="../diagrams/layout1.xml"/><Relationship Id="rId9" Type="http://schemas.openxmlformats.org/officeDocument/2006/relationships/diagramData" Target="../diagrams/data3.xml"/><Relationship Id="rId14" Type="http://schemas.openxmlformats.org/officeDocument/2006/relationships/diagramData" Target="../diagrams/data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Diagram 1">
                <a:extLst>
                  <a:ext uri="{FF2B5EF4-FFF2-40B4-BE49-F238E27FC236}">
                    <a16:creationId xmlns:a16="http://schemas.microsoft.com/office/drawing/2014/main" id="{B94646BB-ED8D-DDBF-4B56-AA836F03284B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292537306"/>
                  </p:ext>
                </p:extLst>
              </p:nvPr>
            </p:nvGraphicFramePr>
            <p:xfrm>
              <a:off x="457200" y="5486398"/>
              <a:ext cx="16851087" cy="38281693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3" r:lo="rId4" r:qs="rId5" r:cs="rId6"/>
              </a:graphicData>
            </a:graphic>
          </p:graphicFrame>
        </mc:Choice>
        <mc:Fallback>
          <p:graphicFrame>
            <p:nvGraphicFramePr>
              <p:cNvPr id="2" name="Diagram 1">
                <a:extLst>
                  <a:ext uri="{FF2B5EF4-FFF2-40B4-BE49-F238E27FC236}">
                    <a16:creationId xmlns:a16="http://schemas.microsoft.com/office/drawing/2014/main" id="{B94646BB-ED8D-DDBF-4B56-AA836F03284B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292537306"/>
                  </p:ext>
                </p:extLst>
              </p:nvPr>
            </p:nvGraphicFramePr>
            <p:xfrm>
              <a:off x="457200" y="5486398"/>
              <a:ext cx="16851087" cy="38281693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8" r:lo="rId4" r:qs="rId5" r:cs="rId6"/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6" name="Diagram 15">
                <a:extLst>
                  <a:ext uri="{FF2B5EF4-FFF2-40B4-BE49-F238E27FC236}">
                    <a16:creationId xmlns:a16="http://schemas.microsoft.com/office/drawing/2014/main" id="{ADCCA6DF-2D87-7425-B743-449BE3052E1E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202658825"/>
                  </p:ext>
                </p:extLst>
              </p:nvPr>
            </p:nvGraphicFramePr>
            <p:xfrm>
              <a:off x="17373600" y="5486398"/>
              <a:ext cx="16916400" cy="38404802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9" r:lo="rId10" r:qs="rId11" r:cs="rId12"/>
              </a:graphicData>
            </a:graphic>
          </p:graphicFrame>
        </mc:Choice>
        <mc:Fallback xmlns="">
          <p:graphicFrame>
            <p:nvGraphicFramePr>
              <p:cNvPr id="16" name="Diagram 15">
                <a:extLst>
                  <a:ext uri="{FF2B5EF4-FFF2-40B4-BE49-F238E27FC236}">
                    <a16:creationId xmlns:a16="http://schemas.microsoft.com/office/drawing/2014/main" id="{ADCCA6DF-2D87-7425-B743-449BE3052E1E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202658825"/>
                  </p:ext>
                </p:extLst>
              </p:nvPr>
            </p:nvGraphicFramePr>
            <p:xfrm>
              <a:off x="17373600" y="5486398"/>
              <a:ext cx="16916400" cy="38404802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14" r:lo="rId15" r:qs="rId16" r:cs="rId17"/>
              </a:graphicData>
            </a:graphic>
          </p:graphicFrame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CFE244A6-594E-FE0B-E1BD-3FE8AD196A46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7289237" y="10334220"/>
            <a:ext cx="16981712" cy="59436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7961C0B-D16E-D812-EC5D-E1CBAA814601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804097" y="18288000"/>
            <a:ext cx="13197903" cy="565624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8E60EE5-2449-CC73-1F0C-FFF3F5A9CB6D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87370" y="35410119"/>
            <a:ext cx="16529030" cy="8264514"/>
          </a:xfrm>
          <a:prstGeom prst="rect">
            <a:avLst/>
          </a:prstGeom>
        </p:spPr>
      </p:pic>
      <p:sp>
        <p:nvSpPr>
          <p:cNvPr id="46" name="Rectangle 45">
            <a:extLst>
              <a:ext uri="{FF2B5EF4-FFF2-40B4-BE49-F238E27FC236}">
                <a16:creationId xmlns:a16="http://schemas.microsoft.com/office/drawing/2014/main" id="{CB3C28E4-3A95-923C-54D0-542D6FE931C2}"/>
              </a:ext>
            </a:extLst>
          </p:cNvPr>
          <p:cNvSpPr/>
          <p:nvPr/>
        </p:nvSpPr>
        <p:spPr bwMode="auto">
          <a:xfrm>
            <a:off x="0" y="0"/>
            <a:ext cx="34747200" cy="5486400"/>
          </a:xfrm>
          <a:prstGeom prst="rect">
            <a:avLst/>
          </a:prstGeom>
          <a:solidFill>
            <a:schemeClr val="accent1"/>
          </a:solidFill>
          <a:ln w="9525">
            <a:solidFill>
              <a:srgbClr val="E1251B"/>
            </a:solidFill>
            <a:miter lim="800000"/>
            <a:headEnd/>
            <a:tailEnd/>
          </a:ln>
        </p:spPr>
        <p:txBody>
          <a:bodyPr wrap="square" lIns="540000" tIns="0" rIns="540000" bIns="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9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Quantifying Effect Modifiers Similarity for Regional Pooling Strategy in Multi-Regional Clinical Trials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6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Takashi Nagakubo</a:t>
            </a:r>
            <a:r>
              <a:rPr kumimoji="0" lang="en-US" altLang="ja-JP" sz="6600" b="1" i="0" u="none" strike="noStrike" kern="1200" cap="none" spc="0" normalizeH="0" baseline="30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4400" b="1" i="0" u="none" strike="noStrike" kern="1200" cap="none" spc="0" normalizeH="0" baseline="30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kumimoji="0" lang="en-US" altLang="ja-JP" sz="4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Evidence &amp; Analytics Center of Excellence, Global Statistical Sciences Japan</a:t>
            </a:r>
          </a:p>
          <a:p>
            <a:pPr algn="ctr"/>
            <a:endParaRPr lang="en-US" sz="2133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4A08D77-7FA8-E2D1-039F-FFCD8409322C}"/>
              </a:ext>
            </a:extLst>
          </p:cNvPr>
          <p:cNvSpPr txBox="1"/>
          <p:nvPr/>
        </p:nvSpPr>
        <p:spPr>
          <a:xfrm>
            <a:off x="14525928" y="42937093"/>
            <a:ext cx="56953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Copyright ©2025 Eli Lilly and Company. All rights reserved.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194725D-F4C3-1215-885F-809CAD6473E8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9888193" y="21239942"/>
            <a:ext cx="11887213" cy="5943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744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テーマ">
  <a:themeElements>
    <a:clrScheme name="Custom 3">
      <a:dk1>
        <a:srgbClr val="212121"/>
      </a:dk1>
      <a:lt1>
        <a:srgbClr val="FFFFFF"/>
      </a:lt1>
      <a:dk2>
        <a:srgbClr val="511207"/>
      </a:dk2>
      <a:lt2>
        <a:srgbClr val="FBCFC8"/>
      </a:lt2>
      <a:accent1>
        <a:srgbClr val="E1241B"/>
      </a:accent1>
      <a:accent2>
        <a:srgbClr val="0F3A85"/>
      </a:accent2>
      <a:accent3>
        <a:srgbClr val="99BFE5"/>
      </a:accent3>
      <a:accent4>
        <a:srgbClr val="144B2D"/>
      </a:accent4>
      <a:accent5>
        <a:srgbClr val="FFC709"/>
      </a:accent5>
      <a:accent6>
        <a:srgbClr val="F58E7D"/>
      </a:accent6>
      <a:hlink>
        <a:srgbClr val="E1251B"/>
      </a:hlink>
      <a:folHlink>
        <a:srgbClr val="E1251B"/>
      </a:folHlink>
    </a:clrScheme>
    <a:fontScheme name="Custom 1">
      <a:majorFont>
        <a:latin typeface="Arial"/>
        <a:ea typeface="游ゴシック Light"/>
        <a:cs typeface=""/>
      </a:majorFont>
      <a:minorFont>
        <a:latin typeface="Arial"/>
        <a:ea typeface="游ゴシック"/>
        <a:cs typeface=""/>
      </a:minorFont>
    </a:fontScheme>
    <a:fmtScheme name="Office 2013 - 2022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2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C925B27-2872-4981-B248-4ACB5446FC81}">
  <we:reference id="f5f369e5-aa35-49d7-ad7b-638152ddb008" version="1.0.0.1" store="EXCatalog" storeType="EXCatalog"/>
  <we:alternateReferences>
    <we:reference id="WA200010001" version="1.0.0.1" store="en-US" storeType="OMEX"/>
  </we:alternateReferences>
  <we:properties>
    <we:property name="claude.fileId" value="&quot;1a1e607d-cea1-4387-85ee-7041b31919de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5A56DD4EE0B0A4DBAEBE68C9E02E2DA" ma:contentTypeVersion="16" ma:contentTypeDescription="Create a new document." ma:contentTypeScope="" ma:versionID="1d1873553741447fdb32ea7768c80fea">
  <xsd:schema xmlns:xsd="http://www.w3.org/2001/XMLSchema" xmlns:xs="http://www.w3.org/2001/XMLSchema" xmlns:p="http://schemas.microsoft.com/office/2006/metadata/properties" xmlns:ns2="16e6069a-04c5-46f1-8e4a-493411be9f6d" xmlns:ns3="bfac00ad-cf50-4b2f-bc6d-6973bf4a0f43" targetNamespace="http://schemas.microsoft.com/office/2006/metadata/properties" ma:root="true" ma:fieldsID="d2112e1c27161dc758182e1d7242e48c" ns2:_="" ns3:_="">
    <xsd:import namespace="16e6069a-04c5-46f1-8e4a-493411be9f6d"/>
    <xsd:import namespace="bfac00ad-cf50-4b2f-bc6d-6973bf4a0f4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  <xsd:element ref="ns3:SharedWithUsers" minOccurs="0"/>
                <xsd:element ref="ns3:SharedWithDetails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e6069a-04c5-46f1-8e4a-493411be9f6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f9adb9bf-65a7-4dcd-b9fe-2cabe70ed69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CR" ma:index="2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ac00ad-cf50-4b2f-bc6d-6973bf4a0f43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3b8066bb-f91d-4a3a-b16a-1bf240bf67a3}" ma:internalName="TaxCatchAll" ma:showField="CatchAllData" ma:web="bfac00ad-cf50-4b2f-bc6d-6973bf4a0f4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fac00ad-cf50-4b2f-bc6d-6973bf4a0f43" xsi:nil="true"/>
    <lcf76f155ced4ddcb4097134ff3c332f xmlns="16e6069a-04c5-46f1-8e4a-493411be9f6d">
      <Terms xmlns="http://schemas.microsoft.com/office/infopath/2007/PartnerControls"/>
    </lcf76f155ced4ddcb4097134ff3c332f>
    <MediaLengthInSeconds xmlns="16e6069a-04c5-46f1-8e4a-493411be9f6d" xsi:nil="true"/>
    <SharedWithUsers xmlns="bfac00ad-cf50-4b2f-bc6d-6973bf4a0f43">
      <UserInfo>
        <DisplayName/>
        <AccountId xsi:nil="true"/>
        <AccountType/>
      </UserInfo>
    </SharedWithUsers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F85B3B8-BB2A-4E48-9EB0-C1C86BC025A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6e6069a-04c5-46f1-8e4a-493411be9f6d"/>
    <ds:schemaRef ds:uri="bfac00ad-cf50-4b2f-bc6d-6973bf4a0f4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D872AFA-19EF-43F9-B299-45ED264E37D7}">
  <ds:schemaRefs>
    <ds:schemaRef ds:uri="http://schemas.microsoft.com/office/2006/metadata/properties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bfac00ad-cf50-4b2f-bc6d-6973bf4a0f43"/>
    <ds:schemaRef ds:uri="16e6069a-04c5-46f1-8e4a-493411be9f6d"/>
  </ds:schemaRefs>
</ds:datastoreItem>
</file>

<file path=customXml/itemProps3.xml><?xml version="1.0" encoding="utf-8"?>
<ds:datastoreItem xmlns:ds="http://schemas.openxmlformats.org/officeDocument/2006/customXml" ds:itemID="{B45319B8-C3BC-4B6C-B42C-8F122373415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857</TotalTime>
  <Words>690</Words>
  <Application>Microsoft Office PowerPoint</Application>
  <PresentationFormat>Custom</PresentationFormat>
  <Paragraphs>46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Latin Modern Math</vt:lpstr>
      <vt:lpstr>游ゴシック</vt:lpstr>
      <vt:lpstr>ADLaM Display</vt:lpstr>
      <vt:lpstr>Arial</vt:lpstr>
      <vt:lpstr>Cambria Math</vt:lpstr>
      <vt:lpstr>Office 2013 - 2022 テーマ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Katy Kenny</dc:creator>
  <cp:lastModifiedBy>Takashi Nagakubo</cp:lastModifiedBy>
  <cp:revision>16</cp:revision>
  <dcterms:created xsi:type="dcterms:W3CDTF">2023-01-16T13:47:17Z</dcterms:created>
  <dcterms:modified xsi:type="dcterms:W3CDTF">2026-05-07T22:12:18Z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0x01010005A56DD4EE0B0A4DBAEBE68C9E02E2DA</vt:lpwstr>
  </property>
  <property fmtid="{D5CDD505-2E9C-101B-9397-08002B2CF9AE}" pid="3" name="MediaServiceImageTags">
    <vt:lpwstr/>
  </property>
  <property fmtid="{D5CDD505-2E9C-101B-9397-08002B2CF9AE}" pid="4" name="Order">
    <vt:r8>2870000</vt:r8>
  </property>
  <property fmtid="{D5CDD505-2E9C-101B-9397-08002B2CF9AE}" pid="5" name="xd_ProgID">
    <vt:lpwstr/>
  </property>
  <property fmtid="{D5CDD505-2E9C-101B-9397-08002B2CF9AE}" pid="6" name="ComplianceAssetId">
    <vt:lpwstr/>
  </property>
  <property fmtid="{D5CDD505-2E9C-101B-9397-08002B2CF9AE}" pid="7" name="TemplateUrl">
    <vt:lpwstr/>
  </property>
  <property fmtid="{D5CDD505-2E9C-101B-9397-08002B2CF9AE}" pid="8" name="_ExtendedDescription">
    <vt:lpwstr/>
  </property>
  <property fmtid="{D5CDD505-2E9C-101B-9397-08002B2CF9AE}" pid="9" name="TriggerFlowInfo">
    <vt:lpwstr/>
  </property>
  <property fmtid="{D5CDD505-2E9C-101B-9397-08002B2CF9AE}" pid="10" name="xd_Signature">
    <vt:bool>false</vt:bool>
  </property>
</Properties>
</file>